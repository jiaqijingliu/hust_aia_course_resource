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6"/>
  </p:notesMasterIdLst>
  <p:sldIdLst>
    <p:sldId id="267" r:id="rId2"/>
    <p:sldId id="260" r:id="rId3"/>
    <p:sldId id="437" r:id="rId4"/>
    <p:sldId id="438" r:id="rId5"/>
    <p:sldId id="439" r:id="rId6"/>
    <p:sldId id="709" r:id="rId7"/>
    <p:sldId id="440" r:id="rId8"/>
    <p:sldId id="441" r:id="rId9"/>
    <p:sldId id="442" r:id="rId10"/>
    <p:sldId id="443" r:id="rId11"/>
    <p:sldId id="444" r:id="rId12"/>
    <p:sldId id="445" r:id="rId13"/>
    <p:sldId id="446" r:id="rId14"/>
    <p:sldId id="447" r:id="rId15"/>
    <p:sldId id="591" r:id="rId16"/>
    <p:sldId id="592" r:id="rId17"/>
    <p:sldId id="593" r:id="rId18"/>
    <p:sldId id="594" r:id="rId19"/>
    <p:sldId id="595" r:id="rId20"/>
    <p:sldId id="596" r:id="rId21"/>
    <p:sldId id="597" r:id="rId22"/>
    <p:sldId id="604" r:id="rId23"/>
    <p:sldId id="598" r:id="rId24"/>
    <p:sldId id="599" r:id="rId25"/>
    <p:sldId id="600" r:id="rId26"/>
    <p:sldId id="601" r:id="rId27"/>
    <p:sldId id="602" r:id="rId28"/>
    <p:sldId id="603" r:id="rId29"/>
    <p:sldId id="506" r:id="rId30"/>
    <p:sldId id="505" r:id="rId31"/>
    <p:sldId id="605" r:id="rId32"/>
    <p:sldId id="710" r:id="rId33"/>
    <p:sldId id="606" r:id="rId34"/>
    <p:sldId id="508" r:id="rId35"/>
    <p:sldId id="643" r:id="rId36"/>
    <p:sldId id="644" r:id="rId37"/>
    <p:sldId id="645" r:id="rId38"/>
    <p:sldId id="646" r:id="rId39"/>
    <p:sldId id="711" r:id="rId40"/>
    <p:sldId id="713" r:id="rId41"/>
    <p:sldId id="714" r:id="rId42"/>
    <p:sldId id="715" r:id="rId43"/>
    <p:sldId id="716" r:id="rId44"/>
    <p:sldId id="717" r:id="rId45"/>
    <p:sldId id="718" r:id="rId46"/>
    <p:sldId id="651" r:id="rId47"/>
    <p:sldId id="649" r:id="rId48"/>
    <p:sldId id="648" r:id="rId49"/>
    <p:sldId id="719" r:id="rId50"/>
    <p:sldId id="720" r:id="rId51"/>
    <p:sldId id="541" r:id="rId52"/>
    <p:sldId id="542" r:id="rId53"/>
    <p:sldId id="543" r:id="rId54"/>
    <p:sldId id="553" r:id="rId55"/>
    <p:sldId id="554" r:id="rId56"/>
    <p:sldId id="555" r:id="rId57"/>
    <p:sldId id="556" r:id="rId58"/>
    <p:sldId id="557" r:id="rId59"/>
    <p:sldId id="558" r:id="rId60"/>
    <p:sldId id="559" r:id="rId61"/>
    <p:sldId id="560" r:id="rId62"/>
    <p:sldId id="561" r:id="rId63"/>
    <p:sldId id="562" r:id="rId64"/>
    <p:sldId id="563" r:id="rId65"/>
    <p:sldId id="564" r:id="rId66"/>
    <p:sldId id="565" r:id="rId67"/>
    <p:sldId id="566" r:id="rId68"/>
    <p:sldId id="567" r:id="rId69"/>
    <p:sldId id="568" r:id="rId70"/>
    <p:sldId id="569" r:id="rId71"/>
    <p:sldId id="570" r:id="rId72"/>
    <p:sldId id="571" r:id="rId73"/>
    <p:sldId id="681" r:id="rId74"/>
    <p:sldId id="721" r:id="rId75"/>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99"/>
    <a:srgbClr val="CCFFFF"/>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39" autoAdjust="0"/>
    <p:restoredTop sz="94674" autoAdjust="0"/>
  </p:normalViewPr>
  <p:slideViewPr>
    <p:cSldViewPr>
      <p:cViewPr varScale="1">
        <p:scale>
          <a:sx n="115" d="100"/>
          <a:sy n="115" d="100"/>
        </p:scale>
        <p:origin x="936" y="7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image" Target="../media/image22.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0.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D6CC18-13BF-443D-A490-339EDA650D39}" type="datetimeFigureOut">
              <a:rPr lang="zh-CN" altLang="en-US" smtClean="0"/>
              <a:t>2025/6/19</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9A7AF9-C1DB-4E76-887B-13B29E1261BE}" type="slidenum">
              <a:rPr lang="zh-CN" altLang="en-US" smtClean="0"/>
              <a:t>‹#›</a:t>
            </a:fld>
            <a:endParaRPr lang="zh-CN" altLang="en-US"/>
          </a:p>
        </p:txBody>
      </p:sp>
    </p:spTree>
    <p:extLst>
      <p:ext uri="{BB962C8B-B14F-4D97-AF65-F5344CB8AC3E}">
        <p14:creationId xmlns:p14="http://schemas.microsoft.com/office/powerpoint/2010/main" val="3638480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a:extLst>
              <a:ext uri="{FF2B5EF4-FFF2-40B4-BE49-F238E27FC236}">
                <a16:creationId xmlns:a16="http://schemas.microsoft.com/office/drawing/2014/main" id="{B7BAB651-8A2C-C45F-340F-6D018ED45E1B}"/>
              </a:ext>
            </a:extLst>
          </p:cNvPr>
          <p:cNvSpPr>
            <a:spLocks noGrp="1" noRot="1" noChangeAspect="1" noChangeArrowheads="1" noTextEdit="1"/>
          </p:cNvSpPr>
          <p:nvPr>
            <p:ph type="sldImg"/>
          </p:nvPr>
        </p:nvSpPr>
        <p:spPr>
          <a:ln/>
        </p:spPr>
      </p:sp>
      <p:sp>
        <p:nvSpPr>
          <p:cNvPr id="31747" name="备注占位符 2">
            <a:extLst>
              <a:ext uri="{FF2B5EF4-FFF2-40B4-BE49-F238E27FC236}">
                <a16:creationId xmlns:a16="http://schemas.microsoft.com/office/drawing/2014/main" id="{7B16A882-2A63-7406-671F-4F037C41CAA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48" name="灯片编号占位符 3">
            <a:extLst>
              <a:ext uri="{FF2B5EF4-FFF2-40B4-BE49-F238E27FC236}">
                <a16:creationId xmlns:a16="http://schemas.microsoft.com/office/drawing/2014/main" id="{CD9C829C-CBF0-56DA-253A-3DBB21D05EAE}"/>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415A891-D720-4470-8230-DA70C089D2BF}" type="slidenum">
              <a:rPr lang="en-US" altLang="zh-CN" smtClean="0"/>
              <a:pPr/>
              <a:t>28</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A6B8B526-F1E1-26E3-F964-0D18370D620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52C1ED6-B93E-46A9-8785-F23145CAF785}" type="slidenum">
              <a:rPr lang="zh-CN" altLang="en-US" smtClean="0"/>
              <a:pPr/>
              <a:t>31</a:t>
            </a:fld>
            <a:endParaRPr lang="en-US" altLang="zh-CN"/>
          </a:p>
        </p:txBody>
      </p:sp>
      <p:sp>
        <p:nvSpPr>
          <p:cNvPr id="35843" name="Rectangle 2">
            <a:extLst>
              <a:ext uri="{FF2B5EF4-FFF2-40B4-BE49-F238E27FC236}">
                <a16:creationId xmlns:a16="http://schemas.microsoft.com/office/drawing/2014/main" id="{BAAAF05B-1E45-BAC9-8D0E-D7996413A7C3}"/>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DD71B0AE-EFA0-4CBE-0402-8265D021B32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49F97956-990C-310C-A9B7-ED60007658A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615EC17-7512-48F5-A421-5A60D989363C}" type="slidenum">
              <a:rPr lang="zh-CN" altLang="en-US" smtClean="0"/>
              <a:pPr/>
              <a:t>32</a:t>
            </a:fld>
            <a:endParaRPr lang="en-US" altLang="zh-CN"/>
          </a:p>
        </p:txBody>
      </p:sp>
      <p:sp>
        <p:nvSpPr>
          <p:cNvPr id="37891" name="Rectangle 2">
            <a:extLst>
              <a:ext uri="{FF2B5EF4-FFF2-40B4-BE49-F238E27FC236}">
                <a16:creationId xmlns:a16="http://schemas.microsoft.com/office/drawing/2014/main" id="{8F54E073-ADC1-7D0E-2FE0-CF8FCC1E1389}"/>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5EA585B1-EC03-4120-51EB-9210C7D6986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A583CFC6-680B-BDD0-107F-EA148DD9C68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75F3AC7-F180-44F7-811F-605A97297826}" type="slidenum">
              <a:rPr lang="zh-CN" altLang="en-US" smtClean="0"/>
              <a:pPr/>
              <a:t>33</a:t>
            </a:fld>
            <a:endParaRPr lang="en-US" altLang="zh-CN"/>
          </a:p>
        </p:txBody>
      </p:sp>
      <p:sp>
        <p:nvSpPr>
          <p:cNvPr id="39939" name="Rectangle 2">
            <a:extLst>
              <a:ext uri="{FF2B5EF4-FFF2-40B4-BE49-F238E27FC236}">
                <a16:creationId xmlns:a16="http://schemas.microsoft.com/office/drawing/2014/main" id="{3CACD157-93B1-E2F6-5694-BF8E3A5953B3}"/>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853E90E1-D1AB-4C17-4C62-919B3D7D968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5DE8BD30-3675-3789-C66F-40952E39472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9319DBD-6177-4B5C-AB3A-751A06ED77A4}" type="slidenum">
              <a:rPr lang="zh-CN" altLang="en-US" smtClean="0"/>
              <a:pPr/>
              <a:t>35</a:t>
            </a:fld>
            <a:endParaRPr lang="en-US" altLang="zh-CN"/>
          </a:p>
        </p:txBody>
      </p:sp>
      <p:sp>
        <p:nvSpPr>
          <p:cNvPr id="53251" name="Rectangle 2">
            <a:extLst>
              <a:ext uri="{FF2B5EF4-FFF2-40B4-BE49-F238E27FC236}">
                <a16:creationId xmlns:a16="http://schemas.microsoft.com/office/drawing/2014/main" id="{91A01ECB-70B2-6BFC-3EA1-96C3D3940981}"/>
              </a:ext>
            </a:extLst>
          </p:cNvPr>
          <p:cNvSpPr>
            <a:spLocks noGrp="1" noRot="1" noChangeAspect="1" noChangeArrowheads="1" noTextEdit="1"/>
          </p:cNvSpPr>
          <p:nvPr>
            <p:ph type="sldImg"/>
          </p:nvPr>
        </p:nvSpPr>
        <p:spPr>
          <a:solidFill>
            <a:srgbClr val="FFFFFF"/>
          </a:solidFill>
          <a:ln/>
        </p:spPr>
      </p:sp>
      <p:sp>
        <p:nvSpPr>
          <p:cNvPr id="53252" name="Rectangle 3">
            <a:extLst>
              <a:ext uri="{FF2B5EF4-FFF2-40B4-BE49-F238E27FC236}">
                <a16:creationId xmlns:a16="http://schemas.microsoft.com/office/drawing/2014/main" id="{A2D7B4AE-A156-CC7E-07C0-B54C2B75CE15}"/>
              </a:ext>
            </a:extLst>
          </p:cNvPr>
          <p:cNvSpPr>
            <a:spLocks noGrp="1" noChangeArrowheads="1"/>
          </p:cNvSpPr>
          <p:nvPr>
            <p:ph type="body" idx="1"/>
          </p:nvPr>
        </p:nvSpPr>
        <p:spPr>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848D0560-AB99-AF7C-4FB6-FD829129B0B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F3ACA86-3B11-4798-8BE6-B57668BDDB6F}" type="slidenum">
              <a:rPr lang="zh-CN" altLang="en-US" smtClean="0"/>
              <a:pPr/>
              <a:t>36</a:t>
            </a:fld>
            <a:endParaRPr lang="en-US" altLang="zh-CN"/>
          </a:p>
        </p:txBody>
      </p:sp>
      <p:sp>
        <p:nvSpPr>
          <p:cNvPr id="55299" name="Rectangle 2">
            <a:extLst>
              <a:ext uri="{FF2B5EF4-FFF2-40B4-BE49-F238E27FC236}">
                <a16:creationId xmlns:a16="http://schemas.microsoft.com/office/drawing/2014/main" id="{5B78BEF7-9D47-FC41-1040-D2C146DE490E}"/>
              </a:ext>
            </a:extLst>
          </p:cNvPr>
          <p:cNvSpPr>
            <a:spLocks noGrp="1" noRot="1" noChangeAspect="1" noChangeArrowheads="1" noTextEdit="1"/>
          </p:cNvSpPr>
          <p:nvPr>
            <p:ph type="sldImg"/>
          </p:nvPr>
        </p:nvSpPr>
        <p:spPr>
          <a:solidFill>
            <a:srgbClr val="FFFFFF"/>
          </a:solidFill>
          <a:ln/>
        </p:spPr>
      </p:sp>
      <p:sp>
        <p:nvSpPr>
          <p:cNvPr id="55300" name="Rectangle 3">
            <a:extLst>
              <a:ext uri="{FF2B5EF4-FFF2-40B4-BE49-F238E27FC236}">
                <a16:creationId xmlns:a16="http://schemas.microsoft.com/office/drawing/2014/main" id="{6112D017-8615-7266-5E2F-EF06CA2615FE}"/>
              </a:ext>
            </a:extLst>
          </p:cNvPr>
          <p:cNvSpPr>
            <a:spLocks noGrp="1" noChangeArrowheads="1"/>
          </p:cNvSpPr>
          <p:nvPr>
            <p:ph type="body" idx="1"/>
          </p:nvPr>
        </p:nvSpPr>
        <p:spPr>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a:t>l.PROFIBUS-DP</a:t>
            </a:r>
            <a:r>
              <a:rPr lang="zh-CN" altLang="en-US"/>
              <a:t>的基本功能</a:t>
            </a:r>
          </a:p>
          <a:p>
            <a:r>
              <a:rPr lang="zh-CN" altLang="en-US"/>
              <a:t>      中央控制器周期地读取从设备的输人信息并周期地向从设备发送输出信息，总线循环时间必须要比中央控制的程序循环时间短。除周期性用户数据传输外，</a:t>
            </a:r>
            <a:r>
              <a:rPr lang="en-US" altLang="zh-CN"/>
              <a:t>PROFIBUS-DP</a:t>
            </a:r>
            <a:r>
              <a:rPr lang="zh-CN" altLang="en-US"/>
              <a:t>还提供了强有力的诊断和配置功能，数据通信是由主机和从机进行监控的。</a:t>
            </a:r>
            <a:endParaRPr lang="zh-CN" altLang="de-DE"/>
          </a:p>
          <a:p>
            <a:r>
              <a:rPr lang="de-DE" altLang="zh-CN"/>
              <a:t>PROFIBUS-DP</a:t>
            </a:r>
            <a:r>
              <a:rPr lang="zh-CN" altLang="de-DE"/>
              <a:t>的基本功能如下</a:t>
            </a:r>
            <a:r>
              <a:rPr lang="de-DE" altLang="zh-CN"/>
              <a:t>:</a:t>
            </a:r>
          </a:p>
          <a:p>
            <a:r>
              <a:rPr lang="de-DE" altLang="zh-CN"/>
              <a:t>(1)</a:t>
            </a:r>
            <a:r>
              <a:rPr lang="zh-CN" altLang="de-DE"/>
              <a:t>传输技术</a:t>
            </a:r>
          </a:p>
          <a:p>
            <a:r>
              <a:rPr lang="de-DE" altLang="zh-CN"/>
              <a:t>l)RS-485</a:t>
            </a:r>
            <a:r>
              <a:rPr lang="zh-CN" altLang="de-DE"/>
              <a:t>双绞线或光缆</a:t>
            </a:r>
            <a:r>
              <a:rPr lang="de-DE" altLang="zh-CN"/>
              <a:t>;</a:t>
            </a:r>
          </a:p>
          <a:p>
            <a:r>
              <a:rPr lang="de-DE" altLang="zh-CN"/>
              <a:t>2)</a:t>
            </a:r>
            <a:r>
              <a:rPr lang="zh-CN" altLang="de-DE"/>
              <a:t>波特率从</a:t>
            </a:r>
            <a:r>
              <a:rPr lang="de-DE" altLang="zh-CN"/>
              <a:t>9·6kbit/S~l2Mbit/so</a:t>
            </a:r>
          </a:p>
          <a:p>
            <a:r>
              <a:rPr lang="de-DE" altLang="zh-CN"/>
              <a:t>(2)</a:t>
            </a:r>
            <a:r>
              <a:rPr lang="zh-CN" altLang="de-DE"/>
              <a:t>总线存取</a:t>
            </a:r>
          </a:p>
          <a:p>
            <a:r>
              <a:rPr lang="de-DE" altLang="zh-CN"/>
              <a:t>1)</a:t>
            </a:r>
            <a:r>
              <a:rPr lang="zh-CN" altLang="de-DE"/>
              <a:t>各主站间为令牌传输，主站与从站间为主</a:t>
            </a:r>
            <a:r>
              <a:rPr lang="de-DE" altLang="zh-CN"/>
              <a:t>-</a:t>
            </a:r>
            <a:r>
              <a:rPr lang="zh-CN" altLang="de-DE"/>
              <a:t>从传输</a:t>
            </a:r>
            <a:r>
              <a:rPr lang="de-DE" altLang="zh-CN"/>
              <a:t>;</a:t>
            </a:r>
          </a:p>
          <a:p>
            <a:r>
              <a:rPr lang="de-DE" altLang="zh-CN"/>
              <a:t>2)</a:t>
            </a:r>
            <a:r>
              <a:rPr lang="zh-CN" altLang="de-DE"/>
              <a:t>支持单主或多主系统</a:t>
            </a:r>
            <a:r>
              <a:rPr lang="de-DE" altLang="zh-CN"/>
              <a:t>;</a:t>
            </a:r>
          </a:p>
          <a:p>
            <a:r>
              <a:rPr lang="de-DE" altLang="zh-CN"/>
              <a:t>3)</a:t>
            </a:r>
            <a:r>
              <a:rPr lang="zh-CN" altLang="de-DE"/>
              <a:t>主</a:t>
            </a:r>
            <a:r>
              <a:rPr lang="de-DE" altLang="zh-CN"/>
              <a:t>-</a:t>
            </a:r>
            <a:r>
              <a:rPr lang="zh-CN" altLang="de-DE"/>
              <a:t>从设备，总线上最多站点数为</a:t>
            </a:r>
            <a:r>
              <a:rPr lang="de-DE" altLang="zh-CN"/>
              <a:t>1260</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3C06E523-2692-B450-B29C-BBC474C4970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EA2924B-778D-41EB-B4CF-6F34E2EB56F7}" type="slidenum">
              <a:rPr lang="zh-CN" altLang="en-US" smtClean="0"/>
              <a:pPr/>
              <a:t>37</a:t>
            </a:fld>
            <a:endParaRPr lang="en-US" altLang="zh-CN"/>
          </a:p>
        </p:txBody>
      </p:sp>
      <p:sp>
        <p:nvSpPr>
          <p:cNvPr id="57347" name="Rectangle 2">
            <a:extLst>
              <a:ext uri="{FF2B5EF4-FFF2-40B4-BE49-F238E27FC236}">
                <a16:creationId xmlns:a16="http://schemas.microsoft.com/office/drawing/2014/main" id="{1C120718-1889-DABF-D89C-257E886B1CD4}"/>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5C9F2162-27EC-F782-3AF7-7F3C19F2829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a:t>l.PROFIBUS-DP</a:t>
            </a:r>
            <a:r>
              <a:rPr lang="zh-CN" altLang="en-US"/>
              <a:t>的基本功能</a:t>
            </a:r>
          </a:p>
          <a:p>
            <a:r>
              <a:rPr lang="zh-CN" altLang="en-US"/>
              <a:t>      中央控制器周期地读取从设备的输人信息并周期地向从设备发送输出信息，总线循环时间必须要比中央控制的程序循环时间短。除周期性用户数据传输外，</a:t>
            </a:r>
            <a:r>
              <a:rPr lang="en-US" altLang="zh-CN"/>
              <a:t>PROFIBUS-DP</a:t>
            </a:r>
            <a:r>
              <a:rPr lang="zh-CN" altLang="en-US"/>
              <a:t>还提供了强有力的诊断和配置功能，数据通信是由主机和从机进行监控的。</a:t>
            </a:r>
            <a:endParaRPr lang="zh-CN" altLang="de-DE"/>
          </a:p>
          <a:p>
            <a:r>
              <a:rPr lang="de-DE" altLang="zh-CN"/>
              <a:t>PROFIBUS-DP</a:t>
            </a:r>
            <a:r>
              <a:rPr lang="zh-CN" altLang="de-DE"/>
              <a:t>的基本功能如下</a:t>
            </a:r>
            <a:r>
              <a:rPr lang="de-DE" altLang="zh-CN"/>
              <a:t>:</a:t>
            </a:r>
          </a:p>
          <a:p>
            <a:r>
              <a:rPr lang="de-DE" altLang="zh-CN"/>
              <a:t>(1)</a:t>
            </a:r>
            <a:r>
              <a:rPr lang="zh-CN" altLang="de-DE"/>
              <a:t>传输技术</a:t>
            </a:r>
          </a:p>
          <a:p>
            <a:r>
              <a:rPr lang="de-DE" altLang="zh-CN"/>
              <a:t>l)RS-485</a:t>
            </a:r>
            <a:r>
              <a:rPr lang="zh-CN" altLang="de-DE"/>
              <a:t>双绞线或光缆</a:t>
            </a:r>
            <a:r>
              <a:rPr lang="de-DE" altLang="zh-CN"/>
              <a:t>;</a:t>
            </a:r>
          </a:p>
          <a:p>
            <a:r>
              <a:rPr lang="de-DE" altLang="zh-CN"/>
              <a:t>2)</a:t>
            </a:r>
            <a:r>
              <a:rPr lang="zh-CN" altLang="de-DE"/>
              <a:t>波特率从</a:t>
            </a:r>
            <a:r>
              <a:rPr lang="de-DE" altLang="zh-CN"/>
              <a:t>9·6kbit/S~l2Mbit/so</a:t>
            </a:r>
          </a:p>
          <a:p>
            <a:r>
              <a:rPr lang="de-DE" altLang="zh-CN"/>
              <a:t>(2)</a:t>
            </a:r>
            <a:r>
              <a:rPr lang="zh-CN" altLang="de-DE"/>
              <a:t>总线存取</a:t>
            </a:r>
          </a:p>
          <a:p>
            <a:r>
              <a:rPr lang="de-DE" altLang="zh-CN"/>
              <a:t>1)</a:t>
            </a:r>
            <a:r>
              <a:rPr lang="zh-CN" altLang="de-DE"/>
              <a:t>各主站间为令牌传输，主站与从站间为主</a:t>
            </a:r>
            <a:r>
              <a:rPr lang="de-DE" altLang="zh-CN"/>
              <a:t>-</a:t>
            </a:r>
            <a:r>
              <a:rPr lang="zh-CN" altLang="de-DE"/>
              <a:t>从传输</a:t>
            </a:r>
            <a:r>
              <a:rPr lang="de-DE" altLang="zh-CN"/>
              <a:t>;</a:t>
            </a:r>
          </a:p>
          <a:p>
            <a:r>
              <a:rPr lang="de-DE" altLang="zh-CN"/>
              <a:t>2)</a:t>
            </a:r>
            <a:r>
              <a:rPr lang="zh-CN" altLang="de-DE"/>
              <a:t>支持单主或多主系统</a:t>
            </a:r>
            <a:r>
              <a:rPr lang="de-DE" altLang="zh-CN"/>
              <a:t>;</a:t>
            </a:r>
          </a:p>
          <a:p>
            <a:r>
              <a:rPr lang="de-DE" altLang="zh-CN"/>
              <a:t>3)</a:t>
            </a:r>
            <a:r>
              <a:rPr lang="zh-CN" altLang="de-DE"/>
              <a:t>主</a:t>
            </a:r>
            <a:r>
              <a:rPr lang="de-DE" altLang="zh-CN"/>
              <a:t>-</a:t>
            </a:r>
            <a:r>
              <a:rPr lang="zh-CN" altLang="de-DE"/>
              <a:t>从设备，总线上最多站点数为</a:t>
            </a:r>
            <a:r>
              <a:rPr lang="de-DE" altLang="zh-CN"/>
              <a:t>1260</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684B4340-56E2-5BE6-9746-AB9058A1FAC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6D25E7E-77E9-4D6A-A3D6-E91D7637A9CC}" type="slidenum">
              <a:rPr lang="zh-CN" altLang="en-US" smtClean="0"/>
              <a:pPr/>
              <a:t>38</a:t>
            </a:fld>
            <a:endParaRPr lang="en-US" altLang="zh-CN"/>
          </a:p>
        </p:txBody>
      </p:sp>
      <p:sp>
        <p:nvSpPr>
          <p:cNvPr id="59395" name="Rectangle 2">
            <a:extLst>
              <a:ext uri="{FF2B5EF4-FFF2-40B4-BE49-F238E27FC236}">
                <a16:creationId xmlns:a16="http://schemas.microsoft.com/office/drawing/2014/main" id="{6D01A84E-DD7C-24E8-7B92-5C5270200EB6}"/>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007452C0-C55F-019C-5B43-39FEB16FB8C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a:t>l.PROFIBUS-DP</a:t>
            </a:r>
            <a:r>
              <a:rPr lang="zh-CN" altLang="en-US"/>
              <a:t>的基本功能</a:t>
            </a:r>
          </a:p>
          <a:p>
            <a:r>
              <a:rPr lang="zh-CN" altLang="en-US"/>
              <a:t>      中央控制器周期地读取从设备的输人信息并周期地向从设备发送输出信息，总线循环时间必须要比中央控制的程序循环时间短。除周期性用户数据传输外，</a:t>
            </a:r>
            <a:r>
              <a:rPr lang="en-US" altLang="zh-CN"/>
              <a:t>PROFIBUS-DP</a:t>
            </a:r>
            <a:r>
              <a:rPr lang="zh-CN" altLang="en-US"/>
              <a:t>还提供了强有力的诊断和配置功能，数据通信是由主机和从机进行监控的。</a:t>
            </a:r>
            <a:endParaRPr lang="zh-CN" altLang="de-DE"/>
          </a:p>
          <a:p>
            <a:r>
              <a:rPr lang="de-DE" altLang="zh-CN"/>
              <a:t>PROFIBUS-DP</a:t>
            </a:r>
            <a:r>
              <a:rPr lang="zh-CN" altLang="de-DE"/>
              <a:t>的基本功能如下</a:t>
            </a:r>
            <a:r>
              <a:rPr lang="de-DE" altLang="zh-CN"/>
              <a:t>:</a:t>
            </a:r>
          </a:p>
          <a:p>
            <a:r>
              <a:rPr lang="de-DE" altLang="zh-CN"/>
              <a:t>(1)</a:t>
            </a:r>
            <a:r>
              <a:rPr lang="zh-CN" altLang="de-DE"/>
              <a:t>传输技术</a:t>
            </a:r>
          </a:p>
          <a:p>
            <a:r>
              <a:rPr lang="de-DE" altLang="zh-CN"/>
              <a:t>l)RS-485</a:t>
            </a:r>
            <a:r>
              <a:rPr lang="zh-CN" altLang="de-DE"/>
              <a:t>双绞线或光缆</a:t>
            </a:r>
            <a:r>
              <a:rPr lang="de-DE" altLang="zh-CN"/>
              <a:t>;</a:t>
            </a:r>
          </a:p>
          <a:p>
            <a:r>
              <a:rPr lang="de-DE" altLang="zh-CN"/>
              <a:t>2)</a:t>
            </a:r>
            <a:r>
              <a:rPr lang="zh-CN" altLang="de-DE"/>
              <a:t>波特率从</a:t>
            </a:r>
            <a:r>
              <a:rPr lang="de-DE" altLang="zh-CN"/>
              <a:t>9·6kbit/S~l2Mbit/so</a:t>
            </a:r>
          </a:p>
          <a:p>
            <a:r>
              <a:rPr lang="de-DE" altLang="zh-CN"/>
              <a:t>(2)</a:t>
            </a:r>
            <a:r>
              <a:rPr lang="zh-CN" altLang="de-DE"/>
              <a:t>总线存取</a:t>
            </a:r>
          </a:p>
          <a:p>
            <a:r>
              <a:rPr lang="de-DE" altLang="zh-CN"/>
              <a:t>1)</a:t>
            </a:r>
            <a:r>
              <a:rPr lang="zh-CN" altLang="de-DE"/>
              <a:t>各主站间为令牌传输，主站与从站间为主</a:t>
            </a:r>
            <a:r>
              <a:rPr lang="de-DE" altLang="zh-CN"/>
              <a:t>-</a:t>
            </a:r>
            <a:r>
              <a:rPr lang="zh-CN" altLang="de-DE"/>
              <a:t>从传输</a:t>
            </a:r>
            <a:r>
              <a:rPr lang="de-DE" altLang="zh-CN"/>
              <a:t>;</a:t>
            </a:r>
          </a:p>
          <a:p>
            <a:r>
              <a:rPr lang="de-DE" altLang="zh-CN"/>
              <a:t>2)</a:t>
            </a:r>
            <a:r>
              <a:rPr lang="zh-CN" altLang="de-DE"/>
              <a:t>支持单主或多主系统</a:t>
            </a:r>
            <a:r>
              <a:rPr lang="de-DE" altLang="zh-CN"/>
              <a:t>;</a:t>
            </a:r>
          </a:p>
          <a:p>
            <a:r>
              <a:rPr lang="de-DE" altLang="zh-CN"/>
              <a:t>3)</a:t>
            </a:r>
            <a:r>
              <a:rPr lang="zh-CN" altLang="de-DE"/>
              <a:t>主</a:t>
            </a:r>
            <a:r>
              <a:rPr lang="de-DE" altLang="zh-CN"/>
              <a:t>-</a:t>
            </a:r>
            <a:r>
              <a:rPr lang="zh-CN" altLang="de-DE"/>
              <a:t>从设备，总线上最多站点数为</a:t>
            </a:r>
            <a:r>
              <a:rPr lang="de-DE" altLang="zh-CN"/>
              <a:t>1260</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1C5472CC-91E5-DDA6-449F-FE2415AF1AC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BF3784F-6CE4-4FF3-BCE9-576342FA07DF}" type="slidenum">
              <a:rPr lang="zh-CN" altLang="en-US" smtClean="0"/>
              <a:pPr/>
              <a:t>39</a:t>
            </a:fld>
            <a:endParaRPr lang="en-US" altLang="zh-CN"/>
          </a:p>
        </p:txBody>
      </p:sp>
      <p:sp>
        <p:nvSpPr>
          <p:cNvPr id="61443" name="Rectangle 2">
            <a:extLst>
              <a:ext uri="{FF2B5EF4-FFF2-40B4-BE49-F238E27FC236}">
                <a16:creationId xmlns:a16="http://schemas.microsoft.com/office/drawing/2014/main" id="{A736CE41-D8AB-A4F9-F72A-5BDBCE55A4C7}"/>
              </a:ext>
            </a:extLst>
          </p:cNvPr>
          <p:cNvSpPr>
            <a:spLocks noGrp="1" noRot="1" noChangeAspect="1" noChangeArrowheads="1" noTextEdit="1"/>
          </p:cNvSpPr>
          <p:nvPr>
            <p:ph type="sldImg"/>
          </p:nvPr>
        </p:nvSpPr>
        <p:spPr>
          <a:solidFill>
            <a:srgbClr val="FFFFFF"/>
          </a:solidFill>
          <a:ln/>
        </p:spPr>
      </p:sp>
      <p:sp>
        <p:nvSpPr>
          <p:cNvPr id="61444" name="Rectangle 3">
            <a:extLst>
              <a:ext uri="{FF2B5EF4-FFF2-40B4-BE49-F238E27FC236}">
                <a16:creationId xmlns:a16="http://schemas.microsoft.com/office/drawing/2014/main" id="{174920A1-C510-7892-87E6-D3A3B81669C1}"/>
              </a:ext>
            </a:extLst>
          </p:cNvPr>
          <p:cNvSpPr>
            <a:spLocks noGrp="1" noChangeArrowheads="1"/>
          </p:cNvSpPr>
          <p:nvPr>
            <p:ph type="body" idx="1"/>
          </p:nvPr>
        </p:nvSpPr>
        <p:spPr>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806BA665-26F5-62B5-055B-27E1CF7E046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1A978EF-33F7-474E-B4BE-C3DA563B31CF}" type="slidenum">
              <a:rPr lang="zh-CN" altLang="en-US" smtClean="0"/>
              <a:pPr/>
              <a:t>40</a:t>
            </a:fld>
            <a:endParaRPr lang="en-US" altLang="zh-CN"/>
          </a:p>
        </p:txBody>
      </p:sp>
      <p:sp>
        <p:nvSpPr>
          <p:cNvPr id="65539" name="Rectangle 2">
            <a:extLst>
              <a:ext uri="{FF2B5EF4-FFF2-40B4-BE49-F238E27FC236}">
                <a16:creationId xmlns:a16="http://schemas.microsoft.com/office/drawing/2014/main" id="{B5C2B227-5DC7-59AD-2820-8C99DAD7372D}"/>
              </a:ext>
            </a:extLst>
          </p:cNvPr>
          <p:cNvSpPr>
            <a:spLocks noGrp="1" noRot="1" noChangeAspect="1" noChangeArrowheads="1" noTextEdit="1"/>
          </p:cNvSpPr>
          <p:nvPr>
            <p:ph type="sldImg"/>
          </p:nvPr>
        </p:nvSpPr>
        <p:spPr>
          <a:solidFill>
            <a:srgbClr val="FFFFFF"/>
          </a:solidFill>
          <a:ln/>
        </p:spPr>
      </p:sp>
      <p:sp>
        <p:nvSpPr>
          <p:cNvPr id="65540" name="Rectangle 3">
            <a:extLst>
              <a:ext uri="{FF2B5EF4-FFF2-40B4-BE49-F238E27FC236}">
                <a16:creationId xmlns:a16="http://schemas.microsoft.com/office/drawing/2014/main" id="{03924AE1-CCFF-B30D-AC1C-2DF5BD40AC7A}"/>
              </a:ext>
            </a:extLst>
          </p:cNvPr>
          <p:cNvSpPr>
            <a:spLocks noGrp="1" noChangeArrowheads="1"/>
          </p:cNvSpPr>
          <p:nvPr>
            <p:ph type="body" idx="1"/>
          </p:nvPr>
        </p:nvSpPr>
        <p:spPr>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3C13664C-33A8-B824-171E-F4A28C1BE74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F0A6297-210F-41D3-8E26-EA98DACF4F3B}" type="slidenum">
              <a:rPr lang="zh-CN" altLang="en-US" smtClean="0"/>
              <a:pPr/>
              <a:t>41</a:t>
            </a:fld>
            <a:endParaRPr lang="en-US" altLang="zh-CN"/>
          </a:p>
        </p:txBody>
      </p:sp>
      <p:sp>
        <p:nvSpPr>
          <p:cNvPr id="67587" name="Rectangle 2">
            <a:extLst>
              <a:ext uri="{FF2B5EF4-FFF2-40B4-BE49-F238E27FC236}">
                <a16:creationId xmlns:a16="http://schemas.microsoft.com/office/drawing/2014/main" id="{6880C058-7FE8-F2D2-A832-485839175716}"/>
              </a:ext>
            </a:extLst>
          </p:cNvPr>
          <p:cNvSpPr>
            <a:spLocks noGrp="1" noRot="1" noChangeAspect="1" noChangeArrowheads="1" noTextEdit="1"/>
          </p:cNvSpPr>
          <p:nvPr>
            <p:ph type="sldImg"/>
          </p:nvPr>
        </p:nvSpPr>
        <p:spPr>
          <a:solidFill>
            <a:srgbClr val="FFFFFF"/>
          </a:solidFill>
          <a:ln/>
        </p:spPr>
      </p:sp>
      <p:sp>
        <p:nvSpPr>
          <p:cNvPr id="67588" name="Rectangle 3">
            <a:extLst>
              <a:ext uri="{FF2B5EF4-FFF2-40B4-BE49-F238E27FC236}">
                <a16:creationId xmlns:a16="http://schemas.microsoft.com/office/drawing/2014/main" id="{2068D756-EBDE-1479-EEA1-7ED4AE0D1E69}"/>
              </a:ext>
            </a:extLst>
          </p:cNvPr>
          <p:cNvSpPr>
            <a:spLocks noGrp="1" noChangeArrowheads="1"/>
          </p:cNvSpPr>
          <p:nvPr>
            <p:ph type="body" idx="1"/>
          </p:nvPr>
        </p:nvSpPr>
        <p:spPr>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B7B3870F-B506-348A-53C6-F0AC027C4B7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796A228-910C-4B09-A2F4-5D4A0CDFA289}" type="slidenum">
              <a:rPr lang="zh-CN" altLang="en-US" smtClean="0"/>
              <a:pPr/>
              <a:t>42</a:t>
            </a:fld>
            <a:endParaRPr lang="en-US" altLang="zh-CN"/>
          </a:p>
        </p:txBody>
      </p:sp>
      <p:sp>
        <p:nvSpPr>
          <p:cNvPr id="69635" name="Rectangle 2">
            <a:extLst>
              <a:ext uri="{FF2B5EF4-FFF2-40B4-BE49-F238E27FC236}">
                <a16:creationId xmlns:a16="http://schemas.microsoft.com/office/drawing/2014/main" id="{97D48953-333A-115D-7A55-46621C62DA10}"/>
              </a:ext>
            </a:extLst>
          </p:cNvPr>
          <p:cNvSpPr>
            <a:spLocks noGrp="1" noRot="1" noChangeAspect="1" noChangeArrowheads="1" noTextEdit="1"/>
          </p:cNvSpPr>
          <p:nvPr>
            <p:ph type="sldImg"/>
          </p:nvPr>
        </p:nvSpPr>
        <p:spPr>
          <a:solidFill>
            <a:srgbClr val="FFFFFF"/>
          </a:solidFill>
          <a:ln/>
        </p:spPr>
      </p:sp>
      <p:sp>
        <p:nvSpPr>
          <p:cNvPr id="69636" name="Rectangle 3">
            <a:extLst>
              <a:ext uri="{FF2B5EF4-FFF2-40B4-BE49-F238E27FC236}">
                <a16:creationId xmlns:a16="http://schemas.microsoft.com/office/drawing/2014/main" id="{63D14464-8C9F-E5B3-2B47-8D01E0BB13E6}"/>
              </a:ext>
            </a:extLst>
          </p:cNvPr>
          <p:cNvSpPr>
            <a:spLocks noGrp="1" noChangeArrowheads="1"/>
          </p:cNvSpPr>
          <p:nvPr>
            <p:ph type="body" idx="1"/>
          </p:nvPr>
        </p:nvSpPr>
        <p:spPr>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4A9FC1FC-9768-16CB-D084-479506FF12C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5197E7C-50D0-4DB6-A707-C6D27D06B001}" type="slidenum">
              <a:rPr lang="zh-CN" altLang="en-US" smtClean="0"/>
              <a:pPr/>
              <a:t>43</a:t>
            </a:fld>
            <a:endParaRPr lang="en-US" altLang="zh-CN"/>
          </a:p>
        </p:txBody>
      </p:sp>
      <p:sp>
        <p:nvSpPr>
          <p:cNvPr id="71683" name="Rectangle 2">
            <a:extLst>
              <a:ext uri="{FF2B5EF4-FFF2-40B4-BE49-F238E27FC236}">
                <a16:creationId xmlns:a16="http://schemas.microsoft.com/office/drawing/2014/main" id="{11C7B1DD-6B8C-0A74-0EB3-099AE4C85B91}"/>
              </a:ext>
            </a:extLst>
          </p:cNvPr>
          <p:cNvSpPr>
            <a:spLocks noGrp="1" noRot="1" noChangeAspect="1" noChangeArrowheads="1" noTextEdit="1"/>
          </p:cNvSpPr>
          <p:nvPr>
            <p:ph type="sldImg"/>
          </p:nvPr>
        </p:nvSpPr>
        <p:spPr>
          <a:solidFill>
            <a:srgbClr val="FFFFFF"/>
          </a:solidFill>
          <a:ln/>
        </p:spPr>
      </p:sp>
      <p:sp>
        <p:nvSpPr>
          <p:cNvPr id="71684" name="Rectangle 3">
            <a:extLst>
              <a:ext uri="{FF2B5EF4-FFF2-40B4-BE49-F238E27FC236}">
                <a16:creationId xmlns:a16="http://schemas.microsoft.com/office/drawing/2014/main" id="{BBB60203-F453-FEEB-1290-9D84FBE05E57}"/>
              </a:ext>
            </a:extLst>
          </p:cNvPr>
          <p:cNvSpPr>
            <a:spLocks noGrp="1" noChangeArrowheads="1"/>
          </p:cNvSpPr>
          <p:nvPr>
            <p:ph type="body" idx="1"/>
          </p:nvPr>
        </p:nvSpPr>
        <p:spPr>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FE531C90-C422-A106-84EA-97D7678D947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F07FAA0-AB42-4273-BBE4-D20E415943B2}" type="slidenum">
              <a:rPr lang="zh-CN" altLang="en-US" smtClean="0"/>
              <a:pPr/>
              <a:t>44</a:t>
            </a:fld>
            <a:endParaRPr lang="en-US" altLang="zh-CN"/>
          </a:p>
        </p:txBody>
      </p:sp>
      <p:sp>
        <p:nvSpPr>
          <p:cNvPr id="73731" name="Rectangle 2">
            <a:extLst>
              <a:ext uri="{FF2B5EF4-FFF2-40B4-BE49-F238E27FC236}">
                <a16:creationId xmlns:a16="http://schemas.microsoft.com/office/drawing/2014/main" id="{F5E79473-4CBA-6F60-9F7F-A339E1912A84}"/>
              </a:ext>
            </a:extLst>
          </p:cNvPr>
          <p:cNvSpPr>
            <a:spLocks noGrp="1" noRot="1" noChangeAspect="1" noChangeArrowheads="1" noTextEdit="1"/>
          </p:cNvSpPr>
          <p:nvPr>
            <p:ph type="sldImg"/>
          </p:nvPr>
        </p:nvSpPr>
        <p:spPr>
          <a:solidFill>
            <a:srgbClr val="FFFFFF"/>
          </a:solidFill>
          <a:ln/>
        </p:spPr>
      </p:sp>
      <p:sp>
        <p:nvSpPr>
          <p:cNvPr id="73732" name="Rectangle 3">
            <a:extLst>
              <a:ext uri="{FF2B5EF4-FFF2-40B4-BE49-F238E27FC236}">
                <a16:creationId xmlns:a16="http://schemas.microsoft.com/office/drawing/2014/main" id="{5A56D4FA-9146-D0F2-BD99-2F0FFBE10173}"/>
              </a:ext>
            </a:extLst>
          </p:cNvPr>
          <p:cNvSpPr>
            <a:spLocks noGrp="1" noChangeArrowheads="1"/>
          </p:cNvSpPr>
          <p:nvPr>
            <p:ph type="body" idx="1"/>
          </p:nvPr>
        </p:nvSpPr>
        <p:spPr>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DE3741BD-FD13-D72B-874B-93B30F0539F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AB66325-3629-46EC-9681-F7539E34A6FD}" type="slidenum">
              <a:rPr lang="zh-CN" altLang="en-US" smtClean="0"/>
              <a:pPr/>
              <a:t>45</a:t>
            </a:fld>
            <a:endParaRPr lang="en-US" altLang="zh-CN"/>
          </a:p>
        </p:txBody>
      </p:sp>
      <p:sp>
        <p:nvSpPr>
          <p:cNvPr id="75779" name="Rectangle 2">
            <a:extLst>
              <a:ext uri="{FF2B5EF4-FFF2-40B4-BE49-F238E27FC236}">
                <a16:creationId xmlns:a16="http://schemas.microsoft.com/office/drawing/2014/main" id="{5B69BEFD-6052-1961-6F51-540CFFF94E5A}"/>
              </a:ext>
            </a:extLst>
          </p:cNvPr>
          <p:cNvSpPr>
            <a:spLocks noGrp="1" noRot="1" noChangeAspect="1" noChangeArrowheads="1" noTextEdit="1"/>
          </p:cNvSpPr>
          <p:nvPr>
            <p:ph type="sldImg"/>
          </p:nvPr>
        </p:nvSpPr>
        <p:spPr>
          <a:solidFill>
            <a:srgbClr val="FFFFFF"/>
          </a:solidFill>
          <a:ln/>
        </p:spPr>
      </p:sp>
      <p:sp>
        <p:nvSpPr>
          <p:cNvPr id="75780" name="Rectangle 3">
            <a:extLst>
              <a:ext uri="{FF2B5EF4-FFF2-40B4-BE49-F238E27FC236}">
                <a16:creationId xmlns:a16="http://schemas.microsoft.com/office/drawing/2014/main" id="{F612B0BF-2075-B61C-15AC-7C456F12467A}"/>
              </a:ext>
            </a:extLst>
          </p:cNvPr>
          <p:cNvSpPr>
            <a:spLocks noGrp="1" noChangeArrowheads="1"/>
          </p:cNvSpPr>
          <p:nvPr>
            <p:ph type="body" idx="1"/>
          </p:nvPr>
        </p:nvSpPr>
        <p:spPr>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5AAD583A-8AEA-0F26-D7DB-E07ECF6628A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705D984-DD31-49F0-9136-9B15C9053846}" type="slidenum">
              <a:rPr lang="zh-CN" altLang="en-US" smtClean="0"/>
              <a:pPr/>
              <a:t>46</a:t>
            </a:fld>
            <a:endParaRPr lang="en-US" altLang="zh-CN"/>
          </a:p>
        </p:txBody>
      </p:sp>
      <p:sp>
        <p:nvSpPr>
          <p:cNvPr id="77827" name="Rectangle 2">
            <a:extLst>
              <a:ext uri="{FF2B5EF4-FFF2-40B4-BE49-F238E27FC236}">
                <a16:creationId xmlns:a16="http://schemas.microsoft.com/office/drawing/2014/main" id="{F2B60779-B441-463D-FBBB-D56C09E166A0}"/>
              </a:ext>
            </a:extLst>
          </p:cNvPr>
          <p:cNvSpPr>
            <a:spLocks noGrp="1" noRot="1" noChangeAspect="1" noChangeArrowheads="1" noTextEdit="1"/>
          </p:cNvSpPr>
          <p:nvPr>
            <p:ph type="sldImg"/>
          </p:nvPr>
        </p:nvSpPr>
        <p:spPr>
          <a:ln/>
        </p:spPr>
      </p:sp>
      <p:sp>
        <p:nvSpPr>
          <p:cNvPr id="77828" name="Rectangle 3">
            <a:extLst>
              <a:ext uri="{FF2B5EF4-FFF2-40B4-BE49-F238E27FC236}">
                <a16:creationId xmlns:a16="http://schemas.microsoft.com/office/drawing/2014/main" id="{B0713346-0928-2E41-645C-55BC9A39DD5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de-DE" altLang="zh-CN"/>
              <a:t>(4)</a:t>
            </a:r>
            <a:r>
              <a:rPr lang="zh-CN" altLang="de-DE"/>
              <a:t>设备类型</a:t>
            </a:r>
          </a:p>
          <a:p>
            <a:r>
              <a:rPr lang="de-DE" altLang="zh-CN"/>
              <a:t>1)</a:t>
            </a:r>
            <a:r>
              <a:rPr lang="zh-CN" altLang="de-DE"/>
              <a:t>第二类</a:t>
            </a:r>
            <a:r>
              <a:rPr lang="de-DE" altLang="zh-CN"/>
              <a:t>DP</a:t>
            </a:r>
            <a:r>
              <a:rPr lang="zh-CN" altLang="de-DE"/>
              <a:t>主站 </a:t>
            </a:r>
            <a:r>
              <a:rPr lang="de-DE" altLang="zh-CN"/>
              <a:t>(DPM2):</a:t>
            </a:r>
            <a:r>
              <a:rPr lang="zh-CN" altLang="de-DE"/>
              <a:t>可编程、可组态、可诊断的设备</a:t>
            </a:r>
            <a:r>
              <a:rPr lang="de-DE" altLang="zh-CN"/>
              <a:t>;</a:t>
            </a:r>
          </a:p>
          <a:p>
            <a:r>
              <a:rPr lang="de-DE" altLang="zh-CN"/>
              <a:t>2)</a:t>
            </a:r>
            <a:r>
              <a:rPr lang="zh-CN" altLang="de-DE"/>
              <a:t>第一类</a:t>
            </a:r>
            <a:r>
              <a:rPr lang="de-DE" altLang="zh-CN"/>
              <a:t>DP</a:t>
            </a:r>
            <a:r>
              <a:rPr lang="zh-CN" altLang="de-DE"/>
              <a:t>主站 </a:t>
            </a:r>
            <a:r>
              <a:rPr lang="de-DE" altLang="zh-CN"/>
              <a:t>(DPMl):</a:t>
            </a:r>
            <a:r>
              <a:rPr lang="zh-CN" altLang="de-DE"/>
              <a:t>中央可编程控制器，如</a:t>
            </a:r>
            <a:r>
              <a:rPr lang="de-DE" altLang="zh-CN"/>
              <a:t>PLC</a:t>
            </a:r>
            <a:r>
              <a:rPr lang="zh-CN" altLang="de-DE"/>
              <a:t>、</a:t>
            </a:r>
            <a:r>
              <a:rPr lang="de-DE" altLang="zh-CN"/>
              <a:t>PC</a:t>
            </a:r>
            <a:r>
              <a:rPr lang="zh-CN" altLang="de-DE"/>
              <a:t>等</a:t>
            </a:r>
            <a:r>
              <a:rPr lang="de-DE" altLang="zh-CN"/>
              <a:t>;</a:t>
            </a:r>
          </a:p>
          <a:p>
            <a:r>
              <a:rPr lang="de-DE" altLang="zh-CN"/>
              <a:t>3)DP</a:t>
            </a:r>
            <a:r>
              <a:rPr lang="zh-CN" altLang="de-DE"/>
              <a:t>从站</a:t>
            </a:r>
            <a:r>
              <a:rPr lang="de-DE" altLang="zh-CN"/>
              <a:t>:</a:t>
            </a:r>
            <a:r>
              <a:rPr lang="zh-CN" altLang="de-DE"/>
              <a:t>带二进制或模拟输人输出的驱动器、阀门等。</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DF4C99FF-AB3B-C445-694A-9D685CEE552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728D228-B6E1-420D-B2B6-AC1AD7FF5C21}" type="slidenum">
              <a:rPr lang="zh-CN" altLang="en-US" smtClean="0"/>
              <a:pPr/>
              <a:t>47</a:t>
            </a:fld>
            <a:endParaRPr lang="en-US" altLang="zh-CN"/>
          </a:p>
        </p:txBody>
      </p:sp>
      <p:sp>
        <p:nvSpPr>
          <p:cNvPr id="79875" name="Rectangle 2">
            <a:extLst>
              <a:ext uri="{FF2B5EF4-FFF2-40B4-BE49-F238E27FC236}">
                <a16:creationId xmlns:a16="http://schemas.microsoft.com/office/drawing/2014/main" id="{91FB4DBB-67FA-8582-9EF2-39779FBA3CDB}"/>
              </a:ext>
            </a:extLst>
          </p:cNvPr>
          <p:cNvSpPr>
            <a:spLocks noGrp="1" noRot="1" noChangeAspect="1" noChangeArrowheads="1" noTextEdit="1"/>
          </p:cNvSpPr>
          <p:nvPr>
            <p:ph type="sldImg"/>
          </p:nvPr>
        </p:nvSpPr>
        <p:spPr>
          <a:ln/>
        </p:spPr>
      </p:sp>
      <p:sp>
        <p:nvSpPr>
          <p:cNvPr id="79876" name="Rectangle 3">
            <a:extLst>
              <a:ext uri="{FF2B5EF4-FFF2-40B4-BE49-F238E27FC236}">
                <a16:creationId xmlns:a16="http://schemas.microsoft.com/office/drawing/2014/main" id="{9D4F76DB-574F-0C1D-2D5A-226C06879ED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BF8B8368-4EAE-8139-1238-155F17D124E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0753CA7-CEE2-47BB-A3DC-F9957B3E178C}" type="slidenum">
              <a:rPr lang="zh-CN" altLang="en-US" smtClean="0"/>
              <a:pPr/>
              <a:t>48</a:t>
            </a:fld>
            <a:endParaRPr lang="en-US" altLang="zh-CN"/>
          </a:p>
        </p:txBody>
      </p:sp>
      <p:sp>
        <p:nvSpPr>
          <p:cNvPr id="81923" name="Rectangle 2">
            <a:extLst>
              <a:ext uri="{FF2B5EF4-FFF2-40B4-BE49-F238E27FC236}">
                <a16:creationId xmlns:a16="http://schemas.microsoft.com/office/drawing/2014/main" id="{0907F1F2-C2CD-7865-1B10-881C5AC4F5E5}"/>
              </a:ext>
            </a:extLst>
          </p:cNvPr>
          <p:cNvSpPr>
            <a:spLocks noGrp="1" noRot="1" noChangeAspect="1" noChangeArrowheads="1" noTextEdit="1"/>
          </p:cNvSpPr>
          <p:nvPr>
            <p:ph type="sldImg"/>
          </p:nvPr>
        </p:nvSpPr>
        <p:spPr>
          <a:ln/>
        </p:spPr>
      </p:sp>
      <p:sp>
        <p:nvSpPr>
          <p:cNvPr id="81924" name="Rectangle 3">
            <a:extLst>
              <a:ext uri="{FF2B5EF4-FFF2-40B4-BE49-F238E27FC236}">
                <a16:creationId xmlns:a16="http://schemas.microsoft.com/office/drawing/2014/main" id="{8D27A065-38D3-5D33-9252-721AEBBE9CD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45189538-D417-4C33-9089-19F8038E3D0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86D1B6A-B726-4FA4-9BB0-C86B0521AC80}" type="slidenum">
              <a:rPr lang="zh-CN" altLang="en-US" smtClean="0"/>
              <a:pPr/>
              <a:t>49</a:t>
            </a:fld>
            <a:endParaRPr lang="en-US" altLang="zh-CN"/>
          </a:p>
        </p:txBody>
      </p:sp>
      <p:sp>
        <p:nvSpPr>
          <p:cNvPr id="83971" name="Rectangle 2">
            <a:extLst>
              <a:ext uri="{FF2B5EF4-FFF2-40B4-BE49-F238E27FC236}">
                <a16:creationId xmlns:a16="http://schemas.microsoft.com/office/drawing/2014/main" id="{58E534BF-5EB6-2081-3F1A-25AFBC43335F}"/>
              </a:ext>
            </a:extLst>
          </p:cNvPr>
          <p:cNvSpPr>
            <a:spLocks noGrp="1" noRot="1" noChangeAspect="1" noChangeArrowheads="1" noTextEdit="1"/>
          </p:cNvSpPr>
          <p:nvPr>
            <p:ph type="sldImg"/>
          </p:nvPr>
        </p:nvSpPr>
        <p:spPr>
          <a:solidFill>
            <a:srgbClr val="FFFFFF"/>
          </a:solidFill>
          <a:ln/>
        </p:spPr>
      </p:sp>
      <p:sp>
        <p:nvSpPr>
          <p:cNvPr id="83972" name="Rectangle 3">
            <a:extLst>
              <a:ext uri="{FF2B5EF4-FFF2-40B4-BE49-F238E27FC236}">
                <a16:creationId xmlns:a16="http://schemas.microsoft.com/office/drawing/2014/main" id="{9A67D6DB-64E3-8B73-2404-3F4DDA3D78B8}"/>
              </a:ext>
            </a:extLst>
          </p:cNvPr>
          <p:cNvSpPr>
            <a:spLocks noGrp="1" noChangeArrowheads="1"/>
          </p:cNvSpPr>
          <p:nvPr>
            <p:ph type="body" idx="1"/>
          </p:nvPr>
        </p:nvSpPr>
        <p:spPr>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744C75DB-6749-59FA-E944-68193DE3945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27DE66B-9859-410B-B25D-59351DFACF6B}" type="slidenum">
              <a:rPr lang="zh-CN" altLang="en-US" smtClean="0"/>
              <a:pPr/>
              <a:t>50</a:t>
            </a:fld>
            <a:endParaRPr lang="en-US" altLang="zh-CN"/>
          </a:p>
        </p:txBody>
      </p:sp>
      <p:sp>
        <p:nvSpPr>
          <p:cNvPr id="86019" name="Rectangle 2">
            <a:extLst>
              <a:ext uri="{FF2B5EF4-FFF2-40B4-BE49-F238E27FC236}">
                <a16:creationId xmlns:a16="http://schemas.microsoft.com/office/drawing/2014/main" id="{4CB65B01-114B-957E-6CC3-928412030ED0}"/>
              </a:ext>
            </a:extLst>
          </p:cNvPr>
          <p:cNvSpPr>
            <a:spLocks noGrp="1" noRot="1" noChangeAspect="1" noChangeArrowheads="1" noTextEdit="1"/>
          </p:cNvSpPr>
          <p:nvPr>
            <p:ph type="sldImg"/>
          </p:nvPr>
        </p:nvSpPr>
        <p:spPr>
          <a:solidFill>
            <a:srgbClr val="FFFFFF"/>
          </a:solidFill>
          <a:ln/>
        </p:spPr>
      </p:sp>
      <p:sp>
        <p:nvSpPr>
          <p:cNvPr id="86020" name="Rectangle 3">
            <a:extLst>
              <a:ext uri="{FF2B5EF4-FFF2-40B4-BE49-F238E27FC236}">
                <a16:creationId xmlns:a16="http://schemas.microsoft.com/office/drawing/2014/main" id="{BF7CD8CF-9AAC-35D4-85E5-FF9D04682D59}"/>
              </a:ext>
            </a:extLst>
          </p:cNvPr>
          <p:cNvSpPr>
            <a:spLocks noGrp="1" noChangeArrowheads="1"/>
          </p:cNvSpPr>
          <p:nvPr>
            <p:ph type="body" idx="1"/>
          </p:nvPr>
        </p:nvSpPr>
        <p:spPr>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7">
            <a:extLst>
              <a:ext uri="{FF2B5EF4-FFF2-40B4-BE49-F238E27FC236}">
                <a16:creationId xmlns:a16="http://schemas.microsoft.com/office/drawing/2014/main" id="{F101DB99-4289-FFA5-F858-2A962E8FD39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7877CD0-DEEC-4F67-A44A-4147B4FAA51B}" type="slidenum">
              <a:rPr lang="zh-CN" altLang="en-US" smtClean="0"/>
              <a:pPr/>
              <a:t>73</a:t>
            </a:fld>
            <a:endParaRPr lang="en-US" altLang="zh-CN"/>
          </a:p>
        </p:txBody>
      </p:sp>
      <p:sp>
        <p:nvSpPr>
          <p:cNvPr id="189443" name="Rectangle 2">
            <a:extLst>
              <a:ext uri="{FF2B5EF4-FFF2-40B4-BE49-F238E27FC236}">
                <a16:creationId xmlns:a16="http://schemas.microsoft.com/office/drawing/2014/main" id="{EBCF497E-A2F5-1B76-775A-AFDC14F0686D}"/>
              </a:ext>
            </a:extLst>
          </p:cNvPr>
          <p:cNvSpPr>
            <a:spLocks noGrp="1" noRot="1" noChangeAspect="1" noChangeArrowheads="1" noTextEdit="1"/>
          </p:cNvSpPr>
          <p:nvPr>
            <p:ph type="sldImg"/>
          </p:nvPr>
        </p:nvSpPr>
        <p:spPr>
          <a:ln/>
        </p:spPr>
      </p:sp>
      <p:sp>
        <p:nvSpPr>
          <p:cNvPr id="189444" name="Rectangle 3">
            <a:extLst>
              <a:ext uri="{FF2B5EF4-FFF2-40B4-BE49-F238E27FC236}">
                <a16:creationId xmlns:a16="http://schemas.microsoft.com/office/drawing/2014/main" id="{CEE89E6A-7A2F-3605-5E6C-3379EFC233D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endParaRPr lang="zh-CN" altLang="zh-CN" sz="2400">
                <a:latin typeface="Times New Roman"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grpSp>
      </p:grpSp>
      <p:sp>
        <p:nvSpPr>
          <p:cNvPr id="27667"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a:r>
              <a:rPr lang="zh-CN" altLang="en-US" noProof="0"/>
              <a:t>单击此处编辑母版标题样式</a:t>
            </a:r>
          </a:p>
        </p:txBody>
      </p:sp>
      <p:sp>
        <p:nvSpPr>
          <p:cNvPr id="27668"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pPr lvl="0"/>
            <a:r>
              <a:rPr lang="zh-CN" altLang="en-US" noProof="0"/>
              <a:t>单击此处编辑母版副标题样式</a:t>
            </a:r>
          </a:p>
        </p:txBody>
      </p:sp>
      <p:sp>
        <p:nvSpPr>
          <p:cNvPr id="18" name="Rectangle 16"/>
          <p:cNvSpPr>
            <a:spLocks noGrp="1" noChangeArrowheads="1"/>
          </p:cNvSpPr>
          <p:nvPr>
            <p:ph type="dt" sz="half" idx="10"/>
          </p:nvPr>
        </p:nvSpPr>
        <p:spPr>
          <a:xfrm>
            <a:off x="457200" y="6248400"/>
            <a:ext cx="2133600" cy="457200"/>
          </a:xfrm>
        </p:spPr>
        <p:txBody>
          <a:bodyPr/>
          <a:lstStyle>
            <a:lvl1pPr>
              <a:defRPr/>
            </a:lvl1pPr>
          </a:lstStyle>
          <a:p>
            <a:pPr>
              <a:defRPr/>
            </a:pPr>
            <a:endParaRPr lang="en-US" altLang="zh-CN"/>
          </a:p>
        </p:txBody>
      </p:sp>
      <p:sp>
        <p:nvSpPr>
          <p:cNvPr id="19" name="Rectangle 17"/>
          <p:cNvSpPr>
            <a:spLocks noGrp="1" noChangeArrowheads="1"/>
          </p:cNvSpPr>
          <p:nvPr>
            <p:ph type="ftr" sz="quarter" idx="11"/>
          </p:nvPr>
        </p:nvSpPr>
        <p:spPr/>
        <p:txBody>
          <a:bodyPr/>
          <a:lstStyle>
            <a:lvl1pPr>
              <a:defRPr/>
            </a:lvl1pPr>
          </a:lstStyle>
          <a:p>
            <a:pPr>
              <a:defRPr/>
            </a:pPr>
            <a:endParaRPr lang="en-US" altLang="zh-CN"/>
          </a:p>
        </p:txBody>
      </p:sp>
      <p:sp>
        <p:nvSpPr>
          <p:cNvPr id="20" name="Rectangle 18"/>
          <p:cNvSpPr>
            <a:spLocks noGrp="1" noChangeArrowheads="1"/>
          </p:cNvSpPr>
          <p:nvPr>
            <p:ph type="sldNum" sz="quarter" idx="12"/>
          </p:nvPr>
        </p:nvSpPr>
        <p:spPr/>
        <p:txBody>
          <a:bodyPr/>
          <a:lstStyle>
            <a:lvl1pPr>
              <a:defRPr/>
            </a:lvl1pPr>
          </a:lstStyle>
          <a:p>
            <a:pPr>
              <a:defRPr/>
            </a:pPr>
            <a:fld id="{7A903762-9D27-4839-9889-B0631774EB60}" type="slidenum">
              <a:rPr lang="en-US" altLang="zh-CN"/>
              <a:pPr>
                <a:defRPr/>
              </a:pPr>
              <a:t>‹#›</a:t>
            </a:fld>
            <a:endParaRPr lang="en-US" altLang="zh-CN"/>
          </a:p>
        </p:txBody>
      </p:sp>
    </p:spTree>
    <p:extLst>
      <p:ext uri="{BB962C8B-B14F-4D97-AF65-F5344CB8AC3E}">
        <p14:creationId xmlns:p14="http://schemas.microsoft.com/office/powerpoint/2010/main" val="2852132288"/>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738000"/>
          </a:xfrm>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18714E88-3826-4BA2-9B11-F0A359B5A701}" type="slidenum">
              <a:rPr lang="en-US" altLang="zh-CN"/>
              <a:pPr>
                <a:defRPr/>
              </a:pPr>
              <a:t>‹#›</a:t>
            </a:fld>
            <a:endParaRPr lang="en-US" altLang="zh-CN"/>
          </a:p>
        </p:txBody>
      </p:sp>
      <p:sp>
        <p:nvSpPr>
          <p:cNvPr id="6"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3046883142"/>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
          <p:cNvSpPr>
            <a:spLocks noGrp="1" noChangeArrowheads="1"/>
          </p:cNvSpPr>
          <p:nvPr>
            <p:ph type="ftr" sz="quarter"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663B02E4-E9B9-4DD3-A203-913BB1394AEA}" type="slidenum">
              <a:rPr lang="en-US" altLang="zh-CN"/>
              <a:pPr>
                <a:defRPr/>
              </a:pPr>
              <a:t>‹#›</a:t>
            </a:fld>
            <a:endParaRPr lang="en-US" altLang="zh-CN"/>
          </a:p>
        </p:txBody>
      </p:sp>
      <p:sp>
        <p:nvSpPr>
          <p:cNvPr id="6"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262801879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738000"/>
          </a:xfrm>
        </p:spPr>
        <p:txBody>
          <a:bodyPr/>
          <a:lstStyle/>
          <a:p>
            <a:r>
              <a:rPr lang="zh-CN" altLang="en-US"/>
              <a:t>单击此处编辑母版标题样式</a:t>
            </a:r>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a:defRPr/>
            </a:lvl1pPr>
          </a:lstStyle>
          <a:p>
            <a:pPr>
              <a:defRPr/>
            </a:pPr>
            <a:fld id="{F7A09E50-C70E-4D39-B40C-CB2454FE4FF2}" type="slidenum">
              <a:rPr lang="en-US" altLang="zh-CN"/>
              <a:pPr>
                <a:defRPr/>
              </a:pPr>
              <a:t>‹#›</a:t>
            </a:fld>
            <a:endParaRPr lang="en-US" altLang="zh-CN"/>
          </a:p>
        </p:txBody>
      </p:sp>
      <p:sp>
        <p:nvSpPr>
          <p:cNvPr id="7"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131442070"/>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738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
          <p:cNvSpPr>
            <a:spLocks noGrp="1" noChangeArrowheads="1"/>
          </p:cNvSpPr>
          <p:nvPr>
            <p:ph type="ftr" sz="quarter" idx="10"/>
          </p:nvPr>
        </p:nvSpPr>
        <p:spPr/>
        <p:txBody>
          <a:bodyPr/>
          <a:lstStyle>
            <a:lvl1pPr>
              <a:defRPr/>
            </a:lvl1pPr>
          </a:lstStyle>
          <a:p>
            <a:pPr>
              <a:defRPr/>
            </a:pPr>
            <a:endParaRPr lang="en-US" altLang="zh-CN"/>
          </a:p>
        </p:txBody>
      </p:sp>
      <p:sp>
        <p:nvSpPr>
          <p:cNvPr id="8" name="Rectangle 3"/>
          <p:cNvSpPr>
            <a:spLocks noGrp="1" noChangeArrowheads="1"/>
          </p:cNvSpPr>
          <p:nvPr>
            <p:ph type="sldNum" sz="quarter" idx="11"/>
          </p:nvPr>
        </p:nvSpPr>
        <p:spPr/>
        <p:txBody>
          <a:bodyPr/>
          <a:lstStyle>
            <a:lvl1pPr>
              <a:defRPr/>
            </a:lvl1pPr>
          </a:lstStyle>
          <a:p>
            <a:pPr>
              <a:defRPr/>
            </a:pPr>
            <a:fld id="{6CE92B5B-F02F-4B87-99E5-58DC7E9207B1}" type="slidenum">
              <a:rPr lang="en-US" altLang="zh-CN"/>
              <a:pPr>
                <a:defRPr/>
              </a:pPr>
              <a:t>‹#›</a:t>
            </a:fld>
            <a:endParaRPr lang="en-US" altLang="zh-CN"/>
          </a:p>
        </p:txBody>
      </p:sp>
      <p:sp>
        <p:nvSpPr>
          <p:cNvPr id="9"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302428086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738000"/>
          </a:xfrm>
        </p:spPr>
        <p:txBody>
          <a:bodyPr/>
          <a:lstStyle/>
          <a:p>
            <a:r>
              <a:rPr lang="zh-CN" altLang="en-US"/>
              <a:t>单击此处编辑母版标题样式</a:t>
            </a:r>
          </a:p>
        </p:txBody>
      </p:sp>
      <p:sp>
        <p:nvSpPr>
          <p:cNvPr id="3" name="Rectangle 2"/>
          <p:cNvSpPr>
            <a:spLocks noGrp="1" noChangeArrowheads="1"/>
          </p:cNvSpPr>
          <p:nvPr>
            <p:ph type="ftr" sz="quarter" idx="10"/>
          </p:nvPr>
        </p:nvSpPr>
        <p:spPr/>
        <p:txBody>
          <a:bodyPr/>
          <a:lstStyle>
            <a:lvl1pPr>
              <a:defRPr/>
            </a:lvl1pPr>
          </a:lstStyle>
          <a:p>
            <a:pPr>
              <a:defRPr/>
            </a:pPr>
            <a:endParaRPr lang="en-US" altLang="zh-CN"/>
          </a:p>
        </p:txBody>
      </p:sp>
      <p:sp>
        <p:nvSpPr>
          <p:cNvPr id="4" name="Rectangle 3"/>
          <p:cNvSpPr>
            <a:spLocks noGrp="1" noChangeArrowheads="1"/>
          </p:cNvSpPr>
          <p:nvPr>
            <p:ph type="sldNum" sz="quarter" idx="11"/>
          </p:nvPr>
        </p:nvSpPr>
        <p:spPr/>
        <p:txBody>
          <a:bodyPr/>
          <a:lstStyle>
            <a:lvl1pPr>
              <a:defRPr/>
            </a:lvl1pPr>
          </a:lstStyle>
          <a:p>
            <a:pPr>
              <a:defRPr/>
            </a:pPr>
            <a:fld id="{D2EAD7FA-84D7-4F4B-8433-48DB21063946}" type="slidenum">
              <a:rPr lang="en-US" altLang="zh-CN"/>
              <a:pPr>
                <a:defRPr/>
              </a:pPr>
              <a:t>‹#›</a:t>
            </a:fld>
            <a:endParaRPr lang="en-US" altLang="zh-CN"/>
          </a:p>
        </p:txBody>
      </p:sp>
      <p:sp>
        <p:nvSpPr>
          <p:cNvPr id="5"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1896621967"/>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p:txBody>
          <a:bodyPr/>
          <a:lstStyle>
            <a:lvl1pPr>
              <a:defRPr/>
            </a:lvl1pPr>
          </a:lstStyle>
          <a:p>
            <a:pPr>
              <a:defRPr/>
            </a:pPr>
            <a:endParaRPr lang="en-US" altLang="zh-CN"/>
          </a:p>
        </p:txBody>
      </p:sp>
      <p:sp>
        <p:nvSpPr>
          <p:cNvPr id="3" name="Rectangle 3"/>
          <p:cNvSpPr>
            <a:spLocks noGrp="1" noChangeArrowheads="1"/>
          </p:cNvSpPr>
          <p:nvPr>
            <p:ph type="sldNum" sz="quarter" idx="11"/>
          </p:nvPr>
        </p:nvSpPr>
        <p:spPr/>
        <p:txBody>
          <a:bodyPr/>
          <a:lstStyle>
            <a:lvl1pPr>
              <a:defRPr/>
            </a:lvl1pPr>
          </a:lstStyle>
          <a:p>
            <a:pPr>
              <a:defRPr/>
            </a:pPr>
            <a:fld id="{382CF834-C62A-4A46-A27D-DE5AF7396277}" type="slidenum">
              <a:rPr lang="en-US" altLang="zh-CN"/>
              <a:pPr>
                <a:defRPr/>
              </a:pPr>
              <a:t>‹#›</a:t>
            </a:fld>
            <a:endParaRPr lang="en-US" altLang="zh-CN"/>
          </a:p>
        </p:txBody>
      </p:sp>
      <p:sp>
        <p:nvSpPr>
          <p:cNvPr id="4"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2582820333"/>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a:defRPr/>
            </a:lvl1pPr>
          </a:lstStyle>
          <a:p>
            <a:pPr>
              <a:defRPr/>
            </a:pPr>
            <a:fld id="{E90B1C60-04EC-4E52-9C87-2B1AEAA117A7}" type="slidenum">
              <a:rPr lang="en-US" altLang="zh-CN"/>
              <a:pPr>
                <a:defRPr/>
              </a:pPr>
              <a:t>‹#›</a:t>
            </a:fld>
            <a:endParaRPr lang="en-US" altLang="zh-CN"/>
          </a:p>
        </p:txBody>
      </p:sp>
      <p:sp>
        <p:nvSpPr>
          <p:cNvPr id="7"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3979491700"/>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a:defRPr/>
            </a:lvl1pPr>
          </a:lstStyle>
          <a:p>
            <a:pPr>
              <a:defRPr/>
            </a:pPr>
            <a:fld id="{0CFFD6E8-03A9-4B46-B6D9-65D85165DAF6}" type="slidenum">
              <a:rPr lang="en-US" altLang="zh-CN"/>
              <a:pPr>
                <a:defRPr/>
              </a:pPr>
              <a:t>‹#›</a:t>
            </a:fld>
            <a:endParaRPr lang="en-US" altLang="zh-CN"/>
          </a:p>
        </p:txBody>
      </p:sp>
      <p:sp>
        <p:nvSpPr>
          <p:cNvPr id="7"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2967652466"/>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C3E9F67A-EF72-4578-81F7-74281051C972}" type="slidenum">
              <a:rPr lang="en-US" altLang="zh-CN"/>
              <a:pPr>
                <a:defRPr/>
              </a:pPr>
              <a:t>‹#›</a:t>
            </a:fld>
            <a:endParaRPr lang="en-US" altLang="zh-CN"/>
          </a:p>
        </p:txBody>
      </p:sp>
      <p:sp>
        <p:nvSpPr>
          <p:cNvPr id="6"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398240828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47A34DBE-2CE5-4A82-8657-8140BBA6BDDB}" type="slidenum">
              <a:rPr lang="en-US" altLang="zh-CN"/>
              <a:pPr>
                <a:defRPr/>
              </a:pPr>
              <a:t>‹#›</a:t>
            </a:fld>
            <a:endParaRPr lang="en-US" altLang="zh-CN"/>
          </a:p>
        </p:txBody>
      </p:sp>
      <p:sp>
        <p:nvSpPr>
          <p:cNvPr id="6"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1754094254"/>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457200"/>
            <a:ext cx="8229600" cy="5668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FE2C2473-31C6-6F14-19A9-90C9D412D5F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5835DB7D-8BC9-A454-38BF-25B700764F3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2A879A3C-3759-531B-AEB3-1C494D16A299}"/>
              </a:ext>
            </a:extLst>
          </p:cNvPr>
          <p:cNvSpPr>
            <a:spLocks noGrp="1" noChangeArrowheads="1"/>
          </p:cNvSpPr>
          <p:nvPr>
            <p:ph type="sldNum" sz="quarter" idx="12"/>
          </p:nvPr>
        </p:nvSpPr>
        <p:spPr>
          <a:ln/>
        </p:spPr>
        <p:txBody>
          <a:bodyPr/>
          <a:lstStyle>
            <a:lvl1pPr>
              <a:defRPr/>
            </a:lvl1pPr>
          </a:lstStyle>
          <a:p>
            <a:pPr>
              <a:defRPr/>
            </a:pPr>
            <a:fld id="{05E68C2B-F5D0-47BA-BA10-89D67216F840}" type="slidenum">
              <a:rPr lang="en-US" altLang="zh-CN"/>
              <a:pPr>
                <a:defRPr/>
              </a:pPr>
              <a:t>‹#›</a:t>
            </a:fld>
            <a:endParaRPr lang="en-US" altLang="zh-CN"/>
          </a:p>
        </p:txBody>
      </p:sp>
    </p:spTree>
    <p:extLst>
      <p:ext uri="{BB962C8B-B14F-4D97-AF65-F5344CB8AC3E}">
        <p14:creationId xmlns:p14="http://schemas.microsoft.com/office/powerpoint/2010/main" val="39463517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609600"/>
          </a:xfrm>
        </p:spPr>
        <p:txBody>
          <a:bodyPr/>
          <a:lstStyle/>
          <a:p>
            <a:r>
              <a:rPr lang="zh-CN" altLang="en-US"/>
              <a:t>单击此处编辑母版标题样式</a:t>
            </a:r>
          </a:p>
        </p:txBody>
      </p:sp>
      <p:sp>
        <p:nvSpPr>
          <p:cNvPr id="3" name="表格占位符 2"/>
          <p:cNvSpPr>
            <a:spLocks noGrp="1"/>
          </p:cNvSpPr>
          <p:nvPr>
            <p:ph type="tbl" idx="1"/>
          </p:nvPr>
        </p:nvSpPr>
        <p:spPr>
          <a:xfrm>
            <a:off x="457200" y="1295400"/>
            <a:ext cx="8229600" cy="4830763"/>
          </a:xfrm>
        </p:spPr>
        <p:txBody>
          <a:bodyPr/>
          <a:lstStyle/>
          <a:p>
            <a:pPr lvl="0"/>
            <a:endParaRPr lang="zh-CN" altLang="en-US" noProof="0"/>
          </a:p>
        </p:txBody>
      </p:sp>
      <p:sp>
        <p:nvSpPr>
          <p:cNvPr id="4" name="Rectangle 4">
            <a:extLst>
              <a:ext uri="{FF2B5EF4-FFF2-40B4-BE49-F238E27FC236}">
                <a16:creationId xmlns:a16="http://schemas.microsoft.com/office/drawing/2014/main" id="{18F87F98-3922-BEF8-CB93-5E8AAB07E11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AA7050D8-8309-8AD2-0644-6289DD77017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9A93BF05-F3C1-096F-55C6-B65608B67225}"/>
              </a:ext>
            </a:extLst>
          </p:cNvPr>
          <p:cNvSpPr>
            <a:spLocks noGrp="1" noChangeArrowheads="1"/>
          </p:cNvSpPr>
          <p:nvPr>
            <p:ph type="sldNum" sz="quarter" idx="12"/>
          </p:nvPr>
        </p:nvSpPr>
        <p:spPr>
          <a:ln/>
        </p:spPr>
        <p:txBody>
          <a:bodyPr/>
          <a:lstStyle>
            <a:lvl1pPr>
              <a:defRPr/>
            </a:lvl1pPr>
          </a:lstStyle>
          <a:p>
            <a:pPr>
              <a:defRPr/>
            </a:pPr>
            <a:fld id="{C70C98D9-63AE-46A7-BC66-46341D085C39}" type="slidenum">
              <a:rPr lang="en-US" altLang="zh-CN"/>
              <a:pPr>
                <a:defRPr/>
              </a:pPr>
              <a:t>‹#›</a:t>
            </a:fld>
            <a:endParaRPr lang="en-US" altLang="zh-CN"/>
          </a:p>
        </p:txBody>
      </p:sp>
    </p:spTree>
    <p:extLst>
      <p:ext uri="{BB962C8B-B14F-4D97-AF65-F5344CB8AC3E}">
        <p14:creationId xmlns:p14="http://schemas.microsoft.com/office/powerpoint/2010/main" val="2284006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200">
                <a:latin typeface="Arial" charset="0"/>
              </a:defRPr>
            </a:lvl1pPr>
          </a:lstStyle>
          <a:p>
            <a:pPr>
              <a:defRPr/>
            </a:pPr>
            <a:endParaRPr lang="en-US" altLang="zh-CN"/>
          </a:p>
        </p:txBody>
      </p:sp>
      <p:sp>
        <p:nvSpPr>
          <p:cNvPr id="26627" name="Rectangle 3"/>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Black" panose="020B0A04020102020204" pitchFamily="34" charset="0"/>
              </a:defRPr>
            </a:lvl1pPr>
          </a:lstStyle>
          <a:p>
            <a:pPr>
              <a:defRPr/>
            </a:pPr>
            <a:fld id="{199821A5-FC25-4A3D-ABB3-E9378ACD5C22}" type="slidenum">
              <a:rPr lang="en-US" altLang="zh-CN"/>
              <a:pPr>
                <a:defRPr/>
              </a:pPr>
              <a:t>‹#›</a:t>
            </a:fld>
            <a:endParaRPr lang="en-US" altLang="zh-CN"/>
          </a:p>
        </p:txBody>
      </p:sp>
      <p:grpSp>
        <p:nvGrpSpPr>
          <p:cNvPr id="1028" name="Group 4"/>
          <p:cNvGrpSpPr>
            <a:grpSpLocks/>
          </p:cNvGrpSpPr>
          <p:nvPr/>
        </p:nvGrpSpPr>
        <p:grpSpPr bwMode="auto">
          <a:xfrm>
            <a:off x="0" y="0"/>
            <a:ext cx="9144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endParaRPr lang="zh-CN" altLang="zh-CN" sz="2400">
                <a:latin typeface="Times New Roman" pitchFamily="18" charset="0"/>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hlink"/>
                </a:solidFill>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hlink"/>
                </a:solidFill>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accent2"/>
                </a:solidFill>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hlink"/>
                </a:solidFill>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accent2"/>
                </a:solidFill>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accent2"/>
                </a:solidFill>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0" name="Rectangle 15"/>
          <p:cNvSpPr>
            <a:spLocks noGrp="1" noChangeArrowheads="1"/>
          </p:cNvSpPr>
          <p:nvPr>
            <p:ph type="body" idx="1"/>
          </p:nvPr>
        </p:nvSpPr>
        <p:spPr bwMode="auto">
          <a:xfrm>
            <a:off x="457200" y="1981200"/>
            <a:ext cx="82296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6640" name="Rectangle 16"/>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ltLang="zh-CN"/>
          </a:p>
        </p:txBody>
      </p:sp>
    </p:spTree>
  </p:cSld>
  <p:clrMap bg1="lt1" tx1="dk1" bg2="lt2" tx2="dk2" accent1="accent1" accent2="accent2" accent3="accent3" accent4="accent4" accent5="accent5" accent6="accent6" hlink="hlink" folHlink="folHlink"/>
  <p:sldLayoutIdLst>
    <p:sldLayoutId id="2147483851" r:id="rId1"/>
    <p:sldLayoutId id="2147483852" r:id="rId2"/>
    <p:sldLayoutId id="2147483853" r:id="rId3"/>
    <p:sldLayoutId id="2147483854" r:id="rId4"/>
    <p:sldLayoutId id="2147483855" r:id="rId5"/>
    <p:sldLayoutId id="2147483856" r:id="rId6"/>
    <p:sldLayoutId id="2147483857" r:id="rId7"/>
    <p:sldLayoutId id="2147483858" r:id="rId8"/>
    <p:sldLayoutId id="2147483859" r:id="rId9"/>
    <p:sldLayoutId id="2147483860" r:id="rId10"/>
    <p:sldLayoutId id="2147483861" r:id="rId11"/>
    <p:sldLayoutId id="2147483862" r:id="rId12"/>
    <p:sldLayoutId id="2147483863" r:id="rId13"/>
  </p:sldLayoutIdLst>
  <p:transition/>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xyhust@mail.hust.edu.cn" TargetMode="External"/><Relationship Id="rId2" Type="http://schemas.openxmlformats.org/officeDocument/2006/relationships/hyperlink" Target="mailto:wangzhuo@mail.hust"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9.wmf"/><Relationship Id="rId5" Type="http://schemas.openxmlformats.org/officeDocument/2006/relationships/oleObject" Target="../embeddings/oleObject2.bin"/><Relationship Id="rId4" Type="http://schemas.openxmlformats.org/officeDocument/2006/relationships/image" Target="../media/image18.wmf"/></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21.emf"/><Relationship Id="rId4" Type="http://schemas.openxmlformats.org/officeDocument/2006/relationships/oleObject" Target="../embeddings/oleObject4.bin"/></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23.e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6.bin"/><Relationship Id="rId5" Type="http://schemas.openxmlformats.org/officeDocument/2006/relationships/image" Target="../media/image22.emf"/><Relationship Id="rId4" Type="http://schemas.openxmlformats.org/officeDocument/2006/relationships/oleObject" Target="../embeddings/oleObject5.bin"/></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34.w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8.bin"/><Relationship Id="rId5" Type="http://schemas.openxmlformats.org/officeDocument/2006/relationships/image" Target="../media/image33.wmf"/><Relationship Id="rId4" Type="http://schemas.openxmlformats.org/officeDocument/2006/relationships/oleObject" Target="../embeddings/oleObject7.bin"/></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18.xml"/><Relationship Id="rId7" Type="http://schemas.openxmlformats.org/officeDocument/2006/relationships/image" Target="../media/image36.e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10.bin"/><Relationship Id="rId5" Type="http://schemas.openxmlformats.org/officeDocument/2006/relationships/image" Target="../media/image35.emf"/><Relationship Id="rId4" Type="http://schemas.openxmlformats.org/officeDocument/2006/relationships/oleObject" Target="../embeddings/oleObject9.bin"/></Relationships>
</file>

<file path=ppt/slides/_rels/slide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slideLayout" Target="../slideLayouts/slideLayout12.xml"/><Relationship Id="rId1" Type="http://schemas.openxmlformats.org/officeDocument/2006/relationships/vmlDrawing" Target="../drawings/vmlDrawing6.vml"/><Relationship Id="rId5" Type="http://schemas.openxmlformats.org/officeDocument/2006/relationships/image" Target="../media/image40.png"/><Relationship Id="rId4" Type="http://schemas.openxmlformats.org/officeDocument/2006/relationships/oleObject" Target="../embeddings/oleObject11.bin"/></Relationships>
</file>

<file path=ppt/slides/_rels/slide53.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ctrTitle"/>
          </p:nvPr>
        </p:nvSpPr>
        <p:spPr>
          <a:xfrm>
            <a:off x="2555875" y="1828800"/>
            <a:ext cx="6435725" cy="2209800"/>
          </a:xfrm>
        </p:spPr>
        <p:txBody>
          <a:bodyPr/>
          <a:lstStyle/>
          <a:p>
            <a:pPr algn="ctr" eaLnBrk="1" hangingPunct="1"/>
            <a:r>
              <a:rPr lang="en-US" altLang="zh-CN" sz="5400" b="1" dirty="0">
                <a:ea typeface="华文新魏" panose="02010800040101010101" pitchFamily="2" charset="-122"/>
              </a:rPr>
              <a:t>10 </a:t>
            </a:r>
            <a:r>
              <a:rPr lang="zh-CN" altLang="en-US" sz="5400" b="1" dirty="0">
                <a:ea typeface="华文新魏" panose="02010800040101010101" pitchFamily="2" charset="-122"/>
              </a:rPr>
              <a:t>现场总线技术</a:t>
            </a:r>
            <a:endParaRPr lang="zh-CN" altLang="en-US" sz="4400" b="1" dirty="0">
              <a:latin typeface="Brush Script MT" panose="03060802040406070304" pitchFamily="66" charset="0"/>
              <a:ea typeface="华文新魏" panose="02010800040101010101" pitchFamily="2" charset="-122"/>
            </a:endParaRPr>
          </a:p>
        </p:txBody>
      </p:sp>
      <p:sp>
        <p:nvSpPr>
          <p:cNvPr id="4" name="Text Box 4">
            <a:extLst>
              <a:ext uri="{FF2B5EF4-FFF2-40B4-BE49-F238E27FC236}">
                <a16:creationId xmlns:a16="http://schemas.microsoft.com/office/drawing/2014/main" id="{A3CA82E5-1C25-4342-BE01-B2D950BE361B}"/>
              </a:ext>
            </a:extLst>
          </p:cNvPr>
          <p:cNvSpPr txBox="1">
            <a:spLocks noChangeArrowheads="1"/>
          </p:cNvSpPr>
          <p:nvPr/>
        </p:nvSpPr>
        <p:spPr bwMode="auto">
          <a:xfrm>
            <a:off x="152400" y="5292725"/>
            <a:ext cx="7731968" cy="1388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ClrTx/>
              <a:buSzTx/>
              <a:buFontTx/>
              <a:buNone/>
            </a:pPr>
            <a:r>
              <a:rPr lang="zh-CN" altLang="en-US" sz="1800" b="1" dirty="0"/>
              <a:t>主讲教师：刘振元  蒋建华</a:t>
            </a:r>
            <a:endParaRPr lang="en-US" altLang="zh-CN" sz="1800" b="1" dirty="0"/>
          </a:p>
          <a:p>
            <a:pPr eaLnBrk="1" hangingPunct="1">
              <a:lnSpc>
                <a:spcPct val="120000"/>
              </a:lnSpc>
              <a:spcBef>
                <a:spcPct val="0"/>
              </a:spcBef>
              <a:buClrTx/>
              <a:buSzTx/>
              <a:buFontTx/>
              <a:buNone/>
            </a:pPr>
            <a:r>
              <a:rPr lang="zh-CN" altLang="en-US" sz="1800" dirty="0"/>
              <a:t>联系电话：</a:t>
            </a:r>
            <a:r>
              <a:rPr lang="en-US" altLang="zh-CN" sz="1800" dirty="0"/>
              <a:t>13995552449</a:t>
            </a:r>
            <a:r>
              <a:rPr lang="zh-CN" altLang="en-US" sz="1800" dirty="0"/>
              <a:t>，</a:t>
            </a:r>
            <a:r>
              <a:rPr lang="en-US" altLang="zh-CN" sz="1800" dirty="0"/>
              <a:t>15827271233</a:t>
            </a:r>
          </a:p>
          <a:p>
            <a:pPr eaLnBrk="1" hangingPunct="1">
              <a:lnSpc>
                <a:spcPct val="120000"/>
              </a:lnSpc>
              <a:spcBef>
                <a:spcPct val="0"/>
              </a:spcBef>
              <a:buClrTx/>
              <a:buSzTx/>
              <a:buFontTx/>
              <a:buNone/>
            </a:pPr>
            <a:r>
              <a:rPr lang="zh-CN" altLang="en-US" sz="1800" dirty="0"/>
              <a:t>电子邮箱：</a:t>
            </a:r>
            <a:r>
              <a:rPr lang="en-US" altLang="zh-CN" sz="1800" u="sng" dirty="0" err="1"/>
              <a:t>jiangjh</a:t>
            </a:r>
            <a:r>
              <a:rPr lang="en-US" altLang="zh-CN" sz="1800" u="sng" dirty="0" err="1">
                <a:hlinkClick r:id="rId2"/>
              </a:rPr>
              <a:t>@</a:t>
            </a:r>
            <a:r>
              <a:rPr lang="en-US" altLang="zh-CN" sz="1800" dirty="0" err="1">
                <a:hlinkClick r:id="rId2"/>
              </a:rPr>
              <a:t>mail.hust</a:t>
            </a:r>
            <a:r>
              <a:rPr lang="en-US" altLang="zh-CN" sz="1800" dirty="0" err="1">
                <a:hlinkClick r:id="rId3"/>
              </a:rPr>
              <a:t>.edu.cn</a:t>
            </a:r>
            <a:r>
              <a:rPr lang="en-US" altLang="zh-CN" sz="1800" dirty="0"/>
              <a:t>   QQ</a:t>
            </a:r>
            <a:r>
              <a:rPr lang="zh-CN" altLang="en-US" sz="1800" dirty="0"/>
              <a:t>：</a:t>
            </a:r>
            <a:r>
              <a:rPr lang="en-US" altLang="zh-CN" sz="1800" dirty="0"/>
              <a:t>270281173</a:t>
            </a:r>
          </a:p>
          <a:p>
            <a:pPr eaLnBrk="1" hangingPunct="1">
              <a:lnSpc>
                <a:spcPct val="120000"/>
              </a:lnSpc>
              <a:spcBef>
                <a:spcPct val="0"/>
              </a:spcBef>
              <a:buClrTx/>
              <a:buSzTx/>
              <a:buFontTx/>
              <a:buNone/>
            </a:pPr>
            <a:r>
              <a:rPr lang="zh-CN" altLang="en-US" sz="1800" dirty="0"/>
              <a:t>办公地点：华中科技大学东二楼</a:t>
            </a:r>
            <a:r>
              <a:rPr lang="en-US" altLang="zh-CN" sz="1800" dirty="0"/>
              <a:t>309</a:t>
            </a:r>
            <a:r>
              <a:rPr lang="zh-CN" altLang="en-US" sz="1800" dirty="0"/>
              <a:t>室</a:t>
            </a:r>
            <a:endParaRPr lang="en-US" altLang="zh-CN" sz="1800"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073BA779-564C-7B48-C1E3-1811D6188F75}"/>
              </a:ext>
            </a:extLst>
          </p:cNvPr>
          <p:cNvSpPr>
            <a:spLocks noGrp="1" noChangeArrowheads="1"/>
          </p:cNvSpPr>
          <p:nvPr>
            <p:ph type="title"/>
          </p:nvPr>
        </p:nvSpPr>
        <p:spPr/>
        <p:txBody>
          <a:bodyPr/>
          <a:lstStyle/>
          <a:p>
            <a:pPr eaLnBrk="1" hangingPunct="1"/>
            <a:r>
              <a:rPr lang="zh-CN" altLang="en-US" sz="3600"/>
              <a:t>主要内容</a:t>
            </a:r>
          </a:p>
        </p:txBody>
      </p:sp>
      <p:sp>
        <p:nvSpPr>
          <p:cNvPr id="4099" name="Rectangle 4">
            <a:extLst>
              <a:ext uri="{FF2B5EF4-FFF2-40B4-BE49-F238E27FC236}">
                <a16:creationId xmlns:a16="http://schemas.microsoft.com/office/drawing/2014/main" id="{38B26CED-3D57-4C14-6527-537233C7FD37}"/>
              </a:ext>
            </a:extLst>
          </p:cNvPr>
          <p:cNvSpPr>
            <a:spLocks noChangeArrowheads="1"/>
          </p:cNvSpPr>
          <p:nvPr/>
        </p:nvSpPr>
        <p:spPr bwMode="auto">
          <a:xfrm>
            <a:off x="639897" y="1916832"/>
            <a:ext cx="6884431" cy="3384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t>1</a:t>
            </a:r>
            <a:r>
              <a:rPr lang="zh-CN" altLang="en-US" dirty="0"/>
              <a:t>、现场总线技术概述</a:t>
            </a:r>
          </a:p>
          <a:p>
            <a:pPr eaLnBrk="1" hangingPunct="1">
              <a:spcBef>
                <a:spcPct val="50000"/>
              </a:spcBef>
            </a:pPr>
            <a:r>
              <a:rPr lang="en-US" altLang="zh-CN" dirty="0"/>
              <a:t>2</a:t>
            </a:r>
            <a:r>
              <a:rPr lang="zh-CN" altLang="en-US" dirty="0"/>
              <a:t>、</a:t>
            </a:r>
            <a:r>
              <a:rPr lang="zh-CN" altLang="en-US" dirty="0">
                <a:solidFill>
                  <a:schemeClr val="tx1"/>
                </a:solidFill>
              </a:rPr>
              <a:t>主要现场总线技术</a:t>
            </a:r>
            <a:endParaRPr lang="en-US" altLang="zh-CN" dirty="0"/>
          </a:p>
          <a:p>
            <a:pPr eaLnBrk="1" hangingPunct="1">
              <a:spcBef>
                <a:spcPct val="50000"/>
              </a:spcBef>
            </a:pPr>
            <a:r>
              <a:rPr lang="en-US" altLang="zh-CN" dirty="0"/>
              <a:t>——CAN</a:t>
            </a:r>
            <a:r>
              <a:rPr lang="zh-CN" altLang="en-US" dirty="0"/>
              <a:t>总线，</a:t>
            </a:r>
            <a:r>
              <a:rPr lang="en-US" altLang="zh-CN" dirty="0"/>
              <a:t>Profibus</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1C8F2F46-A788-93F5-4B5B-FE1CCAD98E4C}"/>
              </a:ext>
            </a:extLst>
          </p:cNvPr>
          <p:cNvSpPr>
            <a:spLocks noGrp="1" noChangeArrowheads="1"/>
          </p:cNvSpPr>
          <p:nvPr>
            <p:ph type="title"/>
          </p:nvPr>
        </p:nvSpPr>
        <p:spPr/>
        <p:txBody>
          <a:bodyPr/>
          <a:lstStyle/>
          <a:p>
            <a:pPr eaLnBrk="1" hangingPunct="1"/>
            <a:r>
              <a:rPr lang="en-US" altLang="zh-CN" dirty="0">
                <a:solidFill>
                  <a:schemeClr val="tx1"/>
                </a:solidFill>
              </a:rPr>
              <a:t>1</a:t>
            </a:r>
            <a:r>
              <a:rPr lang="zh-CN" altLang="en-US" dirty="0">
                <a:solidFill>
                  <a:schemeClr val="tx1"/>
                </a:solidFill>
              </a:rPr>
              <a:t>、现场总线技术概述</a:t>
            </a:r>
          </a:p>
        </p:txBody>
      </p:sp>
      <p:sp>
        <p:nvSpPr>
          <p:cNvPr id="5123" name="Rectangle 4">
            <a:extLst>
              <a:ext uri="{FF2B5EF4-FFF2-40B4-BE49-F238E27FC236}">
                <a16:creationId xmlns:a16="http://schemas.microsoft.com/office/drawing/2014/main" id="{32C78A13-73F7-B059-2366-F57782B024A5}"/>
              </a:ext>
            </a:extLst>
          </p:cNvPr>
          <p:cNvSpPr>
            <a:spLocks noChangeArrowheads="1"/>
          </p:cNvSpPr>
          <p:nvPr/>
        </p:nvSpPr>
        <p:spPr bwMode="auto">
          <a:xfrm>
            <a:off x="152400" y="1143000"/>
            <a:ext cx="8686800" cy="3490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t>       </a:t>
            </a:r>
            <a:r>
              <a:rPr lang="zh-CN" altLang="en-US" sz="2400" dirty="0"/>
              <a:t>现场总线是当前自动化领域技术发展的热点之一，被誉为</a:t>
            </a:r>
            <a:r>
              <a:rPr lang="zh-CN" altLang="en-US" sz="2400" b="1" dirty="0">
                <a:solidFill>
                  <a:srgbClr val="FF0000"/>
                </a:solidFill>
              </a:rPr>
              <a:t>自动化领域的计算机局域网</a:t>
            </a:r>
            <a:r>
              <a:rPr lang="zh-CN" altLang="en-US" sz="2400" dirty="0"/>
              <a:t>。它的出现，将对该领域的技术发展产生重要影响。</a:t>
            </a:r>
          </a:p>
          <a:p>
            <a:pPr eaLnBrk="1" hangingPunct="1"/>
            <a:r>
              <a:rPr lang="zh-CN" altLang="en-US" sz="2400" dirty="0"/>
              <a:t>       现场总线以测量控制设备作为网络节点，以双绞线等传输介质为纽带，把位于生产现场、具备了数字计算和数字通信能力的测量控制设备连接成网络系统，按公开、规范的通信协议，在多个测量控制设备之间、以及现场设备与远程监控计算机之间，实现数据传输与信息交换，形成适应各种应用需要的自动控制系统。</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DAA3BAD2-A724-17AC-2465-F27366519A49}"/>
              </a:ext>
            </a:extLst>
          </p:cNvPr>
          <p:cNvSpPr>
            <a:spLocks noGrp="1" noChangeArrowheads="1"/>
          </p:cNvSpPr>
          <p:nvPr>
            <p:ph type="title"/>
          </p:nvPr>
        </p:nvSpPr>
        <p:spPr/>
        <p:txBody>
          <a:bodyPr/>
          <a:lstStyle/>
          <a:p>
            <a:pPr eaLnBrk="1" hangingPunct="1"/>
            <a:r>
              <a:rPr lang="zh-CN" altLang="en-US">
                <a:solidFill>
                  <a:schemeClr val="tx1"/>
                </a:solidFill>
              </a:rPr>
              <a:t>现场总线技术的特点</a:t>
            </a:r>
          </a:p>
        </p:txBody>
      </p:sp>
      <p:sp>
        <p:nvSpPr>
          <p:cNvPr id="6147" name="Rectangle 3">
            <a:extLst>
              <a:ext uri="{FF2B5EF4-FFF2-40B4-BE49-F238E27FC236}">
                <a16:creationId xmlns:a16="http://schemas.microsoft.com/office/drawing/2014/main" id="{7A482B9B-44B5-A7EF-8940-993A71FD145D}"/>
              </a:ext>
            </a:extLst>
          </p:cNvPr>
          <p:cNvSpPr>
            <a:spLocks noChangeArrowheads="1"/>
          </p:cNvSpPr>
          <p:nvPr/>
        </p:nvSpPr>
        <p:spPr bwMode="auto">
          <a:xfrm>
            <a:off x="228600" y="1143000"/>
            <a:ext cx="8686800" cy="481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r>
              <a:rPr lang="en-US" altLang="zh-CN" sz="2400"/>
              <a:t>1</a:t>
            </a:r>
            <a:r>
              <a:rPr lang="zh-CN" altLang="en-US" sz="2400"/>
              <a:t>、</a:t>
            </a:r>
            <a:r>
              <a:rPr lang="zh-CN" altLang="en-US" sz="2400">
                <a:solidFill>
                  <a:srgbClr val="FF0000"/>
                </a:solidFill>
              </a:rPr>
              <a:t>系统的开放性。</a:t>
            </a:r>
            <a:r>
              <a:rPr lang="zh-CN" altLang="en-US" sz="2400"/>
              <a:t>通信协议公开，不同制造商提供的设备之间可实现网络互连与信息交换。</a:t>
            </a:r>
          </a:p>
          <a:p>
            <a:pPr eaLnBrk="1" hangingPunct="1"/>
            <a:r>
              <a:rPr lang="en-US" altLang="zh-CN" sz="2400"/>
              <a:t>2</a:t>
            </a:r>
            <a:r>
              <a:rPr lang="zh-CN" altLang="en-US" sz="2400"/>
              <a:t>、</a:t>
            </a:r>
            <a:r>
              <a:rPr lang="zh-CN" altLang="en-US" sz="2400">
                <a:solidFill>
                  <a:srgbClr val="FF0000"/>
                </a:solidFill>
              </a:rPr>
              <a:t>互可操作性。</a:t>
            </a:r>
            <a:r>
              <a:rPr lang="zh-CN" altLang="en-US" sz="2400"/>
              <a:t>网络中互连的设备之间可实现数据信息传送与交换。</a:t>
            </a:r>
          </a:p>
          <a:p>
            <a:pPr eaLnBrk="1" hangingPunct="1"/>
            <a:r>
              <a:rPr lang="en-US" altLang="zh-CN" sz="2400"/>
              <a:t>3</a:t>
            </a:r>
            <a:r>
              <a:rPr lang="zh-CN" altLang="en-US" sz="2400"/>
              <a:t>、</a:t>
            </a:r>
            <a:r>
              <a:rPr lang="zh-CN" altLang="en-US" sz="2400">
                <a:solidFill>
                  <a:srgbClr val="FF0000"/>
                </a:solidFill>
              </a:rPr>
              <a:t>通信的实时性和确定性。</a:t>
            </a:r>
            <a:r>
              <a:rPr lang="zh-CN" altLang="en-US" sz="2400"/>
              <a:t>媒体访问控制机制、通信模式、网络管理与调度方式等都会影响到通信的实时性、有效性与确定性。</a:t>
            </a:r>
          </a:p>
          <a:p>
            <a:pPr eaLnBrk="1" hangingPunct="1"/>
            <a:r>
              <a:rPr lang="en-US" altLang="zh-CN" sz="2400"/>
              <a:t>4</a:t>
            </a:r>
            <a:r>
              <a:rPr lang="zh-CN" altLang="en-US" sz="2400"/>
              <a:t>、</a:t>
            </a:r>
            <a:r>
              <a:rPr lang="zh-CN" altLang="en-US" sz="2400">
                <a:solidFill>
                  <a:srgbClr val="FF0000"/>
                </a:solidFill>
              </a:rPr>
              <a:t>现场设备的智能与功能自治性。</a:t>
            </a:r>
            <a:r>
              <a:rPr lang="zh-CN" altLang="en-US" sz="2400"/>
              <a:t>智能主要体现在现场设备的数值计算与数字通信能力上。功能自治性则是指将传感测量、补偿计算、工程量处理、控制计算等功能分散嵌入现场设备中。</a:t>
            </a:r>
          </a:p>
          <a:p>
            <a:pPr eaLnBrk="1" hangingPunct="1"/>
            <a:r>
              <a:rPr lang="en-US" altLang="zh-CN" sz="2400"/>
              <a:t>5</a:t>
            </a:r>
            <a:r>
              <a:rPr lang="zh-CN" altLang="en-US" sz="2400"/>
              <a:t>、</a:t>
            </a:r>
            <a:r>
              <a:rPr lang="zh-CN" altLang="en-US" sz="2400">
                <a:solidFill>
                  <a:srgbClr val="FF0000"/>
                </a:solidFill>
              </a:rPr>
              <a:t>对现场环境的适应性。</a:t>
            </a:r>
            <a:r>
              <a:rPr lang="zh-CN" altLang="en-US" sz="2400"/>
              <a:t>在生产现场应具有对现场环境的适应性。采用屏蔽电缆或光缆，实现总线供电，满足本质安全防爆。</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EE270B54-820C-82F2-A1FD-096626012D69}"/>
              </a:ext>
            </a:extLst>
          </p:cNvPr>
          <p:cNvSpPr>
            <a:spLocks noGrp="1" noChangeArrowheads="1"/>
          </p:cNvSpPr>
          <p:nvPr>
            <p:ph type="title"/>
          </p:nvPr>
        </p:nvSpPr>
        <p:spPr/>
        <p:txBody>
          <a:bodyPr/>
          <a:lstStyle/>
          <a:p>
            <a:pPr eaLnBrk="1" hangingPunct="1"/>
            <a:r>
              <a:rPr lang="zh-CN" altLang="en-US">
                <a:solidFill>
                  <a:schemeClr val="tx1"/>
                </a:solidFill>
              </a:rPr>
              <a:t>现场总线系统的优势与劣势</a:t>
            </a:r>
          </a:p>
        </p:txBody>
      </p:sp>
      <p:sp>
        <p:nvSpPr>
          <p:cNvPr id="7171" name="Rectangle 3">
            <a:extLst>
              <a:ext uri="{FF2B5EF4-FFF2-40B4-BE49-F238E27FC236}">
                <a16:creationId xmlns:a16="http://schemas.microsoft.com/office/drawing/2014/main" id="{601F7B30-EF4E-2B9E-EADF-D941D528CC3C}"/>
              </a:ext>
            </a:extLst>
          </p:cNvPr>
          <p:cNvSpPr>
            <a:spLocks noChangeArrowheads="1"/>
          </p:cNvSpPr>
          <p:nvPr/>
        </p:nvSpPr>
        <p:spPr bwMode="auto">
          <a:xfrm>
            <a:off x="228600" y="1143000"/>
            <a:ext cx="8686800" cy="461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r>
              <a:rPr lang="en-US" altLang="zh-CN" sz="2400"/>
              <a:t>1</a:t>
            </a:r>
            <a:r>
              <a:rPr lang="zh-CN" altLang="en-US" sz="2400"/>
              <a:t>、节省硬件数量与投资。不需要单独调节器、信号调理、转换</a:t>
            </a:r>
          </a:p>
          <a:p>
            <a:pPr eaLnBrk="1" hangingPunct="1"/>
            <a:r>
              <a:rPr lang="en-US" altLang="zh-CN" sz="2400"/>
              <a:t>2</a:t>
            </a:r>
            <a:r>
              <a:rPr lang="zh-CN" altLang="en-US" sz="2400"/>
              <a:t>、节省安装费用。电缆、端子、槽盒、桥架，节约费用</a:t>
            </a:r>
            <a:r>
              <a:rPr lang="en-US" altLang="zh-CN" sz="2400"/>
              <a:t>60%</a:t>
            </a:r>
          </a:p>
          <a:p>
            <a:pPr eaLnBrk="1" hangingPunct="1"/>
            <a:r>
              <a:rPr lang="en-US" altLang="zh-CN" sz="2400"/>
              <a:t>3</a:t>
            </a:r>
            <a:r>
              <a:rPr lang="zh-CN" altLang="en-US" sz="2400"/>
              <a:t>、节省维护开销。现场设备具有自诊断与简单故障处理能力</a:t>
            </a:r>
          </a:p>
          <a:p>
            <a:pPr eaLnBrk="1" hangingPunct="1"/>
            <a:r>
              <a:rPr lang="en-US" altLang="zh-CN" sz="2400"/>
              <a:t>4</a:t>
            </a:r>
            <a:r>
              <a:rPr lang="zh-CN" altLang="en-US" sz="2400"/>
              <a:t>、用户具有系统集成主动权。选择不同厂商的设备来集成系统</a:t>
            </a:r>
          </a:p>
          <a:p>
            <a:pPr eaLnBrk="1" hangingPunct="1"/>
            <a:r>
              <a:rPr lang="en-US" altLang="zh-CN" sz="2400"/>
              <a:t>5</a:t>
            </a:r>
            <a:r>
              <a:rPr lang="zh-CN" altLang="en-US" sz="2400"/>
              <a:t>、提高了系统的准确性与可靠性。减少了传送误差。</a:t>
            </a:r>
          </a:p>
          <a:p>
            <a:pPr eaLnBrk="1" hangingPunct="1"/>
            <a:endParaRPr lang="zh-CN" altLang="en-US" sz="2400"/>
          </a:p>
          <a:p>
            <a:pPr eaLnBrk="1" hangingPunct="1"/>
            <a:r>
              <a:rPr lang="zh-CN" altLang="en-US" sz="2400"/>
              <a:t>劣势：</a:t>
            </a:r>
          </a:p>
          <a:p>
            <a:pPr eaLnBrk="1" hangingPunct="1"/>
            <a:r>
              <a:rPr lang="zh-CN" altLang="en-US" sz="2400"/>
              <a:t>网络数据传输的传输时延、通信系统的瞬时错误和数据包丢失，发送与到达次序不一致等，都会破坏传统控制系统原本具有的确定性，是控制系统的分析与综合变得复杂，是控制系统的性能受到负面影响。</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FA6001D3-15C4-B212-7087-29BE9F120195}"/>
              </a:ext>
            </a:extLst>
          </p:cNvPr>
          <p:cNvSpPr>
            <a:spLocks noGrp="1" noChangeArrowheads="1"/>
          </p:cNvSpPr>
          <p:nvPr>
            <p:ph type="title"/>
          </p:nvPr>
        </p:nvSpPr>
        <p:spPr/>
        <p:txBody>
          <a:bodyPr/>
          <a:lstStyle/>
          <a:p>
            <a:pPr eaLnBrk="1" hangingPunct="1"/>
            <a:r>
              <a:rPr lang="zh-CN" altLang="en-US">
                <a:solidFill>
                  <a:schemeClr val="tx1"/>
                </a:solidFill>
              </a:rPr>
              <a:t>现场总线系统的优势与劣势</a:t>
            </a:r>
          </a:p>
        </p:txBody>
      </p:sp>
      <p:pic>
        <p:nvPicPr>
          <p:cNvPr id="8196" name="图片 1">
            <a:extLst>
              <a:ext uri="{FF2B5EF4-FFF2-40B4-BE49-F238E27FC236}">
                <a16:creationId xmlns:a16="http://schemas.microsoft.com/office/drawing/2014/main" id="{8E5DE3C2-2620-49DD-49E3-155B5A6639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3406"/>
          <a:stretch>
            <a:fillRect/>
          </a:stretch>
        </p:blipFill>
        <p:spPr bwMode="auto">
          <a:xfrm>
            <a:off x="381000" y="2895600"/>
            <a:ext cx="8229600" cy="328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文本框 6">
            <a:extLst>
              <a:ext uri="{FF2B5EF4-FFF2-40B4-BE49-F238E27FC236}">
                <a16:creationId xmlns:a16="http://schemas.microsoft.com/office/drawing/2014/main" id="{B5B0B2E1-169B-EC6B-8889-2A3D6B595B97}"/>
              </a:ext>
            </a:extLst>
          </p:cNvPr>
          <p:cNvSpPr txBox="1">
            <a:spLocks noChangeArrowheads="1"/>
          </p:cNvSpPr>
          <p:nvPr/>
        </p:nvSpPr>
        <p:spPr bwMode="auto">
          <a:xfrm>
            <a:off x="434975" y="1295400"/>
            <a:ext cx="8404225"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lang="zh-CN" altLang="en-US" sz="1800"/>
              <a:t>如下是三款车型目前的线束长度和未来的目标。可以看到如果整车线束长度缩减至百米级别其历史意义无疑是划时代的。我们来对应看一下电子电气架构所面临的挑战吧。</a:t>
            </a:r>
          </a:p>
          <a:p>
            <a:pPr>
              <a:spcBef>
                <a:spcPct val="0"/>
              </a:spcBef>
            </a:pPr>
            <a:r>
              <a:rPr lang="en-US" altLang="zh-CN" sz="1800"/>
              <a:t>Model S ~3km</a:t>
            </a:r>
          </a:p>
          <a:p>
            <a:pPr>
              <a:spcBef>
                <a:spcPct val="0"/>
              </a:spcBef>
            </a:pPr>
            <a:r>
              <a:rPr lang="en-US" altLang="zh-CN" sz="1800"/>
              <a:t>Model 3 ~1.5km</a:t>
            </a:r>
          </a:p>
          <a:p>
            <a:pPr>
              <a:spcBef>
                <a:spcPct val="0"/>
              </a:spcBef>
            </a:pPr>
            <a:r>
              <a:rPr lang="en-US" altLang="zh-CN" sz="1800"/>
              <a:t>Model Y ~100m</a:t>
            </a:r>
            <a:endParaRPr lang="zh-CN" altLang="en-US" sz="180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8A89A26A-356C-0A85-213B-B56BFC590C6F}"/>
              </a:ext>
            </a:extLst>
          </p:cNvPr>
          <p:cNvSpPr>
            <a:spLocks noGrp="1" noChangeArrowheads="1"/>
          </p:cNvSpPr>
          <p:nvPr>
            <p:ph type="title"/>
          </p:nvPr>
        </p:nvSpPr>
        <p:spPr/>
        <p:txBody>
          <a:bodyPr/>
          <a:lstStyle/>
          <a:p>
            <a:pPr eaLnBrk="1" hangingPunct="1"/>
            <a:r>
              <a:rPr lang="zh-CN" altLang="en-US">
                <a:solidFill>
                  <a:schemeClr val="tx1"/>
                </a:solidFill>
              </a:rPr>
              <a:t>现场总线技术的标准化</a:t>
            </a:r>
          </a:p>
        </p:txBody>
      </p:sp>
      <p:sp>
        <p:nvSpPr>
          <p:cNvPr id="9219" name="Rectangle 3">
            <a:extLst>
              <a:ext uri="{FF2B5EF4-FFF2-40B4-BE49-F238E27FC236}">
                <a16:creationId xmlns:a16="http://schemas.microsoft.com/office/drawing/2014/main" id="{6E76D777-0C56-85C8-9686-C5407919109A}"/>
              </a:ext>
            </a:extLst>
          </p:cNvPr>
          <p:cNvSpPr>
            <a:spLocks noChangeArrowheads="1"/>
          </p:cNvSpPr>
          <p:nvPr/>
        </p:nvSpPr>
        <p:spPr bwMode="auto">
          <a:xfrm>
            <a:off x="228600" y="1143000"/>
            <a:ext cx="8686800" cy="4984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t>        </a:t>
            </a:r>
            <a:r>
              <a:rPr lang="zh-CN" altLang="en-US" sz="2400" dirty="0"/>
              <a:t>世界上以出现各种各样的现场总线</a:t>
            </a:r>
            <a:r>
              <a:rPr lang="en-US" altLang="zh-CN" sz="2400" dirty="0"/>
              <a:t>100</a:t>
            </a:r>
            <a:r>
              <a:rPr lang="zh-CN" altLang="en-US" sz="2400" dirty="0"/>
              <a:t>多种，其中宣称为开放型总线的就有</a:t>
            </a:r>
            <a:r>
              <a:rPr lang="en-US" altLang="zh-CN" sz="2400" dirty="0"/>
              <a:t>40</a:t>
            </a:r>
            <a:r>
              <a:rPr lang="zh-CN" altLang="en-US" sz="2400" dirty="0"/>
              <a:t>多种。出现了各种以推广现场总线技术为目的的组织，如现场总线基金会（</a:t>
            </a:r>
            <a:r>
              <a:rPr lang="en-US" altLang="zh-CN" sz="2400" dirty="0"/>
              <a:t>Fieldbus Foundation</a:t>
            </a:r>
            <a:r>
              <a:rPr lang="zh-CN" altLang="en-US" sz="2400" dirty="0"/>
              <a:t>）、</a:t>
            </a:r>
            <a:r>
              <a:rPr lang="en-US" altLang="zh-CN" sz="2400" dirty="0"/>
              <a:t>PROFIBUS</a:t>
            </a:r>
            <a:r>
              <a:rPr lang="zh-CN" altLang="en-US" sz="2400" dirty="0"/>
              <a:t>协会、工业以太网协会</a:t>
            </a:r>
            <a:r>
              <a:rPr lang="en-US" altLang="zh-CN" sz="2400" dirty="0"/>
              <a:t>IEA</a:t>
            </a:r>
            <a:r>
              <a:rPr lang="zh-CN" altLang="en-US" sz="2400" dirty="0"/>
              <a:t>（</a:t>
            </a:r>
            <a:r>
              <a:rPr lang="en-US" altLang="zh-CN" sz="2400" dirty="0"/>
              <a:t>Industrial </a:t>
            </a:r>
            <a:r>
              <a:rPr lang="en-US" altLang="zh-CN" sz="2400" dirty="0" err="1"/>
              <a:t>EtherNet</a:t>
            </a:r>
            <a:r>
              <a:rPr lang="en-US" altLang="zh-CN" sz="2400" dirty="0"/>
              <a:t> Association</a:t>
            </a:r>
            <a:r>
              <a:rPr lang="zh-CN" altLang="en-US" sz="2400" dirty="0"/>
              <a:t>）等。</a:t>
            </a:r>
          </a:p>
          <a:p>
            <a:pPr eaLnBrk="1" hangingPunct="1"/>
            <a:r>
              <a:rPr lang="zh-CN" altLang="en-US" sz="2400" dirty="0"/>
              <a:t>      国际标准化组织</a:t>
            </a:r>
            <a:r>
              <a:rPr lang="en-US" altLang="zh-CN" sz="2400" dirty="0"/>
              <a:t>ISO</a:t>
            </a:r>
            <a:r>
              <a:rPr lang="zh-CN" altLang="en-US" sz="2400" dirty="0"/>
              <a:t>、</a:t>
            </a:r>
            <a:r>
              <a:rPr lang="en-US" altLang="zh-CN" sz="2400" dirty="0"/>
              <a:t>IEC</a:t>
            </a:r>
            <a:r>
              <a:rPr lang="zh-CN" altLang="en-US" sz="2400" dirty="0"/>
              <a:t>都卷入了现场总线标准的制定。最早成为国际标准的是</a:t>
            </a:r>
            <a:r>
              <a:rPr lang="en-US" altLang="zh-CN" sz="2400" dirty="0"/>
              <a:t>CAN</a:t>
            </a:r>
            <a:r>
              <a:rPr lang="zh-CN" altLang="en-US" sz="2400" dirty="0"/>
              <a:t>，属于</a:t>
            </a:r>
            <a:r>
              <a:rPr lang="en-US" altLang="zh-CN" sz="2400" dirty="0"/>
              <a:t>ISO11898</a:t>
            </a:r>
            <a:r>
              <a:rPr lang="zh-CN" altLang="en-US" sz="2400" dirty="0"/>
              <a:t>。</a:t>
            </a:r>
            <a:r>
              <a:rPr lang="en-US" altLang="zh-CN" sz="2400" dirty="0"/>
              <a:t>IEC</a:t>
            </a:r>
            <a:r>
              <a:rPr lang="zh-CN" altLang="en-US" sz="2400" dirty="0"/>
              <a:t>于</a:t>
            </a:r>
            <a:r>
              <a:rPr lang="en-US" altLang="zh-CN" sz="2400" dirty="0"/>
              <a:t>2000</a:t>
            </a:r>
            <a:r>
              <a:rPr lang="zh-CN" altLang="en-US" sz="2400" dirty="0"/>
              <a:t>年初宣布，由原有的</a:t>
            </a:r>
            <a:r>
              <a:rPr lang="en-US" altLang="zh-CN" sz="2400" dirty="0"/>
              <a:t>IEC61158</a:t>
            </a:r>
            <a:r>
              <a:rPr lang="zh-CN" altLang="en-US" sz="2400" dirty="0"/>
              <a:t>、</a:t>
            </a:r>
            <a:r>
              <a:rPr lang="en-US" altLang="zh-CN" sz="2400" dirty="0"/>
              <a:t>ControlNet</a:t>
            </a:r>
            <a:r>
              <a:rPr lang="zh-CN" altLang="en-US" sz="2400" dirty="0"/>
              <a:t>、</a:t>
            </a:r>
            <a:r>
              <a:rPr lang="en-US" altLang="zh-CN" sz="2400" dirty="0"/>
              <a:t>PROFIBUS</a:t>
            </a:r>
            <a:r>
              <a:rPr lang="zh-CN" altLang="en-US" sz="2400" dirty="0"/>
              <a:t>、</a:t>
            </a:r>
            <a:r>
              <a:rPr lang="en-US" altLang="zh-CN" sz="2400" dirty="0"/>
              <a:t>P-Net</a:t>
            </a:r>
            <a:r>
              <a:rPr lang="zh-CN" altLang="en-US" sz="2400" dirty="0"/>
              <a:t>、</a:t>
            </a:r>
            <a:r>
              <a:rPr lang="en-US" altLang="zh-CN" sz="2400" dirty="0"/>
              <a:t>High Speed </a:t>
            </a:r>
            <a:r>
              <a:rPr lang="en-US" altLang="zh-CN" sz="2400" dirty="0" err="1"/>
              <a:t>EtherNet</a:t>
            </a:r>
            <a:r>
              <a:rPr lang="zh-CN" altLang="en-US" sz="2400" dirty="0"/>
              <a:t>、</a:t>
            </a:r>
            <a:r>
              <a:rPr lang="en-US" altLang="zh-CN" sz="2400" dirty="0"/>
              <a:t>Newcomer </a:t>
            </a:r>
            <a:r>
              <a:rPr lang="en-US" altLang="zh-CN" sz="2400" dirty="0" err="1"/>
              <a:t>SwiftNet</a:t>
            </a:r>
            <a:r>
              <a:rPr lang="zh-CN" altLang="en-US" sz="2400" dirty="0"/>
              <a:t>、</a:t>
            </a:r>
            <a:r>
              <a:rPr lang="en-US" altLang="zh-CN" sz="2400" dirty="0" err="1"/>
              <a:t>WorldFIP</a:t>
            </a:r>
            <a:r>
              <a:rPr lang="zh-CN" altLang="en-US" sz="2400" dirty="0"/>
              <a:t>、</a:t>
            </a:r>
            <a:r>
              <a:rPr lang="en-US" altLang="zh-CN" sz="2400" dirty="0" err="1"/>
              <a:t>Interbus</a:t>
            </a:r>
            <a:r>
              <a:rPr lang="en-US" altLang="zh-CN" sz="2400" dirty="0"/>
              <a:t>-S</a:t>
            </a:r>
            <a:r>
              <a:rPr lang="zh-CN" altLang="en-US" sz="2400" dirty="0"/>
              <a:t>八种现场总线标准共同构成</a:t>
            </a:r>
            <a:r>
              <a:rPr lang="en-US" altLang="zh-CN" sz="2400" dirty="0"/>
              <a:t>IEC</a:t>
            </a:r>
            <a:r>
              <a:rPr lang="zh-CN" altLang="en-US" sz="2400" dirty="0"/>
              <a:t>现场总线国际标准子集。</a:t>
            </a:r>
          </a:p>
          <a:p>
            <a:pPr eaLnBrk="1" hangingPunct="1"/>
            <a:r>
              <a:rPr lang="zh-CN" altLang="en-US" sz="2400" dirty="0"/>
              <a:t>      而近两年正在进行的实时以太网的标准化进程又重蹈覆辙，有</a:t>
            </a:r>
            <a:r>
              <a:rPr lang="en-US" altLang="zh-CN" sz="2400" dirty="0"/>
              <a:t>11</a:t>
            </a:r>
            <a:r>
              <a:rPr lang="zh-CN" altLang="en-US" sz="2400" dirty="0"/>
              <a:t>个基于实时以太网的</a:t>
            </a:r>
            <a:r>
              <a:rPr lang="en-US" altLang="zh-CN" sz="2400" dirty="0"/>
              <a:t>PAS</a:t>
            </a:r>
            <a:r>
              <a:rPr lang="zh-CN" altLang="en-US" sz="2400" dirty="0"/>
              <a:t>文件进入了</a:t>
            </a:r>
            <a:r>
              <a:rPr lang="en-US" altLang="zh-CN" sz="2400" dirty="0"/>
              <a:t>IEC61784-2</a:t>
            </a:r>
            <a:r>
              <a:rPr lang="zh-CN" altLang="en-US" sz="2400" dirty="0"/>
              <a:t>。</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DFC8B350-32CB-A522-CC20-8E2C73D7F09D}"/>
              </a:ext>
            </a:extLst>
          </p:cNvPr>
          <p:cNvSpPr>
            <a:spLocks noGrp="1" noChangeArrowheads="1"/>
          </p:cNvSpPr>
          <p:nvPr>
            <p:ph type="title"/>
          </p:nvPr>
        </p:nvSpPr>
        <p:spPr/>
        <p:txBody>
          <a:bodyPr/>
          <a:lstStyle/>
          <a:p>
            <a:pPr eaLnBrk="1" hangingPunct="1"/>
            <a:r>
              <a:rPr lang="zh-CN" altLang="en-US">
                <a:solidFill>
                  <a:schemeClr val="tx1"/>
                </a:solidFill>
              </a:rPr>
              <a:t>控制网络与计算机网络</a:t>
            </a:r>
          </a:p>
        </p:txBody>
      </p:sp>
      <p:sp>
        <p:nvSpPr>
          <p:cNvPr id="10243" name="Rectangle 3">
            <a:extLst>
              <a:ext uri="{FF2B5EF4-FFF2-40B4-BE49-F238E27FC236}">
                <a16:creationId xmlns:a16="http://schemas.microsoft.com/office/drawing/2014/main" id="{82088894-18CC-C252-0DE8-68C3BF872D15}"/>
              </a:ext>
            </a:extLst>
          </p:cNvPr>
          <p:cNvSpPr>
            <a:spLocks noChangeArrowheads="1"/>
          </p:cNvSpPr>
          <p:nvPr/>
        </p:nvSpPr>
        <p:spPr bwMode="auto">
          <a:xfrm>
            <a:off x="228600" y="1430540"/>
            <a:ext cx="8686800" cy="43027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t>       </a:t>
            </a:r>
            <a:r>
              <a:rPr lang="zh-CN" altLang="en-US" sz="2400" dirty="0"/>
              <a:t>计算机网络是以各种各样的计算机为网络节点而形成的系统。种类繁多，分类方法各异。按地域范围可分为广域网、城域网和局域网。传输速率一般为</a:t>
            </a:r>
            <a:r>
              <a:rPr lang="en-US" altLang="zh-CN" sz="2400" dirty="0"/>
              <a:t>10M</a:t>
            </a:r>
            <a:r>
              <a:rPr lang="zh-CN" altLang="en-US" sz="2400" dirty="0"/>
              <a:t>、</a:t>
            </a:r>
            <a:r>
              <a:rPr lang="en-US" altLang="zh-CN" sz="2400" dirty="0"/>
              <a:t>100M</a:t>
            </a:r>
            <a:r>
              <a:rPr lang="zh-CN" altLang="en-US" sz="2400" dirty="0"/>
              <a:t>和</a:t>
            </a:r>
            <a:r>
              <a:rPr lang="en-US" altLang="zh-CN" sz="2400" dirty="0"/>
              <a:t>1G</a:t>
            </a:r>
            <a:r>
              <a:rPr lang="zh-CN" altLang="en-US" sz="2400" dirty="0"/>
              <a:t>。传输介质多样化，如同轴电缆、光缆、双绞线、电话线和无线微波等。</a:t>
            </a:r>
          </a:p>
          <a:p>
            <a:pPr eaLnBrk="1" hangingPunct="1"/>
            <a:r>
              <a:rPr lang="zh-CN" altLang="en-US" sz="2400" dirty="0"/>
              <a:t>       控制网属于一类特殊的计算机网络。控制网络技术与计算机网络技术有着千丝万缕的联系，也受到计算机网络，特别是互联网、局域网技术发展的影响，有些局域网技术可直接用于控制网络。</a:t>
            </a:r>
          </a:p>
          <a:p>
            <a:pPr eaLnBrk="1" hangingPunct="1"/>
            <a:r>
              <a:rPr lang="zh-CN" altLang="en-US" sz="2400" dirty="0"/>
              <a:t>       由于控制网络大多工作在生产现场，从节点的设备类型、传输信息的种类、网络所执行的任务、网络所处的工作环境等方面，控制网络都有别于各式计算机所构成的信息网络。</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30A400A4-97FB-A868-2403-413FE9F089FE}"/>
              </a:ext>
            </a:extLst>
          </p:cNvPr>
          <p:cNvSpPr>
            <a:spLocks noGrp="1" noChangeArrowheads="1"/>
          </p:cNvSpPr>
          <p:nvPr>
            <p:ph type="title"/>
          </p:nvPr>
        </p:nvSpPr>
        <p:spPr/>
        <p:txBody>
          <a:bodyPr/>
          <a:lstStyle/>
          <a:p>
            <a:pPr eaLnBrk="1" hangingPunct="1"/>
            <a:r>
              <a:rPr lang="zh-CN" altLang="en-US" dirty="0">
                <a:solidFill>
                  <a:schemeClr val="tx1"/>
                </a:solidFill>
              </a:rPr>
              <a:t>网络拓扑结构</a:t>
            </a:r>
          </a:p>
        </p:txBody>
      </p:sp>
      <p:pic>
        <p:nvPicPr>
          <p:cNvPr id="11268" name="Picture 5">
            <a:extLst>
              <a:ext uri="{FF2B5EF4-FFF2-40B4-BE49-F238E27FC236}">
                <a16:creationId xmlns:a16="http://schemas.microsoft.com/office/drawing/2014/main" id="{3ADCAF20-BFE2-965C-B098-D5D90254F0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735138"/>
            <a:ext cx="8763000" cy="3217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7334" name="Rectangle 6">
            <a:extLst>
              <a:ext uri="{FF2B5EF4-FFF2-40B4-BE49-F238E27FC236}">
                <a16:creationId xmlns:a16="http://schemas.microsoft.com/office/drawing/2014/main" id="{5DF90C86-4007-B038-4158-43C367F6B6CC}"/>
              </a:ext>
            </a:extLst>
          </p:cNvPr>
          <p:cNvSpPr>
            <a:spLocks noChangeArrowheads="1"/>
          </p:cNvSpPr>
          <p:nvPr/>
        </p:nvSpPr>
        <p:spPr bwMode="auto">
          <a:xfrm>
            <a:off x="4355976" y="5949165"/>
            <a:ext cx="32784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en-US" sz="2400" b="1" dirty="0">
                <a:solidFill>
                  <a:srgbClr val="FF0000"/>
                </a:solidFill>
              </a:rPr>
              <a:t>工业网络主要拓扑结构</a:t>
            </a:r>
          </a:p>
        </p:txBody>
      </p:sp>
      <p:sp>
        <p:nvSpPr>
          <p:cNvPr id="2" name="文本框 1">
            <a:extLst>
              <a:ext uri="{FF2B5EF4-FFF2-40B4-BE49-F238E27FC236}">
                <a16:creationId xmlns:a16="http://schemas.microsoft.com/office/drawing/2014/main" id="{5EB02C4B-A9D3-49DD-6CB8-90842159B7B1}"/>
              </a:ext>
            </a:extLst>
          </p:cNvPr>
          <p:cNvSpPr txBox="1"/>
          <p:nvPr/>
        </p:nvSpPr>
        <p:spPr>
          <a:xfrm rot="420000">
            <a:off x="7288995" y="356322"/>
            <a:ext cx="1440160" cy="584775"/>
          </a:xfrm>
          <a:prstGeom prst="rect">
            <a:avLst/>
          </a:prstGeom>
          <a:noFill/>
          <a:ln w="19050">
            <a:solidFill>
              <a:srgbClr val="FF0000"/>
            </a:solidFill>
          </a:ln>
        </p:spPr>
        <p:txBody>
          <a:bodyPr wrap="square" rtlCol="0">
            <a:spAutoFit/>
          </a:bodyPr>
          <a:lstStyle/>
          <a:p>
            <a:pPr algn="ctr"/>
            <a:r>
              <a:rPr lang="zh-CN" altLang="en-US" sz="3200" dirty="0">
                <a:solidFill>
                  <a:srgbClr val="FF0000"/>
                </a:solidFill>
                <a:latin typeface="华文楷体" panose="02010600040101010101" pitchFamily="2" charset="-122"/>
                <a:ea typeface="华文楷体" panose="02010600040101010101" pitchFamily="2" charset="-122"/>
              </a:rPr>
              <a:t>重点</a:t>
            </a:r>
          </a:p>
        </p:txBody>
      </p:sp>
      <p:cxnSp>
        <p:nvCxnSpPr>
          <p:cNvPr id="4" name="直接箭头连接符 3">
            <a:extLst>
              <a:ext uri="{FF2B5EF4-FFF2-40B4-BE49-F238E27FC236}">
                <a16:creationId xmlns:a16="http://schemas.microsoft.com/office/drawing/2014/main" id="{4BB3398F-EE42-89C8-26F7-CBF529151610}"/>
              </a:ext>
            </a:extLst>
          </p:cNvPr>
          <p:cNvCxnSpPr/>
          <p:nvPr/>
        </p:nvCxnSpPr>
        <p:spPr>
          <a:xfrm flipV="1">
            <a:off x="7164288" y="5013176"/>
            <a:ext cx="94441" cy="85226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 name="直接箭头连接符 4">
            <a:extLst>
              <a:ext uri="{FF2B5EF4-FFF2-40B4-BE49-F238E27FC236}">
                <a16:creationId xmlns:a16="http://schemas.microsoft.com/office/drawing/2014/main" id="{35C55C3F-DA90-DFEB-37A9-14EA0925C4AF}"/>
              </a:ext>
            </a:extLst>
          </p:cNvPr>
          <p:cNvCxnSpPr>
            <a:cxnSpLocks/>
          </p:cNvCxnSpPr>
          <p:nvPr/>
        </p:nvCxnSpPr>
        <p:spPr>
          <a:xfrm flipH="1" flipV="1">
            <a:off x="4533900" y="5013176"/>
            <a:ext cx="254124" cy="85226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7334"/>
                                        </p:tgtEl>
                                        <p:attrNameLst>
                                          <p:attrName>style.visibility</p:attrName>
                                        </p:attrNameLst>
                                      </p:cBhvr>
                                      <p:to>
                                        <p:strVal val="visible"/>
                                      </p:to>
                                    </p:set>
                                    <p:anim calcmode="lin" valueType="num">
                                      <p:cBhvr additive="base">
                                        <p:cTn id="7" dur="500" fill="hold"/>
                                        <p:tgtEl>
                                          <p:spTgt spid="227334"/>
                                        </p:tgtEl>
                                        <p:attrNameLst>
                                          <p:attrName>ppt_x</p:attrName>
                                        </p:attrNameLst>
                                      </p:cBhvr>
                                      <p:tavLst>
                                        <p:tav tm="0">
                                          <p:val>
                                            <p:strVal val="#ppt_x"/>
                                          </p:val>
                                        </p:tav>
                                        <p:tav tm="100000">
                                          <p:val>
                                            <p:strVal val="#ppt_x"/>
                                          </p:val>
                                        </p:tav>
                                      </p:tavLst>
                                    </p:anim>
                                    <p:anim calcmode="lin" valueType="num">
                                      <p:cBhvr additive="base">
                                        <p:cTn id="8" dur="500" fill="hold"/>
                                        <p:tgtEl>
                                          <p:spTgt spid="2273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49368A1A-CCA6-B1A1-555B-DA76BCB92512}"/>
              </a:ext>
            </a:extLst>
          </p:cNvPr>
          <p:cNvSpPr>
            <a:spLocks noGrp="1" noChangeArrowheads="1"/>
          </p:cNvSpPr>
          <p:nvPr>
            <p:ph type="title"/>
          </p:nvPr>
        </p:nvSpPr>
        <p:spPr/>
        <p:txBody>
          <a:bodyPr/>
          <a:lstStyle/>
          <a:p>
            <a:pPr eaLnBrk="1" hangingPunct="1"/>
            <a:r>
              <a:rPr lang="zh-CN" altLang="en-US">
                <a:solidFill>
                  <a:schemeClr val="tx1"/>
                </a:solidFill>
              </a:rPr>
              <a:t>网络的传输介质</a:t>
            </a:r>
          </a:p>
        </p:txBody>
      </p:sp>
      <p:pic>
        <p:nvPicPr>
          <p:cNvPr id="12292" name="Picture 5">
            <a:extLst>
              <a:ext uri="{FF2B5EF4-FFF2-40B4-BE49-F238E27FC236}">
                <a16:creationId xmlns:a16="http://schemas.microsoft.com/office/drawing/2014/main" id="{0762ABF0-001D-E245-22B2-089ED39957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646238"/>
            <a:ext cx="6172200" cy="3840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a:extLst>
              <a:ext uri="{FF2B5EF4-FFF2-40B4-BE49-F238E27FC236}">
                <a16:creationId xmlns:a16="http://schemas.microsoft.com/office/drawing/2014/main" id="{A24113F3-45B8-B0FD-EF2C-A9B7D0C3F584}"/>
              </a:ext>
            </a:extLst>
          </p:cNvPr>
          <p:cNvSpPr txBox="1"/>
          <p:nvPr/>
        </p:nvSpPr>
        <p:spPr>
          <a:xfrm rot="420000">
            <a:off x="7288995" y="356322"/>
            <a:ext cx="1440160" cy="584775"/>
          </a:xfrm>
          <a:prstGeom prst="rect">
            <a:avLst/>
          </a:prstGeom>
          <a:noFill/>
          <a:ln w="19050">
            <a:solidFill>
              <a:srgbClr val="FF0000"/>
            </a:solidFill>
          </a:ln>
        </p:spPr>
        <p:txBody>
          <a:bodyPr wrap="square" rtlCol="0">
            <a:spAutoFit/>
          </a:bodyPr>
          <a:lstStyle/>
          <a:p>
            <a:pPr algn="ctr"/>
            <a:r>
              <a:rPr lang="zh-CN" altLang="en-US" sz="3200" dirty="0">
                <a:solidFill>
                  <a:srgbClr val="FF0000"/>
                </a:solidFill>
                <a:latin typeface="华文楷体" panose="02010600040101010101" pitchFamily="2" charset="-122"/>
                <a:ea typeface="华文楷体" panose="02010600040101010101" pitchFamily="2" charset="-122"/>
              </a:rPr>
              <a:t>重点</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B1C23340-9AF5-9460-456C-3C0877FEAA72}"/>
              </a:ext>
            </a:extLst>
          </p:cNvPr>
          <p:cNvSpPr>
            <a:spLocks noGrp="1" noChangeArrowheads="1"/>
          </p:cNvSpPr>
          <p:nvPr>
            <p:ph type="title"/>
          </p:nvPr>
        </p:nvSpPr>
        <p:spPr/>
        <p:txBody>
          <a:bodyPr/>
          <a:lstStyle/>
          <a:p>
            <a:pPr eaLnBrk="1" hangingPunct="1"/>
            <a:r>
              <a:rPr lang="zh-CN" altLang="en-US">
                <a:solidFill>
                  <a:schemeClr val="tx1"/>
                </a:solidFill>
              </a:rPr>
              <a:t>网络访问控制协议</a:t>
            </a:r>
          </a:p>
        </p:txBody>
      </p:sp>
      <p:pic>
        <p:nvPicPr>
          <p:cNvPr id="13316" name="Picture 5">
            <a:extLst>
              <a:ext uri="{FF2B5EF4-FFF2-40B4-BE49-F238E27FC236}">
                <a16:creationId xmlns:a16="http://schemas.microsoft.com/office/drawing/2014/main" id="{F15FBE64-3DD0-53A8-D1C6-E9E0A5A088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219200"/>
            <a:ext cx="8534400" cy="458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a:extLst>
              <a:ext uri="{FF2B5EF4-FFF2-40B4-BE49-F238E27FC236}">
                <a16:creationId xmlns:a16="http://schemas.microsoft.com/office/drawing/2014/main" id="{79994123-2E58-8E9D-8A35-583BEFAFCD60}"/>
              </a:ext>
            </a:extLst>
          </p:cNvPr>
          <p:cNvSpPr/>
          <p:nvPr/>
        </p:nvSpPr>
        <p:spPr>
          <a:xfrm>
            <a:off x="251520" y="3212976"/>
            <a:ext cx="8640960" cy="18002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B66285E2-8E8E-9A1E-2BAA-32FD4F732624}"/>
              </a:ext>
            </a:extLst>
          </p:cNvPr>
          <p:cNvSpPr txBox="1"/>
          <p:nvPr/>
        </p:nvSpPr>
        <p:spPr>
          <a:xfrm rot="420000">
            <a:off x="7288995" y="356322"/>
            <a:ext cx="1440160" cy="584775"/>
          </a:xfrm>
          <a:prstGeom prst="rect">
            <a:avLst/>
          </a:prstGeom>
          <a:noFill/>
          <a:ln w="19050">
            <a:solidFill>
              <a:srgbClr val="FF0000"/>
            </a:solidFill>
          </a:ln>
        </p:spPr>
        <p:txBody>
          <a:bodyPr wrap="square" rtlCol="0">
            <a:spAutoFit/>
          </a:bodyPr>
          <a:lstStyle/>
          <a:p>
            <a:pPr algn="ctr"/>
            <a:r>
              <a:rPr lang="zh-CN" altLang="en-US" sz="3200" dirty="0">
                <a:solidFill>
                  <a:srgbClr val="FF0000"/>
                </a:solidFill>
                <a:latin typeface="华文楷体" panose="02010600040101010101" pitchFamily="2" charset="-122"/>
                <a:ea typeface="华文楷体" panose="02010600040101010101" pitchFamily="2" charset="-122"/>
              </a:rPr>
              <a:t>重点</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58B487FF-744D-4100-AAE1-8900B106D896}"/>
              </a:ext>
            </a:extLst>
          </p:cNvPr>
          <p:cNvSpPr>
            <a:spLocks noGrp="1" noChangeArrowheads="1"/>
          </p:cNvSpPr>
          <p:nvPr>
            <p:ph type="title"/>
          </p:nvPr>
        </p:nvSpPr>
        <p:spPr/>
        <p:txBody>
          <a:bodyPr/>
          <a:lstStyle/>
          <a:p>
            <a:pPr eaLnBrk="1" hangingPunct="1"/>
            <a:r>
              <a:rPr lang="en-US" altLang="zh-CN" dirty="0">
                <a:solidFill>
                  <a:schemeClr val="tx1"/>
                </a:solidFill>
              </a:rPr>
              <a:t>2</a:t>
            </a:r>
            <a:r>
              <a:rPr lang="zh-CN" altLang="en-US" dirty="0">
                <a:solidFill>
                  <a:schemeClr val="tx1"/>
                </a:solidFill>
              </a:rPr>
              <a:t>、主要现场总线技术</a:t>
            </a:r>
          </a:p>
        </p:txBody>
      </p:sp>
      <p:sp>
        <p:nvSpPr>
          <p:cNvPr id="14339" name="Rectangle 3">
            <a:extLst>
              <a:ext uri="{FF2B5EF4-FFF2-40B4-BE49-F238E27FC236}">
                <a16:creationId xmlns:a16="http://schemas.microsoft.com/office/drawing/2014/main" id="{77D48E93-C0FE-09D0-C221-F2EC00245F23}"/>
              </a:ext>
            </a:extLst>
          </p:cNvPr>
          <p:cNvSpPr>
            <a:spLocks noChangeArrowheads="1"/>
          </p:cNvSpPr>
          <p:nvPr/>
        </p:nvSpPr>
        <p:spPr bwMode="auto">
          <a:xfrm>
            <a:off x="179512" y="1298521"/>
            <a:ext cx="8686800"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r>
              <a:rPr lang="en-US" altLang="zh-CN" sz="3200" dirty="0"/>
              <a:t>       </a:t>
            </a:r>
            <a:r>
              <a:rPr lang="zh-CN" altLang="en-US" sz="3200" dirty="0"/>
              <a:t>现场总线的网络拓扑结构一般为总线型或环形，网上设备共享传输介质。</a:t>
            </a:r>
            <a:endParaRPr lang="en-US" altLang="zh-CN" sz="3200" dirty="0"/>
          </a:p>
          <a:p>
            <a:pPr eaLnBrk="1" hangingPunct="1"/>
            <a:endParaRPr lang="zh-CN" altLang="en-US" sz="3200" dirty="0"/>
          </a:p>
          <a:p>
            <a:pPr eaLnBrk="1" hangingPunct="1"/>
            <a:r>
              <a:rPr lang="en-US" altLang="zh-CN" sz="3200" dirty="0"/>
              <a:t>        2.1</a:t>
            </a:r>
            <a:r>
              <a:rPr lang="zh-CN" altLang="en-US" sz="3200" dirty="0"/>
              <a:t>、</a:t>
            </a:r>
            <a:r>
              <a:rPr lang="en-US" altLang="zh-CN" sz="3200" dirty="0"/>
              <a:t>CAN</a:t>
            </a:r>
            <a:r>
              <a:rPr lang="zh-CN" altLang="en-US" sz="3200" dirty="0"/>
              <a:t>总线技术</a:t>
            </a:r>
            <a:endParaRPr lang="en-US" altLang="zh-CN" sz="3200" dirty="0"/>
          </a:p>
          <a:p>
            <a:pPr eaLnBrk="1" hangingPunct="1"/>
            <a:endParaRPr lang="zh-CN" altLang="en-US" sz="3200" dirty="0"/>
          </a:p>
          <a:p>
            <a:pPr eaLnBrk="1" hangingPunct="1"/>
            <a:r>
              <a:rPr lang="en-US" altLang="zh-CN" sz="3200" dirty="0"/>
              <a:t>        2.2</a:t>
            </a:r>
            <a:r>
              <a:rPr lang="zh-CN" altLang="en-US" sz="3200" dirty="0"/>
              <a:t>、</a:t>
            </a:r>
            <a:r>
              <a:rPr lang="en-US" altLang="zh-CN" sz="3200" dirty="0"/>
              <a:t>PROFIBUS</a:t>
            </a:r>
          </a:p>
          <a:p>
            <a:pPr eaLnBrk="1" hangingPunct="1"/>
            <a:endParaRPr lang="en-US" altLang="zh-CN" sz="3200" dirty="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8CE400BB-8B76-168B-9C03-024F32BB43A5}"/>
              </a:ext>
            </a:extLst>
          </p:cNvPr>
          <p:cNvSpPr>
            <a:spLocks noGrp="1" noChangeArrowheads="1"/>
          </p:cNvSpPr>
          <p:nvPr>
            <p:ph type="title"/>
          </p:nvPr>
        </p:nvSpPr>
        <p:spPr/>
        <p:txBody>
          <a:bodyPr/>
          <a:lstStyle/>
          <a:p>
            <a:pPr eaLnBrk="1" hangingPunct="1"/>
            <a:r>
              <a:rPr lang="en-US" altLang="zh-CN" dirty="0">
                <a:solidFill>
                  <a:schemeClr val="tx1"/>
                </a:solidFill>
              </a:rPr>
              <a:t>2.1</a:t>
            </a:r>
            <a:r>
              <a:rPr lang="zh-CN" altLang="en-US" dirty="0">
                <a:solidFill>
                  <a:schemeClr val="tx1"/>
                </a:solidFill>
              </a:rPr>
              <a:t> </a:t>
            </a:r>
            <a:r>
              <a:rPr lang="en-US" altLang="zh-CN" dirty="0">
                <a:solidFill>
                  <a:schemeClr val="tx1"/>
                </a:solidFill>
              </a:rPr>
              <a:t>CAN</a:t>
            </a:r>
            <a:r>
              <a:rPr lang="zh-CN" altLang="en-US" dirty="0">
                <a:solidFill>
                  <a:schemeClr val="tx1"/>
                </a:solidFill>
              </a:rPr>
              <a:t>总线技术</a:t>
            </a:r>
          </a:p>
        </p:txBody>
      </p:sp>
      <p:sp>
        <p:nvSpPr>
          <p:cNvPr id="15363" name="Rectangle 3">
            <a:extLst>
              <a:ext uri="{FF2B5EF4-FFF2-40B4-BE49-F238E27FC236}">
                <a16:creationId xmlns:a16="http://schemas.microsoft.com/office/drawing/2014/main" id="{E9CE3F22-73C1-65E4-8AA4-7E7EE81D0690}"/>
              </a:ext>
            </a:extLst>
          </p:cNvPr>
          <p:cNvSpPr>
            <a:spLocks noChangeArrowheads="1"/>
          </p:cNvSpPr>
          <p:nvPr/>
        </p:nvSpPr>
        <p:spPr bwMode="auto">
          <a:xfrm>
            <a:off x="152400" y="1143000"/>
            <a:ext cx="86868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t>       CAN</a:t>
            </a:r>
            <a:r>
              <a:rPr lang="zh-CN" altLang="en-US" sz="2400" dirty="0"/>
              <a:t>（</a:t>
            </a:r>
            <a:r>
              <a:rPr lang="en-US" altLang="zh-CN" sz="2400" dirty="0"/>
              <a:t>Controller Area Network</a:t>
            </a:r>
            <a:r>
              <a:rPr lang="zh-CN" altLang="en-US" sz="2400" dirty="0"/>
              <a:t>）是控制器局域网的简称，是德国</a:t>
            </a:r>
            <a:r>
              <a:rPr lang="en-US" altLang="zh-CN" sz="2400" dirty="0"/>
              <a:t>Bosch</a:t>
            </a:r>
            <a:r>
              <a:rPr lang="zh-CN" altLang="en-US" sz="2400" dirty="0"/>
              <a:t>公司在</a:t>
            </a:r>
            <a:r>
              <a:rPr lang="en-US" altLang="zh-CN" sz="2400" dirty="0"/>
              <a:t>1986</a:t>
            </a:r>
            <a:r>
              <a:rPr lang="zh-CN" altLang="en-US" sz="2400" dirty="0"/>
              <a:t>年为解决汽车中众多控制部件之间的数据交换而开发的一种串行数据通信总线。已成为</a:t>
            </a:r>
            <a:r>
              <a:rPr lang="en-US" altLang="zh-CN" sz="2400" dirty="0"/>
              <a:t>ISO</a:t>
            </a:r>
            <a:r>
              <a:rPr lang="zh-CN" altLang="en-US" sz="2400" dirty="0"/>
              <a:t>国际标准</a:t>
            </a:r>
            <a:r>
              <a:rPr lang="en-US" altLang="zh-CN" sz="2400" dirty="0"/>
              <a:t>ISO11898</a:t>
            </a:r>
            <a:r>
              <a:rPr lang="zh-CN" altLang="en-US" sz="2400" dirty="0"/>
              <a:t>。</a:t>
            </a:r>
          </a:p>
          <a:p>
            <a:pPr eaLnBrk="1" hangingPunct="1"/>
            <a:r>
              <a:rPr lang="zh-CN" altLang="en-US" sz="2400" dirty="0"/>
              <a:t>       与其他同类技术相比，</a:t>
            </a:r>
            <a:r>
              <a:rPr lang="en-US" altLang="zh-CN" sz="2400" dirty="0"/>
              <a:t>CAN</a:t>
            </a:r>
            <a:r>
              <a:rPr lang="zh-CN" altLang="en-US" sz="2400" dirty="0"/>
              <a:t>在可靠性、实时性和灵活性方面具有独特的技术优势，其主要技术特点如下。</a:t>
            </a:r>
          </a:p>
          <a:p>
            <a:pPr eaLnBrk="1" hangingPunct="1"/>
            <a:r>
              <a:rPr lang="en-US" altLang="zh-CN" sz="2400" dirty="0"/>
              <a:t>1</a:t>
            </a:r>
            <a:r>
              <a:rPr lang="zh-CN" altLang="en-US" sz="2400" dirty="0"/>
              <a:t>、</a:t>
            </a:r>
            <a:r>
              <a:rPr lang="en-US" altLang="zh-CN" sz="2400" dirty="0"/>
              <a:t>CAN</a:t>
            </a:r>
            <a:r>
              <a:rPr lang="zh-CN" altLang="en-US" sz="2400" dirty="0"/>
              <a:t>总线上任一节点均可在任意时刻主动地向其他节点发起通信，节点不分主从，通信方式灵活。</a:t>
            </a:r>
          </a:p>
          <a:p>
            <a:pPr eaLnBrk="1" hangingPunct="1"/>
            <a:r>
              <a:rPr lang="en-US" altLang="zh-CN" sz="2400" dirty="0"/>
              <a:t>2</a:t>
            </a:r>
            <a:r>
              <a:rPr lang="zh-CN" altLang="en-US" sz="2400" dirty="0"/>
              <a:t>、可将</a:t>
            </a:r>
            <a:r>
              <a:rPr lang="en-US" altLang="zh-CN" sz="2400" dirty="0"/>
              <a:t>CAN</a:t>
            </a:r>
            <a:r>
              <a:rPr lang="zh-CN" altLang="en-US" sz="2400" dirty="0"/>
              <a:t>总线上的节点信息，按照实时性要求的紧急程度，分为不同的优先级，最高优先级的数据可在</a:t>
            </a:r>
            <a:r>
              <a:rPr lang="en-US" altLang="zh-CN" sz="2400" dirty="0"/>
              <a:t>134</a:t>
            </a:r>
            <a:r>
              <a:rPr lang="zh-CN" altLang="en-US" sz="2400" dirty="0"/>
              <a:t>微秒内得到传输。</a:t>
            </a:r>
          </a:p>
          <a:p>
            <a:pPr eaLnBrk="1" hangingPunct="1"/>
            <a:r>
              <a:rPr lang="en-US" altLang="zh-CN" sz="2400" dirty="0"/>
              <a:t>3</a:t>
            </a:r>
            <a:r>
              <a:rPr lang="zh-CN" altLang="en-US" sz="2400" dirty="0"/>
              <a:t>、</a:t>
            </a:r>
            <a:r>
              <a:rPr lang="en-US" altLang="zh-CN" sz="2400" dirty="0"/>
              <a:t>CAN</a:t>
            </a:r>
            <a:r>
              <a:rPr lang="zh-CN" altLang="en-US" sz="2400" dirty="0"/>
              <a:t>采用载波监听多路访问、逐位仲裁的非破坏性总线仲裁技术。一是先听再讲，二是高优先级 不受影响。</a:t>
            </a:r>
          </a:p>
          <a:p>
            <a:pPr eaLnBrk="1" hangingPunct="1"/>
            <a:r>
              <a:rPr lang="en-US" altLang="zh-CN" sz="2400" dirty="0"/>
              <a:t>4</a:t>
            </a:r>
            <a:r>
              <a:rPr lang="zh-CN" altLang="en-US" sz="2400" dirty="0"/>
              <a:t>、</a:t>
            </a:r>
            <a:r>
              <a:rPr lang="en-US" altLang="zh-CN" sz="2400" dirty="0"/>
              <a:t>CAN</a:t>
            </a:r>
            <a:r>
              <a:rPr lang="zh-CN" altLang="en-US" sz="2400" dirty="0"/>
              <a:t>可传输</a:t>
            </a:r>
            <a:r>
              <a:rPr lang="en-US" altLang="zh-CN" sz="2400" dirty="0"/>
              <a:t>10km</a:t>
            </a:r>
            <a:r>
              <a:rPr lang="zh-CN" altLang="en-US" sz="2400" dirty="0"/>
              <a:t>（</a:t>
            </a:r>
            <a:r>
              <a:rPr lang="en-US" altLang="zh-CN" sz="2400" dirty="0"/>
              <a:t>&lt;5kb/s</a:t>
            </a:r>
            <a:r>
              <a:rPr lang="zh-CN" altLang="en-US" sz="2400" dirty="0"/>
              <a:t>），或者</a:t>
            </a:r>
            <a:r>
              <a:rPr lang="en-US" altLang="zh-CN" sz="2400" dirty="0"/>
              <a:t>1Mb/s(</a:t>
            </a:r>
            <a:r>
              <a:rPr lang="zh-CN" altLang="en-US" sz="2400" dirty="0"/>
              <a:t>不超过</a:t>
            </a:r>
            <a:r>
              <a:rPr lang="en-US" altLang="zh-CN" sz="2400" dirty="0"/>
              <a:t>40m)</a:t>
            </a:r>
            <a:r>
              <a:rPr lang="zh-CN" altLang="en-US" sz="2400" dirty="0"/>
              <a:t>。</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a:extLst>
              <a:ext uri="{FF2B5EF4-FFF2-40B4-BE49-F238E27FC236}">
                <a16:creationId xmlns:a16="http://schemas.microsoft.com/office/drawing/2014/main" id="{0E9CA8A2-D271-0043-3B7F-2EA778ECC310}"/>
              </a:ext>
            </a:extLst>
          </p:cNvPr>
          <p:cNvSpPr>
            <a:spLocks noChangeArrowheads="1"/>
          </p:cNvSpPr>
          <p:nvPr/>
        </p:nvSpPr>
        <p:spPr bwMode="auto">
          <a:xfrm>
            <a:off x="152400" y="1143000"/>
            <a:ext cx="8686800" cy="4911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r>
              <a:rPr lang="en-US" altLang="zh-CN" sz="2400"/>
              <a:t>5</a:t>
            </a:r>
            <a:r>
              <a:rPr lang="zh-CN" altLang="en-US" sz="2400"/>
              <a:t>、只需要通过报文滤波就可以实现点对点、一对多点及全局广播等几种方式传送数据。</a:t>
            </a:r>
          </a:p>
          <a:p>
            <a:pPr eaLnBrk="1" hangingPunct="1"/>
            <a:r>
              <a:rPr lang="en-US" altLang="zh-CN" sz="2400"/>
              <a:t>6</a:t>
            </a:r>
            <a:r>
              <a:rPr lang="zh-CN" altLang="en-US" sz="2400"/>
              <a:t>、</a:t>
            </a:r>
            <a:r>
              <a:rPr lang="en-US" altLang="zh-CN" sz="2400"/>
              <a:t>CAN</a:t>
            </a:r>
            <a:r>
              <a:rPr lang="zh-CN" altLang="en-US" sz="2400"/>
              <a:t>上的节点数主要决定于总线驱动电路，目前可达</a:t>
            </a:r>
            <a:r>
              <a:rPr lang="en-US" altLang="zh-CN" sz="2400"/>
              <a:t>110</a:t>
            </a:r>
            <a:r>
              <a:rPr lang="zh-CN" altLang="en-US" sz="2400"/>
              <a:t>个。</a:t>
            </a:r>
          </a:p>
          <a:p>
            <a:pPr eaLnBrk="1" hangingPunct="1"/>
            <a:r>
              <a:rPr lang="en-US" altLang="zh-CN" sz="2400"/>
              <a:t>7</a:t>
            </a:r>
            <a:r>
              <a:rPr lang="zh-CN" altLang="en-US" sz="2400"/>
              <a:t>、采用短帧结构，传输时间短，受干扰概率低，具有极好的检错效果。</a:t>
            </a:r>
          </a:p>
          <a:p>
            <a:pPr eaLnBrk="1" hangingPunct="1"/>
            <a:r>
              <a:rPr lang="en-US" altLang="zh-CN" sz="2400"/>
              <a:t>8</a:t>
            </a:r>
            <a:r>
              <a:rPr lang="zh-CN" altLang="en-US" sz="2400"/>
              <a:t>、</a:t>
            </a:r>
            <a:r>
              <a:rPr lang="en-US" altLang="zh-CN" sz="2400"/>
              <a:t>CAN</a:t>
            </a:r>
            <a:r>
              <a:rPr lang="zh-CN" altLang="en-US" sz="2400"/>
              <a:t>节点均设有出错检测、标定和自检的强有力措施。</a:t>
            </a:r>
          </a:p>
          <a:p>
            <a:pPr eaLnBrk="1" hangingPunct="1"/>
            <a:r>
              <a:rPr lang="en-US" altLang="zh-CN" sz="2400"/>
              <a:t>9</a:t>
            </a:r>
            <a:r>
              <a:rPr lang="zh-CN" altLang="en-US" sz="2400"/>
              <a:t>、</a:t>
            </a:r>
            <a:r>
              <a:rPr lang="en-US" altLang="zh-CN" sz="2400"/>
              <a:t>CAN</a:t>
            </a:r>
            <a:r>
              <a:rPr lang="zh-CN" altLang="en-US" sz="2400"/>
              <a:t>的通信介质可为双绞线、同轴电缆或光纤，选择灵活。</a:t>
            </a:r>
          </a:p>
          <a:p>
            <a:pPr eaLnBrk="1" hangingPunct="1"/>
            <a:r>
              <a:rPr lang="en-US" altLang="zh-CN" sz="2400"/>
              <a:t>10</a:t>
            </a:r>
            <a:r>
              <a:rPr lang="zh-CN" altLang="en-US" sz="2400"/>
              <a:t>、</a:t>
            </a:r>
            <a:r>
              <a:rPr lang="en-US" altLang="zh-CN" sz="2400"/>
              <a:t>CAN</a:t>
            </a:r>
            <a:r>
              <a:rPr lang="zh-CN" altLang="en-US" sz="2400"/>
              <a:t>器件可置于无任何内部活动的睡眠方式，以降低系统功耗。</a:t>
            </a:r>
          </a:p>
          <a:p>
            <a:pPr eaLnBrk="1" hangingPunct="1"/>
            <a:r>
              <a:rPr lang="en-US" altLang="zh-CN" sz="2400"/>
              <a:t>11</a:t>
            </a:r>
            <a:r>
              <a:rPr lang="zh-CN" altLang="en-US" sz="2400"/>
              <a:t>、</a:t>
            </a:r>
            <a:r>
              <a:rPr lang="en-US" altLang="zh-CN" sz="2400"/>
              <a:t>CAN</a:t>
            </a:r>
            <a:r>
              <a:rPr lang="zh-CN" altLang="en-US" sz="2400"/>
              <a:t>节点在错误严重的情况下具有自动关闭输出功能，以使总线上其他节点的运行不受影响。</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a:extLst>
              <a:ext uri="{FF2B5EF4-FFF2-40B4-BE49-F238E27FC236}">
                <a16:creationId xmlns:a16="http://schemas.microsoft.com/office/drawing/2014/main" id="{9579DBF3-878A-2246-E444-D821551C3C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 y="1068294"/>
            <a:ext cx="8763000" cy="4545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411" name="Text Box 3">
            <a:extLst>
              <a:ext uri="{FF2B5EF4-FFF2-40B4-BE49-F238E27FC236}">
                <a16:creationId xmlns:a16="http://schemas.microsoft.com/office/drawing/2014/main" id="{1EF06826-1B05-288D-4BEE-2D5D57BB0796}"/>
              </a:ext>
            </a:extLst>
          </p:cNvPr>
          <p:cNvSpPr txBox="1">
            <a:spLocks noChangeArrowheads="1"/>
          </p:cNvSpPr>
          <p:nvPr/>
        </p:nvSpPr>
        <p:spPr bwMode="auto">
          <a:xfrm>
            <a:off x="457200" y="5613306"/>
            <a:ext cx="6324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dirty="0">
                <a:solidFill>
                  <a:srgbClr val="000099"/>
                </a:solidFill>
              </a:rPr>
              <a:t>带有中央控制单元的车</a:t>
            </a:r>
          </a:p>
        </p:txBody>
      </p:sp>
      <p:sp>
        <p:nvSpPr>
          <p:cNvPr id="4" name="Rectangle 2">
            <a:extLst>
              <a:ext uri="{FF2B5EF4-FFF2-40B4-BE49-F238E27FC236}">
                <a16:creationId xmlns:a16="http://schemas.microsoft.com/office/drawing/2014/main" id="{0E2AAE8F-AFD2-E249-9076-8345F20637B2}"/>
              </a:ext>
            </a:extLst>
          </p:cNvPr>
          <p:cNvSpPr>
            <a:spLocks noGrp="1" noChangeArrowheads="1"/>
          </p:cNvSpPr>
          <p:nvPr>
            <p:ph type="title"/>
          </p:nvPr>
        </p:nvSpPr>
        <p:spPr>
          <a:xfrm>
            <a:off x="457200" y="457200"/>
            <a:ext cx="8229600" cy="738000"/>
          </a:xfrm>
        </p:spPr>
        <p:txBody>
          <a:bodyPr/>
          <a:lstStyle/>
          <a:p>
            <a:pPr eaLnBrk="1" hangingPunct="1"/>
            <a:r>
              <a:rPr lang="en-US" altLang="zh-CN" sz="3600" dirty="0">
                <a:solidFill>
                  <a:schemeClr val="tx1"/>
                </a:solidFill>
              </a:rPr>
              <a:t>2.1.1</a:t>
            </a:r>
            <a:r>
              <a:rPr lang="zh-CN" altLang="en-US" sz="3600" dirty="0">
                <a:solidFill>
                  <a:schemeClr val="tx1"/>
                </a:solidFill>
              </a:rPr>
              <a:t> 车辆中的</a:t>
            </a:r>
            <a:r>
              <a:rPr lang="en-US" altLang="zh-CN" sz="3600" dirty="0">
                <a:solidFill>
                  <a:schemeClr val="tx1"/>
                </a:solidFill>
              </a:rPr>
              <a:t>CAN</a:t>
            </a:r>
            <a:r>
              <a:rPr lang="zh-CN" altLang="en-US" sz="3600" dirty="0"/>
              <a:t>总线</a:t>
            </a:r>
            <a:endParaRPr lang="zh-CN" altLang="en-US" sz="3600" dirty="0">
              <a:solidFill>
                <a:schemeClr val="tx1"/>
              </a:solidFill>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a:extLst>
              <a:ext uri="{FF2B5EF4-FFF2-40B4-BE49-F238E27FC236}">
                <a16:creationId xmlns:a16="http://schemas.microsoft.com/office/drawing/2014/main" id="{0F32BC55-F6D0-1D3B-A12A-5ED7D211CB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990600"/>
            <a:ext cx="7315200" cy="3868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435" name="Text Box 3">
            <a:extLst>
              <a:ext uri="{FF2B5EF4-FFF2-40B4-BE49-F238E27FC236}">
                <a16:creationId xmlns:a16="http://schemas.microsoft.com/office/drawing/2014/main" id="{A47148F7-B15F-500D-6FBD-7C847766B38A}"/>
              </a:ext>
            </a:extLst>
          </p:cNvPr>
          <p:cNvSpPr txBox="1">
            <a:spLocks noChangeArrowheads="1"/>
          </p:cNvSpPr>
          <p:nvPr/>
        </p:nvSpPr>
        <p:spPr bwMode="auto">
          <a:xfrm>
            <a:off x="457200" y="5486400"/>
            <a:ext cx="6324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solidFill>
                  <a:srgbClr val="000099"/>
                </a:solidFill>
              </a:rPr>
              <a:t>带有三个中央控制单元的车</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a:extLst>
              <a:ext uri="{FF2B5EF4-FFF2-40B4-BE49-F238E27FC236}">
                <a16:creationId xmlns:a16="http://schemas.microsoft.com/office/drawing/2014/main" id="{A5E01A84-5158-C661-1E37-70EBF82B18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914400"/>
            <a:ext cx="7848600" cy="4065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459" name="Text Box 3">
            <a:extLst>
              <a:ext uri="{FF2B5EF4-FFF2-40B4-BE49-F238E27FC236}">
                <a16:creationId xmlns:a16="http://schemas.microsoft.com/office/drawing/2014/main" id="{BF265A7B-E05E-C9EC-AF0F-16642F8D74CD}"/>
              </a:ext>
            </a:extLst>
          </p:cNvPr>
          <p:cNvSpPr txBox="1">
            <a:spLocks noChangeArrowheads="1"/>
          </p:cNvSpPr>
          <p:nvPr/>
        </p:nvSpPr>
        <p:spPr bwMode="auto">
          <a:xfrm>
            <a:off x="457200" y="5486400"/>
            <a:ext cx="6324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solidFill>
                  <a:srgbClr val="000099"/>
                </a:solidFill>
              </a:rPr>
              <a:t>带有三个中央控制单元和总线系统的车</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a:extLst>
              <a:ext uri="{FF2B5EF4-FFF2-40B4-BE49-F238E27FC236}">
                <a16:creationId xmlns:a16="http://schemas.microsoft.com/office/drawing/2014/main" id="{57E586EF-1EDD-FC0C-3014-0954119A30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804863"/>
            <a:ext cx="8686800" cy="3843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483" name="Text Box 3">
            <a:extLst>
              <a:ext uri="{FF2B5EF4-FFF2-40B4-BE49-F238E27FC236}">
                <a16:creationId xmlns:a16="http://schemas.microsoft.com/office/drawing/2014/main" id="{5B483EE6-3C94-76AE-282E-A9A107BE8BD9}"/>
              </a:ext>
            </a:extLst>
          </p:cNvPr>
          <p:cNvSpPr txBox="1">
            <a:spLocks noChangeArrowheads="1"/>
          </p:cNvSpPr>
          <p:nvPr/>
        </p:nvSpPr>
        <p:spPr bwMode="auto">
          <a:xfrm>
            <a:off x="457200" y="5486400"/>
            <a:ext cx="6324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solidFill>
                  <a:srgbClr val="000099"/>
                </a:solidFill>
              </a:rPr>
              <a:t>带有三个中央控制单元的</a:t>
            </a:r>
            <a:r>
              <a:rPr lang="en-US" altLang="zh-CN" sz="2400" b="1">
                <a:solidFill>
                  <a:srgbClr val="000099"/>
                </a:solidFill>
              </a:rPr>
              <a:t>CAN</a:t>
            </a:r>
            <a:r>
              <a:rPr lang="zh-CN" altLang="en-US" sz="2400" b="1">
                <a:solidFill>
                  <a:srgbClr val="000099"/>
                </a:solidFill>
              </a:rPr>
              <a:t>驱动网络</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a:extLst>
              <a:ext uri="{FF2B5EF4-FFF2-40B4-BE49-F238E27FC236}">
                <a16:creationId xmlns:a16="http://schemas.microsoft.com/office/drawing/2014/main" id="{7FAD4E0B-FB33-F969-7821-209154712C60}"/>
              </a:ext>
            </a:extLst>
          </p:cNvPr>
          <p:cNvSpPr>
            <a:spLocks noGrp="1" noChangeArrowheads="1"/>
          </p:cNvSpPr>
          <p:nvPr>
            <p:ph type="body" idx="1"/>
          </p:nvPr>
        </p:nvSpPr>
        <p:spPr>
          <a:xfrm>
            <a:off x="457200" y="1600200"/>
            <a:ext cx="8229600" cy="4525963"/>
          </a:xfrm>
        </p:spPr>
        <p:txBody>
          <a:bodyPr/>
          <a:lstStyle/>
          <a:p>
            <a:endParaRPr lang="zh-CN" altLang="zh-CN"/>
          </a:p>
        </p:txBody>
      </p:sp>
      <p:pic>
        <p:nvPicPr>
          <p:cNvPr id="21507" name="Picture 4">
            <a:extLst>
              <a:ext uri="{FF2B5EF4-FFF2-40B4-BE49-F238E27FC236}">
                <a16:creationId xmlns:a16="http://schemas.microsoft.com/office/drawing/2014/main" id="{467E6745-A121-D6D8-CE81-0EE1CBF433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990600"/>
            <a:ext cx="8382000" cy="5033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1" name="Rectangle 11">
            <a:extLst>
              <a:ext uri="{FF2B5EF4-FFF2-40B4-BE49-F238E27FC236}">
                <a16:creationId xmlns:a16="http://schemas.microsoft.com/office/drawing/2014/main" id="{E61D1592-01C4-42A4-FF45-96F589AD52E6}"/>
              </a:ext>
            </a:extLst>
          </p:cNvPr>
          <p:cNvSpPr>
            <a:spLocks noChangeArrowheads="1"/>
          </p:cNvSpPr>
          <p:nvPr/>
        </p:nvSpPr>
        <p:spPr bwMode="auto">
          <a:xfrm>
            <a:off x="304800" y="1022325"/>
            <a:ext cx="8610600" cy="4206875"/>
          </a:xfrm>
          <a:prstGeom prst="rect">
            <a:avLst/>
          </a:prstGeom>
          <a:noFill/>
          <a:ln>
            <a:noFill/>
          </a:ln>
          <a:effectLst/>
        </p:spPr>
        <p:txBody>
          <a:bodyPr>
            <a:spAutoFit/>
          </a:bodyPr>
          <a:lstStyle/>
          <a:p>
            <a:pPr>
              <a:lnSpc>
                <a:spcPct val="125000"/>
              </a:lnSpc>
              <a:defRPr/>
            </a:pPr>
            <a:r>
              <a:rPr lang="zh-CN" altLang="zh-CN" sz="2400" b="1" dirty="0">
                <a:solidFill>
                  <a:srgbClr val="FF0000"/>
                </a:solidFill>
                <a:effectLst>
                  <a:outerShdw blurRad="38100" dist="38100" dir="2700000" algn="tl">
                    <a:srgbClr val="C0C0C0"/>
                  </a:outerShdw>
                </a:effectLst>
                <a:latin typeface="宋体" panose="02010600030101010101" pitchFamily="2" charset="-122"/>
              </a:rPr>
              <a:t>◆</a:t>
            </a:r>
            <a:r>
              <a:rPr lang="en-US" altLang="zh-CN" sz="2400" b="1" dirty="0">
                <a:solidFill>
                  <a:srgbClr val="FF0000"/>
                </a:solidFill>
                <a:effectLst>
                  <a:outerShdw blurRad="38100" dist="38100" dir="2700000" algn="tl">
                    <a:srgbClr val="C0C0C0"/>
                  </a:outerShdw>
                </a:effectLst>
                <a:latin typeface="宋体" panose="02010600030101010101" pitchFamily="2" charset="-122"/>
              </a:rPr>
              <a:t> </a:t>
            </a:r>
            <a:r>
              <a:rPr lang="zh-CN" altLang="zh-CN" sz="2400" b="1" dirty="0">
                <a:solidFill>
                  <a:srgbClr val="000066"/>
                </a:solidFill>
                <a:effectLst>
                  <a:outerShdw blurRad="38100" dist="38100" dir="2700000" algn="tl">
                    <a:srgbClr val="C0C0C0"/>
                  </a:outerShdw>
                </a:effectLst>
              </a:rPr>
              <a:t>基于</a:t>
            </a:r>
            <a:r>
              <a:rPr lang="en-US" altLang="zh-CN" sz="2400" b="1" dirty="0">
                <a:solidFill>
                  <a:srgbClr val="000066"/>
                </a:solidFill>
                <a:effectLst>
                  <a:outerShdw blurRad="38100" dist="38100" dir="2700000" algn="tl">
                    <a:srgbClr val="C0C0C0"/>
                  </a:outerShdw>
                </a:effectLst>
              </a:rPr>
              <a:t>CAN</a:t>
            </a:r>
            <a:r>
              <a:rPr lang="zh-CN" altLang="zh-CN" sz="2400" b="1" dirty="0">
                <a:solidFill>
                  <a:srgbClr val="000066"/>
                </a:solidFill>
                <a:effectLst>
                  <a:outerShdw blurRad="38100" dist="38100" dir="2700000" algn="tl">
                    <a:srgbClr val="C0C0C0"/>
                  </a:outerShdw>
                </a:effectLst>
              </a:rPr>
              <a:t>的应用层协议应用较通用的有两种：</a:t>
            </a:r>
            <a:r>
              <a:rPr lang="en-US" altLang="zh-CN" sz="2400" b="1" dirty="0" err="1">
                <a:solidFill>
                  <a:srgbClr val="000066"/>
                </a:solidFill>
                <a:effectLst>
                  <a:outerShdw blurRad="38100" dist="38100" dir="2700000" algn="tl">
                    <a:srgbClr val="C0C0C0"/>
                  </a:outerShdw>
                </a:effectLst>
              </a:rPr>
              <a:t>DeviceNet</a:t>
            </a:r>
            <a:r>
              <a:rPr lang="zh-CN" altLang="zh-CN" sz="2400" b="1" dirty="0">
                <a:solidFill>
                  <a:srgbClr val="000066"/>
                </a:solidFill>
                <a:effectLst>
                  <a:outerShdw blurRad="38100" dist="38100" dir="2700000" algn="tl">
                    <a:srgbClr val="C0C0C0"/>
                  </a:outerShdw>
                </a:effectLst>
              </a:rPr>
              <a:t>（适合于工厂底层自动化） 和 </a:t>
            </a:r>
            <a:r>
              <a:rPr lang="en-US" altLang="zh-CN" sz="2400" b="1" dirty="0" err="1">
                <a:solidFill>
                  <a:srgbClr val="000066"/>
                </a:solidFill>
                <a:effectLst>
                  <a:outerShdw blurRad="38100" dist="38100" dir="2700000" algn="tl">
                    <a:srgbClr val="C0C0C0"/>
                  </a:outerShdw>
                </a:effectLst>
              </a:rPr>
              <a:t>CANopen</a:t>
            </a:r>
            <a:r>
              <a:rPr lang="zh-CN" altLang="zh-CN" sz="2400" b="1" dirty="0">
                <a:solidFill>
                  <a:srgbClr val="000066"/>
                </a:solidFill>
                <a:effectLst>
                  <a:outerShdw blurRad="38100" dist="38100" dir="2700000" algn="tl">
                    <a:srgbClr val="C0C0C0"/>
                  </a:outerShdw>
                </a:effectLst>
              </a:rPr>
              <a:t>（适合于机械控制的嵌入式应用）。</a:t>
            </a:r>
          </a:p>
          <a:p>
            <a:pPr>
              <a:lnSpc>
                <a:spcPct val="125000"/>
              </a:lnSpc>
              <a:defRPr/>
            </a:pPr>
            <a:r>
              <a:rPr lang="zh-CN" altLang="zh-CN" sz="2400" b="1" dirty="0">
                <a:solidFill>
                  <a:srgbClr val="FF0000"/>
                </a:solidFill>
                <a:effectLst>
                  <a:outerShdw blurRad="38100" dist="38100" dir="2700000" algn="tl">
                    <a:srgbClr val="C0C0C0"/>
                  </a:outerShdw>
                </a:effectLst>
              </a:rPr>
              <a:t>◆</a:t>
            </a:r>
            <a:r>
              <a:rPr lang="zh-CN" altLang="zh-CN" sz="2400" dirty="0"/>
              <a:t> </a:t>
            </a:r>
            <a:r>
              <a:rPr lang="zh-CN" altLang="zh-CN" sz="2400" b="1" dirty="0">
                <a:solidFill>
                  <a:srgbClr val="000066"/>
                </a:solidFill>
                <a:effectLst>
                  <a:outerShdw blurRad="38100" dist="38100" dir="2700000" algn="tl">
                    <a:srgbClr val="C0C0C0"/>
                  </a:outerShdw>
                </a:effectLst>
              </a:rPr>
              <a:t>任何组织或个人都可以从</a:t>
            </a:r>
            <a:r>
              <a:rPr lang="en-US" altLang="zh-CN" sz="2400" b="1" dirty="0" err="1">
                <a:solidFill>
                  <a:srgbClr val="000066"/>
                </a:solidFill>
                <a:effectLst>
                  <a:outerShdw blurRad="38100" dist="38100" dir="2700000" algn="tl">
                    <a:srgbClr val="C0C0C0"/>
                  </a:outerShdw>
                </a:effectLst>
              </a:rPr>
              <a:t>DeviceNet</a:t>
            </a:r>
            <a:r>
              <a:rPr lang="zh-CN" altLang="zh-CN" sz="2400" b="1" dirty="0">
                <a:solidFill>
                  <a:srgbClr val="000066"/>
                </a:solidFill>
                <a:effectLst>
                  <a:outerShdw blurRad="38100" dist="38100" dir="2700000" algn="tl">
                    <a:srgbClr val="C0C0C0"/>
                  </a:outerShdw>
                </a:effectLst>
              </a:rPr>
              <a:t>供货商协会（</a:t>
            </a:r>
            <a:r>
              <a:rPr lang="en-US" altLang="zh-CN" sz="2400" b="1" dirty="0">
                <a:solidFill>
                  <a:srgbClr val="000066"/>
                </a:solidFill>
                <a:effectLst>
                  <a:outerShdw blurRad="38100" dist="38100" dir="2700000" algn="tl">
                    <a:srgbClr val="C0C0C0"/>
                  </a:outerShdw>
                </a:effectLst>
              </a:rPr>
              <a:t>ODVA</a:t>
            </a:r>
            <a:r>
              <a:rPr lang="zh-CN" altLang="zh-CN" sz="2400" b="1" dirty="0">
                <a:solidFill>
                  <a:srgbClr val="000066"/>
                </a:solidFill>
                <a:effectLst>
                  <a:outerShdw blurRad="38100" dist="38100" dir="2700000" algn="tl">
                    <a:srgbClr val="C0C0C0"/>
                  </a:outerShdw>
                </a:effectLst>
              </a:rPr>
              <a:t>）获得</a:t>
            </a:r>
            <a:r>
              <a:rPr lang="en-US" altLang="zh-CN" sz="2400" b="1" dirty="0" err="1">
                <a:solidFill>
                  <a:srgbClr val="000066"/>
                </a:solidFill>
                <a:effectLst>
                  <a:outerShdw blurRad="38100" dist="38100" dir="2700000" algn="tl">
                    <a:srgbClr val="C0C0C0"/>
                  </a:outerShdw>
                </a:effectLst>
              </a:rPr>
              <a:t>DeviceNet</a:t>
            </a:r>
            <a:r>
              <a:rPr lang="zh-CN" altLang="zh-CN" sz="2400" b="1" dirty="0">
                <a:solidFill>
                  <a:srgbClr val="000066"/>
                </a:solidFill>
                <a:effectLst>
                  <a:outerShdw blurRad="38100" dist="38100" dir="2700000" algn="tl">
                    <a:srgbClr val="C0C0C0"/>
                  </a:outerShdw>
                </a:effectLst>
              </a:rPr>
              <a:t>规范。购买者将得到无限制的、真正免费的开发</a:t>
            </a:r>
            <a:r>
              <a:rPr lang="en-US" altLang="zh-CN" sz="2400" b="1" dirty="0" err="1">
                <a:solidFill>
                  <a:srgbClr val="000066"/>
                </a:solidFill>
                <a:effectLst>
                  <a:outerShdw blurRad="38100" dist="38100" dir="2700000" algn="tl">
                    <a:srgbClr val="C0C0C0"/>
                  </a:outerShdw>
                </a:effectLst>
              </a:rPr>
              <a:t>DeviceNet</a:t>
            </a:r>
            <a:r>
              <a:rPr lang="zh-CN" altLang="zh-CN" sz="2400" b="1" dirty="0">
                <a:solidFill>
                  <a:srgbClr val="000066"/>
                </a:solidFill>
                <a:effectLst>
                  <a:outerShdw blurRad="38100" dist="38100" dir="2700000" algn="tl">
                    <a:srgbClr val="C0C0C0"/>
                  </a:outerShdw>
                </a:effectLst>
              </a:rPr>
              <a:t>产品的授权。</a:t>
            </a:r>
          </a:p>
          <a:p>
            <a:pPr>
              <a:lnSpc>
                <a:spcPct val="125000"/>
              </a:lnSpc>
              <a:defRPr/>
            </a:pPr>
            <a:r>
              <a:rPr lang="zh-CN" altLang="zh-CN" sz="2400" b="1" dirty="0">
                <a:solidFill>
                  <a:srgbClr val="FF0000"/>
                </a:solidFill>
                <a:effectLst>
                  <a:outerShdw blurRad="38100" dist="38100" dir="2700000" algn="tl">
                    <a:srgbClr val="C0C0C0"/>
                  </a:outerShdw>
                </a:effectLst>
              </a:rPr>
              <a:t>◆</a:t>
            </a:r>
            <a:r>
              <a:rPr lang="en-US" altLang="zh-CN" sz="2400" dirty="0"/>
              <a:t> </a:t>
            </a:r>
            <a:r>
              <a:rPr lang="en-US" altLang="zh-CN" sz="2400" b="1" dirty="0" err="1">
                <a:solidFill>
                  <a:srgbClr val="000066"/>
                </a:solidFill>
                <a:effectLst>
                  <a:outerShdw blurRad="38100" dist="38100" dir="2700000" algn="tl">
                    <a:srgbClr val="C0C0C0"/>
                  </a:outerShdw>
                </a:effectLst>
              </a:rPr>
              <a:t>DeviceNet</a:t>
            </a:r>
            <a:r>
              <a:rPr lang="zh-CN" altLang="zh-CN" sz="2400" b="1" dirty="0">
                <a:solidFill>
                  <a:srgbClr val="000066"/>
                </a:solidFill>
                <a:effectLst>
                  <a:outerShdw blurRad="38100" dist="38100" dir="2700000" algn="tl">
                    <a:srgbClr val="C0C0C0"/>
                  </a:outerShdw>
                </a:effectLst>
              </a:rPr>
              <a:t>自</a:t>
            </a:r>
            <a:r>
              <a:rPr lang="en-US" altLang="zh-CN" sz="2400" b="1" dirty="0">
                <a:solidFill>
                  <a:srgbClr val="000066"/>
                </a:solidFill>
                <a:effectLst>
                  <a:outerShdw blurRad="38100" dist="38100" dir="2700000" algn="tl">
                    <a:srgbClr val="C0C0C0"/>
                  </a:outerShdw>
                </a:effectLst>
              </a:rPr>
              <a:t>2002</a:t>
            </a:r>
            <a:r>
              <a:rPr lang="zh-CN" altLang="zh-CN" sz="2400" b="1" dirty="0">
                <a:solidFill>
                  <a:srgbClr val="000066"/>
                </a:solidFill>
                <a:effectLst>
                  <a:outerShdw blurRad="38100" dist="38100" dir="2700000" algn="tl">
                    <a:srgbClr val="C0C0C0"/>
                  </a:outerShdw>
                </a:effectLst>
              </a:rPr>
              <a:t>年被确立为中国国家标准以来，已在冶金、电力、水处理、乳品饮料、烟草、水泥、石化、矿山等各个行业得到成功应用，其低成本和高可靠性已经得到广泛认同。</a:t>
            </a:r>
          </a:p>
        </p:txBody>
      </p:sp>
      <p:sp>
        <p:nvSpPr>
          <p:cNvPr id="3" name="Rectangle 2">
            <a:extLst>
              <a:ext uri="{FF2B5EF4-FFF2-40B4-BE49-F238E27FC236}">
                <a16:creationId xmlns:a16="http://schemas.microsoft.com/office/drawing/2014/main" id="{60911CE0-71FB-6C44-A141-B40600E61A83}"/>
              </a:ext>
            </a:extLst>
          </p:cNvPr>
          <p:cNvSpPr>
            <a:spLocks noGrp="1" noChangeArrowheads="1"/>
          </p:cNvSpPr>
          <p:nvPr>
            <p:ph type="title"/>
          </p:nvPr>
        </p:nvSpPr>
        <p:spPr>
          <a:xfrm>
            <a:off x="457200" y="386744"/>
            <a:ext cx="8229600" cy="738000"/>
          </a:xfrm>
        </p:spPr>
        <p:txBody>
          <a:bodyPr/>
          <a:lstStyle/>
          <a:p>
            <a:pPr eaLnBrk="1" hangingPunct="1"/>
            <a:r>
              <a:rPr lang="en-US" altLang="zh-CN" sz="3600" dirty="0">
                <a:solidFill>
                  <a:schemeClr val="tx1"/>
                </a:solidFill>
              </a:rPr>
              <a:t>2.1.2</a:t>
            </a:r>
            <a:r>
              <a:rPr lang="zh-CN" altLang="en-US" sz="3600" dirty="0">
                <a:solidFill>
                  <a:schemeClr val="tx1"/>
                </a:solidFill>
              </a:rPr>
              <a:t> </a:t>
            </a:r>
            <a:r>
              <a:rPr lang="en-US" altLang="zh-CN" sz="3600" dirty="0">
                <a:solidFill>
                  <a:schemeClr val="tx1"/>
                </a:solidFill>
              </a:rPr>
              <a:t>CAN</a:t>
            </a:r>
            <a:r>
              <a:rPr lang="zh-CN" altLang="en-US" sz="3600" dirty="0"/>
              <a:t>总线的应用协议</a:t>
            </a:r>
            <a:endParaRPr lang="zh-CN" altLang="en-US" sz="3600" dirty="0">
              <a:solidFill>
                <a:schemeClr val="tx1"/>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19211">
                                            <p:txEl>
                                              <p:pRg st="0" end="0"/>
                                            </p:txEl>
                                          </p:spTgt>
                                        </p:tgtEl>
                                        <p:attrNameLst>
                                          <p:attrName>style.visibility</p:attrName>
                                        </p:attrNameLst>
                                      </p:cBhvr>
                                      <p:to>
                                        <p:strVal val="visible"/>
                                      </p:to>
                                    </p:set>
                                    <p:anim calcmode="lin" valueType="num">
                                      <p:cBhvr additive="base">
                                        <p:cTn id="7" dur="500" fill="hold"/>
                                        <p:tgtEl>
                                          <p:spTgt spid="8192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2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819211">
                                            <p:txEl>
                                              <p:pRg st="1" end="1"/>
                                            </p:txEl>
                                          </p:spTgt>
                                        </p:tgtEl>
                                        <p:attrNameLst>
                                          <p:attrName>style.visibility</p:attrName>
                                        </p:attrNameLst>
                                      </p:cBhvr>
                                      <p:to>
                                        <p:strVal val="visible"/>
                                      </p:to>
                                    </p:set>
                                    <p:anim calcmode="lin" valueType="num">
                                      <p:cBhvr additive="base">
                                        <p:cTn id="13" dur="500" fill="hold"/>
                                        <p:tgtEl>
                                          <p:spTgt spid="81921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92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819211">
                                            <p:txEl>
                                              <p:pRg st="2" end="2"/>
                                            </p:txEl>
                                          </p:spTgt>
                                        </p:tgtEl>
                                        <p:attrNameLst>
                                          <p:attrName>style.visibility</p:attrName>
                                        </p:attrNameLst>
                                      </p:cBhvr>
                                      <p:to>
                                        <p:strVal val="visible"/>
                                      </p:to>
                                    </p:set>
                                    <p:anim calcmode="lin" valueType="num">
                                      <p:cBhvr additive="base">
                                        <p:cTn id="19" dur="500" fill="hold"/>
                                        <p:tgtEl>
                                          <p:spTgt spid="81921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1921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0939A894-A365-2A59-9376-EE0EE7B449E4}"/>
              </a:ext>
            </a:extLst>
          </p:cNvPr>
          <p:cNvSpPr>
            <a:spLocks noGrp="1" noChangeArrowheads="1"/>
          </p:cNvSpPr>
          <p:nvPr>
            <p:ph type="title"/>
          </p:nvPr>
        </p:nvSpPr>
        <p:spPr>
          <a:xfrm>
            <a:off x="304800" y="228600"/>
            <a:ext cx="8534400" cy="914400"/>
          </a:xfrm>
          <a:noFill/>
        </p:spPr>
        <p:txBody>
          <a:bodyPr/>
          <a:lstStyle/>
          <a:p>
            <a:pPr algn="l"/>
            <a:r>
              <a:rPr lang="en-US" altLang="zh-CN" sz="3600" b="1" dirty="0">
                <a:solidFill>
                  <a:srgbClr val="FF0000"/>
                </a:solidFill>
              </a:rPr>
              <a:t>2.1.3</a:t>
            </a:r>
            <a:r>
              <a:rPr lang="zh-CN" altLang="en-US" sz="3600" b="1" dirty="0">
                <a:solidFill>
                  <a:srgbClr val="FF0000"/>
                </a:solidFill>
              </a:rPr>
              <a:t> </a:t>
            </a:r>
            <a:r>
              <a:rPr lang="en-US" altLang="zh-CN" sz="3600" b="1" dirty="0">
                <a:solidFill>
                  <a:srgbClr val="FF0000"/>
                </a:solidFill>
              </a:rPr>
              <a:t>CAN</a:t>
            </a:r>
            <a:r>
              <a:rPr lang="zh-CN" altLang="en-US" sz="3600" b="1" dirty="0">
                <a:solidFill>
                  <a:srgbClr val="FF0000"/>
                </a:solidFill>
              </a:rPr>
              <a:t>总线布置、结构和基本特点</a:t>
            </a:r>
          </a:p>
        </p:txBody>
      </p:sp>
      <p:sp>
        <p:nvSpPr>
          <p:cNvPr id="23555" name="Rectangle 4">
            <a:extLst>
              <a:ext uri="{FF2B5EF4-FFF2-40B4-BE49-F238E27FC236}">
                <a16:creationId xmlns:a16="http://schemas.microsoft.com/office/drawing/2014/main" id="{A6CA91D9-5CA8-E975-EC30-9A4E61973D70}"/>
              </a:ext>
            </a:extLst>
          </p:cNvPr>
          <p:cNvSpPr>
            <a:spLocks noChangeArrowheads="1"/>
          </p:cNvSpPr>
          <p:nvPr/>
        </p:nvSpPr>
        <p:spPr bwMode="auto">
          <a:xfrm>
            <a:off x="381000" y="993775"/>
            <a:ext cx="8458200" cy="822325"/>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lang="zh-CN" altLang="en-US" sz="2400" b="1"/>
              <a:t>考虑到信号的重复率及产生出的数据量，</a:t>
            </a:r>
            <a:r>
              <a:rPr lang="en-US" altLang="zh-CN" sz="2400" b="1"/>
              <a:t>CAN</a:t>
            </a:r>
            <a:r>
              <a:rPr lang="zh-CN" altLang="en-US" sz="2400" b="1"/>
              <a:t>总线系统分为三个专门的系统</a:t>
            </a:r>
          </a:p>
        </p:txBody>
      </p:sp>
      <p:sp>
        <p:nvSpPr>
          <p:cNvPr id="23556" name="Rectangle 5">
            <a:extLst>
              <a:ext uri="{FF2B5EF4-FFF2-40B4-BE49-F238E27FC236}">
                <a16:creationId xmlns:a16="http://schemas.microsoft.com/office/drawing/2014/main" id="{351423E3-8007-4DAF-0CFA-15BF1EE318E9}"/>
              </a:ext>
            </a:extLst>
          </p:cNvPr>
          <p:cNvSpPr>
            <a:spLocks noChangeArrowheads="1"/>
          </p:cNvSpPr>
          <p:nvPr/>
        </p:nvSpPr>
        <p:spPr bwMode="auto">
          <a:xfrm>
            <a:off x="457200" y="1941513"/>
            <a:ext cx="83058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sz="2400" b="1">
                <a:solidFill>
                  <a:srgbClr val="000099"/>
                </a:solidFill>
              </a:rPr>
              <a:t>• CAN</a:t>
            </a:r>
            <a:r>
              <a:rPr lang="zh-CN" altLang="en-US" sz="2400" b="1">
                <a:solidFill>
                  <a:srgbClr val="000099"/>
                </a:solidFill>
              </a:rPr>
              <a:t>驱动总线（高速），</a:t>
            </a:r>
            <a:r>
              <a:rPr lang="en-US" altLang="zh-CN" sz="2400" b="1">
                <a:solidFill>
                  <a:srgbClr val="000099"/>
                </a:solidFill>
              </a:rPr>
              <a:t>500Kbit/s</a:t>
            </a:r>
            <a:r>
              <a:rPr lang="zh-CN" altLang="en-US" sz="2400" b="1">
                <a:solidFill>
                  <a:srgbClr val="000099"/>
                </a:solidFill>
              </a:rPr>
              <a:t>，可基本满足实时要求。</a:t>
            </a:r>
          </a:p>
          <a:p>
            <a:pPr>
              <a:spcBef>
                <a:spcPct val="0"/>
              </a:spcBef>
            </a:pPr>
            <a:r>
              <a:rPr lang="en-US" altLang="zh-CN" sz="2400" b="1">
                <a:solidFill>
                  <a:srgbClr val="000099"/>
                </a:solidFill>
              </a:rPr>
              <a:t>• CAN</a:t>
            </a:r>
            <a:r>
              <a:rPr lang="zh-CN" altLang="en-US" sz="2400" b="1">
                <a:solidFill>
                  <a:srgbClr val="000099"/>
                </a:solidFill>
              </a:rPr>
              <a:t>舒适总线（低速），</a:t>
            </a:r>
            <a:r>
              <a:rPr lang="en-US" altLang="zh-CN" sz="2400" b="1">
                <a:solidFill>
                  <a:srgbClr val="000099"/>
                </a:solidFill>
              </a:rPr>
              <a:t>100 Kbit/s</a:t>
            </a:r>
            <a:r>
              <a:rPr lang="zh-CN" altLang="en-US" sz="2400" b="1">
                <a:solidFill>
                  <a:srgbClr val="000099"/>
                </a:solidFill>
              </a:rPr>
              <a:t>，用于对时间要求不高的情况。</a:t>
            </a:r>
            <a:r>
              <a:rPr lang="zh-CN" altLang="en-US" sz="2400">
                <a:solidFill>
                  <a:srgbClr val="000099"/>
                </a:solidFill>
              </a:rPr>
              <a:t> </a:t>
            </a:r>
            <a:endParaRPr lang="zh-CN" altLang="en-US" sz="2400" b="1">
              <a:solidFill>
                <a:srgbClr val="000099"/>
              </a:solidFill>
            </a:endParaRPr>
          </a:p>
          <a:p>
            <a:pPr>
              <a:spcBef>
                <a:spcPct val="0"/>
              </a:spcBef>
            </a:pPr>
            <a:r>
              <a:rPr lang="en-US" altLang="zh-CN" sz="2400" b="1">
                <a:solidFill>
                  <a:srgbClr val="000099"/>
                </a:solidFill>
              </a:rPr>
              <a:t>• CAN“infotainment”</a:t>
            </a:r>
            <a:r>
              <a:rPr lang="zh-CN" altLang="en-US" sz="2400" b="1">
                <a:solidFill>
                  <a:srgbClr val="000099"/>
                </a:solidFill>
              </a:rPr>
              <a:t>总线（低速），</a:t>
            </a:r>
            <a:r>
              <a:rPr lang="en-US" altLang="zh-CN" sz="2400" b="1">
                <a:solidFill>
                  <a:srgbClr val="000099"/>
                </a:solidFill>
              </a:rPr>
              <a:t>100Kbit/s</a:t>
            </a:r>
            <a:r>
              <a:rPr lang="zh-CN" altLang="en-US" sz="2400" b="1">
                <a:solidFill>
                  <a:srgbClr val="000099"/>
                </a:solidFill>
              </a:rPr>
              <a:t>，用于对时间要求不高的情况。</a:t>
            </a:r>
          </a:p>
        </p:txBody>
      </p:sp>
      <p:pic>
        <p:nvPicPr>
          <p:cNvPr id="23557" name="Picture 6">
            <a:extLst>
              <a:ext uri="{FF2B5EF4-FFF2-40B4-BE49-F238E27FC236}">
                <a16:creationId xmlns:a16="http://schemas.microsoft.com/office/drawing/2014/main" id="{D25B75BB-BA58-AE02-09DD-023114E2D9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3860800"/>
            <a:ext cx="8305800" cy="2765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E29CE35C-F048-AEB7-50C3-075F014A017A}"/>
              </a:ext>
            </a:extLst>
          </p:cNvPr>
          <p:cNvSpPr>
            <a:spLocks noGrp="1" noChangeArrowheads="1"/>
          </p:cNvSpPr>
          <p:nvPr>
            <p:ph type="title"/>
          </p:nvPr>
        </p:nvSpPr>
        <p:spPr/>
        <p:txBody>
          <a:bodyPr/>
          <a:lstStyle/>
          <a:p>
            <a:r>
              <a:rPr lang="en-US" altLang="zh-CN" sz="3600" dirty="0">
                <a:solidFill>
                  <a:srgbClr val="333333"/>
                </a:solidFill>
                <a:latin typeface="微软雅黑" panose="020B0503020204020204" pitchFamily="34" charset="-122"/>
              </a:rPr>
              <a:t>2.1.4</a:t>
            </a:r>
            <a:r>
              <a:rPr lang="zh-CN" altLang="en-US" sz="3600" dirty="0">
                <a:solidFill>
                  <a:srgbClr val="333333"/>
                </a:solidFill>
                <a:latin typeface="微软雅黑" panose="020B0503020204020204" pitchFamily="34" charset="-122"/>
              </a:rPr>
              <a:t> </a:t>
            </a:r>
            <a:r>
              <a:rPr lang="zh-CN" altLang="zh-CN" sz="3600" dirty="0">
                <a:solidFill>
                  <a:srgbClr val="333333"/>
                </a:solidFill>
                <a:latin typeface="微软雅黑" panose="020B0503020204020204" pitchFamily="34" charset="-122"/>
              </a:rPr>
              <a:t>CAN总线技术白皮书</a:t>
            </a:r>
            <a:endParaRPr lang="zh-CN" altLang="zh-CN" sz="3600" dirty="0"/>
          </a:p>
        </p:txBody>
      </p:sp>
      <p:sp>
        <p:nvSpPr>
          <p:cNvPr id="24579" name="Text Box 4">
            <a:extLst>
              <a:ext uri="{FF2B5EF4-FFF2-40B4-BE49-F238E27FC236}">
                <a16:creationId xmlns:a16="http://schemas.microsoft.com/office/drawing/2014/main" id="{E8B36616-1C7F-8B82-5569-A39B0673011B}"/>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en-US" sz="1800">
                <a:solidFill>
                  <a:schemeClr val="bg1"/>
                </a:solidFill>
              </a:rPr>
              <a:t>5.2 主要现场总线技术</a:t>
            </a:r>
            <a:endParaRPr lang="zh-CN" altLang="en-US" sz="1800">
              <a:solidFill>
                <a:schemeClr val="bg1"/>
              </a:solidFill>
            </a:endParaRPr>
          </a:p>
        </p:txBody>
      </p:sp>
      <p:sp>
        <p:nvSpPr>
          <p:cNvPr id="24580" name="矩形 1">
            <a:extLst>
              <a:ext uri="{FF2B5EF4-FFF2-40B4-BE49-F238E27FC236}">
                <a16:creationId xmlns:a16="http://schemas.microsoft.com/office/drawing/2014/main" id="{D3127626-CE8C-0D93-9F20-A6C8C3F14598}"/>
              </a:ext>
            </a:extLst>
          </p:cNvPr>
          <p:cNvSpPr>
            <a:spLocks noChangeArrowheads="1"/>
          </p:cNvSpPr>
          <p:nvPr/>
        </p:nvSpPr>
        <p:spPr bwMode="auto">
          <a:xfrm>
            <a:off x="609600" y="1371600"/>
            <a:ext cx="7924800" cy="415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sz="2400" dirty="0"/>
              <a:t>CAN</a:t>
            </a:r>
            <a:r>
              <a:rPr lang="zh-CN" altLang="en-US" sz="2400" dirty="0"/>
              <a:t>总线仲裁机制</a:t>
            </a:r>
            <a:endParaRPr lang="en-US" altLang="zh-CN" sz="2400" dirty="0"/>
          </a:p>
          <a:p>
            <a:pPr eaLnBrk="1" hangingPunct="1">
              <a:spcBef>
                <a:spcPct val="0"/>
              </a:spcBef>
            </a:pPr>
            <a:endParaRPr lang="zh-CN" altLang="en-US" sz="2400" dirty="0"/>
          </a:p>
          <a:p>
            <a:pPr eaLnBrk="1" hangingPunct="1">
              <a:spcBef>
                <a:spcPct val="0"/>
              </a:spcBef>
            </a:pPr>
            <a:r>
              <a:rPr lang="zh-CN" altLang="en-US" sz="2400" dirty="0"/>
              <a:t>①总线上</a:t>
            </a:r>
            <a:r>
              <a:rPr lang="zh-CN" altLang="en-US" sz="2400" dirty="0">
                <a:solidFill>
                  <a:srgbClr val="FF0000"/>
                </a:solidFill>
              </a:rPr>
              <a:t>显性电平支配隐性电平</a:t>
            </a:r>
            <a:r>
              <a:rPr lang="zh-CN" altLang="en-US" sz="2400" dirty="0"/>
              <a:t>。逻辑</a:t>
            </a:r>
            <a:r>
              <a:rPr lang="zh-CN" altLang="en-US" sz="2400" dirty="0">
                <a:solidFill>
                  <a:srgbClr val="FF0000"/>
                </a:solidFill>
              </a:rPr>
              <a:t>“</a:t>
            </a:r>
            <a:r>
              <a:rPr lang="en-US" altLang="zh-CN" sz="2400" dirty="0">
                <a:solidFill>
                  <a:srgbClr val="FF0000"/>
                </a:solidFill>
              </a:rPr>
              <a:t>0”</a:t>
            </a:r>
            <a:r>
              <a:rPr lang="zh-CN" altLang="en-US" sz="2400" dirty="0">
                <a:solidFill>
                  <a:srgbClr val="FF0000"/>
                </a:solidFill>
              </a:rPr>
              <a:t>为显性电平</a:t>
            </a:r>
            <a:r>
              <a:rPr lang="zh-CN" altLang="en-US" sz="2400" dirty="0"/>
              <a:t>；逻辑“</a:t>
            </a:r>
            <a:r>
              <a:rPr lang="en-US" altLang="zh-CN" sz="2400" dirty="0"/>
              <a:t>1” </a:t>
            </a:r>
            <a:r>
              <a:rPr lang="zh-CN" altLang="en-US" sz="2400" dirty="0"/>
              <a:t>为隐性电平；</a:t>
            </a:r>
          </a:p>
          <a:p>
            <a:pPr eaLnBrk="1" hangingPunct="1">
              <a:spcBef>
                <a:spcPct val="0"/>
              </a:spcBef>
            </a:pPr>
            <a:r>
              <a:rPr lang="zh-CN" altLang="en-US" sz="2400" dirty="0"/>
              <a:t>②总线</a:t>
            </a:r>
            <a:r>
              <a:rPr lang="zh-CN" altLang="en-US" sz="2400" dirty="0">
                <a:solidFill>
                  <a:srgbClr val="FF0000"/>
                </a:solidFill>
              </a:rPr>
              <a:t>空闲时，任何节点</a:t>
            </a:r>
            <a:r>
              <a:rPr lang="zh-CN" altLang="en-US" sz="2400" dirty="0"/>
              <a:t>可以开始发送报文；</a:t>
            </a:r>
          </a:p>
          <a:p>
            <a:pPr eaLnBrk="1" hangingPunct="1">
              <a:spcBef>
                <a:spcPct val="0"/>
              </a:spcBef>
            </a:pPr>
            <a:r>
              <a:rPr lang="zh-CN" altLang="en-US" sz="2400" dirty="0"/>
              <a:t>③总线上每条报文都具有</a:t>
            </a:r>
            <a:r>
              <a:rPr lang="zh-CN" altLang="en-US" sz="2400" dirty="0">
                <a:solidFill>
                  <a:srgbClr val="FF0000"/>
                </a:solidFill>
              </a:rPr>
              <a:t>唯一的</a:t>
            </a:r>
            <a:r>
              <a:rPr lang="zh-CN" altLang="en-US" sz="2400" dirty="0"/>
              <a:t>一个</a:t>
            </a:r>
            <a:r>
              <a:rPr lang="en-US" altLang="zh-CN" sz="2400" dirty="0"/>
              <a:t>11 </a:t>
            </a:r>
            <a:r>
              <a:rPr lang="zh-CN" altLang="en-US" sz="2400" dirty="0"/>
              <a:t>位或</a:t>
            </a:r>
            <a:r>
              <a:rPr lang="en-US" altLang="zh-CN" sz="2400" dirty="0"/>
              <a:t>29 </a:t>
            </a:r>
            <a:r>
              <a:rPr lang="zh-CN" altLang="en-US" sz="2400" dirty="0"/>
              <a:t>位标识符；</a:t>
            </a:r>
          </a:p>
          <a:p>
            <a:pPr eaLnBrk="1" hangingPunct="1">
              <a:spcBef>
                <a:spcPct val="0"/>
              </a:spcBef>
            </a:pPr>
            <a:r>
              <a:rPr lang="zh-CN" altLang="en-US" sz="2400" dirty="0"/>
              <a:t>④报文标识符的</a:t>
            </a:r>
            <a:r>
              <a:rPr lang="zh-CN" altLang="en-US" sz="2400" dirty="0">
                <a:solidFill>
                  <a:srgbClr val="FF0000"/>
                </a:solidFill>
              </a:rPr>
              <a:t>值越小</a:t>
            </a:r>
            <a:r>
              <a:rPr lang="zh-CN" altLang="en-US" sz="2400" dirty="0"/>
              <a:t>，报文具有越高的优先权；</a:t>
            </a:r>
          </a:p>
          <a:p>
            <a:pPr eaLnBrk="1" hangingPunct="1">
              <a:spcBef>
                <a:spcPct val="0"/>
              </a:spcBef>
            </a:pPr>
            <a:r>
              <a:rPr lang="zh-CN" altLang="en-US" sz="2400" dirty="0"/>
              <a:t>⑤多个节点同时发送时，总线在“仲裁场”进行</a:t>
            </a:r>
            <a:r>
              <a:rPr lang="zh-CN" altLang="en-US" sz="2400" dirty="0">
                <a:solidFill>
                  <a:srgbClr val="FF0000"/>
                </a:solidFill>
              </a:rPr>
              <a:t>“逐位仲裁”</a:t>
            </a:r>
            <a:r>
              <a:rPr lang="zh-CN" altLang="en-US" sz="2400" dirty="0"/>
              <a:t>；</a:t>
            </a:r>
          </a:p>
          <a:p>
            <a:pPr eaLnBrk="1" hangingPunct="1">
              <a:spcBef>
                <a:spcPct val="0"/>
              </a:spcBef>
            </a:pPr>
            <a:r>
              <a:rPr lang="zh-CN" altLang="en-US" sz="2400" dirty="0"/>
              <a:t>⑥传送高优先级报文的节点赢得仲裁，并继续传输报文；</a:t>
            </a:r>
          </a:p>
          <a:p>
            <a:pPr eaLnBrk="1" hangingPunct="1">
              <a:spcBef>
                <a:spcPct val="0"/>
              </a:spcBef>
            </a:pPr>
            <a:r>
              <a:rPr lang="zh-CN" altLang="en-US" sz="2400" dirty="0"/>
              <a:t>⑦失去仲裁的节点在总线</a:t>
            </a:r>
            <a:r>
              <a:rPr lang="zh-CN" altLang="en-US" sz="2400" dirty="0">
                <a:solidFill>
                  <a:srgbClr val="FF0000"/>
                </a:solidFill>
              </a:rPr>
              <a:t>空闲时重新传送</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3">
            <a:extLst>
              <a:ext uri="{FF2B5EF4-FFF2-40B4-BE49-F238E27FC236}">
                <a16:creationId xmlns:a16="http://schemas.microsoft.com/office/drawing/2014/main" id="{91608103-6844-074B-6AB3-75754D8C786A}"/>
              </a:ext>
            </a:extLst>
          </p:cNvPr>
          <p:cNvSpPr txBox="1">
            <a:spLocks noChangeArrowheads="1"/>
          </p:cNvSpPr>
          <p:nvPr/>
        </p:nvSpPr>
        <p:spPr bwMode="auto">
          <a:xfrm>
            <a:off x="0" y="457200"/>
            <a:ext cx="9144000" cy="2497138"/>
          </a:xfrm>
          <a:prstGeom prst="rect">
            <a:avLst/>
          </a:prstGeom>
          <a:solidFill>
            <a:srgbClr val="FFFF99"/>
          </a:solidFill>
          <a:ln>
            <a:noFill/>
          </a:ln>
          <a:effectLst/>
          <a:extLst>
            <a:ext uri="{91240B29-F687-4F45-9708-019B960494DF}">
              <a14:hiddenLine xmlns:a14="http://schemas.microsoft.com/office/drawing/2010/main" w="9525">
                <a:solidFill>
                  <a:srgbClr val="FFA7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7" tIns="45718" rIns="91437" bIns="45718">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100" b="1" dirty="0">
                <a:solidFill>
                  <a:srgbClr val="FF0000"/>
                </a:solidFill>
                <a:latin typeface="方正细黑一简体"/>
                <a:ea typeface="方正细黑一简体"/>
                <a:cs typeface="方正细黑一简体"/>
              </a:rPr>
              <a:t>CAN-BUS</a:t>
            </a:r>
            <a:r>
              <a:rPr lang="zh-CN" altLang="en-US" sz="2100" b="1" dirty="0">
                <a:solidFill>
                  <a:srgbClr val="FF0000"/>
                </a:solidFill>
                <a:latin typeface="方正细黑一简体"/>
                <a:ea typeface="方正细黑一简体"/>
                <a:cs typeface="方正细黑一简体"/>
              </a:rPr>
              <a:t>系统组成：</a:t>
            </a:r>
          </a:p>
          <a:p>
            <a:pPr>
              <a:spcBef>
                <a:spcPct val="50000"/>
              </a:spcBef>
            </a:pPr>
            <a:r>
              <a:rPr lang="en-US" altLang="zh-CN" sz="2100" b="1" dirty="0">
                <a:latin typeface="方正细黑一简体"/>
                <a:ea typeface="方正细黑一简体"/>
                <a:cs typeface="方正细黑一简体"/>
              </a:rPr>
              <a:t>CAN</a:t>
            </a:r>
            <a:r>
              <a:rPr lang="zh-CN" altLang="en-US" sz="2100" b="1" dirty="0">
                <a:latin typeface="方正细黑一简体"/>
                <a:ea typeface="方正细黑一简体"/>
                <a:cs typeface="方正细黑一简体"/>
              </a:rPr>
              <a:t>收发器</a:t>
            </a:r>
            <a:r>
              <a:rPr lang="en-US" altLang="zh-CN" sz="2100" b="1" dirty="0">
                <a:latin typeface="方正细黑一简体"/>
                <a:ea typeface="方正细黑一简体"/>
                <a:cs typeface="方正细黑一简体"/>
              </a:rPr>
              <a:t>: </a:t>
            </a:r>
            <a:r>
              <a:rPr lang="zh-CN" altLang="en-US" sz="2100" b="1" dirty="0">
                <a:solidFill>
                  <a:srgbClr val="FF0000"/>
                </a:solidFill>
                <a:latin typeface="方正细黑一简体"/>
                <a:ea typeface="方正细黑一简体"/>
                <a:cs typeface="方正细黑一简体"/>
              </a:rPr>
              <a:t>安装在控制器内部</a:t>
            </a:r>
            <a:r>
              <a:rPr lang="zh-CN" altLang="en-US" sz="2100" b="1" dirty="0">
                <a:latin typeface="方正细黑一简体"/>
                <a:ea typeface="方正细黑一简体"/>
                <a:cs typeface="方正细黑一简体"/>
              </a:rPr>
              <a:t>，同时兼具接收和发送的功能，将控制器传来的数据化为电信号并将其送入数据传输线。</a:t>
            </a:r>
          </a:p>
          <a:p>
            <a:pPr>
              <a:spcBef>
                <a:spcPct val="50000"/>
              </a:spcBef>
            </a:pPr>
            <a:r>
              <a:rPr lang="zh-CN" altLang="en-US" sz="2100" b="1" dirty="0">
                <a:latin typeface="方正细黑一简体"/>
                <a:ea typeface="方正细黑一简体"/>
                <a:cs typeface="方正细黑一简体"/>
              </a:rPr>
              <a:t>数据传输终端：是一个电阻，</a:t>
            </a:r>
            <a:r>
              <a:rPr lang="zh-CN" altLang="en-US" sz="2100" b="1" dirty="0">
                <a:solidFill>
                  <a:srgbClr val="FF0000"/>
                </a:solidFill>
                <a:latin typeface="方正细黑一简体"/>
                <a:ea typeface="方正细黑一简体"/>
                <a:cs typeface="方正细黑一简体"/>
              </a:rPr>
              <a:t>防止数据在线端被反射</a:t>
            </a:r>
            <a:r>
              <a:rPr lang="zh-CN" altLang="en-US" sz="2100" b="1" dirty="0">
                <a:latin typeface="方正细黑一简体"/>
                <a:ea typeface="方正细黑一简体"/>
                <a:cs typeface="方正细黑一简体"/>
              </a:rPr>
              <a:t>，以回声的形式返回，影响数据的传输。</a:t>
            </a:r>
          </a:p>
          <a:p>
            <a:pPr>
              <a:spcBef>
                <a:spcPct val="50000"/>
              </a:spcBef>
            </a:pPr>
            <a:r>
              <a:rPr lang="zh-CN" altLang="en-US" sz="2100" b="1" dirty="0">
                <a:latin typeface="方正细黑一简体"/>
                <a:ea typeface="方正细黑一简体"/>
                <a:cs typeface="方正细黑一简体"/>
              </a:rPr>
              <a:t>数据传输线：双向数据线，由</a:t>
            </a:r>
            <a:r>
              <a:rPr lang="zh-CN" altLang="en-US" sz="2100" b="1" dirty="0">
                <a:solidFill>
                  <a:srgbClr val="FF0000"/>
                </a:solidFill>
                <a:latin typeface="方正细黑一简体"/>
                <a:ea typeface="方正细黑一简体"/>
                <a:cs typeface="方正细黑一简体"/>
              </a:rPr>
              <a:t>高低双绞线</a:t>
            </a:r>
            <a:r>
              <a:rPr lang="zh-CN" altLang="en-US" sz="2100" b="1" dirty="0">
                <a:latin typeface="方正细黑一简体"/>
                <a:ea typeface="方正细黑一简体"/>
                <a:cs typeface="方正细黑一简体"/>
              </a:rPr>
              <a:t>组成。</a:t>
            </a:r>
          </a:p>
        </p:txBody>
      </p:sp>
      <p:pic>
        <p:nvPicPr>
          <p:cNvPr id="25603" name="Picture 5">
            <a:extLst>
              <a:ext uri="{FF2B5EF4-FFF2-40B4-BE49-F238E27FC236}">
                <a16:creationId xmlns:a16="http://schemas.microsoft.com/office/drawing/2014/main" id="{9CBC4414-A206-F7BB-8494-21EA608080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906" t="12500" r="2344" b="19792"/>
          <a:stretch>
            <a:fillRect/>
          </a:stretch>
        </p:blipFill>
        <p:spPr bwMode="auto">
          <a:xfrm>
            <a:off x="1201738" y="3008313"/>
            <a:ext cx="7104062" cy="3849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6">
            <a:extLst>
              <a:ext uri="{FF2B5EF4-FFF2-40B4-BE49-F238E27FC236}">
                <a16:creationId xmlns:a16="http://schemas.microsoft.com/office/drawing/2014/main" id="{C69EF79C-6D0D-437C-60AA-24AC3FE9A003}"/>
              </a:ext>
            </a:extLst>
          </p:cNvPr>
          <p:cNvSpPr>
            <a:spLocks noGrp="1" noChangeArrowheads="1"/>
          </p:cNvSpPr>
          <p:nvPr>
            <p:ph type="title"/>
          </p:nvPr>
        </p:nvSpPr>
        <p:spPr>
          <a:xfrm>
            <a:off x="533400" y="838200"/>
            <a:ext cx="8229600" cy="11430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105353" tIns="52677" rIns="105353" bIns="52677" anchor="t"/>
          <a:lstStyle/>
          <a:p>
            <a:pPr algn="l"/>
            <a:r>
              <a:rPr lang="de-DE" altLang="zh-CN" sz="2400" dirty="0" err="1"/>
              <a:t>Canbus</a:t>
            </a:r>
            <a:r>
              <a:rPr lang="zh-CN" altLang="de-DE" sz="2400" dirty="0"/>
              <a:t>上的控制器中发送信息的线路</a:t>
            </a:r>
            <a:r>
              <a:rPr lang="zh-CN" altLang="de-DE" sz="2400" dirty="0">
                <a:solidFill>
                  <a:srgbClr val="FF0000"/>
                </a:solidFill>
              </a:rPr>
              <a:t>通过一个开路集电极和总线相连</a:t>
            </a:r>
            <a:r>
              <a:rPr lang="zh-CN" altLang="de-DE" sz="2400" dirty="0"/>
              <a:t>。</a:t>
            </a:r>
          </a:p>
        </p:txBody>
      </p:sp>
      <p:pic>
        <p:nvPicPr>
          <p:cNvPr id="26627" name="Picture 7">
            <a:extLst>
              <a:ext uri="{FF2B5EF4-FFF2-40B4-BE49-F238E27FC236}">
                <a16:creationId xmlns:a16="http://schemas.microsoft.com/office/drawing/2014/main" id="{6706A093-124D-C215-1D1B-D51BC153D6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4063" t="21875" r="24219" b="50000"/>
          <a:stretch>
            <a:fillRect/>
          </a:stretch>
        </p:blipFill>
        <p:spPr bwMode="auto">
          <a:xfrm>
            <a:off x="762000" y="1676400"/>
            <a:ext cx="8229600" cy="2652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628" name="Text Box 8">
            <a:extLst>
              <a:ext uri="{FF2B5EF4-FFF2-40B4-BE49-F238E27FC236}">
                <a16:creationId xmlns:a16="http://schemas.microsoft.com/office/drawing/2014/main" id="{439536E8-E808-6AD3-50E9-80049BD1D1E5}"/>
              </a:ext>
            </a:extLst>
          </p:cNvPr>
          <p:cNvSpPr txBox="1">
            <a:spLocks noChangeArrowheads="1"/>
          </p:cNvSpPr>
          <p:nvPr/>
        </p:nvSpPr>
        <p:spPr bwMode="auto">
          <a:xfrm>
            <a:off x="34925" y="4572000"/>
            <a:ext cx="9126538" cy="1645266"/>
          </a:xfrm>
          <a:prstGeom prst="rect">
            <a:avLst/>
          </a:prstGeom>
          <a:solidFill>
            <a:srgbClr val="FFFF99"/>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05353" tIns="52677" rIns="105353" bIns="52677">
            <a:spAutoFit/>
          </a:bodyPr>
          <a:lstStyle>
            <a:lvl1pPr defTabSz="10541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10541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10541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10541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10541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10541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10541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10541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10541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50000"/>
              </a:spcBef>
            </a:pPr>
            <a:r>
              <a:rPr lang="de-DE" altLang="zh-CN" sz="2000" b="1" dirty="0" err="1">
                <a:solidFill>
                  <a:srgbClr val="000099"/>
                </a:solidFill>
                <a:latin typeface="方正细黑一简体"/>
                <a:ea typeface="方正细黑一简体"/>
                <a:cs typeface="方正细黑一简体"/>
              </a:rPr>
              <a:t>Canbus</a:t>
            </a:r>
            <a:r>
              <a:rPr lang="zh-CN" altLang="de-DE" sz="2000" b="1" dirty="0">
                <a:solidFill>
                  <a:srgbClr val="000099"/>
                </a:solidFill>
                <a:latin typeface="方正细黑一简体"/>
                <a:ea typeface="方正细黑一简体"/>
                <a:cs typeface="方正细黑一简体"/>
              </a:rPr>
              <a:t>的收发器如图所示，</a:t>
            </a:r>
            <a:r>
              <a:rPr lang="zh-CN" altLang="de-DE" sz="2000" b="1" dirty="0">
                <a:solidFill>
                  <a:srgbClr val="FF0000"/>
                </a:solidFill>
                <a:latin typeface="方正细黑一简体"/>
                <a:ea typeface="方正细黑一简体"/>
                <a:cs typeface="方正细黑一简体"/>
              </a:rPr>
              <a:t>使用一个电路进行控制</a:t>
            </a:r>
            <a:r>
              <a:rPr lang="zh-CN" altLang="de-DE" sz="2000" b="1" dirty="0">
                <a:solidFill>
                  <a:srgbClr val="000099"/>
                </a:solidFill>
                <a:latin typeface="方正细黑一简体"/>
                <a:ea typeface="方正细黑一简体"/>
                <a:cs typeface="方正细黑一简体"/>
              </a:rPr>
              <a:t>，这样也就是说控制单元在某一时间段只能进行发送或接受一项功能。</a:t>
            </a:r>
          </a:p>
          <a:p>
            <a:pPr>
              <a:spcBef>
                <a:spcPct val="50000"/>
              </a:spcBef>
            </a:pPr>
            <a:r>
              <a:rPr lang="zh-CN" altLang="de-DE" sz="2000" b="1" dirty="0">
                <a:solidFill>
                  <a:srgbClr val="000099"/>
                </a:solidFill>
                <a:latin typeface="方正细黑一简体"/>
                <a:ea typeface="方正细黑一简体"/>
                <a:cs typeface="方正细黑一简体"/>
              </a:rPr>
              <a:t>逻辑</a:t>
            </a:r>
            <a:r>
              <a:rPr lang="zh-CN" altLang="de-DE" sz="2000" b="1" dirty="0">
                <a:solidFill>
                  <a:srgbClr val="000099"/>
                </a:solidFill>
                <a:latin typeface="Times New Roman" panose="02020603050405020304" pitchFamily="18" charset="0"/>
                <a:ea typeface="方正细黑一简体"/>
                <a:cs typeface="方正细黑一简体"/>
              </a:rPr>
              <a:t>“</a:t>
            </a:r>
            <a:r>
              <a:rPr lang="zh-CN" altLang="de-DE" sz="2000" b="1" dirty="0">
                <a:solidFill>
                  <a:srgbClr val="000099"/>
                </a:solidFill>
                <a:latin typeface="方正细黑一简体"/>
                <a:ea typeface="方正细黑一简体"/>
                <a:cs typeface="方正细黑一简体"/>
              </a:rPr>
              <a:t>1</a:t>
            </a:r>
            <a:r>
              <a:rPr lang="zh-CN" altLang="de-DE" sz="2000" b="1" dirty="0">
                <a:solidFill>
                  <a:srgbClr val="000099"/>
                </a:solidFill>
                <a:latin typeface="Times New Roman" panose="02020603050405020304" pitchFamily="18" charset="0"/>
                <a:ea typeface="方正细黑一简体"/>
                <a:cs typeface="方正细黑一简体"/>
              </a:rPr>
              <a:t>”</a:t>
            </a:r>
            <a:r>
              <a:rPr lang="zh-CN" altLang="de-DE" sz="2000" b="1" dirty="0">
                <a:solidFill>
                  <a:srgbClr val="000099"/>
                </a:solidFill>
                <a:latin typeface="方正细黑一简体"/>
                <a:ea typeface="方正细黑一简体"/>
                <a:cs typeface="方正细黑一简体"/>
              </a:rPr>
              <a:t>：所有控制器的开关断开；总线电平为5</a:t>
            </a:r>
            <a:r>
              <a:rPr lang="de-DE" altLang="zh-CN" sz="2000" b="1" dirty="0">
                <a:solidFill>
                  <a:srgbClr val="000099"/>
                </a:solidFill>
                <a:latin typeface="方正细黑一简体"/>
                <a:ea typeface="方正细黑一简体"/>
                <a:cs typeface="方正细黑一简体"/>
              </a:rPr>
              <a:t>Vor3.5V；</a:t>
            </a:r>
            <a:r>
              <a:rPr lang="de-DE" altLang="zh-CN" sz="2000" b="1" dirty="0">
                <a:solidFill>
                  <a:srgbClr val="FF0000"/>
                </a:solidFill>
                <a:latin typeface="方正细黑一简体"/>
                <a:ea typeface="方正细黑一简体"/>
                <a:cs typeface="方正细黑一简体"/>
              </a:rPr>
              <a:t>Canbus</a:t>
            </a:r>
            <a:r>
              <a:rPr lang="zh-CN" altLang="de-DE" sz="2000" b="1" dirty="0">
                <a:solidFill>
                  <a:srgbClr val="FF0000"/>
                </a:solidFill>
                <a:latin typeface="方正细黑一简体"/>
                <a:ea typeface="方正细黑一简体"/>
                <a:cs typeface="方正细黑一简体"/>
              </a:rPr>
              <a:t>未通讯</a:t>
            </a:r>
            <a:r>
              <a:rPr lang="zh-CN" altLang="de-DE" sz="2000" b="1" dirty="0">
                <a:solidFill>
                  <a:srgbClr val="000099"/>
                </a:solidFill>
                <a:latin typeface="方正细黑一简体"/>
                <a:ea typeface="方正细黑一简体"/>
                <a:cs typeface="方正细黑一简体"/>
              </a:rPr>
              <a:t>。</a:t>
            </a:r>
          </a:p>
          <a:p>
            <a:pPr>
              <a:spcBef>
                <a:spcPct val="50000"/>
              </a:spcBef>
            </a:pPr>
            <a:r>
              <a:rPr lang="zh-CN" altLang="de-DE" sz="2000" b="1" dirty="0">
                <a:solidFill>
                  <a:srgbClr val="000099"/>
                </a:solidFill>
                <a:latin typeface="方正细黑一简体"/>
                <a:ea typeface="方正细黑一简体"/>
                <a:cs typeface="方正细黑一简体"/>
              </a:rPr>
              <a:t>逻辑</a:t>
            </a:r>
            <a:r>
              <a:rPr lang="zh-CN" altLang="de-DE" sz="2000" b="1" dirty="0">
                <a:solidFill>
                  <a:srgbClr val="000099"/>
                </a:solidFill>
                <a:latin typeface="Times New Roman" panose="02020603050405020304" pitchFamily="18" charset="0"/>
                <a:ea typeface="方正细黑一简体"/>
                <a:cs typeface="方正细黑一简体"/>
              </a:rPr>
              <a:t>“</a:t>
            </a:r>
            <a:r>
              <a:rPr lang="zh-CN" altLang="de-DE" sz="2000" b="1" dirty="0">
                <a:solidFill>
                  <a:srgbClr val="000099"/>
                </a:solidFill>
                <a:latin typeface="方正细黑一简体"/>
                <a:ea typeface="方正细黑一简体"/>
                <a:cs typeface="方正细黑一简体"/>
              </a:rPr>
              <a:t>0</a:t>
            </a:r>
            <a:r>
              <a:rPr lang="zh-CN" altLang="de-DE" sz="2000" b="1" dirty="0">
                <a:solidFill>
                  <a:srgbClr val="000099"/>
                </a:solidFill>
                <a:latin typeface="Times New Roman" panose="02020603050405020304" pitchFamily="18" charset="0"/>
                <a:ea typeface="方正细黑一简体"/>
                <a:cs typeface="方正细黑一简体"/>
              </a:rPr>
              <a:t>”</a:t>
            </a:r>
            <a:r>
              <a:rPr lang="zh-CN" altLang="de-DE" sz="2000" b="1" dirty="0">
                <a:solidFill>
                  <a:srgbClr val="000099"/>
                </a:solidFill>
                <a:latin typeface="方正细黑一简体"/>
                <a:ea typeface="方正细黑一简体"/>
                <a:cs typeface="方正细黑一简体"/>
              </a:rPr>
              <a:t>：某一控制器闭合；总线电平为0伏； </a:t>
            </a:r>
            <a:r>
              <a:rPr lang="de-DE" altLang="zh-CN" sz="2000" b="1" dirty="0" err="1">
                <a:solidFill>
                  <a:srgbClr val="FF0000"/>
                </a:solidFill>
                <a:latin typeface="方正细黑一简体"/>
                <a:ea typeface="方正细黑一简体"/>
                <a:cs typeface="方正细黑一简体"/>
              </a:rPr>
              <a:t>Canbus</a:t>
            </a:r>
            <a:r>
              <a:rPr lang="zh-CN" altLang="de-DE" sz="2000" b="1" dirty="0">
                <a:solidFill>
                  <a:srgbClr val="FF0000"/>
                </a:solidFill>
                <a:latin typeface="方正细黑一简体"/>
                <a:ea typeface="方正细黑一简体"/>
                <a:cs typeface="方正细黑一简体"/>
              </a:rPr>
              <a:t>进行通讯</a:t>
            </a:r>
            <a:r>
              <a:rPr lang="zh-CN" altLang="de-DE" sz="2000" b="1" dirty="0">
                <a:solidFill>
                  <a:srgbClr val="000099"/>
                </a:solidFill>
                <a:latin typeface="方正细黑一简体"/>
                <a:ea typeface="方正细黑一简体"/>
                <a:cs typeface="方正细黑一简体"/>
              </a:rPr>
              <a:t>。</a:t>
            </a:r>
          </a:p>
        </p:txBody>
      </p:sp>
      <p:sp>
        <p:nvSpPr>
          <p:cNvPr id="26629" name="Rectangle 10">
            <a:extLst>
              <a:ext uri="{FF2B5EF4-FFF2-40B4-BE49-F238E27FC236}">
                <a16:creationId xmlns:a16="http://schemas.microsoft.com/office/drawing/2014/main" id="{4C0E369F-5C60-15C5-D73B-E7241DB6AC52}"/>
              </a:ext>
            </a:extLst>
          </p:cNvPr>
          <p:cNvSpPr>
            <a:spLocks noChangeArrowheads="1"/>
          </p:cNvSpPr>
          <p:nvPr/>
        </p:nvSpPr>
        <p:spPr bwMode="auto">
          <a:xfrm>
            <a:off x="609600" y="381000"/>
            <a:ext cx="25273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lang="de-DE" altLang="zh-CN" sz="2400" b="1">
                <a:solidFill>
                  <a:srgbClr val="FF0000"/>
                </a:solidFill>
              </a:rPr>
              <a:t>Canbus</a:t>
            </a:r>
            <a:r>
              <a:rPr lang="zh-CN" altLang="de-DE" sz="2400" b="1">
                <a:solidFill>
                  <a:srgbClr val="FF0000"/>
                </a:solidFill>
              </a:rPr>
              <a:t>的收发器</a:t>
            </a:r>
            <a:br>
              <a:rPr lang="zh-CN" altLang="de-DE" sz="2400" b="1">
                <a:solidFill>
                  <a:srgbClr val="FF0000"/>
                </a:solidFill>
              </a:rPr>
            </a:br>
            <a:endParaRPr lang="zh-CN" altLang="en-US" sz="2400" b="1">
              <a:solidFill>
                <a:srgbClr val="FF0000"/>
              </a:solidFill>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89E1B9F0-E1F1-DD34-E4D1-DBB0E2F377CF}"/>
              </a:ext>
            </a:extLst>
          </p:cNvPr>
          <p:cNvSpPr>
            <a:spLocks noChangeArrowheads="1"/>
          </p:cNvSpPr>
          <p:nvPr/>
        </p:nvSpPr>
        <p:spPr bwMode="auto">
          <a:xfrm>
            <a:off x="457200" y="912813"/>
            <a:ext cx="5086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lang="zh-CN" altLang="en-US" sz="2400" b="1"/>
              <a:t>因此总线导线上就会出现两种状态：</a:t>
            </a:r>
          </a:p>
        </p:txBody>
      </p:sp>
      <p:sp>
        <p:nvSpPr>
          <p:cNvPr id="27651" name="Rectangle 3">
            <a:extLst>
              <a:ext uri="{FF2B5EF4-FFF2-40B4-BE49-F238E27FC236}">
                <a16:creationId xmlns:a16="http://schemas.microsoft.com/office/drawing/2014/main" id="{18AC1100-F58A-65B1-7CD4-8A619A5BA246}"/>
              </a:ext>
            </a:extLst>
          </p:cNvPr>
          <p:cNvSpPr>
            <a:spLocks noChangeArrowheads="1"/>
          </p:cNvSpPr>
          <p:nvPr/>
        </p:nvSpPr>
        <p:spPr bwMode="auto">
          <a:xfrm>
            <a:off x="685800" y="1527175"/>
            <a:ext cx="69865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lang="zh-CN" altLang="en-US" sz="2400" b="1" dirty="0">
                <a:solidFill>
                  <a:srgbClr val="FF0000"/>
                </a:solidFill>
              </a:rPr>
              <a:t>状态</a:t>
            </a:r>
            <a:r>
              <a:rPr lang="en-US" altLang="zh-CN" sz="2400" b="1" dirty="0">
                <a:solidFill>
                  <a:srgbClr val="FF0000"/>
                </a:solidFill>
              </a:rPr>
              <a:t>1</a:t>
            </a:r>
            <a:r>
              <a:rPr lang="zh-CN" altLang="en-US" sz="2400" b="1" dirty="0">
                <a:solidFill>
                  <a:srgbClr val="FF0000"/>
                </a:solidFill>
              </a:rPr>
              <a:t>：      截止状态，晶体管截止（开关未接合）</a:t>
            </a:r>
          </a:p>
        </p:txBody>
      </p:sp>
      <p:sp>
        <p:nvSpPr>
          <p:cNvPr id="27652" name="Rectangle 4">
            <a:extLst>
              <a:ext uri="{FF2B5EF4-FFF2-40B4-BE49-F238E27FC236}">
                <a16:creationId xmlns:a16="http://schemas.microsoft.com/office/drawing/2014/main" id="{48CEB50F-CD5F-3269-B5E3-B9717971DD6C}"/>
              </a:ext>
            </a:extLst>
          </p:cNvPr>
          <p:cNvSpPr>
            <a:spLocks noChangeArrowheads="1"/>
          </p:cNvSpPr>
          <p:nvPr/>
        </p:nvSpPr>
        <p:spPr bwMode="auto">
          <a:xfrm>
            <a:off x="685800" y="2057400"/>
            <a:ext cx="44910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lang="zh-CN" altLang="en-US" sz="2400" b="1" dirty="0"/>
              <a:t>无源：       总线电平</a:t>
            </a:r>
            <a:r>
              <a:rPr lang="en-US" altLang="zh-CN" sz="2400" b="1" dirty="0"/>
              <a:t>=1</a:t>
            </a:r>
            <a:r>
              <a:rPr lang="zh-CN" altLang="en-US" sz="2400" b="1" dirty="0"/>
              <a:t>，电阻高</a:t>
            </a:r>
          </a:p>
        </p:txBody>
      </p:sp>
      <p:sp>
        <p:nvSpPr>
          <p:cNvPr id="27653" name="Rectangle 5">
            <a:extLst>
              <a:ext uri="{FF2B5EF4-FFF2-40B4-BE49-F238E27FC236}">
                <a16:creationId xmlns:a16="http://schemas.microsoft.com/office/drawing/2014/main" id="{F04FA679-8C63-858A-691E-BAD8FC08F29E}"/>
              </a:ext>
            </a:extLst>
          </p:cNvPr>
          <p:cNvSpPr>
            <a:spLocks noChangeArrowheads="1"/>
          </p:cNvSpPr>
          <p:nvPr/>
        </p:nvSpPr>
        <p:spPr bwMode="auto">
          <a:xfrm>
            <a:off x="685800" y="2822575"/>
            <a:ext cx="69865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lang="zh-CN" altLang="en-US" sz="2400" b="1" dirty="0">
                <a:solidFill>
                  <a:srgbClr val="FF0000"/>
                </a:solidFill>
              </a:rPr>
              <a:t>状态</a:t>
            </a:r>
            <a:r>
              <a:rPr lang="en-US" altLang="zh-CN" sz="2400" b="1" dirty="0">
                <a:solidFill>
                  <a:srgbClr val="FF0000"/>
                </a:solidFill>
              </a:rPr>
              <a:t>0</a:t>
            </a:r>
            <a:r>
              <a:rPr lang="zh-CN" altLang="en-US" sz="2400" b="1" dirty="0">
                <a:solidFill>
                  <a:srgbClr val="FF0000"/>
                </a:solidFill>
              </a:rPr>
              <a:t>：      接通状态，晶体管导通（开关已接合）</a:t>
            </a:r>
          </a:p>
        </p:txBody>
      </p:sp>
      <p:sp>
        <p:nvSpPr>
          <p:cNvPr id="27654" name="Rectangle 6">
            <a:extLst>
              <a:ext uri="{FF2B5EF4-FFF2-40B4-BE49-F238E27FC236}">
                <a16:creationId xmlns:a16="http://schemas.microsoft.com/office/drawing/2014/main" id="{30E8978C-2E30-EF6E-4297-403142CBF185}"/>
              </a:ext>
            </a:extLst>
          </p:cNvPr>
          <p:cNvSpPr>
            <a:spLocks noChangeArrowheads="1"/>
          </p:cNvSpPr>
          <p:nvPr/>
        </p:nvSpPr>
        <p:spPr bwMode="auto">
          <a:xfrm>
            <a:off x="685800" y="3505200"/>
            <a:ext cx="44910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lang="zh-CN" altLang="en-US" sz="2400" b="1" dirty="0"/>
              <a:t>有源：       总线电平</a:t>
            </a:r>
            <a:r>
              <a:rPr lang="en-US" altLang="zh-CN" sz="2400" b="1" dirty="0"/>
              <a:t>=0</a:t>
            </a:r>
            <a:r>
              <a:rPr lang="zh-CN" altLang="en-US" sz="2400" b="1" dirty="0"/>
              <a:t>，电阻低</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5">
            <a:extLst>
              <a:ext uri="{FF2B5EF4-FFF2-40B4-BE49-F238E27FC236}">
                <a16:creationId xmlns:a16="http://schemas.microsoft.com/office/drawing/2014/main" id="{B56A7710-6800-8862-A781-DAB636D896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9200" y="1666875"/>
            <a:ext cx="3886200" cy="1774825"/>
          </a:xfrm>
          <a:prstGeom prst="rect">
            <a:avLst/>
          </a:prstGeom>
          <a:noFill/>
          <a:ln>
            <a:noFill/>
          </a:ln>
          <a:effectLst/>
          <a:extLst>
            <a:ext uri="{909E8E84-426E-40DD-AFC4-6F175D3DCCD1}">
              <a14:hiddenFill xmlns:a14="http://schemas.microsoft.com/office/drawing/2010/main">
                <a:solidFill>
                  <a:srgbClr val="0062C4"/>
                </a:solidFill>
              </a14:hiddenFill>
            </a:ext>
            <a:ext uri="{91240B29-F687-4F45-9708-019B960494DF}">
              <a14:hiddenLine xmlns:a14="http://schemas.microsoft.com/office/drawing/2010/main" w="9525">
                <a:solidFill>
                  <a:srgbClr val="FFA7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675" name="Text Box 7">
            <a:extLst>
              <a:ext uri="{FF2B5EF4-FFF2-40B4-BE49-F238E27FC236}">
                <a16:creationId xmlns:a16="http://schemas.microsoft.com/office/drawing/2014/main" id="{336525B7-ACD0-3DBF-896B-F86C07EEE159}"/>
              </a:ext>
            </a:extLst>
          </p:cNvPr>
          <p:cNvSpPr txBox="1">
            <a:spLocks noChangeArrowheads="1"/>
          </p:cNvSpPr>
          <p:nvPr/>
        </p:nvSpPr>
        <p:spPr bwMode="auto">
          <a:xfrm>
            <a:off x="366713" y="901700"/>
            <a:ext cx="5002212" cy="2817813"/>
          </a:xfrm>
          <a:prstGeom prst="rect">
            <a:avLst/>
          </a:prstGeom>
          <a:noFill/>
          <a:ln>
            <a:noFill/>
          </a:ln>
          <a:effectLst/>
          <a:extLst>
            <a:ext uri="{909E8E84-426E-40DD-AFC4-6F175D3DCCD1}">
              <a14:hiddenFill xmlns:a14="http://schemas.microsoft.com/office/drawing/2010/main">
                <a:solidFill>
                  <a:srgbClr val="0062C4"/>
                </a:solidFill>
              </a14:hiddenFill>
            </a:ext>
            <a:ext uri="{91240B29-F687-4F45-9708-019B960494DF}">
              <a14:hiddenLine xmlns:a14="http://schemas.microsoft.com/office/drawing/2010/main" w="9525">
                <a:solidFill>
                  <a:srgbClr val="FFA7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7" tIns="45718" rIns="91437" bIns="45718">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100" b="1" dirty="0">
                <a:latin typeface="方正细黑一简体"/>
                <a:ea typeface="方正细黑一简体"/>
                <a:cs typeface="方正细黑一简体"/>
              </a:rPr>
              <a:t>2</a:t>
            </a:r>
            <a:r>
              <a:rPr lang="zh-CN" altLang="en-US" sz="2100" b="1" dirty="0">
                <a:latin typeface="方正细黑一简体"/>
                <a:ea typeface="方正细黑一简体"/>
                <a:cs typeface="方正细黑一简体"/>
              </a:rPr>
              <a:t>个以上控制器所组成的</a:t>
            </a:r>
            <a:r>
              <a:rPr lang="en-US" altLang="zh-CN" sz="2100" b="1" dirty="0" err="1">
                <a:latin typeface="方正细黑一简体"/>
                <a:ea typeface="方正细黑一简体"/>
                <a:cs typeface="方正细黑一简体"/>
              </a:rPr>
              <a:t>Canbus</a:t>
            </a:r>
            <a:r>
              <a:rPr lang="zh-CN" altLang="en-US" sz="2100" b="1" dirty="0">
                <a:latin typeface="方正细黑一简体"/>
                <a:ea typeface="方正细黑一简体"/>
                <a:cs typeface="方正细黑一简体"/>
              </a:rPr>
              <a:t>系统</a:t>
            </a:r>
          </a:p>
          <a:p>
            <a:pPr>
              <a:spcBef>
                <a:spcPct val="50000"/>
              </a:spcBef>
            </a:pPr>
            <a:r>
              <a:rPr lang="zh-CN" altLang="en-US" sz="2100" b="1" dirty="0">
                <a:latin typeface="方正细黑一简体"/>
                <a:ea typeface="方正细黑一简体"/>
                <a:cs typeface="方正细黑一简体"/>
              </a:rPr>
              <a:t>当用</a:t>
            </a:r>
            <a:r>
              <a:rPr lang="en-US" altLang="zh-CN" sz="2100" b="1" dirty="0">
                <a:latin typeface="方正细黑一简体"/>
                <a:ea typeface="方正细黑一简体"/>
                <a:cs typeface="方正细黑一简体"/>
              </a:rPr>
              <a:t>2</a:t>
            </a:r>
            <a:r>
              <a:rPr lang="zh-CN" altLang="en-US" sz="2100" b="1" dirty="0">
                <a:latin typeface="方正细黑一简体"/>
                <a:ea typeface="方正细黑一简体"/>
                <a:cs typeface="方正细黑一简体"/>
              </a:rPr>
              <a:t>个以上的控制器连接在</a:t>
            </a:r>
            <a:r>
              <a:rPr lang="en-US" altLang="zh-CN" sz="2100" b="1" dirty="0" err="1">
                <a:latin typeface="方正细黑一简体"/>
                <a:ea typeface="方正细黑一简体"/>
                <a:cs typeface="方正细黑一简体"/>
              </a:rPr>
              <a:t>Canbus</a:t>
            </a:r>
            <a:r>
              <a:rPr lang="zh-CN" altLang="en-US" sz="2100" b="1" dirty="0">
                <a:latin typeface="方正细黑一简体"/>
                <a:ea typeface="方正细黑一简体"/>
                <a:cs typeface="方正细黑一简体"/>
              </a:rPr>
              <a:t>总线上（如图所示），用逻辑</a:t>
            </a:r>
            <a:r>
              <a:rPr lang="en-US" altLang="zh-CN" sz="2100" b="1" dirty="0">
                <a:latin typeface="方正细黑一简体"/>
                <a:ea typeface="方正细黑一简体"/>
                <a:cs typeface="方正细黑一简体"/>
              </a:rPr>
              <a:t>1</a:t>
            </a:r>
            <a:r>
              <a:rPr lang="zh-CN" altLang="en-US" sz="2100" b="1" dirty="0">
                <a:latin typeface="方正细黑一简体"/>
                <a:ea typeface="方正细黑一简体"/>
                <a:cs typeface="方正细黑一简体"/>
              </a:rPr>
              <a:t>来表示断开和用逻辑</a:t>
            </a:r>
            <a:r>
              <a:rPr lang="en-US" altLang="zh-CN" sz="2100" b="1" dirty="0">
                <a:latin typeface="方正细黑一简体"/>
                <a:ea typeface="方正细黑一简体"/>
                <a:cs typeface="方正细黑一简体"/>
              </a:rPr>
              <a:t>0</a:t>
            </a:r>
            <a:r>
              <a:rPr lang="zh-CN" altLang="en-US" sz="2100" b="1" dirty="0">
                <a:latin typeface="方正细黑一简体"/>
                <a:ea typeface="方正细黑一简体"/>
                <a:cs typeface="方正细黑一简体"/>
              </a:rPr>
              <a:t>表示闭合。不考虑其他总线规则情况下，总线会出现下图的情况：</a:t>
            </a:r>
          </a:p>
          <a:p>
            <a:pPr>
              <a:spcBef>
                <a:spcPct val="50000"/>
              </a:spcBef>
            </a:pPr>
            <a:r>
              <a:rPr lang="en-US" altLang="zh-CN" sz="2100" b="1" dirty="0">
                <a:latin typeface="方正细黑一简体"/>
                <a:ea typeface="方正细黑一简体"/>
                <a:cs typeface="方正细黑一简体"/>
              </a:rPr>
              <a:t>1.</a:t>
            </a:r>
            <a:r>
              <a:rPr lang="zh-CN" altLang="en-US" sz="2100" b="1" dirty="0">
                <a:solidFill>
                  <a:srgbClr val="FF0000"/>
                </a:solidFill>
                <a:latin typeface="方正细黑一简体"/>
                <a:ea typeface="方正细黑一简体"/>
                <a:cs typeface="方正细黑一简体"/>
              </a:rPr>
              <a:t>任何开关闭合，总线上的电压为</a:t>
            </a:r>
            <a:r>
              <a:rPr lang="en-US" altLang="zh-CN" sz="2100" b="1" dirty="0">
                <a:solidFill>
                  <a:srgbClr val="FF0000"/>
                </a:solidFill>
                <a:latin typeface="方正细黑一简体"/>
                <a:ea typeface="方正细黑一简体"/>
                <a:cs typeface="方正细黑一简体"/>
              </a:rPr>
              <a:t>0</a:t>
            </a:r>
            <a:r>
              <a:rPr lang="zh-CN" altLang="en-US" sz="2100" b="1" dirty="0">
                <a:solidFill>
                  <a:srgbClr val="FF0000"/>
                </a:solidFill>
                <a:latin typeface="方正细黑一简体"/>
                <a:ea typeface="方正细黑一简体"/>
                <a:cs typeface="方正细黑一简体"/>
              </a:rPr>
              <a:t>伏</a:t>
            </a:r>
          </a:p>
          <a:p>
            <a:pPr>
              <a:spcBef>
                <a:spcPct val="50000"/>
              </a:spcBef>
            </a:pPr>
            <a:r>
              <a:rPr lang="en-US" altLang="zh-CN" sz="2100" b="1" dirty="0">
                <a:latin typeface="方正细黑一简体"/>
                <a:ea typeface="方正细黑一简体"/>
                <a:cs typeface="方正细黑一简体"/>
              </a:rPr>
              <a:t>2.</a:t>
            </a:r>
            <a:r>
              <a:rPr lang="zh-CN" altLang="en-US" sz="2100" b="1" dirty="0">
                <a:solidFill>
                  <a:srgbClr val="FF0000"/>
                </a:solidFill>
                <a:latin typeface="方正细黑一简体"/>
                <a:ea typeface="方正细黑一简体"/>
                <a:cs typeface="方正细黑一简体"/>
              </a:rPr>
              <a:t>所有开关断开，总线上的电压为</a:t>
            </a:r>
            <a:r>
              <a:rPr lang="en-US" altLang="zh-CN" sz="2100" b="1" dirty="0">
                <a:solidFill>
                  <a:srgbClr val="FF0000"/>
                </a:solidFill>
                <a:latin typeface="方正细黑一简体"/>
                <a:ea typeface="方正细黑一简体"/>
                <a:cs typeface="方正细黑一简体"/>
              </a:rPr>
              <a:t>5</a:t>
            </a:r>
            <a:r>
              <a:rPr lang="zh-CN" altLang="en-US" sz="2100" b="1" dirty="0">
                <a:solidFill>
                  <a:srgbClr val="FF0000"/>
                </a:solidFill>
                <a:latin typeface="方正细黑一简体"/>
                <a:ea typeface="方正细黑一简体"/>
                <a:cs typeface="方正细黑一简体"/>
              </a:rPr>
              <a:t>伏</a:t>
            </a:r>
          </a:p>
        </p:txBody>
      </p:sp>
      <p:sp>
        <p:nvSpPr>
          <p:cNvPr id="28676" name="Rectangle 8">
            <a:extLst>
              <a:ext uri="{FF2B5EF4-FFF2-40B4-BE49-F238E27FC236}">
                <a16:creationId xmlns:a16="http://schemas.microsoft.com/office/drawing/2014/main" id="{B1C9492A-4226-5EFC-0A61-6BD7339CF272}"/>
              </a:ext>
            </a:extLst>
          </p:cNvPr>
          <p:cNvSpPr>
            <a:spLocks noChangeArrowheads="1"/>
          </p:cNvSpPr>
          <p:nvPr/>
        </p:nvSpPr>
        <p:spPr bwMode="auto">
          <a:xfrm>
            <a:off x="228600" y="3810000"/>
            <a:ext cx="8610600" cy="2336800"/>
          </a:xfrm>
          <a:prstGeom prst="rect">
            <a:avLst/>
          </a:prstGeom>
          <a:noFill/>
          <a:ln>
            <a:noFill/>
          </a:ln>
          <a:effectLst/>
          <a:extLst>
            <a:ext uri="{909E8E84-426E-40DD-AFC4-6F175D3DCCD1}">
              <a14:hiddenFill xmlns:a14="http://schemas.microsoft.com/office/drawing/2010/main">
                <a:solidFill>
                  <a:srgbClr val="0062C4"/>
                </a:solidFill>
              </a14:hiddenFill>
            </a:ext>
            <a:ext uri="{91240B29-F687-4F45-9708-019B960494DF}">
              <a14:hiddenLine xmlns:a14="http://schemas.microsoft.com/office/drawing/2010/main" w="9525">
                <a:solidFill>
                  <a:srgbClr val="FFA7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7" tIns="45718" rIns="91437" bIns="45718">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100" b="1" dirty="0">
                <a:solidFill>
                  <a:srgbClr val="000099"/>
                </a:solidFill>
                <a:latin typeface="方正细黑一简体"/>
                <a:ea typeface="方正细黑一简体"/>
                <a:cs typeface="方正细黑一简体"/>
              </a:rPr>
              <a:t>因此：</a:t>
            </a:r>
          </a:p>
          <a:p>
            <a:pPr>
              <a:spcBef>
                <a:spcPct val="50000"/>
              </a:spcBef>
            </a:pPr>
            <a:r>
              <a:rPr lang="en-US" altLang="zh-CN" sz="2100" b="1" dirty="0">
                <a:solidFill>
                  <a:srgbClr val="000099"/>
                </a:solidFill>
                <a:latin typeface="方正细黑一简体"/>
                <a:ea typeface="方正细黑一简体"/>
                <a:cs typeface="方正细黑一简体"/>
              </a:rPr>
              <a:t>1.</a:t>
            </a:r>
            <a:r>
              <a:rPr lang="zh-CN" altLang="en-US" sz="2100" b="1" dirty="0">
                <a:solidFill>
                  <a:srgbClr val="000099"/>
                </a:solidFill>
                <a:latin typeface="方正细黑一简体"/>
                <a:ea typeface="方正细黑一简体"/>
                <a:cs typeface="方正细黑一简体"/>
              </a:rPr>
              <a:t>只要任何一个控制器激活，则总线激活</a:t>
            </a:r>
          </a:p>
          <a:p>
            <a:pPr>
              <a:spcBef>
                <a:spcPct val="50000"/>
              </a:spcBef>
            </a:pPr>
            <a:r>
              <a:rPr lang="en-US" altLang="zh-CN" sz="2100" b="1" dirty="0">
                <a:solidFill>
                  <a:srgbClr val="000099"/>
                </a:solidFill>
                <a:latin typeface="方正细黑一简体"/>
                <a:ea typeface="方正细黑一简体"/>
                <a:cs typeface="方正细黑一简体"/>
              </a:rPr>
              <a:t>2.</a:t>
            </a:r>
            <a:r>
              <a:rPr lang="zh-CN" altLang="en-US" sz="2100" b="1" dirty="0">
                <a:solidFill>
                  <a:srgbClr val="000099"/>
                </a:solidFill>
                <a:latin typeface="方正细黑一简体"/>
                <a:ea typeface="方正细黑一简体"/>
                <a:cs typeface="方正细黑一简体"/>
              </a:rPr>
              <a:t>所有控制器关闭，总线处于未激活状态</a:t>
            </a:r>
          </a:p>
          <a:p>
            <a:pPr>
              <a:spcBef>
                <a:spcPct val="50000"/>
              </a:spcBef>
            </a:pPr>
            <a:r>
              <a:rPr lang="zh-CN" altLang="en-US" sz="2100" b="1" dirty="0">
                <a:solidFill>
                  <a:srgbClr val="000099"/>
                </a:solidFill>
                <a:latin typeface="方正细黑一简体"/>
                <a:ea typeface="方正细黑一简体"/>
                <a:cs typeface="方正细黑一简体"/>
              </a:rPr>
              <a:t>激活的总线称为</a:t>
            </a:r>
            <a:r>
              <a:rPr lang="zh-CN" altLang="en-US" sz="2100" b="1" dirty="0">
                <a:solidFill>
                  <a:srgbClr val="FF0000"/>
                </a:solidFill>
                <a:latin typeface="方正细黑一简体"/>
                <a:ea typeface="方正细黑一简体"/>
                <a:cs typeface="方正细黑一简体"/>
              </a:rPr>
              <a:t>显性电平“</a:t>
            </a:r>
            <a:r>
              <a:rPr lang="en-US" altLang="zh-CN" sz="2100" b="1" dirty="0">
                <a:solidFill>
                  <a:srgbClr val="FF0000"/>
                </a:solidFill>
                <a:latin typeface="方正细黑一简体"/>
                <a:ea typeface="方正细黑一简体"/>
                <a:cs typeface="方正细黑一简体"/>
              </a:rPr>
              <a:t>0</a:t>
            </a:r>
            <a:r>
              <a:rPr lang="zh-CN" altLang="en-US" sz="2100" b="1" dirty="0">
                <a:solidFill>
                  <a:srgbClr val="FF0000"/>
                </a:solidFill>
                <a:latin typeface="方正细黑一简体"/>
                <a:ea typeface="方正细黑一简体"/>
                <a:cs typeface="方正细黑一简体"/>
              </a:rPr>
              <a:t>”</a:t>
            </a:r>
            <a:r>
              <a:rPr lang="zh-CN" altLang="en-US" sz="2100" b="1" dirty="0">
                <a:solidFill>
                  <a:srgbClr val="000099"/>
                </a:solidFill>
                <a:latin typeface="方正细黑一简体"/>
                <a:ea typeface="方正细黑一简体"/>
                <a:cs typeface="方正细黑一简体"/>
              </a:rPr>
              <a:t>；</a:t>
            </a:r>
          </a:p>
          <a:p>
            <a:pPr>
              <a:spcBef>
                <a:spcPct val="50000"/>
              </a:spcBef>
            </a:pPr>
            <a:r>
              <a:rPr lang="zh-CN" altLang="en-US" sz="2100" b="1" dirty="0">
                <a:solidFill>
                  <a:srgbClr val="000099"/>
                </a:solidFill>
                <a:latin typeface="方正细黑一简体"/>
                <a:ea typeface="方正细黑一简体"/>
                <a:cs typeface="方正细黑一简体"/>
              </a:rPr>
              <a:t>未激活的总线电平称为</a:t>
            </a:r>
            <a:r>
              <a:rPr lang="zh-CN" altLang="en-US" sz="2100" b="1" dirty="0">
                <a:solidFill>
                  <a:srgbClr val="FF0000"/>
                </a:solidFill>
                <a:latin typeface="方正细黑一简体"/>
                <a:ea typeface="方正细黑一简体"/>
                <a:cs typeface="方正细黑一简体"/>
              </a:rPr>
              <a:t>隐性电平“</a:t>
            </a:r>
            <a:r>
              <a:rPr lang="en-US" altLang="zh-CN" sz="2100" b="1" dirty="0">
                <a:solidFill>
                  <a:srgbClr val="FF0000"/>
                </a:solidFill>
                <a:latin typeface="方正细黑一简体"/>
                <a:ea typeface="方正细黑一简体"/>
                <a:cs typeface="方正细黑一简体"/>
              </a:rPr>
              <a:t>1</a:t>
            </a:r>
            <a:r>
              <a:rPr lang="zh-CN" altLang="en-US" sz="2100" b="1" dirty="0">
                <a:solidFill>
                  <a:srgbClr val="FF0000"/>
                </a:solidFill>
                <a:latin typeface="方正细黑一简体"/>
                <a:ea typeface="方正细黑一简体"/>
                <a:cs typeface="方正细黑一简体"/>
              </a:rPr>
              <a:t>”。</a:t>
            </a:r>
          </a:p>
        </p:txBody>
      </p:sp>
      <p:sp>
        <p:nvSpPr>
          <p:cNvPr id="28677" name="Rectangle 9">
            <a:extLst>
              <a:ext uri="{FF2B5EF4-FFF2-40B4-BE49-F238E27FC236}">
                <a16:creationId xmlns:a16="http://schemas.microsoft.com/office/drawing/2014/main" id="{D2280845-C5A4-69F1-E600-3390DE657E79}"/>
              </a:ext>
            </a:extLst>
          </p:cNvPr>
          <p:cNvSpPr>
            <a:spLocks noChangeArrowheads="1"/>
          </p:cNvSpPr>
          <p:nvPr/>
        </p:nvSpPr>
        <p:spPr bwMode="auto">
          <a:xfrm>
            <a:off x="3635896" y="444500"/>
            <a:ext cx="793750" cy="457200"/>
          </a:xfrm>
          <a:prstGeom prst="rect">
            <a:avLst/>
          </a:prstGeom>
          <a:noFill/>
          <a:ln>
            <a:noFill/>
          </a:ln>
          <a:effectLst/>
          <a:extLst>
            <a:ext uri="{909E8E84-426E-40DD-AFC4-6F175D3DCCD1}">
              <a14:hiddenFill xmlns:a14="http://schemas.microsoft.com/office/drawing/2010/main">
                <a:solidFill>
                  <a:srgbClr val="0062C4"/>
                </a:solidFill>
              </a14:hiddenFill>
            </a:ext>
            <a:ext uri="{91240B29-F687-4F45-9708-019B960494DF}">
              <a14:hiddenLine xmlns:a14="http://schemas.microsoft.com/office/drawing/2010/main" w="9525">
                <a:solidFill>
                  <a:srgbClr val="FFA7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7" tIns="45718" rIns="91437" bIns="45718">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ctr">
              <a:spcBef>
                <a:spcPct val="50000"/>
              </a:spcBef>
            </a:pPr>
            <a:r>
              <a:rPr lang="zh-CN" altLang="en-US" sz="2400" b="1" dirty="0">
                <a:ea typeface="方正细黑一简体"/>
                <a:cs typeface="方正细黑一简体"/>
              </a:rPr>
              <a:t>功能</a:t>
            </a:r>
            <a:endParaRPr lang="zh-CN" altLang="de-DE" sz="2400" b="1" dirty="0">
              <a:ea typeface="方正细黑一简体"/>
              <a:cs typeface="方正细黑一简体"/>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6DA8E946-DB27-7466-3C49-014F729C6CD9}"/>
              </a:ext>
            </a:extLst>
          </p:cNvPr>
          <p:cNvSpPr>
            <a:spLocks noGrp="1" noChangeArrowheads="1"/>
          </p:cNvSpPr>
          <p:nvPr>
            <p:ph type="title"/>
          </p:nvPr>
        </p:nvSpPr>
        <p:spPr>
          <a:xfrm>
            <a:off x="539750" y="342900"/>
            <a:ext cx="5472113" cy="954088"/>
          </a:xfrm>
        </p:spPr>
        <p:txBody>
          <a:bodyPr/>
          <a:lstStyle/>
          <a:p>
            <a:r>
              <a:rPr lang="zh-CN" altLang="en-US" sz="4800" b="1">
                <a:solidFill>
                  <a:srgbClr val="990000"/>
                </a:solidFill>
              </a:rPr>
              <a:t>仲裁机制</a:t>
            </a:r>
          </a:p>
        </p:txBody>
      </p:sp>
      <p:sp>
        <p:nvSpPr>
          <p:cNvPr id="29699" name="Rectangle 3">
            <a:extLst>
              <a:ext uri="{FF2B5EF4-FFF2-40B4-BE49-F238E27FC236}">
                <a16:creationId xmlns:a16="http://schemas.microsoft.com/office/drawing/2014/main" id="{5FBEC846-E273-DBC0-83A8-CDB1ECB14519}"/>
              </a:ext>
            </a:extLst>
          </p:cNvPr>
          <p:cNvSpPr>
            <a:spLocks noGrp="1" noChangeArrowheads="1"/>
          </p:cNvSpPr>
          <p:nvPr>
            <p:ph type="body" idx="1"/>
          </p:nvPr>
        </p:nvSpPr>
        <p:spPr>
          <a:xfrm>
            <a:off x="457200" y="1593850"/>
            <a:ext cx="8229600" cy="4830763"/>
          </a:xfrm>
        </p:spPr>
        <p:txBody>
          <a:bodyPr/>
          <a:lstStyle/>
          <a:p>
            <a:endParaRPr lang="zh-CN" altLang="zh-CN"/>
          </a:p>
        </p:txBody>
      </p:sp>
      <p:pic>
        <p:nvPicPr>
          <p:cNvPr id="29700" name="Picture 4">
            <a:extLst>
              <a:ext uri="{FF2B5EF4-FFF2-40B4-BE49-F238E27FC236}">
                <a16:creationId xmlns:a16="http://schemas.microsoft.com/office/drawing/2014/main" id="{D1BFE833-1FBE-0305-EDA3-36B1D87AB8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1279525"/>
            <a:ext cx="8497888" cy="542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6">
            <a:extLst>
              <a:ext uri="{FF2B5EF4-FFF2-40B4-BE49-F238E27FC236}">
                <a16:creationId xmlns:a16="http://schemas.microsoft.com/office/drawing/2014/main" id="{A85C0E38-419F-466D-14AA-01F944C3AA48}"/>
              </a:ext>
            </a:extLst>
          </p:cNvPr>
          <p:cNvSpPr>
            <a:spLocks noChangeArrowheads="1"/>
          </p:cNvSpPr>
          <p:nvPr/>
        </p:nvSpPr>
        <p:spPr bwMode="auto">
          <a:xfrm>
            <a:off x="3059832" y="6047185"/>
            <a:ext cx="33602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sz="2400" b="1" dirty="0"/>
              <a:t>D</a:t>
            </a:r>
            <a:r>
              <a:rPr lang="zh-CN" altLang="en-US" sz="2400" b="1" dirty="0"/>
              <a:t>显性电平   </a:t>
            </a:r>
            <a:r>
              <a:rPr lang="en-US" altLang="zh-CN" sz="2400" b="1" dirty="0"/>
              <a:t>R</a:t>
            </a:r>
            <a:r>
              <a:rPr lang="zh-CN" altLang="en-US" sz="2400" b="1" dirty="0"/>
              <a:t>隐性电平</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473F974F-3BA8-1E54-3294-E1A07E5ED009}"/>
              </a:ext>
            </a:extLst>
          </p:cNvPr>
          <p:cNvSpPr>
            <a:spLocks noGrp="1" noChangeArrowheads="1"/>
          </p:cNvSpPr>
          <p:nvPr>
            <p:ph type="title"/>
          </p:nvPr>
        </p:nvSpPr>
        <p:spPr>
          <a:xfrm>
            <a:off x="539750" y="304800"/>
            <a:ext cx="5472113" cy="954088"/>
          </a:xfrm>
        </p:spPr>
        <p:txBody>
          <a:bodyPr/>
          <a:lstStyle/>
          <a:p>
            <a:r>
              <a:rPr lang="zh-CN" altLang="en-US" sz="4800" b="1">
                <a:solidFill>
                  <a:srgbClr val="990000"/>
                </a:solidFill>
              </a:rPr>
              <a:t>仲裁机制</a:t>
            </a:r>
            <a:r>
              <a:rPr lang="en-US" altLang="zh-CN" sz="4800" b="1">
                <a:solidFill>
                  <a:srgbClr val="990000"/>
                </a:solidFill>
              </a:rPr>
              <a:t>-</a:t>
            </a:r>
            <a:r>
              <a:rPr lang="zh-CN" altLang="en-US" sz="4800" b="1">
                <a:solidFill>
                  <a:srgbClr val="990000"/>
                </a:solidFill>
              </a:rPr>
              <a:t>结论</a:t>
            </a:r>
          </a:p>
        </p:txBody>
      </p:sp>
      <p:sp>
        <p:nvSpPr>
          <p:cNvPr id="30723" name="Rectangle 3">
            <a:extLst>
              <a:ext uri="{FF2B5EF4-FFF2-40B4-BE49-F238E27FC236}">
                <a16:creationId xmlns:a16="http://schemas.microsoft.com/office/drawing/2014/main" id="{01B2E52B-21AE-CF3D-0895-6ABFF3866520}"/>
              </a:ext>
            </a:extLst>
          </p:cNvPr>
          <p:cNvSpPr>
            <a:spLocks noGrp="1" noChangeArrowheads="1"/>
          </p:cNvSpPr>
          <p:nvPr>
            <p:ph type="body" idx="1"/>
          </p:nvPr>
        </p:nvSpPr>
        <p:spPr>
          <a:xfrm>
            <a:off x="863464" y="1441450"/>
            <a:ext cx="7417072" cy="5111750"/>
          </a:xfrm>
        </p:spPr>
        <p:txBody>
          <a:bodyPr/>
          <a:lstStyle/>
          <a:p>
            <a:r>
              <a:rPr lang="zh-CN" altLang="en-US" b="1" dirty="0"/>
              <a:t>显性位具有</a:t>
            </a:r>
            <a:r>
              <a:rPr lang="zh-CN" altLang="en-US" b="1" dirty="0">
                <a:solidFill>
                  <a:srgbClr val="FF0000"/>
                </a:solidFill>
              </a:rPr>
              <a:t>“优先”</a:t>
            </a:r>
            <a:r>
              <a:rPr lang="zh-CN" altLang="en-US" b="1" dirty="0"/>
              <a:t>意味，只要有</a:t>
            </a:r>
            <a:r>
              <a:rPr lang="zh-CN" altLang="en-US" b="1" dirty="0">
                <a:solidFill>
                  <a:srgbClr val="FF0000"/>
                </a:solidFill>
              </a:rPr>
              <a:t>一个单元</a:t>
            </a:r>
            <a:r>
              <a:rPr lang="zh-CN" altLang="en-US" b="1" dirty="0"/>
              <a:t>输出显性电平，总线上即为显性电平。</a:t>
            </a:r>
          </a:p>
          <a:p>
            <a:r>
              <a:rPr lang="zh-CN" altLang="en-US" b="1" dirty="0"/>
              <a:t>隐性位具有</a:t>
            </a:r>
            <a:r>
              <a:rPr lang="zh-CN" altLang="en-US" b="1" dirty="0">
                <a:solidFill>
                  <a:srgbClr val="FF0000"/>
                </a:solidFill>
              </a:rPr>
              <a:t>“包容”</a:t>
            </a:r>
            <a:r>
              <a:rPr lang="zh-CN" altLang="en-US" b="1" dirty="0"/>
              <a:t>意味，只有</a:t>
            </a:r>
            <a:r>
              <a:rPr lang="zh-CN" altLang="en-US" b="1" dirty="0">
                <a:solidFill>
                  <a:srgbClr val="FF0000"/>
                </a:solidFill>
              </a:rPr>
              <a:t>所有单元</a:t>
            </a:r>
            <a:r>
              <a:rPr lang="zh-CN" altLang="en-US" b="1" dirty="0"/>
              <a:t>都输出隐性电平，总线上才为隐性电平。</a:t>
            </a:r>
          </a:p>
          <a:p>
            <a:r>
              <a:rPr lang="zh-CN" altLang="en-US" b="1" dirty="0"/>
              <a:t>显性电平“</a:t>
            </a:r>
            <a:r>
              <a:rPr lang="en-US" altLang="zh-CN" b="1" dirty="0"/>
              <a:t>0</a:t>
            </a:r>
            <a:r>
              <a:rPr lang="zh-CN" altLang="en-US" b="1" dirty="0"/>
              <a:t>”比隐性电平“</a:t>
            </a:r>
            <a:r>
              <a:rPr lang="en-US" altLang="zh-CN" b="1" dirty="0"/>
              <a:t>1</a:t>
            </a:r>
            <a:r>
              <a:rPr lang="zh-CN" altLang="en-US" b="1" dirty="0"/>
              <a:t>”更有“权”。</a:t>
            </a:r>
          </a:p>
          <a:p>
            <a:r>
              <a:rPr lang="zh-CN" altLang="en-US" b="1" dirty="0"/>
              <a:t>标识符越小，优先级越高。</a:t>
            </a:r>
          </a:p>
          <a:p>
            <a:endParaRPr lang="en-US" altLang="zh-CN" b="1" dirty="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0C72F17D-F768-A9DA-4FD6-CDA61A12AFDF}"/>
              </a:ext>
            </a:extLst>
          </p:cNvPr>
          <p:cNvSpPr>
            <a:spLocks noGrp="1" noChangeArrowheads="1"/>
          </p:cNvSpPr>
          <p:nvPr>
            <p:ph type="title"/>
          </p:nvPr>
        </p:nvSpPr>
        <p:spPr/>
        <p:txBody>
          <a:bodyPr/>
          <a:lstStyle/>
          <a:p>
            <a:r>
              <a:rPr lang="en-US" altLang="zh-CN" sz="3600" dirty="0">
                <a:solidFill>
                  <a:srgbClr val="333333"/>
                </a:solidFill>
                <a:latin typeface="微软雅黑" panose="020B0503020204020204" pitchFamily="34" charset="-122"/>
              </a:rPr>
              <a:t>2.1.5</a:t>
            </a:r>
            <a:r>
              <a:rPr lang="zh-CN" altLang="en-US" sz="3600" dirty="0">
                <a:solidFill>
                  <a:srgbClr val="333333"/>
                </a:solidFill>
                <a:latin typeface="微软雅黑" panose="020B0503020204020204" pitchFamily="34" charset="-122"/>
              </a:rPr>
              <a:t> </a:t>
            </a:r>
            <a:r>
              <a:rPr lang="zh-CN" altLang="zh-CN" sz="3600" dirty="0">
                <a:solidFill>
                  <a:srgbClr val="333333"/>
                </a:solidFill>
                <a:latin typeface="微软雅黑" panose="020B0503020204020204" pitchFamily="34" charset="-122"/>
              </a:rPr>
              <a:t>CAN总线</a:t>
            </a:r>
            <a:r>
              <a:rPr lang="zh-CN" altLang="en-US" sz="3600" dirty="0">
                <a:solidFill>
                  <a:srgbClr val="333333"/>
                </a:solidFill>
                <a:latin typeface="微软雅黑" panose="020B0503020204020204" pitchFamily="34" charset="-122"/>
              </a:rPr>
              <a:t>数据帧结构</a:t>
            </a:r>
            <a:endParaRPr lang="zh-CN" altLang="zh-CN" sz="3600" dirty="0"/>
          </a:p>
        </p:txBody>
      </p:sp>
      <p:sp>
        <p:nvSpPr>
          <p:cNvPr id="32771" name="Text Box 4">
            <a:extLst>
              <a:ext uri="{FF2B5EF4-FFF2-40B4-BE49-F238E27FC236}">
                <a16:creationId xmlns:a16="http://schemas.microsoft.com/office/drawing/2014/main" id="{D1219EFD-4854-F28A-4842-12A06E07F56B}"/>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en-US" sz="1800">
                <a:solidFill>
                  <a:schemeClr val="bg1"/>
                </a:solidFill>
              </a:rPr>
              <a:t>5.2 主要现场总线技术</a:t>
            </a:r>
            <a:endParaRPr lang="zh-CN" altLang="en-US" sz="1800">
              <a:solidFill>
                <a:schemeClr val="bg1"/>
              </a:solidFill>
            </a:endParaRPr>
          </a:p>
        </p:txBody>
      </p:sp>
      <p:pic>
        <p:nvPicPr>
          <p:cNvPr id="32772" name="图片 2">
            <a:extLst>
              <a:ext uri="{FF2B5EF4-FFF2-40B4-BE49-F238E27FC236}">
                <a16:creationId xmlns:a16="http://schemas.microsoft.com/office/drawing/2014/main" id="{78D82898-5B78-12FC-73FE-48238746DB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219200"/>
            <a:ext cx="7050088" cy="455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D11B1D42-7F0E-CD0C-FE47-E8B0A9A50553}"/>
              </a:ext>
            </a:extLst>
          </p:cNvPr>
          <p:cNvSpPr>
            <a:spLocks noGrp="1" noChangeArrowheads="1"/>
          </p:cNvSpPr>
          <p:nvPr>
            <p:ph type="title"/>
          </p:nvPr>
        </p:nvSpPr>
        <p:spPr/>
        <p:txBody>
          <a:bodyPr/>
          <a:lstStyle/>
          <a:p>
            <a:r>
              <a:rPr lang="zh-CN" altLang="zh-CN" sz="3600" dirty="0">
                <a:solidFill>
                  <a:srgbClr val="333333"/>
                </a:solidFill>
                <a:latin typeface="微软雅黑" panose="020B0503020204020204" pitchFamily="34" charset="-122"/>
              </a:rPr>
              <a:t>CAN总线</a:t>
            </a:r>
            <a:r>
              <a:rPr lang="zh-CN" altLang="en-US" sz="3600" dirty="0">
                <a:solidFill>
                  <a:srgbClr val="333333"/>
                </a:solidFill>
                <a:latin typeface="微软雅黑" panose="020B0503020204020204" pitchFamily="34" charset="-122"/>
              </a:rPr>
              <a:t>七层协议定义</a:t>
            </a:r>
            <a:endParaRPr lang="zh-CN" altLang="zh-CN" sz="3600" dirty="0"/>
          </a:p>
        </p:txBody>
      </p:sp>
      <p:sp>
        <p:nvSpPr>
          <p:cNvPr id="33795" name="Text Box 4">
            <a:extLst>
              <a:ext uri="{FF2B5EF4-FFF2-40B4-BE49-F238E27FC236}">
                <a16:creationId xmlns:a16="http://schemas.microsoft.com/office/drawing/2014/main" id="{DB45A626-A124-BBB6-D910-CC02917F31A1}"/>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en-US" sz="1800">
                <a:solidFill>
                  <a:schemeClr val="bg1"/>
                </a:solidFill>
              </a:rPr>
              <a:t>5.2 主要现场总线技术</a:t>
            </a:r>
            <a:endParaRPr lang="zh-CN" altLang="en-US" sz="1800">
              <a:solidFill>
                <a:schemeClr val="bg1"/>
              </a:solidFill>
            </a:endParaRPr>
          </a:p>
        </p:txBody>
      </p:sp>
      <p:pic>
        <p:nvPicPr>
          <p:cNvPr id="33796" name="图片 1">
            <a:extLst>
              <a:ext uri="{FF2B5EF4-FFF2-40B4-BE49-F238E27FC236}">
                <a16:creationId xmlns:a16="http://schemas.microsoft.com/office/drawing/2014/main" id="{3309B598-BA8F-4D93-4512-90AB3596F9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1813" y="1138238"/>
            <a:ext cx="5932487"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8DC79DB5-4649-42BC-5CFD-A433F573EB28}"/>
              </a:ext>
            </a:extLst>
          </p:cNvPr>
          <p:cNvSpPr>
            <a:spLocks noGrp="1" noRot="1" noChangeArrowheads="1"/>
          </p:cNvSpPr>
          <p:nvPr>
            <p:ph type="title"/>
          </p:nvPr>
        </p:nvSpPr>
        <p:spPr>
          <a:xfrm>
            <a:off x="301625" y="228600"/>
            <a:ext cx="8540750" cy="1184275"/>
          </a:xfrm>
        </p:spPr>
        <p:txBody>
          <a:bodyPr/>
          <a:lstStyle/>
          <a:p>
            <a:r>
              <a:rPr lang="en-US" altLang="zh-CN" dirty="0">
                <a:latin typeface="黑体" panose="02010609060101010101" pitchFamily="49" charset="-122"/>
              </a:rPr>
              <a:t>2.2 PROFIBUS</a:t>
            </a:r>
            <a:r>
              <a:rPr lang="zh-CN" altLang="en-US" dirty="0">
                <a:latin typeface="黑体" panose="02010609060101010101" pitchFamily="49" charset="-122"/>
              </a:rPr>
              <a:t>概述</a:t>
            </a:r>
          </a:p>
        </p:txBody>
      </p:sp>
      <p:pic>
        <p:nvPicPr>
          <p:cNvPr id="34819" name="Picture 16">
            <a:extLst>
              <a:ext uri="{FF2B5EF4-FFF2-40B4-BE49-F238E27FC236}">
                <a16:creationId xmlns:a16="http://schemas.microsoft.com/office/drawing/2014/main" id="{9E16F092-6827-D132-7F0D-8159AB8CA88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3238" y="1219200"/>
            <a:ext cx="8305800" cy="4983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387CAA18-764C-DCC5-2251-20664592BE9A}"/>
              </a:ext>
            </a:extLst>
          </p:cNvPr>
          <p:cNvSpPr>
            <a:spLocks noGrp="1" noRot="1" noChangeArrowheads="1"/>
          </p:cNvSpPr>
          <p:nvPr>
            <p:ph type="title"/>
          </p:nvPr>
        </p:nvSpPr>
        <p:spPr>
          <a:xfrm>
            <a:off x="301625" y="228600"/>
            <a:ext cx="8540750" cy="1184275"/>
          </a:xfrm>
        </p:spPr>
        <p:txBody>
          <a:bodyPr/>
          <a:lstStyle/>
          <a:p>
            <a:r>
              <a:rPr lang="en-US" altLang="zh-CN" dirty="0">
                <a:latin typeface="黑体" panose="02010609060101010101" pitchFamily="49" charset="-122"/>
              </a:rPr>
              <a:t>2.2</a:t>
            </a:r>
            <a:r>
              <a:rPr lang="zh-CN" altLang="en-US" dirty="0">
                <a:latin typeface="黑体" panose="02010609060101010101" pitchFamily="49" charset="-122"/>
              </a:rPr>
              <a:t> </a:t>
            </a:r>
            <a:r>
              <a:rPr lang="en-US" altLang="zh-CN" dirty="0">
                <a:latin typeface="黑体" panose="02010609060101010101" pitchFamily="49" charset="-122"/>
              </a:rPr>
              <a:t>PROFIBUS</a:t>
            </a:r>
            <a:r>
              <a:rPr lang="zh-CN" altLang="en-US" dirty="0">
                <a:latin typeface="黑体" panose="02010609060101010101" pitchFamily="49" charset="-122"/>
              </a:rPr>
              <a:t>概述</a:t>
            </a:r>
          </a:p>
        </p:txBody>
      </p:sp>
      <p:sp>
        <p:nvSpPr>
          <p:cNvPr id="36867" name="Rectangle 3">
            <a:extLst>
              <a:ext uri="{FF2B5EF4-FFF2-40B4-BE49-F238E27FC236}">
                <a16:creationId xmlns:a16="http://schemas.microsoft.com/office/drawing/2014/main" id="{EB971C77-CF40-E3C3-03D5-66B7456A7B98}"/>
              </a:ext>
            </a:extLst>
          </p:cNvPr>
          <p:cNvSpPr>
            <a:spLocks noGrp="1" noRot="1" noChangeArrowheads="1"/>
          </p:cNvSpPr>
          <p:nvPr>
            <p:ph type="body" idx="1"/>
          </p:nvPr>
        </p:nvSpPr>
        <p:spPr>
          <a:xfrm>
            <a:off x="301625" y="1412875"/>
            <a:ext cx="8447088" cy="4302125"/>
          </a:xfrm>
        </p:spPr>
        <p:txBody>
          <a:bodyPr/>
          <a:lstStyle/>
          <a:p>
            <a:pPr>
              <a:lnSpc>
                <a:spcPct val="150000"/>
              </a:lnSpc>
            </a:pPr>
            <a:r>
              <a:rPr lang="en-US" altLang="zh-CN" sz="2400" dirty="0">
                <a:latin typeface="楷体_GB2312" pitchFamily="49" charset="-122"/>
                <a:ea typeface="楷体_GB2312" pitchFamily="49" charset="-122"/>
              </a:rPr>
              <a:t>  </a:t>
            </a:r>
            <a:r>
              <a:rPr lang="en-US" altLang="zh-CN" sz="2400" u="sng" dirty="0">
                <a:latin typeface="楷体_GB2312" pitchFamily="49" charset="-122"/>
                <a:ea typeface="楷体_GB2312" pitchFamily="49" charset="-122"/>
              </a:rPr>
              <a:t>PROFIBUS (</a:t>
            </a:r>
            <a:r>
              <a:rPr lang="en-US" altLang="zh-CN" sz="2400" u="sng" dirty="0">
                <a:solidFill>
                  <a:srgbClr val="FF0000"/>
                </a:solidFill>
                <a:latin typeface="楷体_GB2312" pitchFamily="49" charset="-122"/>
                <a:ea typeface="楷体_GB2312" pitchFamily="49" charset="-122"/>
              </a:rPr>
              <a:t>Pro</a:t>
            </a:r>
            <a:r>
              <a:rPr lang="en-US" altLang="zh-CN" sz="2400" u="sng" dirty="0">
                <a:latin typeface="楷体_GB2312" pitchFamily="49" charset="-122"/>
                <a:ea typeface="楷体_GB2312" pitchFamily="49" charset="-122"/>
              </a:rPr>
              <a:t>cess </a:t>
            </a:r>
            <a:r>
              <a:rPr lang="en-US" altLang="zh-CN" sz="2400" u="sng" dirty="0">
                <a:solidFill>
                  <a:srgbClr val="FF0000"/>
                </a:solidFill>
                <a:latin typeface="楷体_GB2312" pitchFamily="49" charset="-122"/>
                <a:ea typeface="楷体_GB2312" pitchFamily="49" charset="-122"/>
              </a:rPr>
              <a:t>Fi</a:t>
            </a:r>
            <a:r>
              <a:rPr lang="en-US" altLang="zh-CN" sz="2400" u="sng" dirty="0">
                <a:latin typeface="楷体_GB2312" pitchFamily="49" charset="-122"/>
                <a:ea typeface="楷体_GB2312" pitchFamily="49" charset="-122"/>
              </a:rPr>
              <a:t>eld</a:t>
            </a:r>
            <a:r>
              <a:rPr lang="en-US" altLang="zh-CN" sz="2400" u="sng" dirty="0">
                <a:solidFill>
                  <a:srgbClr val="FF0000"/>
                </a:solidFill>
                <a:latin typeface="楷体_GB2312" pitchFamily="49" charset="-122"/>
                <a:ea typeface="楷体_GB2312" pitchFamily="49" charset="-122"/>
              </a:rPr>
              <a:t>bus</a:t>
            </a:r>
            <a:r>
              <a:rPr lang="zh-CN" altLang="en-US" sz="2400" u="sng" dirty="0">
                <a:latin typeface="楷体_GB2312" pitchFamily="49" charset="-122"/>
                <a:ea typeface="楷体_GB2312" pitchFamily="49" charset="-122"/>
              </a:rPr>
              <a:t>的缩写</a:t>
            </a:r>
            <a:r>
              <a:rPr lang="en-US" altLang="zh-CN" sz="2400" u="sng" dirty="0">
                <a:latin typeface="楷体_GB2312" pitchFamily="49" charset="-122"/>
                <a:ea typeface="楷体_GB2312" pitchFamily="49" charset="-122"/>
              </a:rPr>
              <a:t>)</a:t>
            </a:r>
            <a:r>
              <a:rPr lang="zh-CN" altLang="en-US" sz="2400" dirty="0">
                <a:latin typeface="楷体_GB2312" pitchFamily="49" charset="-122"/>
                <a:ea typeface="楷体_GB2312" pitchFamily="49" charset="-122"/>
              </a:rPr>
              <a:t>是一种</a:t>
            </a:r>
            <a:r>
              <a:rPr lang="zh-CN" altLang="en-US" sz="2400" dirty="0">
                <a:solidFill>
                  <a:srgbClr val="FF0000"/>
                </a:solidFill>
                <a:latin typeface="楷体_GB2312" pitchFamily="49" charset="-122"/>
                <a:ea typeface="楷体_GB2312" pitchFamily="49" charset="-122"/>
              </a:rPr>
              <a:t>国际化的、开放的、不依赖于设备生产商</a:t>
            </a:r>
            <a:r>
              <a:rPr lang="zh-CN" altLang="en-US" sz="2400" dirty="0">
                <a:latin typeface="楷体_GB2312" pitchFamily="49" charset="-122"/>
                <a:ea typeface="楷体_GB2312" pitchFamily="49" charset="-122"/>
              </a:rPr>
              <a:t>的现场总线标准。它广泛应用于制造业自动化、流程工业自动化和楼宇、交通、电力等其他自动化领域。</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a:extLst>
              <a:ext uri="{FF2B5EF4-FFF2-40B4-BE49-F238E27FC236}">
                <a16:creationId xmlns:a16="http://schemas.microsoft.com/office/drawing/2014/main" id="{83B57881-76BA-EB61-031A-00195B5769D5}"/>
              </a:ext>
            </a:extLst>
          </p:cNvPr>
          <p:cNvSpPr>
            <a:spLocks noGrp="1" noRot="1" noChangeArrowheads="1"/>
          </p:cNvSpPr>
          <p:nvPr>
            <p:ph type="body" idx="1"/>
          </p:nvPr>
        </p:nvSpPr>
        <p:spPr>
          <a:xfrm>
            <a:off x="301625" y="549275"/>
            <a:ext cx="8842375" cy="6119813"/>
          </a:xfrm>
        </p:spPr>
        <p:txBody>
          <a:bodyPr/>
          <a:lstStyle/>
          <a:p>
            <a:pPr marL="0" indent="0">
              <a:lnSpc>
                <a:spcPct val="110000"/>
              </a:lnSpc>
              <a:buNone/>
            </a:pPr>
            <a:r>
              <a:rPr lang="en-US" altLang="zh-CN" sz="3600" dirty="0">
                <a:latin typeface="黑体" panose="02010609060101010101" pitchFamily="49" charset="-122"/>
                <a:ea typeface="黑体" panose="02010609060101010101" pitchFamily="49" charset="-122"/>
              </a:rPr>
              <a:t>2.2.1</a:t>
            </a:r>
            <a:r>
              <a:rPr lang="zh-CN" altLang="en-US" sz="3600" dirty="0">
                <a:latin typeface="黑体" panose="02010609060101010101" pitchFamily="49" charset="-122"/>
                <a:ea typeface="黑体" panose="02010609060101010101" pitchFamily="49" charset="-122"/>
              </a:rPr>
              <a:t> </a:t>
            </a:r>
            <a:r>
              <a:rPr lang="en-US" altLang="zh-CN" sz="3600" dirty="0">
                <a:latin typeface="黑体" panose="02010609060101010101" pitchFamily="49" charset="-122"/>
                <a:ea typeface="黑体" panose="02010609060101010101" pitchFamily="49" charset="-122"/>
              </a:rPr>
              <a:t>PROFIBUS</a:t>
            </a:r>
            <a:r>
              <a:rPr lang="zh-CN" altLang="en-US" sz="3600" dirty="0">
                <a:latin typeface="黑体" panose="02010609060101010101" pitchFamily="49" charset="-122"/>
                <a:ea typeface="黑体" panose="02010609060101010101" pitchFamily="49" charset="-122"/>
              </a:rPr>
              <a:t>技术的发展过程</a:t>
            </a:r>
            <a:r>
              <a:rPr lang="en-US" altLang="zh-CN" sz="3600" dirty="0"/>
              <a:t>:</a:t>
            </a:r>
          </a:p>
          <a:p>
            <a:pPr>
              <a:lnSpc>
                <a:spcPct val="110000"/>
              </a:lnSpc>
              <a:buFontTx/>
              <a:buChar char="•"/>
            </a:pPr>
            <a:r>
              <a:rPr lang="en-US" altLang="zh-CN" sz="2400" dirty="0">
                <a:latin typeface="楷体_GB2312" pitchFamily="49" charset="-122"/>
                <a:ea typeface="楷体_GB2312" pitchFamily="49" charset="-122"/>
              </a:rPr>
              <a:t>1987</a:t>
            </a:r>
            <a:r>
              <a:rPr lang="zh-CN" altLang="en-US" sz="2400" dirty="0">
                <a:latin typeface="楷体_GB2312" pitchFamily="49" charset="-122"/>
                <a:ea typeface="楷体_GB2312" pitchFamily="49" charset="-122"/>
              </a:rPr>
              <a:t>年由</a:t>
            </a:r>
            <a:r>
              <a:rPr lang="zh-CN" altLang="en-US" sz="2400" dirty="0">
                <a:solidFill>
                  <a:srgbClr val="FF0000"/>
                </a:solidFill>
                <a:latin typeface="楷体_GB2312" pitchFamily="49" charset="-122"/>
                <a:ea typeface="楷体_GB2312" pitchFamily="49" charset="-122"/>
              </a:rPr>
              <a:t>德国</a:t>
            </a:r>
            <a:r>
              <a:rPr lang="en-US" altLang="zh-CN" sz="2400" dirty="0">
                <a:solidFill>
                  <a:srgbClr val="FF0000"/>
                </a:solidFill>
                <a:latin typeface="楷体_GB2312" pitchFamily="49" charset="-122"/>
                <a:ea typeface="楷体_GB2312" pitchFamily="49" charset="-122"/>
              </a:rPr>
              <a:t>SIEMENS</a:t>
            </a:r>
            <a:r>
              <a:rPr lang="zh-CN" altLang="en-US" sz="2400" dirty="0">
                <a:solidFill>
                  <a:srgbClr val="FF0000"/>
                </a:solidFill>
                <a:latin typeface="楷体_GB2312" pitchFamily="49" charset="-122"/>
                <a:ea typeface="楷体_GB2312" pitchFamily="49" charset="-122"/>
              </a:rPr>
              <a:t>公司</a:t>
            </a:r>
            <a:r>
              <a:rPr lang="zh-CN" altLang="en-US" sz="2400" dirty="0">
                <a:latin typeface="楷体_GB2312" pitchFamily="49" charset="-122"/>
                <a:ea typeface="楷体_GB2312" pitchFamily="49" charset="-122"/>
              </a:rPr>
              <a:t>等</a:t>
            </a:r>
            <a:r>
              <a:rPr lang="en-US" altLang="zh-CN" sz="2400" dirty="0">
                <a:latin typeface="楷体_GB2312" pitchFamily="49" charset="-122"/>
                <a:ea typeface="楷体_GB2312" pitchFamily="49" charset="-122"/>
              </a:rPr>
              <a:t>13</a:t>
            </a:r>
            <a:r>
              <a:rPr lang="zh-CN" altLang="en-US" sz="2400" dirty="0">
                <a:latin typeface="楷体_GB2312" pitchFamily="49" charset="-122"/>
                <a:ea typeface="楷体_GB2312" pitchFamily="49" charset="-122"/>
              </a:rPr>
              <a:t>家企业和</a:t>
            </a:r>
            <a:r>
              <a:rPr lang="en-US" altLang="zh-CN" sz="2400" dirty="0">
                <a:latin typeface="楷体_GB2312" pitchFamily="49" charset="-122"/>
                <a:ea typeface="楷体_GB2312" pitchFamily="49" charset="-122"/>
              </a:rPr>
              <a:t>5</a:t>
            </a:r>
            <a:r>
              <a:rPr lang="zh-CN" altLang="en-US" sz="2400" dirty="0">
                <a:latin typeface="楷体_GB2312" pitchFamily="49" charset="-122"/>
                <a:ea typeface="楷体_GB2312" pitchFamily="49" charset="-122"/>
              </a:rPr>
              <a:t>家研究机构联合开发；</a:t>
            </a:r>
          </a:p>
          <a:p>
            <a:pPr>
              <a:lnSpc>
                <a:spcPct val="110000"/>
              </a:lnSpc>
              <a:buFontTx/>
              <a:buChar char="•"/>
            </a:pPr>
            <a:r>
              <a:rPr lang="en-US" altLang="zh-CN" sz="2400" dirty="0">
                <a:latin typeface="楷体_GB2312" pitchFamily="49" charset="-122"/>
                <a:ea typeface="楷体_GB2312" pitchFamily="49" charset="-122"/>
              </a:rPr>
              <a:t>1989</a:t>
            </a:r>
            <a:r>
              <a:rPr lang="zh-CN" altLang="en-US" sz="2400" dirty="0">
                <a:latin typeface="楷体_GB2312" pitchFamily="49" charset="-122"/>
                <a:ea typeface="楷体_GB2312" pitchFamily="49" charset="-122"/>
              </a:rPr>
              <a:t>年成为</a:t>
            </a:r>
            <a:r>
              <a:rPr lang="zh-CN" altLang="en-US" sz="2400" dirty="0">
                <a:solidFill>
                  <a:srgbClr val="FF0000"/>
                </a:solidFill>
                <a:latin typeface="楷体_GB2312" pitchFamily="49" charset="-122"/>
                <a:ea typeface="楷体_GB2312" pitchFamily="49" charset="-122"/>
              </a:rPr>
              <a:t>德国工业标准</a:t>
            </a:r>
            <a:r>
              <a:rPr lang="en-US" altLang="zh-CN" sz="2400" dirty="0">
                <a:latin typeface="楷体_GB2312" pitchFamily="49" charset="-122"/>
                <a:ea typeface="楷体_GB2312" pitchFamily="49" charset="-122"/>
              </a:rPr>
              <a:t>DIN19245</a:t>
            </a:r>
            <a:r>
              <a:rPr lang="zh-CN" altLang="en-US" sz="2400" dirty="0">
                <a:latin typeface="楷体_GB2312" pitchFamily="49" charset="-122"/>
                <a:ea typeface="楷体_GB2312" pitchFamily="49" charset="-122"/>
              </a:rPr>
              <a:t>；</a:t>
            </a:r>
          </a:p>
          <a:p>
            <a:pPr>
              <a:lnSpc>
                <a:spcPct val="110000"/>
              </a:lnSpc>
              <a:buFontTx/>
              <a:buChar char="•"/>
            </a:pPr>
            <a:r>
              <a:rPr lang="en-US" altLang="zh-CN" sz="2400" dirty="0">
                <a:latin typeface="楷体_GB2312" pitchFamily="49" charset="-122"/>
                <a:ea typeface="楷体_GB2312" pitchFamily="49" charset="-122"/>
              </a:rPr>
              <a:t>1996</a:t>
            </a:r>
            <a:r>
              <a:rPr lang="zh-CN" altLang="en-US" sz="2400" dirty="0">
                <a:latin typeface="楷体_GB2312" pitchFamily="49" charset="-122"/>
                <a:ea typeface="楷体_GB2312" pitchFamily="49" charset="-122"/>
              </a:rPr>
              <a:t>年成为</a:t>
            </a:r>
            <a:r>
              <a:rPr lang="zh-CN" altLang="en-US" sz="2400" dirty="0">
                <a:solidFill>
                  <a:srgbClr val="FF0000"/>
                </a:solidFill>
                <a:latin typeface="楷体_GB2312" pitchFamily="49" charset="-122"/>
                <a:ea typeface="楷体_GB2312" pitchFamily="49" charset="-122"/>
              </a:rPr>
              <a:t>欧洲标准</a:t>
            </a:r>
            <a:r>
              <a:rPr lang="en-US" altLang="zh-CN" sz="2400" dirty="0">
                <a:latin typeface="楷体_GB2312" pitchFamily="49" charset="-122"/>
                <a:ea typeface="楷体_GB2312" pitchFamily="49" charset="-122"/>
              </a:rPr>
              <a:t>EN50170V.2(PROFIBUS-FMS-DP);</a:t>
            </a:r>
          </a:p>
          <a:p>
            <a:pPr>
              <a:lnSpc>
                <a:spcPct val="110000"/>
              </a:lnSpc>
              <a:buFontTx/>
              <a:buChar char="•"/>
            </a:pPr>
            <a:r>
              <a:rPr lang="en-US" altLang="zh-CN" sz="2400" dirty="0">
                <a:latin typeface="楷体_GB2312" pitchFamily="49" charset="-122"/>
                <a:ea typeface="楷体_GB2312" pitchFamily="49" charset="-122"/>
              </a:rPr>
              <a:t>1998</a:t>
            </a:r>
            <a:r>
              <a:rPr lang="zh-CN" altLang="en-US" sz="2400" dirty="0">
                <a:latin typeface="楷体_GB2312" pitchFamily="49" charset="-122"/>
                <a:ea typeface="楷体_GB2312" pitchFamily="49" charset="-122"/>
              </a:rPr>
              <a:t>年</a:t>
            </a:r>
            <a:r>
              <a:rPr lang="en-US" altLang="zh-CN" sz="2400" dirty="0">
                <a:latin typeface="楷体_GB2312" pitchFamily="49" charset="-122"/>
                <a:ea typeface="楷体_GB2312" pitchFamily="49" charset="-122"/>
              </a:rPr>
              <a:t>PROFIBUS-PA</a:t>
            </a:r>
            <a:r>
              <a:rPr lang="zh-CN" altLang="en-US" sz="2400" dirty="0">
                <a:latin typeface="楷体_GB2312" pitchFamily="49" charset="-122"/>
                <a:ea typeface="楷体_GB2312" pitchFamily="49" charset="-122"/>
              </a:rPr>
              <a:t>被纳入</a:t>
            </a:r>
            <a:r>
              <a:rPr lang="en-US" altLang="zh-CN" sz="2400" dirty="0">
                <a:latin typeface="楷体_GB2312" pitchFamily="49" charset="-122"/>
                <a:ea typeface="楷体_GB2312" pitchFamily="49" charset="-122"/>
              </a:rPr>
              <a:t>EN50170V.2</a:t>
            </a:r>
            <a:r>
              <a:rPr lang="zh-CN" altLang="en-US" sz="2400" dirty="0">
                <a:latin typeface="楷体_GB2312" pitchFamily="49" charset="-122"/>
                <a:ea typeface="楷体_GB2312" pitchFamily="49" charset="-122"/>
              </a:rPr>
              <a:t>；</a:t>
            </a:r>
          </a:p>
          <a:p>
            <a:pPr>
              <a:lnSpc>
                <a:spcPct val="110000"/>
              </a:lnSpc>
              <a:buFontTx/>
              <a:buChar char="•"/>
            </a:pPr>
            <a:r>
              <a:rPr lang="en-US" altLang="zh-CN" sz="2400" dirty="0">
                <a:latin typeface="楷体_GB2312" pitchFamily="49" charset="-122"/>
                <a:ea typeface="楷体_GB2312" pitchFamily="49" charset="-122"/>
              </a:rPr>
              <a:t>1999</a:t>
            </a:r>
            <a:r>
              <a:rPr lang="zh-CN" altLang="en-US" sz="2400" dirty="0">
                <a:latin typeface="楷体_GB2312" pitchFamily="49" charset="-122"/>
                <a:ea typeface="楷体_GB2312" pitchFamily="49" charset="-122"/>
              </a:rPr>
              <a:t>年</a:t>
            </a:r>
            <a:r>
              <a:rPr lang="en-US" altLang="zh-CN" sz="2400" dirty="0">
                <a:latin typeface="楷体_GB2312" pitchFamily="49" charset="-122"/>
                <a:ea typeface="楷体_GB2312" pitchFamily="49" charset="-122"/>
              </a:rPr>
              <a:t>PROFIBUS</a:t>
            </a:r>
            <a:r>
              <a:rPr lang="zh-CN" altLang="en-US" sz="2400" dirty="0">
                <a:latin typeface="楷体_GB2312" pitchFamily="49" charset="-122"/>
                <a:ea typeface="楷体_GB2312" pitchFamily="49" charset="-122"/>
              </a:rPr>
              <a:t>成为</a:t>
            </a:r>
            <a:r>
              <a:rPr lang="zh-CN" altLang="en-US" sz="2400" dirty="0">
                <a:solidFill>
                  <a:srgbClr val="FF0000"/>
                </a:solidFill>
                <a:latin typeface="楷体_GB2312" pitchFamily="49" charset="-122"/>
                <a:ea typeface="楷体_GB2312" pitchFamily="49" charset="-122"/>
              </a:rPr>
              <a:t>国际标准</a:t>
            </a:r>
            <a:r>
              <a:rPr lang="en-US" altLang="zh-CN" sz="2400" dirty="0">
                <a:latin typeface="楷体_GB2312" pitchFamily="49" charset="-122"/>
                <a:ea typeface="楷体_GB2312" pitchFamily="49" charset="-122"/>
              </a:rPr>
              <a:t>IEC61158</a:t>
            </a:r>
            <a:r>
              <a:rPr lang="zh-CN" altLang="en-US" sz="2400" dirty="0">
                <a:latin typeface="楷体_GB2312" pitchFamily="49" charset="-122"/>
                <a:ea typeface="楷体_GB2312" pitchFamily="49" charset="-122"/>
              </a:rPr>
              <a:t>的组成部分 </a:t>
            </a:r>
            <a:r>
              <a:rPr lang="en-US" altLang="zh-CN" sz="2400" dirty="0">
                <a:latin typeface="楷体_GB2312" pitchFamily="49" charset="-122"/>
                <a:ea typeface="楷体_GB2312" pitchFamily="49" charset="-122"/>
              </a:rPr>
              <a:t>(TYPEIII)</a:t>
            </a:r>
            <a:r>
              <a:rPr lang="zh-CN" altLang="en-US" sz="2400" dirty="0">
                <a:latin typeface="楷体_GB2312" pitchFamily="49" charset="-122"/>
                <a:ea typeface="楷体_GB2312" pitchFamily="49" charset="-122"/>
              </a:rPr>
              <a:t>；</a:t>
            </a:r>
          </a:p>
          <a:p>
            <a:pPr>
              <a:lnSpc>
                <a:spcPct val="110000"/>
              </a:lnSpc>
              <a:buFontTx/>
              <a:buChar char="•"/>
            </a:pPr>
            <a:r>
              <a:rPr lang="en-US" altLang="zh-CN" sz="2400" dirty="0">
                <a:latin typeface="楷体_GB2312" pitchFamily="49" charset="-122"/>
                <a:ea typeface="楷体_GB2312" pitchFamily="49" charset="-122"/>
              </a:rPr>
              <a:t>2001</a:t>
            </a:r>
            <a:r>
              <a:rPr lang="zh-CN" altLang="en-US" sz="2400" dirty="0">
                <a:latin typeface="楷体_GB2312" pitchFamily="49" charset="-122"/>
                <a:ea typeface="楷体_GB2312" pitchFamily="49" charset="-122"/>
              </a:rPr>
              <a:t>年成为</a:t>
            </a:r>
            <a:r>
              <a:rPr lang="zh-CN" altLang="en-US" sz="2400" dirty="0">
                <a:solidFill>
                  <a:srgbClr val="FF0000"/>
                </a:solidFill>
                <a:latin typeface="楷体_GB2312" pitchFamily="49" charset="-122"/>
                <a:ea typeface="楷体_GB2312" pitchFamily="49" charset="-122"/>
              </a:rPr>
              <a:t>中国的机械行业标准</a:t>
            </a:r>
            <a:r>
              <a:rPr lang="en-US" altLang="zh-CN" sz="2400" dirty="0">
                <a:latin typeface="楷体_GB2312" pitchFamily="49" charset="-122"/>
                <a:ea typeface="楷体_GB2312" pitchFamily="49" charset="-122"/>
              </a:rPr>
              <a:t>JB/T10308-3-2001</a:t>
            </a:r>
            <a:r>
              <a:rPr lang="zh-CN" altLang="en-US" sz="2400" dirty="0">
                <a:latin typeface="楷体_GB2312" pitchFamily="49" charset="-122"/>
                <a:ea typeface="楷体_GB2312" pitchFamily="49" charset="-122"/>
              </a:rPr>
              <a:t>；</a:t>
            </a:r>
          </a:p>
          <a:p>
            <a:pPr>
              <a:lnSpc>
                <a:spcPct val="110000"/>
              </a:lnSpc>
              <a:buFontTx/>
              <a:buChar char="•"/>
            </a:pPr>
            <a:r>
              <a:rPr lang="en-US" altLang="zh-CN" sz="2400" dirty="0">
                <a:latin typeface="楷体_GB2312" pitchFamily="49" charset="-122"/>
                <a:ea typeface="楷体_GB2312" pitchFamily="49" charset="-122"/>
              </a:rPr>
              <a:t>2006</a:t>
            </a:r>
            <a:r>
              <a:rPr lang="zh-CN" altLang="en-US" sz="2400" dirty="0">
                <a:latin typeface="楷体_GB2312" pitchFamily="49" charset="-122"/>
                <a:ea typeface="楷体_GB2312" pitchFamily="49" charset="-122"/>
              </a:rPr>
              <a:t>年成为</a:t>
            </a:r>
            <a:r>
              <a:rPr lang="zh-CN" altLang="en-US" sz="2400" dirty="0">
                <a:solidFill>
                  <a:srgbClr val="FF0000"/>
                </a:solidFill>
                <a:latin typeface="楷体_GB2312" pitchFamily="49" charset="-122"/>
                <a:ea typeface="楷体_GB2312" pitchFamily="49" charset="-122"/>
              </a:rPr>
              <a:t>中国的国家标准</a:t>
            </a:r>
            <a:r>
              <a:rPr lang="en-US" altLang="zh-CN" sz="2400" dirty="0">
                <a:latin typeface="楷体_GB2312" pitchFamily="49" charset="-122"/>
                <a:ea typeface="楷体_GB2312" pitchFamily="49" charset="-122"/>
              </a:rPr>
              <a:t>GB/T20540-2006</a:t>
            </a:r>
            <a:r>
              <a:rPr lang="zh-CN" altLang="en-US" sz="2400" dirty="0">
                <a:latin typeface="楷体_GB2312" pitchFamily="49" charset="-122"/>
                <a:ea typeface="楷体_GB2312" pitchFamily="49" charset="-122"/>
              </a:rPr>
              <a:t>。</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4">
            <a:extLst>
              <a:ext uri="{FF2B5EF4-FFF2-40B4-BE49-F238E27FC236}">
                <a16:creationId xmlns:a16="http://schemas.microsoft.com/office/drawing/2014/main" id="{B7D8089A-E0F4-3D74-AC14-28B4C05A6725}"/>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en-US" sz="1800">
                <a:solidFill>
                  <a:schemeClr val="bg1"/>
                </a:solidFill>
              </a:rPr>
              <a:t>5.2 主要现场总线技术</a:t>
            </a:r>
            <a:endParaRPr lang="zh-CN" altLang="en-US" sz="1800">
              <a:solidFill>
                <a:schemeClr val="bg1"/>
              </a:solidFill>
            </a:endParaRPr>
          </a:p>
        </p:txBody>
      </p:sp>
      <p:sp>
        <p:nvSpPr>
          <p:cNvPr id="43011" name="Rectangle 2">
            <a:extLst>
              <a:ext uri="{FF2B5EF4-FFF2-40B4-BE49-F238E27FC236}">
                <a16:creationId xmlns:a16="http://schemas.microsoft.com/office/drawing/2014/main" id="{F6CB845B-D973-5E90-72E8-F4DA48CD98DC}"/>
              </a:ext>
            </a:extLst>
          </p:cNvPr>
          <p:cNvSpPr>
            <a:spLocks noChangeArrowheads="1"/>
          </p:cNvSpPr>
          <p:nvPr/>
        </p:nvSpPr>
        <p:spPr bwMode="auto">
          <a:xfrm>
            <a:off x="381000" y="6096000"/>
            <a:ext cx="2057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012" name="Rectangle 3">
            <a:extLst>
              <a:ext uri="{FF2B5EF4-FFF2-40B4-BE49-F238E27FC236}">
                <a16:creationId xmlns:a16="http://schemas.microsoft.com/office/drawing/2014/main" id="{6F184017-B27B-D5A5-00AB-3E065449DB26}"/>
              </a:ext>
            </a:extLst>
          </p:cNvPr>
          <p:cNvSpPr>
            <a:spLocks noChangeArrowheads="1"/>
          </p:cNvSpPr>
          <p:nvPr/>
        </p:nvSpPr>
        <p:spPr bwMode="auto">
          <a:xfrm>
            <a:off x="3048000" y="6096000"/>
            <a:ext cx="304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013" name="Rectangle 4">
            <a:extLst>
              <a:ext uri="{FF2B5EF4-FFF2-40B4-BE49-F238E27FC236}">
                <a16:creationId xmlns:a16="http://schemas.microsoft.com/office/drawing/2014/main" id="{6A73ED10-1B66-0EB9-F0D4-8502632269E9}"/>
              </a:ext>
            </a:extLst>
          </p:cNvPr>
          <p:cNvSpPr>
            <a:spLocks noChangeArrowheads="1"/>
          </p:cNvSpPr>
          <p:nvPr/>
        </p:nvSpPr>
        <p:spPr bwMode="auto">
          <a:xfrm>
            <a:off x="1601788" y="466725"/>
            <a:ext cx="5480050" cy="81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ctr">
              <a:spcBef>
                <a:spcPct val="0"/>
              </a:spcBef>
            </a:pPr>
            <a:r>
              <a:rPr kumimoji="1" lang="zh-CN" altLang="en-US" sz="2400" b="1"/>
              <a:t>通 信 透 明</a:t>
            </a:r>
          </a:p>
          <a:p>
            <a:pPr algn="ctr">
              <a:spcBef>
                <a:spcPct val="0"/>
              </a:spcBef>
            </a:pPr>
            <a:r>
              <a:rPr kumimoji="1" lang="zh-CN" altLang="en-US" sz="2400" b="1"/>
              <a:t> 从 传 感 器／执 行 器 到 区 域 控 制</a:t>
            </a:r>
            <a:r>
              <a:rPr kumimoji="1" lang="zh-CN" altLang="en-US" sz="2400" b="1">
                <a:solidFill>
                  <a:srgbClr val="2F00CC"/>
                </a:solidFill>
              </a:rPr>
              <a:t> </a:t>
            </a:r>
            <a:r>
              <a:rPr kumimoji="1" lang="zh-CN" altLang="en-US" sz="2400" b="1"/>
              <a:t>器</a:t>
            </a:r>
          </a:p>
        </p:txBody>
      </p:sp>
      <p:sp>
        <p:nvSpPr>
          <p:cNvPr id="43014" name="AutoShape 5">
            <a:extLst>
              <a:ext uri="{FF2B5EF4-FFF2-40B4-BE49-F238E27FC236}">
                <a16:creationId xmlns:a16="http://schemas.microsoft.com/office/drawing/2014/main" id="{DD091B75-DD1C-A968-5DA5-976AEB14ECCA}"/>
              </a:ext>
            </a:extLst>
          </p:cNvPr>
          <p:cNvSpPr>
            <a:spLocks noChangeArrowheads="1"/>
          </p:cNvSpPr>
          <p:nvPr/>
        </p:nvSpPr>
        <p:spPr bwMode="auto">
          <a:xfrm rot="-5400000">
            <a:off x="2383632" y="-316706"/>
            <a:ext cx="4387850" cy="8821737"/>
          </a:xfrm>
          <a:prstGeom prst="homePlate">
            <a:avLst>
              <a:gd name="adj" fmla="val 33333"/>
            </a:avLst>
          </a:prstGeom>
          <a:gradFill rotWithShape="0">
            <a:gsLst>
              <a:gs pos="0">
                <a:srgbClr val="FFFFFF"/>
              </a:gs>
              <a:gs pos="100000">
                <a:srgbClr val="C1CEFF"/>
              </a:gs>
            </a:gsLst>
            <a:lin ang="54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015" name="Line 6">
            <a:extLst>
              <a:ext uri="{FF2B5EF4-FFF2-40B4-BE49-F238E27FC236}">
                <a16:creationId xmlns:a16="http://schemas.microsoft.com/office/drawing/2014/main" id="{45CC3EF2-235D-4931-4668-1F4EAA50A391}"/>
              </a:ext>
            </a:extLst>
          </p:cNvPr>
          <p:cNvSpPr>
            <a:spLocks noChangeShapeType="1"/>
          </p:cNvSpPr>
          <p:nvPr/>
        </p:nvSpPr>
        <p:spPr bwMode="auto">
          <a:xfrm flipV="1">
            <a:off x="1766888" y="5229225"/>
            <a:ext cx="0" cy="611188"/>
          </a:xfrm>
          <a:prstGeom prst="line">
            <a:avLst/>
          </a:prstGeom>
          <a:noFill/>
          <a:ln w="762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6" name="Line 7">
            <a:extLst>
              <a:ext uri="{FF2B5EF4-FFF2-40B4-BE49-F238E27FC236}">
                <a16:creationId xmlns:a16="http://schemas.microsoft.com/office/drawing/2014/main" id="{91E43A6C-CAAB-0EEF-86D9-1F593627E915}"/>
              </a:ext>
            </a:extLst>
          </p:cNvPr>
          <p:cNvSpPr>
            <a:spLocks noChangeShapeType="1"/>
          </p:cNvSpPr>
          <p:nvPr/>
        </p:nvSpPr>
        <p:spPr bwMode="auto">
          <a:xfrm>
            <a:off x="4624388" y="1984375"/>
            <a:ext cx="0" cy="1363663"/>
          </a:xfrm>
          <a:prstGeom prst="line">
            <a:avLst/>
          </a:prstGeom>
          <a:noFill/>
          <a:ln w="762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7" name="Line 8">
            <a:extLst>
              <a:ext uri="{FF2B5EF4-FFF2-40B4-BE49-F238E27FC236}">
                <a16:creationId xmlns:a16="http://schemas.microsoft.com/office/drawing/2014/main" id="{413552E7-705E-15FC-8805-DB149896004B}"/>
              </a:ext>
            </a:extLst>
          </p:cNvPr>
          <p:cNvSpPr>
            <a:spLocks noChangeShapeType="1"/>
          </p:cNvSpPr>
          <p:nvPr/>
        </p:nvSpPr>
        <p:spPr bwMode="auto">
          <a:xfrm>
            <a:off x="3076575" y="2876550"/>
            <a:ext cx="0" cy="504825"/>
          </a:xfrm>
          <a:prstGeom prst="line">
            <a:avLst/>
          </a:prstGeom>
          <a:noFill/>
          <a:ln w="762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8" name="Line 9">
            <a:extLst>
              <a:ext uri="{FF2B5EF4-FFF2-40B4-BE49-F238E27FC236}">
                <a16:creationId xmlns:a16="http://schemas.microsoft.com/office/drawing/2014/main" id="{2F0E8EBD-AB3C-74BF-7FA4-36690D044F99}"/>
              </a:ext>
            </a:extLst>
          </p:cNvPr>
          <p:cNvSpPr>
            <a:spLocks noChangeShapeType="1"/>
          </p:cNvSpPr>
          <p:nvPr/>
        </p:nvSpPr>
        <p:spPr bwMode="auto">
          <a:xfrm>
            <a:off x="6049963" y="2947988"/>
            <a:ext cx="0" cy="504825"/>
          </a:xfrm>
          <a:prstGeom prst="line">
            <a:avLst/>
          </a:prstGeom>
          <a:noFill/>
          <a:ln w="762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9" name="Line 10">
            <a:extLst>
              <a:ext uri="{FF2B5EF4-FFF2-40B4-BE49-F238E27FC236}">
                <a16:creationId xmlns:a16="http://schemas.microsoft.com/office/drawing/2014/main" id="{C391B5C4-A329-F87E-EC53-A373BF202DCB}"/>
              </a:ext>
            </a:extLst>
          </p:cNvPr>
          <p:cNvSpPr>
            <a:spLocks noChangeShapeType="1"/>
          </p:cNvSpPr>
          <p:nvPr/>
        </p:nvSpPr>
        <p:spPr bwMode="auto">
          <a:xfrm flipV="1">
            <a:off x="2057400" y="4365625"/>
            <a:ext cx="0" cy="822325"/>
          </a:xfrm>
          <a:prstGeom prst="line">
            <a:avLst/>
          </a:prstGeom>
          <a:noFill/>
          <a:ln w="762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3020" name="Group 104">
            <a:extLst>
              <a:ext uri="{FF2B5EF4-FFF2-40B4-BE49-F238E27FC236}">
                <a16:creationId xmlns:a16="http://schemas.microsoft.com/office/drawing/2014/main" id="{9154FDE6-7A5F-EC30-7257-71AF41C52292}"/>
              </a:ext>
            </a:extLst>
          </p:cNvPr>
          <p:cNvGrpSpPr>
            <a:grpSpLocks/>
          </p:cNvGrpSpPr>
          <p:nvPr/>
        </p:nvGrpSpPr>
        <p:grpSpPr bwMode="auto">
          <a:xfrm>
            <a:off x="2616200" y="2327275"/>
            <a:ext cx="1244600" cy="706438"/>
            <a:chOff x="1888" y="1562"/>
            <a:chExt cx="783" cy="445"/>
          </a:xfrm>
        </p:grpSpPr>
        <p:grpSp>
          <p:nvGrpSpPr>
            <p:cNvPr id="43640" name="Group 14">
              <a:extLst>
                <a:ext uri="{FF2B5EF4-FFF2-40B4-BE49-F238E27FC236}">
                  <a16:creationId xmlns:a16="http://schemas.microsoft.com/office/drawing/2014/main" id="{B7789ECB-1B65-C28B-FEC7-2F01C36A6356}"/>
                </a:ext>
              </a:extLst>
            </p:cNvPr>
            <p:cNvGrpSpPr>
              <a:grpSpLocks/>
            </p:cNvGrpSpPr>
            <p:nvPr/>
          </p:nvGrpSpPr>
          <p:grpSpPr bwMode="auto">
            <a:xfrm>
              <a:off x="1888" y="1562"/>
              <a:ext cx="783" cy="43"/>
              <a:chOff x="1888" y="1562"/>
              <a:chExt cx="783" cy="43"/>
            </a:xfrm>
          </p:grpSpPr>
          <p:sp>
            <p:nvSpPr>
              <p:cNvPr id="43730" name="Freeform 11">
                <a:extLst>
                  <a:ext uri="{FF2B5EF4-FFF2-40B4-BE49-F238E27FC236}">
                    <a16:creationId xmlns:a16="http://schemas.microsoft.com/office/drawing/2014/main" id="{29747E84-CC8A-1E2C-C91E-2C31E21C77C9}"/>
                  </a:ext>
                </a:extLst>
              </p:cNvPr>
              <p:cNvSpPr>
                <a:spLocks/>
              </p:cNvSpPr>
              <p:nvPr/>
            </p:nvSpPr>
            <p:spPr bwMode="auto">
              <a:xfrm>
                <a:off x="1888" y="1562"/>
                <a:ext cx="783" cy="40"/>
              </a:xfrm>
              <a:custGeom>
                <a:avLst/>
                <a:gdLst>
                  <a:gd name="T0" fmla="*/ 0 w 783"/>
                  <a:gd name="T1" fmla="*/ 39 h 40"/>
                  <a:gd name="T2" fmla="*/ 782 w 783"/>
                  <a:gd name="T3" fmla="*/ 39 h 40"/>
                  <a:gd name="T4" fmla="*/ 695 w 783"/>
                  <a:gd name="T5" fmla="*/ 0 h 40"/>
                  <a:gd name="T6" fmla="*/ 87 w 783"/>
                  <a:gd name="T7" fmla="*/ 0 h 40"/>
                  <a:gd name="T8" fmla="*/ 0 w 783"/>
                  <a:gd name="T9" fmla="*/ 39 h 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83" h="40">
                    <a:moveTo>
                      <a:pt x="0" y="39"/>
                    </a:moveTo>
                    <a:lnTo>
                      <a:pt x="782" y="39"/>
                    </a:lnTo>
                    <a:lnTo>
                      <a:pt x="695" y="0"/>
                    </a:lnTo>
                    <a:lnTo>
                      <a:pt x="87" y="0"/>
                    </a:lnTo>
                    <a:lnTo>
                      <a:pt x="0" y="39"/>
                    </a:lnTo>
                  </a:path>
                </a:pathLst>
              </a:custGeom>
              <a:solidFill>
                <a:srgbClr val="C0C0C0"/>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731" name="Line 12">
                <a:extLst>
                  <a:ext uri="{FF2B5EF4-FFF2-40B4-BE49-F238E27FC236}">
                    <a16:creationId xmlns:a16="http://schemas.microsoft.com/office/drawing/2014/main" id="{AF183432-6238-E034-2A74-DAE166DBD981}"/>
                  </a:ext>
                </a:extLst>
              </p:cNvPr>
              <p:cNvSpPr>
                <a:spLocks noChangeShapeType="1"/>
              </p:cNvSpPr>
              <p:nvPr/>
            </p:nvSpPr>
            <p:spPr bwMode="auto">
              <a:xfrm>
                <a:off x="1914" y="1591"/>
                <a:ext cx="730" cy="0"/>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732" name="Line 13">
                <a:extLst>
                  <a:ext uri="{FF2B5EF4-FFF2-40B4-BE49-F238E27FC236}">
                    <a16:creationId xmlns:a16="http://schemas.microsoft.com/office/drawing/2014/main" id="{75EB60BB-821F-4AAB-92C3-7B3BFC2D547A}"/>
                  </a:ext>
                </a:extLst>
              </p:cNvPr>
              <p:cNvSpPr>
                <a:spLocks noChangeShapeType="1"/>
              </p:cNvSpPr>
              <p:nvPr/>
            </p:nvSpPr>
            <p:spPr bwMode="auto">
              <a:xfrm flipH="1" flipV="1">
                <a:off x="2434" y="1588"/>
                <a:ext cx="10" cy="17"/>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3641" name="Group 17">
              <a:extLst>
                <a:ext uri="{FF2B5EF4-FFF2-40B4-BE49-F238E27FC236}">
                  <a16:creationId xmlns:a16="http://schemas.microsoft.com/office/drawing/2014/main" id="{FD493594-1758-CB77-D309-A5D4859FDE4A}"/>
                </a:ext>
              </a:extLst>
            </p:cNvPr>
            <p:cNvGrpSpPr>
              <a:grpSpLocks/>
            </p:cNvGrpSpPr>
            <p:nvPr/>
          </p:nvGrpSpPr>
          <p:grpSpPr bwMode="auto">
            <a:xfrm>
              <a:off x="1888" y="1601"/>
              <a:ext cx="783" cy="406"/>
              <a:chOff x="1888" y="1601"/>
              <a:chExt cx="783" cy="406"/>
            </a:xfrm>
          </p:grpSpPr>
          <p:sp>
            <p:nvSpPr>
              <p:cNvPr id="43728" name="Freeform 15">
                <a:extLst>
                  <a:ext uri="{FF2B5EF4-FFF2-40B4-BE49-F238E27FC236}">
                    <a16:creationId xmlns:a16="http://schemas.microsoft.com/office/drawing/2014/main" id="{D7ACFC5E-5FC0-8D2D-A5CB-8D9B0B006F7E}"/>
                  </a:ext>
                </a:extLst>
              </p:cNvPr>
              <p:cNvSpPr>
                <a:spLocks/>
              </p:cNvSpPr>
              <p:nvPr/>
            </p:nvSpPr>
            <p:spPr bwMode="auto">
              <a:xfrm>
                <a:off x="1888" y="1601"/>
                <a:ext cx="783" cy="406"/>
              </a:xfrm>
              <a:custGeom>
                <a:avLst/>
                <a:gdLst>
                  <a:gd name="T0" fmla="*/ 0 w 783"/>
                  <a:gd name="T1" fmla="*/ 0 h 406"/>
                  <a:gd name="T2" fmla="*/ 782 w 783"/>
                  <a:gd name="T3" fmla="*/ 0 h 406"/>
                  <a:gd name="T4" fmla="*/ 782 w 783"/>
                  <a:gd name="T5" fmla="*/ 405 h 406"/>
                  <a:gd name="T6" fmla="*/ 0 w 783"/>
                  <a:gd name="T7" fmla="*/ 405 h 406"/>
                  <a:gd name="T8" fmla="*/ 0 w 783"/>
                  <a:gd name="T9" fmla="*/ 0 h 4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83" h="406">
                    <a:moveTo>
                      <a:pt x="0" y="0"/>
                    </a:moveTo>
                    <a:lnTo>
                      <a:pt x="782" y="0"/>
                    </a:lnTo>
                    <a:lnTo>
                      <a:pt x="782" y="405"/>
                    </a:lnTo>
                    <a:lnTo>
                      <a:pt x="0" y="405"/>
                    </a:lnTo>
                    <a:lnTo>
                      <a:pt x="0" y="0"/>
                    </a:lnTo>
                  </a:path>
                </a:pathLst>
              </a:custGeom>
              <a:solidFill>
                <a:srgbClr val="CECECE"/>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729" name="Freeform 16">
                <a:extLst>
                  <a:ext uri="{FF2B5EF4-FFF2-40B4-BE49-F238E27FC236}">
                    <a16:creationId xmlns:a16="http://schemas.microsoft.com/office/drawing/2014/main" id="{019F528C-3CE9-14FB-80D6-EF6A33A89D95}"/>
                  </a:ext>
                </a:extLst>
              </p:cNvPr>
              <p:cNvSpPr>
                <a:spLocks/>
              </p:cNvSpPr>
              <p:nvPr/>
            </p:nvSpPr>
            <p:spPr bwMode="auto">
              <a:xfrm>
                <a:off x="1888" y="1601"/>
                <a:ext cx="554" cy="406"/>
              </a:xfrm>
              <a:custGeom>
                <a:avLst/>
                <a:gdLst>
                  <a:gd name="T0" fmla="*/ 0 w 554"/>
                  <a:gd name="T1" fmla="*/ 0 h 406"/>
                  <a:gd name="T2" fmla="*/ 553 w 554"/>
                  <a:gd name="T3" fmla="*/ 0 h 406"/>
                  <a:gd name="T4" fmla="*/ 553 w 554"/>
                  <a:gd name="T5" fmla="*/ 405 h 406"/>
                  <a:gd name="T6" fmla="*/ 0 w 554"/>
                  <a:gd name="T7" fmla="*/ 405 h 406"/>
                  <a:gd name="T8" fmla="*/ 0 w 554"/>
                  <a:gd name="T9" fmla="*/ 0 h 4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4" h="406">
                    <a:moveTo>
                      <a:pt x="0" y="0"/>
                    </a:moveTo>
                    <a:lnTo>
                      <a:pt x="553" y="0"/>
                    </a:lnTo>
                    <a:lnTo>
                      <a:pt x="553" y="405"/>
                    </a:lnTo>
                    <a:lnTo>
                      <a:pt x="0" y="405"/>
                    </a:lnTo>
                    <a:lnTo>
                      <a:pt x="0" y="0"/>
                    </a:lnTo>
                  </a:path>
                </a:pathLst>
              </a:custGeom>
              <a:solidFill>
                <a:srgbClr val="CECECE"/>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3642" name="Freeform 18">
              <a:extLst>
                <a:ext uri="{FF2B5EF4-FFF2-40B4-BE49-F238E27FC236}">
                  <a16:creationId xmlns:a16="http://schemas.microsoft.com/office/drawing/2014/main" id="{7D4373AF-F9A2-C9C5-E30C-B69EAED2E320}"/>
                </a:ext>
              </a:extLst>
            </p:cNvPr>
            <p:cNvSpPr>
              <a:spLocks/>
            </p:cNvSpPr>
            <p:nvPr/>
          </p:nvSpPr>
          <p:spPr bwMode="auto">
            <a:xfrm>
              <a:off x="1936" y="1639"/>
              <a:ext cx="430" cy="320"/>
            </a:xfrm>
            <a:custGeom>
              <a:avLst/>
              <a:gdLst>
                <a:gd name="T0" fmla="*/ 0 w 430"/>
                <a:gd name="T1" fmla="*/ 0 h 320"/>
                <a:gd name="T2" fmla="*/ 0 w 430"/>
                <a:gd name="T3" fmla="*/ 319 h 320"/>
                <a:gd name="T4" fmla="*/ 429 w 430"/>
                <a:gd name="T5" fmla="*/ 319 h 320"/>
                <a:gd name="T6" fmla="*/ 429 w 430"/>
                <a:gd name="T7" fmla="*/ 0 h 320"/>
                <a:gd name="T8" fmla="*/ 0 w 430"/>
                <a:gd name="T9" fmla="*/ 0 h 3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0" h="320">
                  <a:moveTo>
                    <a:pt x="0" y="0"/>
                  </a:moveTo>
                  <a:lnTo>
                    <a:pt x="0" y="319"/>
                  </a:lnTo>
                  <a:lnTo>
                    <a:pt x="429" y="319"/>
                  </a:lnTo>
                  <a:lnTo>
                    <a:pt x="429" y="0"/>
                  </a:lnTo>
                  <a:lnTo>
                    <a:pt x="0" y="0"/>
                  </a:lnTo>
                </a:path>
              </a:pathLst>
            </a:custGeom>
            <a:solidFill>
              <a:srgbClr val="C0C0C0"/>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43" name="Freeform 19">
              <a:extLst>
                <a:ext uri="{FF2B5EF4-FFF2-40B4-BE49-F238E27FC236}">
                  <a16:creationId xmlns:a16="http://schemas.microsoft.com/office/drawing/2014/main" id="{D4942577-2871-5CD7-7AF7-0668625D060C}"/>
                </a:ext>
              </a:extLst>
            </p:cNvPr>
            <p:cNvSpPr>
              <a:spLocks/>
            </p:cNvSpPr>
            <p:nvPr/>
          </p:nvSpPr>
          <p:spPr bwMode="auto">
            <a:xfrm>
              <a:off x="1931" y="1938"/>
              <a:ext cx="435" cy="21"/>
            </a:xfrm>
            <a:custGeom>
              <a:avLst/>
              <a:gdLst>
                <a:gd name="T0" fmla="*/ 0 w 435"/>
                <a:gd name="T1" fmla="*/ 20 h 21"/>
                <a:gd name="T2" fmla="*/ 33 w 435"/>
                <a:gd name="T3" fmla="*/ 0 h 21"/>
                <a:gd name="T4" fmla="*/ 434 w 435"/>
                <a:gd name="T5" fmla="*/ 0 h 21"/>
                <a:gd name="T6" fmla="*/ 434 w 435"/>
                <a:gd name="T7" fmla="*/ 20 h 21"/>
                <a:gd name="T8" fmla="*/ 0 w 435"/>
                <a:gd name="T9" fmla="*/ 20 h 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5" h="21">
                  <a:moveTo>
                    <a:pt x="0" y="20"/>
                  </a:moveTo>
                  <a:lnTo>
                    <a:pt x="33" y="0"/>
                  </a:lnTo>
                  <a:lnTo>
                    <a:pt x="434" y="0"/>
                  </a:lnTo>
                  <a:lnTo>
                    <a:pt x="434" y="20"/>
                  </a:lnTo>
                  <a:lnTo>
                    <a:pt x="0" y="20"/>
                  </a:lnTo>
                </a:path>
              </a:pathLst>
            </a:custGeom>
            <a:solidFill>
              <a:srgbClr val="808080"/>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44" name="Freeform 20">
              <a:extLst>
                <a:ext uri="{FF2B5EF4-FFF2-40B4-BE49-F238E27FC236}">
                  <a16:creationId xmlns:a16="http://schemas.microsoft.com/office/drawing/2014/main" id="{179E7526-DBDC-9018-0206-9B116072AC2B}"/>
                </a:ext>
              </a:extLst>
            </p:cNvPr>
            <p:cNvSpPr>
              <a:spLocks/>
            </p:cNvSpPr>
            <p:nvPr/>
          </p:nvSpPr>
          <p:spPr bwMode="auto">
            <a:xfrm>
              <a:off x="1931" y="1639"/>
              <a:ext cx="33" cy="320"/>
            </a:xfrm>
            <a:custGeom>
              <a:avLst/>
              <a:gdLst>
                <a:gd name="T0" fmla="*/ 0 w 33"/>
                <a:gd name="T1" fmla="*/ 0 h 320"/>
                <a:gd name="T2" fmla="*/ 32 w 33"/>
                <a:gd name="T3" fmla="*/ 0 h 320"/>
                <a:gd name="T4" fmla="*/ 32 w 33"/>
                <a:gd name="T5" fmla="*/ 300 h 320"/>
                <a:gd name="T6" fmla="*/ 0 w 33"/>
                <a:gd name="T7" fmla="*/ 319 h 320"/>
                <a:gd name="T8" fmla="*/ 0 w 33"/>
                <a:gd name="T9" fmla="*/ 0 h 3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 h="320">
                  <a:moveTo>
                    <a:pt x="0" y="0"/>
                  </a:moveTo>
                  <a:lnTo>
                    <a:pt x="32" y="0"/>
                  </a:lnTo>
                  <a:lnTo>
                    <a:pt x="32" y="300"/>
                  </a:lnTo>
                  <a:lnTo>
                    <a:pt x="0" y="319"/>
                  </a:lnTo>
                  <a:lnTo>
                    <a:pt x="0" y="0"/>
                  </a:lnTo>
                </a:path>
              </a:pathLst>
            </a:custGeom>
            <a:solidFill>
              <a:srgbClr val="202020"/>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45" name="Freeform 21">
              <a:extLst>
                <a:ext uri="{FF2B5EF4-FFF2-40B4-BE49-F238E27FC236}">
                  <a16:creationId xmlns:a16="http://schemas.microsoft.com/office/drawing/2014/main" id="{ADDE6989-5A81-E583-6D9D-72089BA426C5}"/>
                </a:ext>
              </a:extLst>
            </p:cNvPr>
            <p:cNvSpPr>
              <a:spLocks/>
            </p:cNvSpPr>
            <p:nvPr/>
          </p:nvSpPr>
          <p:spPr bwMode="auto">
            <a:xfrm>
              <a:off x="2470" y="1707"/>
              <a:ext cx="58" cy="51"/>
            </a:xfrm>
            <a:custGeom>
              <a:avLst/>
              <a:gdLst>
                <a:gd name="T0" fmla="*/ 0 w 58"/>
                <a:gd name="T1" fmla="*/ 0 h 51"/>
                <a:gd name="T2" fmla="*/ 57 w 58"/>
                <a:gd name="T3" fmla="*/ 0 h 51"/>
                <a:gd name="T4" fmla="*/ 57 w 58"/>
                <a:gd name="T5" fmla="*/ 50 h 51"/>
                <a:gd name="T6" fmla="*/ 0 w 58"/>
                <a:gd name="T7" fmla="*/ 50 h 51"/>
                <a:gd name="T8" fmla="*/ 0 w 58"/>
                <a:gd name="T9" fmla="*/ 0 h 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 h="51">
                  <a:moveTo>
                    <a:pt x="0" y="0"/>
                  </a:moveTo>
                  <a:lnTo>
                    <a:pt x="57" y="0"/>
                  </a:lnTo>
                  <a:lnTo>
                    <a:pt x="57" y="50"/>
                  </a:lnTo>
                  <a:lnTo>
                    <a:pt x="0" y="50"/>
                  </a:lnTo>
                  <a:lnTo>
                    <a:pt x="0" y="0"/>
                  </a:lnTo>
                </a:path>
              </a:pathLst>
            </a:custGeom>
            <a:solidFill>
              <a:srgbClr val="404040"/>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46" name="Freeform 22">
              <a:extLst>
                <a:ext uri="{FF2B5EF4-FFF2-40B4-BE49-F238E27FC236}">
                  <a16:creationId xmlns:a16="http://schemas.microsoft.com/office/drawing/2014/main" id="{34AB1E05-DD98-6C90-6C51-895E9A1E6233}"/>
                </a:ext>
              </a:extLst>
            </p:cNvPr>
            <p:cNvSpPr>
              <a:spLocks/>
            </p:cNvSpPr>
            <p:nvPr/>
          </p:nvSpPr>
          <p:spPr bwMode="auto">
            <a:xfrm>
              <a:off x="2584" y="1808"/>
              <a:ext cx="58" cy="52"/>
            </a:xfrm>
            <a:custGeom>
              <a:avLst/>
              <a:gdLst>
                <a:gd name="T0" fmla="*/ 0 w 58"/>
                <a:gd name="T1" fmla="*/ 0 h 52"/>
                <a:gd name="T2" fmla="*/ 57 w 58"/>
                <a:gd name="T3" fmla="*/ 0 h 52"/>
                <a:gd name="T4" fmla="*/ 57 w 58"/>
                <a:gd name="T5" fmla="*/ 51 h 52"/>
                <a:gd name="T6" fmla="*/ 0 w 58"/>
                <a:gd name="T7" fmla="*/ 51 h 52"/>
                <a:gd name="T8" fmla="*/ 0 w 58"/>
                <a:gd name="T9" fmla="*/ 0 h 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 h="52">
                  <a:moveTo>
                    <a:pt x="0" y="0"/>
                  </a:moveTo>
                  <a:lnTo>
                    <a:pt x="57" y="0"/>
                  </a:lnTo>
                  <a:lnTo>
                    <a:pt x="57" y="51"/>
                  </a:lnTo>
                  <a:lnTo>
                    <a:pt x="0" y="51"/>
                  </a:lnTo>
                  <a:lnTo>
                    <a:pt x="0" y="0"/>
                  </a:lnTo>
                </a:path>
              </a:pathLst>
            </a:custGeom>
            <a:solidFill>
              <a:srgbClr val="404040"/>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47" name="Freeform 23">
              <a:extLst>
                <a:ext uri="{FF2B5EF4-FFF2-40B4-BE49-F238E27FC236}">
                  <a16:creationId xmlns:a16="http://schemas.microsoft.com/office/drawing/2014/main" id="{FD34913F-6FEA-8C42-09E1-8682EA80B409}"/>
                </a:ext>
              </a:extLst>
            </p:cNvPr>
            <p:cNvSpPr>
              <a:spLocks/>
            </p:cNvSpPr>
            <p:nvPr/>
          </p:nvSpPr>
          <p:spPr bwMode="auto">
            <a:xfrm>
              <a:off x="2527" y="1707"/>
              <a:ext cx="58" cy="51"/>
            </a:xfrm>
            <a:custGeom>
              <a:avLst/>
              <a:gdLst>
                <a:gd name="T0" fmla="*/ 0 w 58"/>
                <a:gd name="T1" fmla="*/ 0 h 51"/>
                <a:gd name="T2" fmla="*/ 57 w 58"/>
                <a:gd name="T3" fmla="*/ 0 h 51"/>
                <a:gd name="T4" fmla="*/ 57 w 58"/>
                <a:gd name="T5" fmla="*/ 50 h 51"/>
                <a:gd name="T6" fmla="*/ 0 w 58"/>
                <a:gd name="T7" fmla="*/ 50 h 51"/>
                <a:gd name="T8" fmla="*/ 0 w 58"/>
                <a:gd name="T9" fmla="*/ 0 h 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 h="51">
                  <a:moveTo>
                    <a:pt x="0" y="0"/>
                  </a:moveTo>
                  <a:lnTo>
                    <a:pt x="57" y="0"/>
                  </a:lnTo>
                  <a:lnTo>
                    <a:pt x="57" y="50"/>
                  </a:lnTo>
                  <a:lnTo>
                    <a:pt x="0" y="50"/>
                  </a:lnTo>
                  <a:lnTo>
                    <a:pt x="0" y="0"/>
                  </a:lnTo>
                </a:path>
              </a:pathLst>
            </a:custGeom>
            <a:solidFill>
              <a:srgbClr val="404040"/>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48" name="Freeform 24">
              <a:extLst>
                <a:ext uri="{FF2B5EF4-FFF2-40B4-BE49-F238E27FC236}">
                  <a16:creationId xmlns:a16="http://schemas.microsoft.com/office/drawing/2014/main" id="{CD4026B5-2263-276D-5BCF-45097B27FDA1}"/>
                </a:ext>
              </a:extLst>
            </p:cNvPr>
            <p:cNvSpPr>
              <a:spLocks/>
            </p:cNvSpPr>
            <p:nvPr/>
          </p:nvSpPr>
          <p:spPr bwMode="auto">
            <a:xfrm>
              <a:off x="2584" y="1707"/>
              <a:ext cx="58" cy="51"/>
            </a:xfrm>
            <a:custGeom>
              <a:avLst/>
              <a:gdLst>
                <a:gd name="T0" fmla="*/ 0 w 58"/>
                <a:gd name="T1" fmla="*/ 0 h 51"/>
                <a:gd name="T2" fmla="*/ 57 w 58"/>
                <a:gd name="T3" fmla="*/ 0 h 51"/>
                <a:gd name="T4" fmla="*/ 57 w 58"/>
                <a:gd name="T5" fmla="*/ 50 h 51"/>
                <a:gd name="T6" fmla="*/ 0 w 58"/>
                <a:gd name="T7" fmla="*/ 50 h 51"/>
                <a:gd name="T8" fmla="*/ 0 w 58"/>
                <a:gd name="T9" fmla="*/ 0 h 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 h="51">
                  <a:moveTo>
                    <a:pt x="0" y="0"/>
                  </a:moveTo>
                  <a:lnTo>
                    <a:pt x="57" y="0"/>
                  </a:lnTo>
                  <a:lnTo>
                    <a:pt x="57" y="50"/>
                  </a:lnTo>
                  <a:lnTo>
                    <a:pt x="0" y="50"/>
                  </a:lnTo>
                  <a:lnTo>
                    <a:pt x="0" y="0"/>
                  </a:lnTo>
                </a:path>
              </a:pathLst>
            </a:custGeom>
            <a:solidFill>
              <a:srgbClr val="404040"/>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49" name="Freeform 25">
              <a:extLst>
                <a:ext uri="{FF2B5EF4-FFF2-40B4-BE49-F238E27FC236}">
                  <a16:creationId xmlns:a16="http://schemas.microsoft.com/office/drawing/2014/main" id="{36CE02C5-C78A-1DBD-020F-FAF499FED02A}"/>
                </a:ext>
              </a:extLst>
            </p:cNvPr>
            <p:cNvSpPr>
              <a:spLocks/>
            </p:cNvSpPr>
            <p:nvPr/>
          </p:nvSpPr>
          <p:spPr bwMode="auto">
            <a:xfrm>
              <a:off x="2584" y="1757"/>
              <a:ext cx="58" cy="52"/>
            </a:xfrm>
            <a:custGeom>
              <a:avLst/>
              <a:gdLst>
                <a:gd name="T0" fmla="*/ 0 w 58"/>
                <a:gd name="T1" fmla="*/ 0 h 52"/>
                <a:gd name="T2" fmla="*/ 57 w 58"/>
                <a:gd name="T3" fmla="*/ 0 h 52"/>
                <a:gd name="T4" fmla="*/ 57 w 58"/>
                <a:gd name="T5" fmla="*/ 51 h 52"/>
                <a:gd name="T6" fmla="*/ 0 w 58"/>
                <a:gd name="T7" fmla="*/ 51 h 52"/>
                <a:gd name="T8" fmla="*/ 0 w 58"/>
                <a:gd name="T9" fmla="*/ 0 h 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 h="52">
                  <a:moveTo>
                    <a:pt x="0" y="0"/>
                  </a:moveTo>
                  <a:lnTo>
                    <a:pt x="57" y="0"/>
                  </a:lnTo>
                  <a:lnTo>
                    <a:pt x="57" y="51"/>
                  </a:lnTo>
                  <a:lnTo>
                    <a:pt x="0" y="51"/>
                  </a:lnTo>
                  <a:lnTo>
                    <a:pt x="0" y="0"/>
                  </a:lnTo>
                </a:path>
              </a:pathLst>
            </a:custGeom>
            <a:solidFill>
              <a:srgbClr val="404040"/>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50" name="Freeform 26">
              <a:extLst>
                <a:ext uri="{FF2B5EF4-FFF2-40B4-BE49-F238E27FC236}">
                  <a16:creationId xmlns:a16="http://schemas.microsoft.com/office/drawing/2014/main" id="{2A9E38F4-DC71-FF59-264F-568496A7EB91}"/>
                </a:ext>
              </a:extLst>
            </p:cNvPr>
            <p:cNvSpPr>
              <a:spLocks/>
            </p:cNvSpPr>
            <p:nvPr/>
          </p:nvSpPr>
          <p:spPr bwMode="auto">
            <a:xfrm>
              <a:off x="2527" y="1757"/>
              <a:ext cx="58" cy="52"/>
            </a:xfrm>
            <a:custGeom>
              <a:avLst/>
              <a:gdLst>
                <a:gd name="T0" fmla="*/ 0 w 58"/>
                <a:gd name="T1" fmla="*/ 0 h 52"/>
                <a:gd name="T2" fmla="*/ 57 w 58"/>
                <a:gd name="T3" fmla="*/ 0 h 52"/>
                <a:gd name="T4" fmla="*/ 57 w 58"/>
                <a:gd name="T5" fmla="*/ 51 h 52"/>
                <a:gd name="T6" fmla="*/ 0 w 58"/>
                <a:gd name="T7" fmla="*/ 51 h 52"/>
                <a:gd name="T8" fmla="*/ 0 w 58"/>
                <a:gd name="T9" fmla="*/ 0 h 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 h="52">
                  <a:moveTo>
                    <a:pt x="0" y="0"/>
                  </a:moveTo>
                  <a:lnTo>
                    <a:pt x="57" y="0"/>
                  </a:lnTo>
                  <a:lnTo>
                    <a:pt x="57" y="51"/>
                  </a:lnTo>
                  <a:lnTo>
                    <a:pt x="0" y="51"/>
                  </a:lnTo>
                  <a:lnTo>
                    <a:pt x="0" y="0"/>
                  </a:lnTo>
                </a:path>
              </a:pathLst>
            </a:custGeom>
            <a:solidFill>
              <a:srgbClr val="404040"/>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51" name="Freeform 27">
              <a:extLst>
                <a:ext uri="{FF2B5EF4-FFF2-40B4-BE49-F238E27FC236}">
                  <a16:creationId xmlns:a16="http://schemas.microsoft.com/office/drawing/2014/main" id="{70CDEFD3-3408-8315-7E72-F72F3EBFA021}"/>
                </a:ext>
              </a:extLst>
            </p:cNvPr>
            <p:cNvSpPr>
              <a:spLocks/>
            </p:cNvSpPr>
            <p:nvPr/>
          </p:nvSpPr>
          <p:spPr bwMode="auto">
            <a:xfrm>
              <a:off x="2470" y="1757"/>
              <a:ext cx="58" cy="52"/>
            </a:xfrm>
            <a:custGeom>
              <a:avLst/>
              <a:gdLst>
                <a:gd name="T0" fmla="*/ 0 w 58"/>
                <a:gd name="T1" fmla="*/ 0 h 52"/>
                <a:gd name="T2" fmla="*/ 57 w 58"/>
                <a:gd name="T3" fmla="*/ 0 h 52"/>
                <a:gd name="T4" fmla="*/ 57 w 58"/>
                <a:gd name="T5" fmla="*/ 51 h 52"/>
                <a:gd name="T6" fmla="*/ 0 w 58"/>
                <a:gd name="T7" fmla="*/ 51 h 52"/>
                <a:gd name="T8" fmla="*/ 0 w 58"/>
                <a:gd name="T9" fmla="*/ 0 h 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 h="52">
                  <a:moveTo>
                    <a:pt x="0" y="0"/>
                  </a:moveTo>
                  <a:lnTo>
                    <a:pt x="57" y="0"/>
                  </a:lnTo>
                  <a:lnTo>
                    <a:pt x="57" y="51"/>
                  </a:lnTo>
                  <a:lnTo>
                    <a:pt x="0" y="51"/>
                  </a:lnTo>
                  <a:lnTo>
                    <a:pt x="0" y="0"/>
                  </a:lnTo>
                </a:path>
              </a:pathLst>
            </a:custGeom>
            <a:solidFill>
              <a:srgbClr val="404040"/>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52" name="Freeform 28">
              <a:extLst>
                <a:ext uri="{FF2B5EF4-FFF2-40B4-BE49-F238E27FC236}">
                  <a16:creationId xmlns:a16="http://schemas.microsoft.com/office/drawing/2014/main" id="{962FFAE9-CE22-60F5-60B8-00E58997F090}"/>
                </a:ext>
              </a:extLst>
            </p:cNvPr>
            <p:cNvSpPr>
              <a:spLocks/>
            </p:cNvSpPr>
            <p:nvPr/>
          </p:nvSpPr>
          <p:spPr bwMode="auto">
            <a:xfrm>
              <a:off x="2527" y="1808"/>
              <a:ext cx="58" cy="52"/>
            </a:xfrm>
            <a:custGeom>
              <a:avLst/>
              <a:gdLst>
                <a:gd name="T0" fmla="*/ 0 w 58"/>
                <a:gd name="T1" fmla="*/ 0 h 52"/>
                <a:gd name="T2" fmla="*/ 57 w 58"/>
                <a:gd name="T3" fmla="*/ 0 h 52"/>
                <a:gd name="T4" fmla="*/ 57 w 58"/>
                <a:gd name="T5" fmla="*/ 51 h 52"/>
                <a:gd name="T6" fmla="*/ 0 w 58"/>
                <a:gd name="T7" fmla="*/ 51 h 52"/>
                <a:gd name="T8" fmla="*/ 0 w 58"/>
                <a:gd name="T9" fmla="*/ 0 h 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 h="52">
                  <a:moveTo>
                    <a:pt x="0" y="0"/>
                  </a:moveTo>
                  <a:lnTo>
                    <a:pt x="57" y="0"/>
                  </a:lnTo>
                  <a:lnTo>
                    <a:pt x="57" y="51"/>
                  </a:lnTo>
                  <a:lnTo>
                    <a:pt x="0" y="51"/>
                  </a:lnTo>
                  <a:lnTo>
                    <a:pt x="0" y="0"/>
                  </a:lnTo>
                </a:path>
              </a:pathLst>
            </a:custGeom>
            <a:solidFill>
              <a:srgbClr val="404040"/>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53" name="Freeform 29">
              <a:extLst>
                <a:ext uri="{FF2B5EF4-FFF2-40B4-BE49-F238E27FC236}">
                  <a16:creationId xmlns:a16="http://schemas.microsoft.com/office/drawing/2014/main" id="{1AEF2782-7446-D287-2ECA-3748EBAA9CDC}"/>
                </a:ext>
              </a:extLst>
            </p:cNvPr>
            <p:cNvSpPr>
              <a:spLocks/>
            </p:cNvSpPr>
            <p:nvPr/>
          </p:nvSpPr>
          <p:spPr bwMode="auto">
            <a:xfrm>
              <a:off x="2470" y="1808"/>
              <a:ext cx="58" cy="52"/>
            </a:xfrm>
            <a:custGeom>
              <a:avLst/>
              <a:gdLst>
                <a:gd name="T0" fmla="*/ 0 w 58"/>
                <a:gd name="T1" fmla="*/ 0 h 52"/>
                <a:gd name="T2" fmla="*/ 57 w 58"/>
                <a:gd name="T3" fmla="*/ 0 h 52"/>
                <a:gd name="T4" fmla="*/ 57 w 58"/>
                <a:gd name="T5" fmla="*/ 51 h 52"/>
                <a:gd name="T6" fmla="*/ 0 w 58"/>
                <a:gd name="T7" fmla="*/ 51 h 52"/>
                <a:gd name="T8" fmla="*/ 0 w 58"/>
                <a:gd name="T9" fmla="*/ 0 h 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 h="52">
                  <a:moveTo>
                    <a:pt x="0" y="0"/>
                  </a:moveTo>
                  <a:lnTo>
                    <a:pt x="57" y="0"/>
                  </a:lnTo>
                  <a:lnTo>
                    <a:pt x="57" y="51"/>
                  </a:lnTo>
                  <a:lnTo>
                    <a:pt x="0" y="51"/>
                  </a:lnTo>
                  <a:lnTo>
                    <a:pt x="0" y="0"/>
                  </a:lnTo>
                </a:path>
              </a:pathLst>
            </a:custGeom>
            <a:solidFill>
              <a:srgbClr val="404040"/>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54" name="Freeform 30">
              <a:extLst>
                <a:ext uri="{FF2B5EF4-FFF2-40B4-BE49-F238E27FC236}">
                  <a16:creationId xmlns:a16="http://schemas.microsoft.com/office/drawing/2014/main" id="{407939FC-80B3-D924-4079-D975115084DE}"/>
                </a:ext>
              </a:extLst>
            </p:cNvPr>
            <p:cNvSpPr>
              <a:spLocks/>
            </p:cNvSpPr>
            <p:nvPr/>
          </p:nvSpPr>
          <p:spPr bwMode="auto">
            <a:xfrm>
              <a:off x="2527" y="1859"/>
              <a:ext cx="58" cy="51"/>
            </a:xfrm>
            <a:custGeom>
              <a:avLst/>
              <a:gdLst>
                <a:gd name="T0" fmla="*/ 0 w 58"/>
                <a:gd name="T1" fmla="*/ 0 h 51"/>
                <a:gd name="T2" fmla="*/ 57 w 58"/>
                <a:gd name="T3" fmla="*/ 0 h 51"/>
                <a:gd name="T4" fmla="*/ 57 w 58"/>
                <a:gd name="T5" fmla="*/ 50 h 51"/>
                <a:gd name="T6" fmla="*/ 0 w 58"/>
                <a:gd name="T7" fmla="*/ 50 h 51"/>
                <a:gd name="T8" fmla="*/ 0 w 58"/>
                <a:gd name="T9" fmla="*/ 0 h 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 h="51">
                  <a:moveTo>
                    <a:pt x="0" y="0"/>
                  </a:moveTo>
                  <a:lnTo>
                    <a:pt x="57" y="0"/>
                  </a:lnTo>
                  <a:lnTo>
                    <a:pt x="57" y="50"/>
                  </a:lnTo>
                  <a:lnTo>
                    <a:pt x="0" y="50"/>
                  </a:lnTo>
                  <a:lnTo>
                    <a:pt x="0" y="0"/>
                  </a:lnTo>
                </a:path>
              </a:pathLst>
            </a:custGeom>
            <a:solidFill>
              <a:srgbClr val="404040"/>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55" name="Freeform 31">
              <a:extLst>
                <a:ext uri="{FF2B5EF4-FFF2-40B4-BE49-F238E27FC236}">
                  <a16:creationId xmlns:a16="http://schemas.microsoft.com/office/drawing/2014/main" id="{A08C1817-3CDD-EE4B-C0AF-6FD7700A1145}"/>
                </a:ext>
              </a:extLst>
            </p:cNvPr>
            <p:cNvSpPr>
              <a:spLocks/>
            </p:cNvSpPr>
            <p:nvPr/>
          </p:nvSpPr>
          <p:spPr bwMode="auto">
            <a:xfrm>
              <a:off x="2545" y="1871"/>
              <a:ext cx="17" cy="21"/>
            </a:xfrm>
            <a:custGeom>
              <a:avLst/>
              <a:gdLst>
                <a:gd name="T0" fmla="*/ 4 w 17"/>
                <a:gd name="T1" fmla="*/ 0 h 21"/>
                <a:gd name="T2" fmla="*/ 11 w 17"/>
                <a:gd name="T3" fmla="*/ 0 h 21"/>
                <a:gd name="T4" fmla="*/ 16 w 17"/>
                <a:gd name="T5" fmla="*/ 3 h 21"/>
                <a:gd name="T6" fmla="*/ 16 w 17"/>
                <a:gd name="T7" fmla="*/ 17 h 21"/>
                <a:gd name="T8" fmla="*/ 11 w 17"/>
                <a:gd name="T9" fmla="*/ 20 h 21"/>
                <a:gd name="T10" fmla="*/ 4 w 17"/>
                <a:gd name="T11" fmla="*/ 20 h 21"/>
                <a:gd name="T12" fmla="*/ 0 w 17"/>
                <a:gd name="T13" fmla="*/ 17 h 21"/>
                <a:gd name="T14" fmla="*/ 0 w 17"/>
                <a:gd name="T15" fmla="*/ 16 h 21"/>
                <a:gd name="T16" fmla="*/ 6 w 17"/>
                <a:gd name="T17" fmla="*/ 16 h 21"/>
                <a:gd name="T18" fmla="*/ 6 w 17"/>
                <a:gd name="T19" fmla="*/ 4 h 21"/>
                <a:gd name="T20" fmla="*/ 9 w 17"/>
                <a:gd name="T21" fmla="*/ 4 h 21"/>
                <a:gd name="T22" fmla="*/ 9 w 17"/>
                <a:gd name="T23" fmla="*/ 16 h 21"/>
                <a:gd name="T24" fmla="*/ 6 w 17"/>
                <a:gd name="T25" fmla="*/ 16 h 21"/>
                <a:gd name="T26" fmla="*/ 0 w 17"/>
                <a:gd name="T27" fmla="*/ 16 h 21"/>
                <a:gd name="T28" fmla="*/ 0 w 17"/>
                <a:gd name="T29" fmla="*/ 3 h 21"/>
                <a:gd name="T30" fmla="*/ 4 w 17"/>
                <a:gd name="T31" fmla="*/ 0 h 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 h="21">
                  <a:moveTo>
                    <a:pt x="4" y="0"/>
                  </a:moveTo>
                  <a:lnTo>
                    <a:pt x="11" y="0"/>
                  </a:lnTo>
                  <a:lnTo>
                    <a:pt x="16" y="3"/>
                  </a:lnTo>
                  <a:lnTo>
                    <a:pt x="16" y="17"/>
                  </a:lnTo>
                  <a:lnTo>
                    <a:pt x="11" y="20"/>
                  </a:lnTo>
                  <a:lnTo>
                    <a:pt x="4" y="20"/>
                  </a:lnTo>
                  <a:lnTo>
                    <a:pt x="0" y="17"/>
                  </a:lnTo>
                  <a:lnTo>
                    <a:pt x="0" y="16"/>
                  </a:lnTo>
                  <a:lnTo>
                    <a:pt x="6" y="16"/>
                  </a:lnTo>
                  <a:lnTo>
                    <a:pt x="6" y="4"/>
                  </a:lnTo>
                  <a:lnTo>
                    <a:pt x="9" y="4"/>
                  </a:lnTo>
                  <a:lnTo>
                    <a:pt x="9" y="16"/>
                  </a:lnTo>
                  <a:lnTo>
                    <a:pt x="6" y="16"/>
                  </a:lnTo>
                  <a:lnTo>
                    <a:pt x="0" y="16"/>
                  </a:lnTo>
                  <a:lnTo>
                    <a:pt x="0" y="3"/>
                  </a:lnTo>
                  <a:lnTo>
                    <a:pt x="4" y="0"/>
                  </a:lnTo>
                </a:path>
              </a:pathLst>
            </a:custGeom>
            <a:solidFill>
              <a:srgbClr val="E0E0E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56" name="Freeform 32">
              <a:extLst>
                <a:ext uri="{FF2B5EF4-FFF2-40B4-BE49-F238E27FC236}">
                  <a16:creationId xmlns:a16="http://schemas.microsoft.com/office/drawing/2014/main" id="{C2244602-386E-EE27-2911-2EFE7987177A}"/>
                </a:ext>
              </a:extLst>
            </p:cNvPr>
            <p:cNvSpPr>
              <a:spLocks/>
            </p:cNvSpPr>
            <p:nvPr/>
          </p:nvSpPr>
          <p:spPr bwMode="auto">
            <a:xfrm>
              <a:off x="2492" y="1716"/>
              <a:ext cx="17" cy="22"/>
            </a:xfrm>
            <a:custGeom>
              <a:avLst/>
              <a:gdLst>
                <a:gd name="T0" fmla="*/ 4 w 17"/>
                <a:gd name="T1" fmla="*/ 21 h 22"/>
                <a:gd name="T2" fmla="*/ 16 w 17"/>
                <a:gd name="T3" fmla="*/ 21 h 22"/>
                <a:gd name="T4" fmla="*/ 16 w 17"/>
                <a:gd name="T5" fmla="*/ 0 h 22"/>
                <a:gd name="T6" fmla="*/ 4 w 17"/>
                <a:gd name="T7" fmla="*/ 0 h 22"/>
                <a:gd name="T8" fmla="*/ 0 w 17"/>
                <a:gd name="T9" fmla="*/ 5 h 22"/>
                <a:gd name="T10" fmla="*/ 4 w 17"/>
                <a:gd name="T11" fmla="*/ 5 h 22"/>
                <a:gd name="T12" fmla="*/ 4 w 17"/>
                <a:gd name="T13" fmla="*/ 21 h 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 h="22">
                  <a:moveTo>
                    <a:pt x="4" y="21"/>
                  </a:moveTo>
                  <a:lnTo>
                    <a:pt x="16" y="21"/>
                  </a:lnTo>
                  <a:lnTo>
                    <a:pt x="16" y="0"/>
                  </a:lnTo>
                  <a:lnTo>
                    <a:pt x="4" y="0"/>
                  </a:lnTo>
                  <a:lnTo>
                    <a:pt x="0" y="5"/>
                  </a:lnTo>
                  <a:lnTo>
                    <a:pt x="4" y="5"/>
                  </a:lnTo>
                  <a:lnTo>
                    <a:pt x="4" y="21"/>
                  </a:lnTo>
                </a:path>
              </a:pathLst>
            </a:custGeom>
            <a:solidFill>
              <a:srgbClr val="E0E0E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57" name="Freeform 33">
              <a:extLst>
                <a:ext uri="{FF2B5EF4-FFF2-40B4-BE49-F238E27FC236}">
                  <a16:creationId xmlns:a16="http://schemas.microsoft.com/office/drawing/2014/main" id="{A93B6770-8655-570B-4327-9E78B9D0CDDD}"/>
                </a:ext>
              </a:extLst>
            </p:cNvPr>
            <p:cNvSpPr>
              <a:spLocks/>
            </p:cNvSpPr>
            <p:nvPr/>
          </p:nvSpPr>
          <p:spPr bwMode="auto">
            <a:xfrm>
              <a:off x="2544" y="1717"/>
              <a:ext cx="17" cy="21"/>
            </a:xfrm>
            <a:custGeom>
              <a:avLst/>
              <a:gdLst>
                <a:gd name="T0" fmla="*/ 0 w 17"/>
                <a:gd name="T1" fmla="*/ 6 h 21"/>
                <a:gd name="T2" fmla="*/ 6 w 17"/>
                <a:gd name="T3" fmla="*/ 6 h 21"/>
                <a:gd name="T4" fmla="*/ 6 w 17"/>
                <a:gd name="T5" fmla="*/ 4 h 21"/>
                <a:gd name="T6" fmla="*/ 9 w 17"/>
                <a:gd name="T7" fmla="*/ 4 h 21"/>
                <a:gd name="T8" fmla="*/ 9 w 17"/>
                <a:gd name="T9" fmla="*/ 7 h 21"/>
                <a:gd name="T10" fmla="*/ 0 w 17"/>
                <a:gd name="T11" fmla="*/ 17 h 21"/>
                <a:gd name="T12" fmla="*/ 0 w 17"/>
                <a:gd name="T13" fmla="*/ 20 h 21"/>
                <a:gd name="T14" fmla="*/ 16 w 17"/>
                <a:gd name="T15" fmla="*/ 20 h 21"/>
                <a:gd name="T16" fmla="*/ 16 w 17"/>
                <a:gd name="T17" fmla="*/ 17 h 21"/>
                <a:gd name="T18" fmla="*/ 7 w 17"/>
                <a:gd name="T19" fmla="*/ 17 h 21"/>
                <a:gd name="T20" fmla="*/ 16 w 17"/>
                <a:gd name="T21" fmla="*/ 8 h 21"/>
                <a:gd name="T22" fmla="*/ 16 w 17"/>
                <a:gd name="T23" fmla="*/ 2 h 21"/>
                <a:gd name="T24" fmla="*/ 11 w 17"/>
                <a:gd name="T25" fmla="*/ 0 h 21"/>
                <a:gd name="T26" fmla="*/ 4 w 17"/>
                <a:gd name="T27" fmla="*/ 0 h 21"/>
                <a:gd name="T28" fmla="*/ 0 w 17"/>
                <a:gd name="T29" fmla="*/ 2 h 21"/>
                <a:gd name="T30" fmla="*/ 0 w 17"/>
                <a:gd name="T31" fmla="*/ 6 h 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 h="21">
                  <a:moveTo>
                    <a:pt x="0" y="6"/>
                  </a:moveTo>
                  <a:lnTo>
                    <a:pt x="6" y="6"/>
                  </a:lnTo>
                  <a:lnTo>
                    <a:pt x="6" y="4"/>
                  </a:lnTo>
                  <a:lnTo>
                    <a:pt x="9" y="4"/>
                  </a:lnTo>
                  <a:lnTo>
                    <a:pt x="9" y="7"/>
                  </a:lnTo>
                  <a:lnTo>
                    <a:pt x="0" y="17"/>
                  </a:lnTo>
                  <a:lnTo>
                    <a:pt x="0" y="20"/>
                  </a:lnTo>
                  <a:lnTo>
                    <a:pt x="16" y="20"/>
                  </a:lnTo>
                  <a:lnTo>
                    <a:pt x="16" y="17"/>
                  </a:lnTo>
                  <a:lnTo>
                    <a:pt x="7" y="17"/>
                  </a:lnTo>
                  <a:lnTo>
                    <a:pt x="16" y="8"/>
                  </a:lnTo>
                  <a:lnTo>
                    <a:pt x="16" y="2"/>
                  </a:lnTo>
                  <a:lnTo>
                    <a:pt x="11" y="0"/>
                  </a:lnTo>
                  <a:lnTo>
                    <a:pt x="4" y="0"/>
                  </a:lnTo>
                  <a:lnTo>
                    <a:pt x="0" y="2"/>
                  </a:lnTo>
                  <a:lnTo>
                    <a:pt x="0" y="6"/>
                  </a:lnTo>
                </a:path>
              </a:pathLst>
            </a:custGeom>
            <a:solidFill>
              <a:srgbClr val="E0E0E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58" name="Freeform 34">
              <a:extLst>
                <a:ext uri="{FF2B5EF4-FFF2-40B4-BE49-F238E27FC236}">
                  <a16:creationId xmlns:a16="http://schemas.microsoft.com/office/drawing/2014/main" id="{99B8D44B-9436-E919-CF9F-3CECB8A906DF}"/>
                </a:ext>
              </a:extLst>
            </p:cNvPr>
            <p:cNvSpPr>
              <a:spLocks/>
            </p:cNvSpPr>
            <p:nvPr/>
          </p:nvSpPr>
          <p:spPr bwMode="auto">
            <a:xfrm>
              <a:off x="2599" y="1716"/>
              <a:ext cx="17" cy="22"/>
            </a:xfrm>
            <a:custGeom>
              <a:avLst/>
              <a:gdLst>
                <a:gd name="T0" fmla="*/ 4 w 17"/>
                <a:gd name="T1" fmla="*/ 0 h 22"/>
                <a:gd name="T2" fmla="*/ 11 w 17"/>
                <a:gd name="T3" fmla="*/ 0 h 22"/>
                <a:gd name="T4" fmla="*/ 16 w 17"/>
                <a:gd name="T5" fmla="*/ 3 h 22"/>
                <a:gd name="T6" fmla="*/ 16 w 17"/>
                <a:gd name="T7" fmla="*/ 8 h 22"/>
                <a:gd name="T8" fmla="*/ 13 w 17"/>
                <a:gd name="T9" fmla="*/ 11 h 22"/>
                <a:gd name="T10" fmla="*/ 16 w 17"/>
                <a:gd name="T11" fmla="*/ 13 h 22"/>
                <a:gd name="T12" fmla="*/ 16 w 17"/>
                <a:gd name="T13" fmla="*/ 18 h 22"/>
                <a:gd name="T14" fmla="*/ 11 w 17"/>
                <a:gd name="T15" fmla="*/ 21 h 22"/>
                <a:gd name="T16" fmla="*/ 4 w 17"/>
                <a:gd name="T17" fmla="*/ 21 h 22"/>
                <a:gd name="T18" fmla="*/ 0 w 17"/>
                <a:gd name="T19" fmla="*/ 18 h 22"/>
                <a:gd name="T20" fmla="*/ 0 w 17"/>
                <a:gd name="T21" fmla="*/ 15 h 22"/>
                <a:gd name="T22" fmla="*/ 5 w 17"/>
                <a:gd name="T23" fmla="*/ 15 h 22"/>
                <a:gd name="T24" fmla="*/ 5 w 17"/>
                <a:gd name="T25" fmla="*/ 17 h 22"/>
                <a:gd name="T26" fmla="*/ 10 w 17"/>
                <a:gd name="T27" fmla="*/ 17 h 22"/>
                <a:gd name="T28" fmla="*/ 10 w 17"/>
                <a:gd name="T29" fmla="*/ 13 h 22"/>
                <a:gd name="T30" fmla="*/ 5 w 17"/>
                <a:gd name="T31" fmla="*/ 13 h 22"/>
                <a:gd name="T32" fmla="*/ 5 w 17"/>
                <a:gd name="T33" fmla="*/ 8 h 22"/>
                <a:gd name="T34" fmla="*/ 10 w 17"/>
                <a:gd name="T35" fmla="*/ 8 h 22"/>
                <a:gd name="T36" fmla="*/ 10 w 17"/>
                <a:gd name="T37" fmla="*/ 4 h 22"/>
                <a:gd name="T38" fmla="*/ 5 w 17"/>
                <a:gd name="T39" fmla="*/ 4 h 22"/>
                <a:gd name="T40" fmla="*/ 5 w 17"/>
                <a:gd name="T41" fmla="*/ 6 h 22"/>
                <a:gd name="T42" fmla="*/ 0 w 17"/>
                <a:gd name="T43" fmla="*/ 6 h 22"/>
                <a:gd name="T44" fmla="*/ 0 w 17"/>
                <a:gd name="T45" fmla="*/ 3 h 22"/>
                <a:gd name="T46" fmla="*/ 4 w 17"/>
                <a:gd name="T47" fmla="*/ 0 h 2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7" h="22">
                  <a:moveTo>
                    <a:pt x="4" y="0"/>
                  </a:moveTo>
                  <a:lnTo>
                    <a:pt x="11" y="0"/>
                  </a:lnTo>
                  <a:lnTo>
                    <a:pt x="16" y="3"/>
                  </a:lnTo>
                  <a:lnTo>
                    <a:pt x="16" y="8"/>
                  </a:lnTo>
                  <a:lnTo>
                    <a:pt x="13" y="11"/>
                  </a:lnTo>
                  <a:lnTo>
                    <a:pt x="16" y="13"/>
                  </a:lnTo>
                  <a:lnTo>
                    <a:pt x="16" y="18"/>
                  </a:lnTo>
                  <a:lnTo>
                    <a:pt x="11" y="21"/>
                  </a:lnTo>
                  <a:lnTo>
                    <a:pt x="4" y="21"/>
                  </a:lnTo>
                  <a:lnTo>
                    <a:pt x="0" y="18"/>
                  </a:lnTo>
                  <a:lnTo>
                    <a:pt x="0" y="15"/>
                  </a:lnTo>
                  <a:lnTo>
                    <a:pt x="5" y="15"/>
                  </a:lnTo>
                  <a:lnTo>
                    <a:pt x="5" y="17"/>
                  </a:lnTo>
                  <a:lnTo>
                    <a:pt x="10" y="17"/>
                  </a:lnTo>
                  <a:lnTo>
                    <a:pt x="10" y="13"/>
                  </a:lnTo>
                  <a:lnTo>
                    <a:pt x="5" y="13"/>
                  </a:lnTo>
                  <a:lnTo>
                    <a:pt x="5" y="8"/>
                  </a:lnTo>
                  <a:lnTo>
                    <a:pt x="10" y="8"/>
                  </a:lnTo>
                  <a:lnTo>
                    <a:pt x="10" y="4"/>
                  </a:lnTo>
                  <a:lnTo>
                    <a:pt x="5" y="4"/>
                  </a:lnTo>
                  <a:lnTo>
                    <a:pt x="5" y="6"/>
                  </a:lnTo>
                  <a:lnTo>
                    <a:pt x="0" y="6"/>
                  </a:lnTo>
                  <a:lnTo>
                    <a:pt x="0" y="3"/>
                  </a:lnTo>
                  <a:lnTo>
                    <a:pt x="4" y="0"/>
                  </a:lnTo>
                </a:path>
              </a:pathLst>
            </a:custGeom>
            <a:solidFill>
              <a:srgbClr val="E0E0E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59" name="Freeform 35">
              <a:extLst>
                <a:ext uri="{FF2B5EF4-FFF2-40B4-BE49-F238E27FC236}">
                  <a16:creationId xmlns:a16="http://schemas.microsoft.com/office/drawing/2014/main" id="{411F8121-91FC-BFD6-66B1-73B90E12A87F}"/>
                </a:ext>
              </a:extLst>
            </p:cNvPr>
            <p:cNvSpPr>
              <a:spLocks/>
            </p:cNvSpPr>
            <p:nvPr/>
          </p:nvSpPr>
          <p:spPr bwMode="auto">
            <a:xfrm>
              <a:off x="2487" y="1769"/>
              <a:ext cx="18" cy="21"/>
            </a:xfrm>
            <a:custGeom>
              <a:avLst/>
              <a:gdLst>
                <a:gd name="T0" fmla="*/ 10 w 18"/>
                <a:gd name="T1" fmla="*/ 0 h 21"/>
                <a:gd name="T2" fmla="*/ 15 w 18"/>
                <a:gd name="T3" fmla="*/ 0 h 21"/>
                <a:gd name="T4" fmla="*/ 15 w 18"/>
                <a:gd name="T5" fmla="*/ 12 h 21"/>
                <a:gd name="T6" fmla="*/ 17 w 18"/>
                <a:gd name="T7" fmla="*/ 12 h 21"/>
                <a:gd name="T8" fmla="*/ 17 w 18"/>
                <a:gd name="T9" fmla="*/ 17 h 21"/>
                <a:gd name="T10" fmla="*/ 15 w 18"/>
                <a:gd name="T11" fmla="*/ 17 h 21"/>
                <a:gd name="T12" fmla="*/ 15 w 18"/>
                <a:gd name="T13" fmla="*/ 20 h 21"/>
                <a:gd name="T14" fmla="*/ 10 w 18"/>
                <a:gd name="T15" fmla="*/ 20 h 21"/>
                <a:gd name="T16" fmla="*/ 10 w 18"/>
                <a:gd name="T17" fmla="*/ 17 h 21"/>
                <a:gd name="T18" fmla="*/ 10 w 18"/>
                <a:gd name="T19" fmla="*/ 12 h 21"/>
                <a:gd name="T20" fmla="*/ 6 w 18"/>
                <a:gd name="T21" fmla="*/ 12 h 21"/>
                <a:gd name="T22" fmla="*/ 10 w 18"/>
                <a:gd name="T23" fmla="*/ 7 h 21"/>
                <a:gd name="T24" fmla="*/ 10 w 18"/>
                <a:gd name="T25" fmla="*/ 12 h 21"/>
                <a:gd name="T26" fmla="*/ 10 w 18"/>
                <a:gd name="T27" fmla="*/ 17 h 21"/>
                <a:gd name="T28" fmla="*/ 0 w 18"/>
                <a:gd name="T29" fmla="*/ 17 h 21"/>
                <a:gd name="T30" fmla="*/ 0 w 18"/>
                <a:gd name="T31" fmla="*/ 12 h 21"/>
                <a:gd name="T32" fmla="*/ 10 w 18"/>
                <a:gd name="T33" fmla="*/ 0 h 2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8" h="21">
                  <a:moveTo>
                    <a:pt x="10" y="0"/>
                  </a:moveTo>
                  <a:lnTo>
                    <a:pt x="15" y="0"/>
                  </a:lnTo>
                  <a:lnTo>
                    <a:pt x="15" y="12"/>
                  </a:lnTo>
                  <a:lnTo>
                    <a:pt x="17" y="12"/>
                  </a:lnTo>
                  <a:lnTo>
                    <a:pt x="17" y="17"/>
                  </a:lnTo>
                  <a:lnTo>
                    <a:pt x="15" y="17"/>
                  </a:lnTo>
                  <a:lnTo>
                    <a:pt x="15" y="20"/>
                  </a:lnTo>
                  <a:lnTo>
                    <a:pt x="10" y="20"/>
                  </a:lnTo>
                  <a:lnTo>
                    <a:pt x="10" y="17"/>
                  </a:lnTo>
                  <a:lnTo>
                    <a:pt x="10" y="12"/>
                  </a:lnTo>
                  <a:lnTo>
                    <a:pt x="6" y="12"/>
                  </a:lnTo>
                  <a:lnTo>
                    <a:pt x="10" y="7"/>
                  </a:lnTo>
                  <a:lnTo>
                    <a:pt x="10" y="12"/>
                  </a:lnTo>
                  <a:lnTo>
                    <a:pt x="10" y="17"/>
                  </a:lnTo>
                  <a:lnTo>
                    <a:pt x="0" y="17"/>
                  </a:lnTo>
                  <a:lnTo>
                    <a:pt x="0" y="12"/>
                  </a:lnTo>
                  <a:lnTo>
                    <a:pt x="10" y="0"/>
                  </a:lnTo>
                </a:path>
              </a:pathLst>
            </a:custGeom>
            <a:solidFill>
              <a:srgbClr val="E0E0E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60" name="Freeform 36">
              <a:extLst>
                <a:ext uri="{FF2B5EF4-FFF2-40B4-BE49-F238E27FC236}">
                  <a16:creationId xmlns:a16="http://schemas.microsoft.com/office/drawing/2014/main" id="{668BA69E-47B5-7ED6-DC5B-19897EA49F2F}"/>
                </a:ext>
              </a:extLst>
            </p:cNvPr>
            <p:cNvSpPr>
              <a:spLocks/>
            </p:cNvSpPr>
            <p:nvPr/>
          </p:nvSpPr>
          <p:spPr bwMode="auto">
            <a:xfrm>
              <a:off x="2600" y="1769"/>
              <a:ext cx="17" cy="21"/>
            </a:xfrm>
            <a:custGeom>
              <a:avLst/>
              <a:gdLst>
                <a:gd name="T0" fmla="*/ 4 w 17"/>
                <a:gd name="T1" fmla="*/ 0 h 21"/>
                <a:gd name="T2" fmla="*/ 11 w 17"/>
                <a:gd name="T3" fmla="*/ 0 h 21"/>
                <a:gd name="T4" fmla="*/ 16 w 17"/>
                <a:gd name="T5" fmla="*/ 2 h 21"/>
                <a:gd name="T6" fmla="*/ 16 w 17"/>
                <a:gd name="T7" fmla="*/ 6 h 21"/>
                <a:gd name="T8" fmla="*/ 9 w 17"/>
                <a:gd name="T9" fmla="*/ 6 h 21"/>
                <a:gd name="T10" fmla="*/ 9 w 17"/>
                <a:gd name="T11" fmla="*/ 4 h 21"/>
                <a:gd name="T12" fmla="*/ 5 w 17"/>
                <a:gd name="T13" fmla="*/ 4 h 21"/>
                <a:gd name="T14" fmla="*/ 5 w 17"/>
                <a:gd name="T15" fmla="*/ 7 h 21"/>
                <a:gd name="T16" fmla="*/ 5 w 17"/>
                <a:gd name="T17" fmla="*/ 11 h 21"/>
                <a:gd name="T18" fmla="*/ 9 w 17"/>
                <a:gd name="T19" fmla="*/ 11 h 21"/>
                <a:gd name="T20" fmla="*/ 9 w 17"/>
                <a:gd name="T21" fmla="*/ 17 h 21"/>
                <a:gd name="T22" fmla="*/ 5 w 17"/>
                <a:gd name="T23" fmla="*/ 17 h 21"/>
                <a:gd name="T24" fmla="*/ 5 w 17"/>
                <a:gd name="T25" fmla="*/ 11 h 21"/>
                <a:gd name="T26" fmla="*/ 5 w 17"/>
                <a:gd name="T27" fmla="*/ 7 h 21"/>
                <a:gd name="T28" fmla="*/ 11 w 17"/>
                <a:gd name="T29" fmla="*/ 7 h 21"/>
                <a:gd name="T30" fmla="*/ 16 w 17"/>
                <a:gd name="T31" fmla="*/ 10 h 21"/>
                <a:gd name="T32" fmla="*/ 16 w 17"/>
                <a:gd name="T33" fmla="*/ 18 h 21"/>
                <a:gd name="T34" fmla="*/ 11 w 17"/>
                <a:gd name="T35" fmla="*/ 20 h 21"/>
                <a:gd name="T36" fmla="*/ 4 w 17"/>
                <a:gd name="T37" fmla="*/ 20 h 21"/>
                <a:gd name="T38" fmla="*/ 0 w 17"/>
                <a:gd name="T39" fmla="*/ 18 h 21"/>
                <a:gd name="T40" fmla="*/ 0 w 17"/>
                <a:gd name="T41" fmla="*/ 2 h 21"/>
                <a:gd name="T42" fmla="*/ 4 w 17"/>
                <a:gd name="T43" fmla="*/ 0 h 2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 h="21">
                  <a:moveTo>
                    <a:pt x="4" y="0"/>
                  </a:moveTo>
                  <a:lnTo>
                    <a:pt x="11" y="0"/>
                  </a:lnTo>
                  <a:lnTo>
                    <a:pt x="16" y="2"/>
                  </a:lnTo>
                  <a:lnTo>
                    <a:pt x="16" y="6"/>
                  </a:lnTo>
                  <a:lnTo>
                    <a:pt x="9" y="6"/>
                  </a:lnTo>
                  <a:lnTo>
                    <a:pt x="9" y="4"/>
                  </a:lnTo>
                  <a:lnTo>
                    <a:pt x="5" y="4"/>
                  </a:lnTo>
                  <a:lnTo>
                    <a:pt x="5" y="7"/>
                  </a:lnTo>
                  <a:lnTo>
                    <a:pt x="5" y="11"/>
                  </a:lnTo>
                  <a:lnTo>
                    <a:pt x="9" y="11"/>
                  </a:lnTo>
                  <a:lnTo>
                    <a:pt x="9" y="17"/>
                  </a:lnTo>
                  <a:lnTo>
                    <a:pt x="5" y="17"/>
                  </a:lnTo>
                  <a:lnTo>
                    <a:pt x="5" y="11"/>
                  </a:lnTo>
                  <a:lnTo>
                    <a:pt x="5" y="7"/>
                  </a:lnTo>
                  <a:lnTo>
                    <a:pt x="11" y="7"/>
                  </a:lnTo>
                  <a:lnTo>
                    <a:pt x="16" y="10"/>
                  </a:lnTo>
                  <a:lnTo>
                    <a:pt x="16" y="18"/>
                  </a:lnTo>
                  <a:lnTo>
                    <a:pt x="11" y="20"/>
                  </a:lnTo>
                  <a:lnTo>
                    <a:pt x="4" y="20"/>
                  </a:lnTo>
                  <a:lnTo>
                    <a:pt x="0" y="18"/>
                  </a:lnTo>
                  <a:lnTo>
                    <a:pt x="0" y="2"/>
                  </a:lnTo>
                  <a:lnTo>
                    <a:pt x="4" y="0"/>
                  </a:lnTo>
                </a:path>
              </a:pathLst>
            </a:custGeom>
            <a:solidFill>
              <a:srgbClr val="E0E0E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61" name="Freeform 37">
              <a:extLst>
                <a:ext uri="{FF2B5EF4-FFF2-40B4-BE49-F238E27FC236}">
                  <a16:creationId xmlns:a16="http://schemas.microsoft.com/office/drawing/2014/main" id="{BB08D9BC-D1A0-E74E-C286-2CB9F3E6EF93}"/>
                </a:ext>
              </a:extLst>
            </p:cNvPr>
            <p:cNvSpPr>
              <a:spLocks/>
            </p:cNvSpPr>
            <p:nvPr/>
          </p:nvSpPr>
          <p:spPr bwMode="auto">
            <a:xfrm>
              <a:off x="2546" y="1769"/>
              <a:ext cx="17" cy="21"/>
            </a:xfrm>
            <a:custGeom>
              <a:avLst/>
              <a:gdLst>
                <a:gd name="T0" fmla="*/ 0 w 17"/>
                <a:gd name="T1" fmla="*/ 0 h 21"/>
                <a:gd name="T2" fmla="*/ 14 w 17"/>
                <a:gd name="T3" fmla="*/ 0 h 21"/>
                <a:gd name="T4" fmla="*/ 14 w 17"/>
                <a:gd name="T5" fmla="*/ 4 h 21"/>
                <a:gd name="T6" fmla="*/ 5 w 17"/>
                <a:gd name="T7" fmla="*/ 4 h 21"/>
                <a:gd name="T8" fmla="*/ 5 w 17"/>
                <a:gd name="T9" fmla="*/ 7 h 21"/>
                <a:gd name="T10" fmla="*/ 11 w 17"/>
                <a:gd name="T11" fmla="*/ 7 h 21"/>
                <a:gd name="T12" fmla="*/ 16 w 17"/>
                <a:gd name="T13" fmla="*/ 10 h 21"/>
                <a:gd name="T14" fmla="*/ 16 w 17"/>
                <a:gd name="T15" fmla="*/ 17 h 21"/>
                <a:gd name="T16" fmla="*/ 11 w 17"/>
                <a:gd name="T17" fmla="*/ 20 h 21"/>
                <a:gd name="T18" fmla="*/ 4 w 17"/>
                <a:gd name="T19" fmla="*/ 20 h 21"/>
                <a:gd name="T20" fmla="*/ 0 w 17"/>
                <a:gd name="T21" fmla="*/ 17 h 21"/>
                <a:gd name="T22" fmla="*/ 0 w 17"/>
                <a:gd name="T23" fmla="*/ 14 h 21"/>
                <a:gd name="T24" fmla="*/ 5 w 17"/>
                <a:gd name="T25" fmla="*/ 14 h 21"/>
                <a:gd name="T26" fmla="*/ 5 w 17"/>
                <a:gd name="T27" fmla="*/ 17 h 21"/>
                <a:gd name="T28" fmla="*/ 10 w 17"/>
                <a:gd name="T29" fmla="*/ 17 h 21"/>
                <a:gd name="T30" fmla="*/ 10 w 17"/>
                <a:gd name="T31" fmla="*/ 10 h 21"/>
                <a:gd name="T32" fmla="*/ 4 w 17"/>
                <a:gd name="T33" fmla="*/ 10 h 21"/>
                <a:gd name="T34" fmla="*/ 0 w 17"/>
                <a:gd name="T35" fmla="*/ 7 h 21"/>
                <a:gd name="T36" fmla="*/ 0 w 17"/>
                <a:gd name="T37" fmla="*/ 0 h 2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7" h="21">
                  <a:moveTo>
                    <a:pt x="0" y="0"/>
                  </a:moveTo>
                  <a:lnTo>
                    <a:pt x="14" y="0"/>
                  </a:lnTo>
                  <a:lnTo>
                    <a:pt x="14" y="4"/>
                  </a:lnTo>
                  <a:lnTo>
                    <a:pt x="5" y="4"/>
                  </a:lnTo>
                  <a:lnTo>
                    <a:pt x="5" y="7"/>
                  </a:lnTo>
                  <a:lnTo>
                    <a:pt x="11" y="7"/>
                  </a:lnTo>
                  <a:lnTo>
                    <a:pt x="16" y="10"/>
                  </a:lnTo>
                  <a:lnTo>
                    <a:pt x="16" y="17"/>
                  </a:lnTo>
                  <a:lnTo>
                    <a:pt x="11" y="20"/>
                  </a:lnTo>
                  <a:lnTo>
                    <a:pt x="4" y="20"/>
                  </a:lnTo>
                  <a:lnTo>
                    <a:pt x="0" y="17"/>
                  </a:lnTo>
                  <a:lnTo>
                    <a:pt x="0" y="14"/>
                  </a:lnTo>
                  <a:lnTo>
                    <a:pt x="5" y="14"/>
                  </a:lnTo>
                  <a:lnTo>
                    <a:pt x="5" y="17"/>
                  </a:lnTo>
                  <a:lnTo>
                    <a:pt x="10" y="17"/>
                  </a:lnTo>
                  <a:lnTo>
                    <a:pt x="10" y="10"/>
                  </a:lnTo>
                  <a:lnTo>
                    <a:pt x="4" y="10"/>
                  </a:lnTo>
                  <a:lnTo>
                    <a:pt x="0" y="7"/>
                  </a:lnTo>
                  <a:lnTo>
                    <a:pt x="0" y="0"/>
                  </a:lnTo>
                </a:path>
              </a:pathLst>
            </a:custGeom>
            <a:solidFill>
              <a:srgbClr val="E0E0E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62" name="Freeform 38">
              <a:extLst>
                <a:ext uri="{FF2B5EF4-FFF2-40B4-BE49-F238E27FC236}">
                  <a16:creationId xmlns:a16="http://schemas.microsoft.com/office/drawing/2014/main" id="{E00C522B-4039-CDAF-1B85-7C7D1411C4D4}"/>
                </a:ext>
              </a:extLst>
            </p:cNvPr>
            <p:cNvSpPr>
              <a:spLocks/>
            </p:cNvSpPr>
            <p:nvPr/>
          </p:nvSpPr>
          <p:spPr bwMode="auto">
            <a:xfrm>
              <a:off x="2546" y="1819"/>
              <a:ext cx="17" cy="22"/>
            </a:xfrm>
            <a:custGeom>
              <a:avLst/>
              <a:gdLst>
                <a:gd name="T0" fmla="*/ 3 w 17"/>
                <a:gd name="T1" fmla="*/ 0 h 22"/>
                <a:gd name="T2" fmla="*/ 12 w 17"/>
                <a:gd name="T3" fmla="*/ 0 h 22"/>
                <a:gd name="T4" fmla="*/ 16 w 17"/>
                <a:gd name="T5" fmla="*/ 3 h 22"/>
                <a:gd name="T6" fmla="*/ 16 w 17"/>
                <a:gd name="T7" fmla="*/ 8 h 22"/>
                <a:gd name="T8" fmla="*/ 13 w 17"/>
                <a:gd name="T9" fmla="*/ 11 h 22"/>
                <a:gd name="T10" fmla="*/ 16 w 17"/>
                <a:gd name="T11" fmla="*/ 13 h 22"/>
                <a:gd name="T12" fmla="*/ 9 w 17"/>
                <a:gd name="T13" fmla="*/ 13 h 22"/>
                <a:gd name="T14" fmla="*/ 9 w 17"/>
                <a:gd name="T15" fmla="*/ 7 h 22"/>
                <a:gd name="T16" fmla="*/ 9 w 17"/>
                <a:gd name="T17" fmla="*/ 4 h 22"/>
                <a:gd name="T18" fmla="*/ 5 w 17"/>
                <a:gd name="T19" fmla="*/ 4 h 22"/>
                <a:gd name="T20" fmla="*/ 5 w 17"/>
                <a:gd name="T21" fmla="*/ 7 h 22"/>
                <a:gd name="T22" fmla="*/ 9 w 17"/>
                <a:gd name="T23" fmla="*/ 7 h 22"/>
                <a:gd name="T24" fmla="*/ 9 w 17"/>
                <a:gd name="T25" fmla="*/ 17 h 22"/>
                <a:gd name="T26" fmla="*/ 5 w 17"/>
                <a:gd name="T27" fmla="*/ 17 h 22"/>
                <a:gd name="T28" fmla="*/ 5 w 17"/>
                <a:gd name="T29" fmla="*/ 13 h 22"/>
                <a:gd name="T30" fmla="*/ 9 w 17"/>
                <a:gd name="T31" fmla="*/ 13 h 22"/>
                <a:gd name="T32" fmla="*/ 16 w 17"/>
                <a:gd name="T33" fmla="*/ 13 h 22"/>
                <a:gd name="T34" fmla="*/ 16 w 17"/>
                <a:gd name="T35" fmla="*/ 18 h 22"/>
                <a:gd name="T36" fmla="*/ 12 w 17"/>
                <a:gd name="T37" fmla="*/ 21 h 22"/>
                <a:gd name="T38" fmla="*/ 3 w 17"/>
                <a:gd name="T39" fmla="*/ 21 h 22"/>
                <a:gd name="T40" fmla="*/ 0 w 17"/>
                <a:gd name="T41" fmla="*/ 18 h 22"/>
                <a:gd name="T42" fmla="*/ 0 w 17"/>
                <a:gd name="T43" fmla="*/ 13 h 22"/>
                <a:gd name="T44" fmla="*/ 2 w 17"/>
                <a:gd name="T45" fmla="*/ 11 h 22"/>
                <a:gd name="T46" fmla="*/ 0 w 17"/>
                <a:gd name="T47" fmla="*/ 8 h 22"/>
                <a:gd name="T48" fmla="*/ 0 w 17"/>
                <a:gd name="T49" fmla="*/ 3 h 22"/>
                <a:gd name="T50" fmla="*/ 3 w 17"/>
                <a:gd name="T51" fmla="*/ 0 h 2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7" h="22">
                  <a:moveTo>
                    <a:pt x="3" y="0"/>
                  </a:moveTo>
                  <a:lnTo>
                    <a:pt x="12" y="0"/>
                  </a:lnTo>
                  <a:lnTo>
                    <a:pt x="16" y="3"/>
                  </a:lnTo>
                  <a:lnTo>
                    <a:pt x="16" y="8"/>
                  </a:lnTo>
                  <a:lnTo>
                    <a:pt x="13" y="11"/>
                  </a:lnTo>
                  <a:lnTo>
                    <a:pt x="16" y="13"/>
                  </a:lnTo>
                  <a:lnTo>
                    <a:pt x="9" y="13"/>
                  </a:lnTo>
                  <a:lnTo>
                    <a:pt x="9" y="7"/>
                  </a:lnTo>
                  <a:lnTo>
                    <a:pt x="9" y="4"/>
                  </a:lnTo>
                  <a:lnTo>
                    <a:pt x="5" y="4"/>
                  </a:lnTo>
                  <a:lnTo>
                    <a:pt x="5" y="7"/>
                  </a:lnTo>
                  <a:lnTo>
                    <a:pt x="9" y="7"/>
                  </a:lnTo>
                  <a:lnTo>
                    <a:pt x="9" y="17"/>
                  </a:lnTo>
                  <a:lnTo>
                    <a:pt x="5" y="17"/>
                  </a:lnTo>
                  <a:lnTo>
                    <a:pt x="5" y="13"/>
                  </a:lnTo>
                  <a:lnTo>
                    <a:pt x="9" y="13"/>
                  </a:lnTo>
                  <a:lnTo>
                    <a:pt x="16" y="13"/>
                  </a:lnTo>
                  <a:lnTo>
                    <a:pt x="16" y="18"/>
                  </a:lnTo>
                  <a:lnTo>
                    <a:pt x="12" y="21"/>
                  </a:lnTo>
                  <a:lnTo>
                    <a:pt x="3" y="21"/>
                  </a:lnTo>
                  <a:lnTo>
                    <a:pt x="0" y="18"/>
                  </a:lnTo>
                  <a:lnTo>
                    <a:pt x="0" y="13"/>
                  </a:lnTo>
                  <a:lnTo>
                    <a:pt x="2" y="11"/>
                  </a:lnTo>
                  <a:lnTo>
                    <a:pt x="0" y="8"/>
                  </a:lnTo>
                  <a:lnTo>
                    <a:pt x="0" y="3"/>
                  </a:lnTo>
                  <a:lnTo>
                    <a:pt x="3" y="0"/>
                  </a:lnTo>
                </a:path>
              </a:pathLst>
            </a:custGeom>
            <a:solidFill>
              <a:srgbClr val="E0E0E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63" name="Freeform 39">
              <a:extLst>
                <a:ext uri="{FF2B5EF4-FFF2-40B4-BE49-F238E27FC236}">
                  <a16:creationId xmlns:a16="http://schemas.microsoft.com/office/drawing/2014/main" id="{B94DBFD7-4008-8694-7045-0788537028B1}"/>
                </a:ext>
              </a:extLst>
            </p:cNvPr>
            <p:cNvSpPr>
              <a:spLocks/>
            </p:cNvSpPr>
            <p:nvPr/>
          </p:nvSpPr>
          <p:spPr bwMode="auto">
            <a:xfrm>
              <a:off x="2600" y="1819"/>
              <a:ext cx="17" cy="22"/>
            </a:xfrm>
            <a:custGeom>
              <a:avLst/>
              <a:gdLst>
                <a:gd name="T0" fmla="*/ 11 w 17"/>
                <a:gd name="T1" fmla="*/ 0 h 22"/>
                <a:gd name="T2" fmla="*/ 16 w 17"/>
                <a:gd name="T3" fmla="*/ 3 h 22"/>
                <a:gd name="T4" fmla="*/ 16 w 17"/>
                <a:gd name="T5" fmla="*/ 18 h 22"/>
                <a:gd name="T6" fmla="*/ 11 w 17"/>
                <a:gd name="T7" fmla="*/ 21 h 22"/>
                <a:gd name="T8" fmla="*/ 5 w 17"/>
                <a:gd name="T9" fmla="*/ 21 h 22"/>
                <a:gd name="T10" fmla="*/ 0 w 17"/>
                <a:gd name="T11" fmla="*/ 18 h 22"/>
                <a:gd name="T12" fmla="*/ 0 w 17"/>
                <a:gd name="T13" fmla="*/ 15 h 22"/>
                <a:gd name="T14" fmla="*/ 6 w 17"/>
                <a:gd name="T15" fmla="*/ 15 h 22"/>
                <a:gd name="T16" fmla="*/ 6 w 17"/>
                <a:gd name="T17" fmla="*/ 16 h 22"/>
                <a:gd name="T18" fmla="*/ 10 w 17"/>
                <a:gd name="T19" fmla="*/ 16 h 22"/>
                <a:gd name="T20" fmla="*/ 10 w 17"/>
                <a:gd name="T21" fmla="*/ 13 h 22"/>
                <a:gd name="T22" fmla="*/ 10 w 17"/>
                <a:gd name="T23" fmla="*/ 9 h 22"/>
                <a:gd name="T24" fmla="*/ 6 w 17"/>
                <a:gd name="T25" fmla="*/ 9 h 22"/>
                <a:gd name="T26" fmla="*/ 6 w 17"/>
                <a:gd name="T27" fmla="*/ 4 h 22"/>
                <a:gd name="T28" fmla="*/ 10 w 17"/>
                <a:gd name="T29" fmla="*/ 4 h 22"/>
                <a:gd name="T30" fmla="*/ 10 w 17"/>
                <a:gd name="T31" fmla="*/ 9 h 22"/>
                <a:gd name="T32" fmla="*/ 10 w 17"/>
                <a:gd name="T33" fmla="*/ 13 h 22"/>
                <a:gd name="T34" fmla="*/ 5 w 17"/>
                <a:gd name="T35" fmla="*/ 13 h 22"/>
                <a:gd name="T36" fmla="*/ 0 w 17"/>
                <a:gd name="T37" fmla="*/ 11 h 22"/>
                <a:gd name="T38" fmla="*/ 0 w 17"/>
                <a:gd name="T39" fmla="*/ 3 h 22"/>
                <a:gd name="T40" fmla="*/ 5 w 17"/>
                <a:gd name="T41" fmla="*/ 0 h 22"/>
                <a:gd name="T42" fmla="*/ 11 w 17"/>
                <a:gd name="T43" fmla="*/ 0 h 2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 h="22">
                  <a:moveTo>
                    <a:pt x="11" y="0"/>
                  </a:moveTo>
                  <a:lnTo>
                    <a:pt x="16" y="3"/>
                  </a:lnTo>
                  <a:lnTo>
                    <a:pt x="16" y="18"/>
                  </a:lnTo>
                  <a:lnTo>
                    <a:pt x="11" y="21"/>
                  </a:lnTo>
                  <a:lnTo>
                    <a:pt x="5" y="21"/>
                  </a:lnTo>
                  <a:lnTo>
                    <a:pt x="0" y="18"/>
                  </a:lnTo>
                  <a:lnTo>
                    <a:pt x="0" y="15"/>
                  </a:lnTo>
                  <a:lnTo>
                    <a:pt x="6" y="15"/>
                  </a:lnTo>
                  <a:lnTo>
                    <a:pt x="6" y="16"/>
                  </a:lnTo>
                  <a:lnTo>
                    <a:pt x="10" y="16"/>
                  </a:lnTo>
                  <a:lnTo>
                    <a:pt x="10" y="13"/>
                  </a:lnTo>
                  <a:lnTo>
                    <a:pt x="10" y="9"/>
                  </a:lnTo>
                  <a:lnTo>
                    <a:pt x="6" y="9"/>
                  </a:lnTo>
                  <a:lnTo>
                    <a:pt x="6" y="4"/>
                  </a:lnTo>
                  <a:lnTo>
                    <a:pt x="10" y="4"/>
                  </a:lnTo>
                  <a:lnTo>
                    <a:pt x="10" y="9"/>
                  </a:lnTo>
                  <a:lnTo>
                    <a:pt x="10" y="13"/>
                  </a:lnTo>
                  <a:lnTo>
                    <a:pt x="5" y="13"/>
                  </a:lnTo>
                  <a:lnTo>
                    <a:pt x="0" y="11"/>
                  </a:lnTo>
                  <a:lnTo>
                    <a:pt x="0" y="3"/>
                  </a:lnTo>
                  <a:lnTo>
                    <a:pt x="5" y="0"/>
                  </a:lnTo>
                  <a:lnTo>
                    <a:pt x="11" y="0"/>
                  </a:lnTo>
                </a:path>
              </a:pathLst>
            </a:custGeom>
            <a:solidFill>
              <a:srgbClr val="E0E0E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64" name="Freeform 40">
              <a:extLst>
                <a:ext uri="{FF2B5EF4-FFF2-40B4-BE49-F238E27FC236}">
                  <a16:creationId xmlns:a16="http://schemas.microsoft.com/office/drawing/2014/main" id="{82270A00-5EFE-7FDD-5035-D5BBD4F439FF}"/>
                </a:ext>
              </a:extLst>
            </p:cNvPr>
            <p:cNvSpPr>
              <a:spLocks/>
            </p:cNvSpPr>
            <p:nvPr/>
          </p:nvSpPr>
          <p:spPr bwMode="auto">
            <a:xfrm>
              <a:off x="2491" y="1819"/>
              <a:ext cx="17" cy="22"/>
            </a:xfrm>
            <a:custGeom>
              <a:avLst/>
              <a:gdLst>
                <a:gd name="T0" fmla="*/ 0 w 17"/>
                <a:gd name="T1" fmla="*/ 0 h 22"/>
                <a:gd name="T2" fmla="*/ 16 w 17"/>
                <a:gd name="T3" fmla="*/ 0 h 22"/>
                <a:gd name="T4" fmla="*/ 16 w 17"/>
                <a:gd name="T5" fmla="*/ 5 h 22"/>
                <a:gd name="T6" fmla="*/ 6 w 17"/>
                <a:gd name="T7" fmla="*/ 21 h 22"/>
                <a:gd name="T8" fmla="*/ 0 w 17"/>
                <a:gd name="T9" fmla="*/ 21 h 22"/>
                <a:gd name="T10" fmla="*/ 9 w 17"/>
                <a:gd name="T11" fmla="*/ 5 h 22"/>
                <a:gd name="T12" fmla="*/ 0 w 17"/>
                <a:gd name="T13" fmla="*/ 5 h 22"/>
                <a:gd name="T14" fmla="*/ 0 w 17"/>
                <a:gd name="T15" fmla="*/ 0 h 2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7" h="22">
                  <a:moveTo>
                    <a:pt x="0" y="0"/>
                  </a:moveTo>
                  <a:lnTo>
                    <a:pt x="16" y="0"/>
                  </a:lnTo>
                  <a:lnTo>
                    <a:pt x="16" y="5"/>
                  </a:lnTo>
                  <a:lnTo>
                    <a:pt x="6" y="21"/>
                  </a:lnTo>
                  <a:lnTo>
                    <a:pt x="0" y="21"/>
                  </a:lnTo>
                  <a:lnTo>
                    <a:pt x="9" y="5"/>
                  </a:lnTo>
                  <a:lnTo>
                    <a:pt x="0" y="5"/>
                  </a:lnTo>
                  <a:lnTo>
                    <a:pt x="0" y="0"/>
                  </a:lnTo>
                </a:path>
              </a:pathLst>
            </a:custGeom>
            <a:solidFill>
              <a:srgbClr val="E0E0E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3665" name="Group 78">
              <a:extLst>
                <a:ext uri="{FF2B5EF4-FFF2-40B4-BE49-F238E27FC236}">
                  <a16:creationId xmlns:a16="http://schemas.microsoft.com/office/drawing/2014/main" id="{C0256B54-8B5C-E7FF-F233-5325E2A5CF43}"/>
                </a:ext>
              </a:extLst>
            </p:cNvPr>
            <p:cNvGrpSpPr>
              <a:grpSpLocks/>
            </p:cNvGrpSpPr>
            <p:nvPr/>
          </p:nvGrpSpPr>
          <p:grpSpPr bwMode="auto">
            <a:xfrm>
              <a:off x="2501" y="1641"/>
              <a:ext cx="121" cy="39"/>
              <a:chOff x="2501" y="1641"/>
              <a:chExt cx="121" cy="39"/>
            </a:xfrm>
          </p:grpSpPr>
          <p:grpSp>
            <p:nvGrpSpPr>
              <p:cNvPr id="43691" name="Group 43">
                <a:extLst>
                  <a:ext uri="{FF2B5EF4-FFF2-40B4-BE49-F238E27FC236}">
                    <a16:creationId xmlns:a16="http://schemas.microsoft.com/office/drawing/2014/main" id="{18E42EB4-80DE-C002-D570-ADDA5AD6DF71}"/>
                  </a:ext>
                </a:extLst>
              </p:cNvPr>
              <p:cNvGrpSpPr>
                <a:grpSpLocks/>
              </p:cNvGrpSpPr>
              <p:nvPr/>
            </p:nvGrpSpPr>
            <p:grpSpPr bwMode="auto">
              <a:xfrm>
                <a:off x="2550" y="1646"/>
                <a:ext cx="20" cy="29"/>
                <a:chOff x="2550" y="1646"/>
                <a:chExt cx="20" cy="29"/>
              </a:xfrm>
            </p:grpSpPr>
            <p:sp>
              <p:nvSpPr>
                <p:cNvPr id="43726" name="Freeform 41">
                  <a:extLst>
                    <a:ext uri="{FF2B5EF4-FFF2-40B4-BE49-F238E27FC236}">
                      <a16:creationId xmlns:a16="http://schemas.microsoft.com/office/drawing/2014/main" id="{ADCFE09C-AE2C-B63A-2E31-C4C98B03C6A5}"/>
                    </a:ext>
                  </a:extLst>
                </p:cNvPr>
                <p:cNvSpPr>
                  <a:spLocks/>
                </p:cNvSpPr>
                <p:nvPr/>
              </p:nvSpPr>
              <p:spPr bwMode="auto">
                <a:xfrm>
                  <a:off x="2553" y="1646"/>
                  <a:ext cx="17" cy="17"/>
                </a:xfrm>
                <a:custGeom>
                  <a:avLst/>
                  <a:gdLst>
                    <a:gd name="T0" fmla="*/ 12 w 17"/>
                    <a:gd name="T1" fmla="*/ 16 h 17"/>
                    <a:gd name="T2" fmla="*/ 16 w 17"/>
                    <a:gd name="T3" fmla="*/ 0 h 17"/>
                    <a:gd name="T4" fmla="*/ 4 w 17"/>
                    <a:gd name="T5" fmla="*/ 0 h 17"/>
                    <a:gd name="T6" fmla="*/ 0 w 17"/>
                    <a:gd name="T7" fmla="*/ 16 h 17"/>
                    <a:gd name="T8" fmla="*/ 12 w 17"/>
                    <a:gd name="T9" fmla="*/ 16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12" y="16"/>
                      </a:moveTo>
                      <a:lnTo>
                        <a:pt x="16" y="0"/>
                      </a:lnTo>
                      <a:lnTo>
                        <a:pt x="4" y="0"/>
                      </a:lnTo>
                      <a:lnTo>
                        <a:pt x="0" y="16"/>
                      </a:lnTo>
                      <a:lnTo>
                        <a:pt x="12" y="16"/>
                      </a:lnTo>
                    </a:path>
                  </a:pathLst>
                </a:custGeom>
                <a:solidFill>
                  <a:srgbClr val="00FF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727" name="Freeform 42">
                  <a:extLst>
                    <a:ext uri="{FF2B5EF4-FFF2-40B4-BE49-F238E27FC236}">
                      <a16:creationId xmlns:a16="http://schemas.microsoft.com/office/drawing/2014/main" id="{D89F3869-F7B0-B29C-A8E6-2D02950138A4}"/>
                    </a:ext>
                  </a:extLst>
                </p:cNvPr>
                <p:cNvSpPr>
                  <a:spLocks/>
                </p:cNvSpPr>
                <p:nvPr/>
              </p:nvSpPr>
              <p:spPr bwMode="auto">
                <a:xfrm>
                  <a:off x="2550" y="1658"/>
                  <a:ext cx="17" cy="17"/>
                </a:xfrm>
                <a:custGeom>
                  <a:avLst/>
                  <a:gdLst>
                    <a:gd name="T0" fmla="*/ 12 w 17"/>
                    <a:gd name="T1" fmla="*/ 16 h 17"/>
                    <a:gd name="T2" fmla="*/ 16 w 17"/>
                    <a:gd name="T3" fmla="*/ 0 h 17"/>
                    <a:gd name="T4" fmla="*/ 4 w 17"/>
                    <a:gd name="T5" fmla="*/ 0 h 17"/>
                    <a:gd name="T6" fmla="*/ 0 w 17"/>
                    <a:gd name="T7" fmla="*/ 16 h 17"/>
                    <a:gd name="T8" fmla="*/ 12 w 17"/>
                    <a:gd name="T9" fmla="*/ 16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12" y="16"/>
                      </a:moveTo>
                      <a:lnTo>
                        <a:pt x="16" y="0"/>
                      </a:lnTo>
                      <a:lnTo>
                        <a:pt x="4" y="0"/>
                      </a:lnTo>
                      <a:lnTo>
                        <a:pt x="0" y="16"/>
                      </a:lnTo>
                      <a:lnTo>
                        <a:pt x="12" y="16"/>
                      </a:lnTo>
                    </a:path>
                  </a:pathLst>
                </a:custGeom>
                <a:solidFill>
                  <a:srgbClr val="00FF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692" name="Group 60">
                <a:extLst>
                  <a:ext uri="{FF2B5EF4-FFF2-40B4-BE49-F238E27FC236}">
                    <a16:creationId xmlns:a16="http://schemas.microsoft.com/office/drawing/2014/main" id="{68B77241-FF53-AEFF-8152-B0E9C4E745C9}"/>
                  </a:ext>
                </a:extLst>
              </p:cNvPr>
              <p:cNvGrpSpPr>
                <a:grpSpLocks/>
              </p:cNvGrpSpPr>
              <p:nvPr/>
            </p:nvGrpSpPr>
            <p:grpSpPr bwMode="auto">
              <a:xfrm>
                <a:off x="2501" y="1641"/>
                <a:ext cx="64" cy="39"/>
                <a:chOff x="2501" y="1641"/>
                <a:chExt cx="64" cy="39"/>
              </a:xfrm>
            </p:grpSpPr>
            <p:grpSp>
              <p:nvGrpSpPr>
                <p:cNvPr id="43710" name="Group 51">
                  <a:extLst>
                    <a:ext uri="{FF2B5EF4-FFF2-40B4-BE49-F238E27FC236}">
                      <a16:creationId xmlns:a16="http://schemas.microsoft.com/office/drawing/2014/main" id="{50FEE172-D6D4-A30B-006F-1844499974A8}"/>
                    </a:ext>
                  </a:extLst>
                </p:cNvPr>
                <p:cNvGrpSpPr>
                  <a:grpSpLocks/>
                </p:cNvGrpSpPr>
                <p:nvPr/>
              </p:nvGrpSpPr>
              <p:grpSpPr bwMode="auto">
                <a:xfrm>
                  <a:off x="2526" y="1641"/>
                  <a:ext cx="39" cy="39"/>
                  <a:chOff x="2526" y="1641"/>
                  <a:chExt cx="39" cy="39"/>
                </a:xfrm>
              </p:grpSpPr>
              <p:sp>
                <p:nvSpPr>
                  <p:cNvPr id="43719" name="Freeform 44">
                    <a:extLst>
                      <a:ext uri="{FF2B5EF4-FFF2-40B4-BE49-F238E27FC236}">
                        <a16:creationId xmlns:a16="http://schemas.microsoft.com/office/drawing/2014/main" id="{DF982296-EA46-006E-D626-2D30DAD5B90B}"/>
                      </a:ext>
                    </a:extLst>
                  </p:cNvPr>
                  <p:cNvSpPr>
                    <a:spLocks/>
                  </p:cNvSpPr>
                  <p:nvPr/>
                </p:nvSpPr>
                <p:spPr bwMode="auto">
                  <a:xfrm>
                    <a:off x="2537" y="1641"/>
                    <a:ext cx="17" cy="17"/>
                  </a:xfrm>
                  <a:custGeom>
                    <a:avLst/>
                    <a:gdLst>
                      <a:gd name="T0" fmla="*/ 0 w 17"/>
                      <a:gd name="T1" fmla="*/ 16 h 17"/>
                      <a:gd name="T2" fmla="*/ 1 w 17"/>
                      <a:gd name="T3" fmla="*/ 0 h 17"/>
                      <a:gd name="T4" fmla="*/ 12 w 17"/>
                      <a:gd name="T5" fmla="*/ 0 h 17"/>
                      <a:gd name="T6" fmla="*/ 16 w 17"/>
                      <a:gd name="T7" fmla="*/ 16 h 17"/>
                      <a:gd name="T8" fmla="*/ 0 w 17"/>
                      <a:gd name="T9" fmla="*/ 16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0" y="16"/>
                        </a:moveTo>
                        <a:lnTo>
                          <a:pt x="1" y="0"/>
                        </a:lnTo>
                        <a:lnTo>
                          <a:pt x="12" y="0"/>
                        </a:lnTo>
                        <a:lnTo>
                          <a:pt x="16" y="16"/>
                        </a:lnTo>
                        <a:lnTo>
                          <a:pt x="0" y="16"/>
                        </a:lnTo>
                      </a:path>
                    </a:pathLst>
                  </a:custGeom>
                  <a:solidFill>
                    <a:srgbClr val="00FF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720" name="Freeform 45">
                    <a:extLst>
                      <a:ext uri="{FF2B5EF4-FFF2-40B4-BE49-F238E27FC236}">
                        <a16:creationId xmlns:a16="http://schemas.microsoft.com/office/drawing/2014/main" id="{63D1B8AD-D9B2-F0F1-3307-085843BF5C86}"/>
                      </a:ext>
                    </a:extLst>
                  </p:cNvPr>
                  <p:cNvSpPr>
                    <a:spLocks/>
                  </p:cNvSpPr>
                  <p:nvPr/>
                </p:nvSpPr>
                <p:spPr bwMode="auto">
                  <a:xfrm>
                    <a:off x="2529" y="1663"/>
                    <a:ext cx="17" cy="17"/>
                  </a:xfrm>
                  <a:custGeom>
                    <a:avLst/>
                    <a:gdLst>
                      <a:gd name="T0" fmla="*/ 0 w 17"/>
                      <a:gd name="T1" fmla="*/ 0 h 17"/>
                      <a:gd name="T2" fmla="*/ 4 w 17"/>
                      <a:gd name="T3" fmla="*/ 16 h 17"/>
                      <a:gd name="T4" fmla="*/ 14 w 17"/>
                      <a:gd name="T5" fmla="*/ 16 h 17"/>
                      <a:gd name="T6" fmla="*/ 16 w 17"/>
                      <a:gd name="T7" fmla="*/ 0 h 17"/>
                      <a:gd name="T8" fmla="*/ 0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0" y="0"/>
                        </a:moveTo>
                        <a:lnTo>
                          <a:pt x="4" y="16"/>
                        </a:lnTo>
                        <a:lnTo>
                          <a:pt x="14" y="16"/>
                        </a:lnTo>
                        <a:lnTo>
                          <a:pt x="16" y="0"/>
                        </a:lnTo>
                        <a:lnTo>
                          <a:pt x="0" y="0"/>
                        </a:lnTo>
                      </a:path>
                    </a:pathLst>
                  </a:custGeom>
                  <a:solidFill>
                    <a:srgbClr val="00FF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721" name="Freeform 46">
                    <a:extLst>
                      <a:ext uri="{FF2B5EF4-FFF2-40B4-BE49-F238E27FC236}">
                        <a16:creationId xmlns:a16="http://schemas.microsoft.com/office/drawing/2014/main" id="{5DB38764-CAFD-46A7-C50B-F33ED920FD89}"/>
                      </a:ext>
                    </a:extLst>
                  </p:cNvPr>
                  <p:cNvSpPr>
                    <a:spLocks/>
                  </p:cNvSpPr>
                  <p:nvPr/>
                </p:nvSpPr>
                <p:spPr bwMode="auto">
                  <a:xfrm>
                    <a:off x="2529" y="1646"/>
                    <a:ext cx="17" cy="17"/>
                  </a:xfrm>
                  <a:custGeom>
                    <a:avLst/>
                    <a:gdLst>
                      <a:gd name="T0" fmla="*/ 5 w 17"/>
                      <a:gd name="T1" fmla="*/ 0 h 17"/>
                      <a:gd name="T2" fmla="*/ 0 w 17"/>
                      <a:gd name="T3" fmla="*/ 4 h 17"/>
                      <a:gd name="T4" fmla="*/ 5 w 17"/>
                      <a:gd name="T5" fmla="*/ 12 h 17"/>
                      <a:gd name="T6" fmla="*/ 16 w 17"/>
                      <a:gd name="T7" fmla="*/ 16 h 17"/>
                      <a:gd name="T8" fmla="*/ 5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5" y="0"/>
                        </a:moveTo>
                        <a:lnTo>
                          <a:pt x="0" y="4"/>
                        </a:lnTo>
                        <a:lnTo>
                          <a:pt x="5" y="12"/>
                        </a:lnTo>
                        <a:lnTo>
                          <a:pt x="16" y="16"/>
                        </a:lnTo>
                        <a:lnTo>
                          <a:pt x="5" y="0"/>
                        </a:lnTo>
                      </a:path>
                    </a:pathLst>
                  </a:custGeom>
                  <a:solidFill>
                    <a:srgbClr val="00FF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722" name="Freeform 47">
                    <a:extLst>
                      <a:ext uri="{FF2B5EF4-FFF2-40B4-BE49-F238E27FC236}">
                        <a16:creationId xmlns:a16="http://schemas.microsoft.com/office/drawing/2014/main" id="{FF639234-8D29-D313-7B13-F0F2CEDF4852}"/>
                      </a:ext>
                    </a:extLst>
                  </p:cNvPr>
                  <p:cNvSpPr>
                    <a:spLocks/>
                  </p:cNvSpPr>
                  <p:nvPr/>
                </p:nvSpPr>
                <p:spPr bwMode="auto">
                  <a:xfrm>
                    <a:off x="2526" y="1659"/>
                    <a:ext cx="17" cy="17"/>
                  </a:xfrm>
                  <a:custGeom>
                    <a:avLst/>
                    <a:gdLst>
                      <a:gd name="T0" fmla="*/ 16 w 17"/>
                      <a:gd name="T1" fmla="*/ 16 h 17"/>
                      <a:gd name="T2" fmla="*/ 8 w 17"/>
                      <a:gd name="T3" fmla="*/ 12 h 17"/>
                      <a:gd name="T4" fmla="*/ 0 w 17"/>
                      <a:gd name="T5" fmla="*/ 0 h 17"/>
                      <a:gd name="T6" fmla="*/ 8 w 17"/>
                      <a:gd name="T7" fmla="*/ 0 h 17"/>
                      <a:gd name="T8" fmla="*/ 16 w 17"/>
                      <a:gd name="T9" fmla="*/ 16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16" y="16"/>
                        </a:moveTo>
                        <a:lnTo>
                          <a:pt x="8" y="12"/>
                        </a:lnTo>
                        <a:lnTo>
                          <a:pt x="0" y="0"/>
                        </a:lnTo>
                        <a:lnTo>
                          <a:pt x="8" y="0"/>
                        </a:lnTo>
                        <a:lnTo>
                          <a:pt x="16" y="16"/>
                        </a:lnTo>
                      </a:path>
                    </a:pathLst>
                  </a:custGeom>
                  <a:solidFill>
                    <a:srgbClr val="00FF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723" name="Freeform 48">
                    <a:extLst>
                      <a:ext uri="{FF2B5EF4-FFF2-40B4-BE49-F238E27FC236}">
                        <a16:creationId xmlns:a16="http://schemas.microsoft.com/office/drawing/2014/main" id="{C6691D86-6969-2EA1-CF48-BFA760993873}"/>
                      </a:ext>
                    </a:extLst>
                  </p:cNvPr>
                  <p:cNvSpPr>
                    <a:spLocks/>
                  </p:cNvSpPr>
                  <p:nvPr/>
                </p:nvSpPr>
                <p:spPr bwMode="auto">
                  <a:xfrm>
                    <a:off x="2544" y="1659"/>
                    <a:ext cx="17" cy="17"/>
                  </a:xfrm>
                  <a:custGeom>
                    <a:avLst/>
                    <a:gdLst>
                      <a:gd name="T0" fmla="*/ 16 w 17"/>
                      <a:gd name="T1" fmla="*/ 10 h 17"/>
                      <a:gd name="T2" fmla="*/ 8 w 17"/>
                      <a:gd name="T3" fmla="*/ 16 h 17"/>
                      <a:gd name="T4" fmla="*/ 0 w 17"/>
                      <a:gd name="T5" fmla="*/ 0 h 17"/>
                      <a:gd name="T6" fmla="*/ 8 w 17"/>
                      <a:gd name="T7" fmla="*/ 0 h 17"/>
                      <a:gd name="T8" fmla="*/ 16 w 17"/>
                      <a:gd name="T9" fmla="*/ 1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16" y="10"/>
                        </a:moveTo>
                        <a:lnTo>
                          <a:pt x="8" y="16"/>
                        </a:lnTo>
                        <a:lnTo>
                          <a:pt x="0" y="0"/>
                        </a:lnTo>
                        <a:lnTo>
                          <a:pt x="8" y="0"/>
                        </a:lnTo>
                        <a:lnTo>
                          <a:pt x="16" y="10"/>
                        </a:lnTo>
                      </a:path>
                    </a:pathLst>
                  </a:custGeom>
                  <a:solidFill>
                    <a:srgbClr val="00FF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724" name="Freeform 49">
                    <a:extLst>
                      <a:ext uri="{FF2B5EF4-FFF2-40B4-BE49-F238E27FC236}">
                        <a16:creationId xmlns:a16="http://schemas.microsoft.com/office/drawing/2014/main" id="{D7E9B15F-283F-602F-3578-69027BCED34D}"/>
                      </a:ext>
                    </a:extLst>
                  </p:cNvPr>
                  <p:cNvSpPr>
                    <a:spLocks/>
                  </p:cNvSpPr>
                  <p:nvPr/>
                </p:nvSpPr>
                <p:spPr bwMode="auto">
                  <a:xfrm>
                    <a:off x="2548" y="1646"/>
                    <a:ext cx="17" cy="17"/>
                  </a:xfrm>
                  <a:custGeom>
                    <a:avLst/>
                    <a:gdLst>
                      <a:gd name="T0" fmla="*/ 10 w 17"/>
                      <a:gd name="T1" fmla="*/ 4 h 17"/>
                      <a:gd name="T2" fmla="*/ 0 w 17"/>
                      <a:gd name="T3" fmla="*/ 0 h 17"/>
                      <a:gd name="T4" fmla="*/ 10 w 17"/>
                      <a:gd name="T5" fmla="*/ 16 h 17"/>
                      <a:gd name="T6" fmla="*/ 16 w 17"/>
                      <a:gd name="T7" fmla="*/ 12 h 17"/>
                      <a:gd name="T8" fmla="*/ 10 w 17"/>
                      <a:gd name="T9" fmla="*/ 4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10" y="4"/>
                        </a:moveTo>
                        <a:lnTo>
                          <a:pt x="0" y="0"/>
                        </a:lnTo>
                        <a:lnTo>
                          <a:pt x="10" y="16"/>
                        </a:lnTo>
                        <a:lnTo>
                          <a:pt x="16" y="12"/>
                        </a:lnTo>
                        <a:lnTo>
                          <a:pt x="10" y="4"/>
                        </a:lnTo>
                      </a:path>
                    </a:pathLst>
                  </a:custGeom>
                  <a:solidFill>
                    <a:srgbClr val="00FF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725" name="Freeform 50">
                    <a:extLst>
                      <a:ext uri="{FF2B5EF4-FFF2-40B4-BE49-F238E27FC236}">
                        <a16:creationId xmlns:a16="http://schemas.microsoft.com/office/drawing/2014/main" id="{9F0169C4-1D70-95A3-B631-EC6C281F87E1}"/>
                      </a:ext>
                    </a:extLst>
                  </p:cNvPr>
                  <p:cNvSpPr>
                    <a:spLocks/>
                  </p:cNvSpPr>
                  <p:nvPr/>
                </p:nvSpPr>
                <p:spPr bwMode="auto">
                  <a:xfrm>
                    <a:off x="2533" y="1652"/>
                    <a:ext cx="17" cy="17"/>
                  </a:xfrm>
                  <a:custGeom>
                    <a:avLst/>
                    <a:gdLst>
                      <a:gd name="T0" fmla="*/ 0 w 17"/>
                      <a:gd name="T1" fmla="*/ 6 h 17"/>
                      <a:gd name="T2" fmla="*/ 3 w 17"/>
                      <a:gd name="T3" fmla="*/ 16 h 17"/>
                      <a:gd name="T4" fmla="*/ 14 w 17"/>
                      <a:gd name="T5" fmla="*/ 16 h 17"/>
                      <a:gd name="T6" fmla="*/ 16 w 17"/>
                      <a:gd name="T7" fmla="*/ 6 h 17"/>
                      <a:gd name="T8" fmla="*/ 14 w 17"/>
                      <a:gd name="T9" fmla="*/ 0 h 17"/>
                      <a:gd name="T10" fmla="*/ 1 w 17"/>
                      <a:gd name="T11" fmla="*/ 0 h 17"/>
                      <a:gd name="T12" fmla="*/ 0 w 17"/>
                      <a:gd name="T13" fmla="*/ 6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 h="17">
                        <a:moveTo>
                          <a:pt x="0" y="6"/>
                        </a:moveTo>
                        <a:lnTo>
                          <a:pt x="3" y="16"/>
                        </a:lnTo>
                        <a:lnTo>
                          <a:pt x="14" y="16"/>
                        </a:lnTo>
                        <a:lnTo>
                          <a:pt x="16" y="6"/>
                        </a:lnTo>
                        <a:lnTo>
                          <a:pt x="14" y="0"/>
                        </a:lnTo>
                        <a:lnTo>
                          <a:pt x="1" y="0"/>
                        </a:lnTo>
                        <a:lnTo>
                          <a:pt x="0" y="6"/>
                        </a:lnTo>
                      </a:path>
                    </a:pathLst>
                  </a:custGeom>
                  <a:solidFill>
                    <a:srgbClr val="00FF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711" name="Group 59">
                  <a:extLst>
                    <a:ext uri="{FF2B5EF4-FFF2-40B4-BE49-F238E27FC236}">
                      <a16:creationId xmlns:a16="http://schemas.microsoft.com/office/drawing/2014/main" id="{C20175E8-7F1B-8182-64DB-59A1236BE3CA}"/>
                    </a:ext>
                  </a:extLst>
                </p:cNvPr>
                <p:cNvGrpSpPr>
                  <a:grpSpLocks/>
                </p:cNvGrpSpPr>
                <p:nvPr/>
              </p:nvGrpSpPr>
              <p:grpSpPr bwMode="auto">
                <a:xfrm>
                  <a:off x="2501" y="1641"/>
                  <a:ext cx="40" cy="39"/>
                  <a:chOff x="2501" y="1641"/>
                  <a:chExt cx="40" cy="39"/>
                </a:xfrm>
              </p:grpSpPr>
              <p:sp>
                <p:nvSpPr>
                  <p:cNvPr id="43712" name="Freeform 52">
                    <a:extLst>
                      <a:ext uri="{FF2B5EF4-FFF2-40B4-BE49-F238E27FC236}">
                        <a16:creationId xmlns:a16="http://schemas.microsoft.com/office/drawing/2014/main" id="{F48409D0-02D2-B8A5-9330-EACB68BD4BA3}"/>
                      </a:ext>
                    </a:extLst>
                  </p:cNvPr>
                  <p:cNvSpPr>
                    <a:spLocks/>
                  </p:cNvSpPr>
                  <p:nvPr/>
                </p:nvSpPr>
                <p:spPr bwMode="auto">
                  <a:xfrm>
                    <a:off x="2513" y="1641"/>
                    <a:ext cx="17" cy="17"/>
                  </a:xfrm>
                  <a:custGeom>
                    <a:avLst/>
                    <a:gdLst>
                      <a:gd name="T0" fmla="*/ 0 w 17"/>
                      <a:gd name="T1" fmla="*/ 16 h 17"/>
                      <a:gd name="T2" fmla="*/ 1 w 17"/>
                      <a:gd name="T3" fmla="*/ 0 h 17"/>
                      <a:gd name="T4" fmla="*/ 12 w 17"/>
                      <a:gd name="T5" fmla="*/ 0 h 17"/>
                      <a:gd name="T6" fmla="*/ 16 w 17"/>
                      <a:gd name="T7" fmla="*/ 16 h 17"/>
                      <a:gd name="T8" fmla="*/ 0 w 17"/>
                      <a:gd name="T9" fmla="*/ 16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0" y="16"/>
                        </a:moveTo>
                        <a:lnTo>
                          <a:pt x="1" y="0"/>
                        </a:lnTo>
                        <a:lnTo>
                          <a:pt x="12" y="0"/>
                        </a:lnTo>
                        <a:lnTo>
                          <a:pt x="16" y="16"/>
                        </a:lnTo>
                        <a:lnTo>
                          <a:pt x="0" y="16"/>
                        </a:lnTo>
                      </a:path>
                    </a:pathLst>
                  </a:custGeom>
                  <a:solidFill>
                    <a:srgbClr val="00FF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713" name="Freeform 53">
                    <a:extLst>
                      <a:ext uri="{FF2B5EF4-FFF2-40B4-BE49-F238E27FC236}">
                        <a16:creationId xmlns:a16="http://schemas.microsoft.com/office/drawing/2014/main" id="{B3707194-6742-6D8F-E499-A6C21E16A476}"/>
                      </a:ext>
                    </a:extLst>
                  </p:cNvPr>
                  <p:cNvSpPr>
                    <a:spLocks/>
                  </p:cNvSpPr>
                  <p:nvPr/>
                </p:nvSpPr>
                <p:spPr bwMode="auto">
                  <a:xfrm>
                    <a:off x="2503" y="1663"/>
                    <a:ext cx="17" cy="17"/>
                  </a:xfrm>
                  <a:custGeom>
                    <a:avLst/>
                    <a:gdLst>
                      <a:gd name="T0" fmla="*/ 0 w 17"/>
                      <a:gd name="T1" fmla="*/ 0 h 17"/>
                      <a:gd name="T2" fmla="*/ 4 w 17"/>
                      <a:gd name="T3" fmla="*/ 16 h 17"/>
                      <a:gd name="T4" fmla="*/ 14 w 17"/>
                      <a:gd name="T5" fmla="*/ 16 h 17"/>
                      <a:gd name="T6" fmla="*/ 16 w 17"/>
                      <a:gd name="T7" fmla="*/ 0 h 17"/>
                      <a:gd name="T8" fmla="*/ 0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0" y="0"/>
                        </a:moveTo>
                        <a:lnTo>
                          <a:pt x="4" y="16"/>
                        </a:lnTo>
                        <a:lnTo>
                          <a:pt x="14" y="16"/>
                        </a:lnTo>
                        <a:lnTo>
                          <a:pt x="16" y="0"/>
                        </a:lnTo>
                        <a:lnTo>
                          <a:pt x="0" y="0"/>
                        </a:lnTo>
                      </a:path>
                    </a:pathLst>
                  </a:custGeom>
                  <a:solidFill>
                    <a:srgbClr val="00FF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714" name="Freeform 54">
                    <a:extLst>
                      <a:ext uri="{FF2B5EF4-FFF2-40B4-BE49-F238E27FC236}">
                        <a16:creationId xmlns:a16="http://schemas.microsoft.com/office/drawing/2014/main" id="{32EBC04E-0541-A6AA-CE6D-9F2850AEAE48}"/>
                      </a:ext>
                    </a:extLst>
                  </p:cNvPr>
                  <p:cNvSpPr>
                    <a:spLocks/>
                  </p:cNvSpPr>
                  <p:nvPr/>
                </p:nvSpPr>
                <p:spPr bwMode="auto">
                  <a:xfrm>
                    <a:off x="2504" y="1646"/>
                    <a:ext cx="17" cy="17"/>
                  </a:xfrm>
                  <a:custGeom>
                    <a:avLst/>
                    <a:gdLst>
                      <a:gd name="T0" fmla="*/ 5 w 17"/>
                      <a:gd name="T1" fmla="*/ 0 h 17"/>
                      <a:gd name="T2" fmla="*/ 0 w 17"/>
                      <a:gd name="T3" fmla="*/ 4 h 17"/>
                      <a:gd name="T4" fmla="*/ 5 w 17"/>
                      <a:gd name="T5" fmla="*/ 12 h 17"/>
                      <a:gd name="T6" fmla="*/ 16 w 17"/>
                      <a:gd name="T7" fmla="*/ 16 h 17"/>
                      <a:gd name="T8" fmla="*/ 5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5" y="0"/>
                        </a:moveTo>
                        <a:lnTo>
                          <a:pt x="0" y="4"/>
                        </a:lnTo>
                        <a:lnTo>
                          <a:pt x="5" y="12"/>
                        </a:lnTo>
                        <a:lnTo>
                          <a:pt x="16" y="16"/>
                        </a:lnTo>
                        <a:lnTo>
                          <a:pt x="5" y="0"/>
                        </a:lnTo>
                      </a:path>
                    </a:pathLst>
                  </a:custGeom>
                  <a:solidFill>
                    <a:srgbClr val="00FF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715" name="Freeform 55">
                    <a:extLst>
                      <a:ext uri="{FF2B5EF4-FFF2-40B4-BE49-F238E27FC236}">
                        <a16:creationId xmlns:a16="http://schemas.microsoft.com/office/drawing/2014/main" id="{9DD6A93B-5BE7-64EC-7476-DACE4FA79A5F}"/>
                      </a:ext>
                    </a:extLst>
                  </p:cNvPr>
                  <p:cNvSpPr>
                    <a:spLocks/>
                  </p:cNvSpPr>
                  <p:nvPr/>
                </p:nvSpPr>
                <p:spPr bwMode="auto">
                  <a:xfrm>
                    <a:off x="2501" y="1659"/>
                    <a:ext cx="17" cy="17"/>
                  </a:xfrm>
                  <a:custGeom>
                    <a:avLst/>
                    <a:gdLst>
                      <a:gd name="T0" fmla="*/ 16 w 17"/>
                      <a:gd name="T1" fmla="*/ 16 h 17"/>
                      <a:gd name="T2" fmla="*/ 8 w 17"/>
                      <a:gd name="T3" fmla="*/ 12 h 17"/>
                      <a:gd name="T4" fmla="*/ 0 w 17"/>
                      <a:gd name="T5" fmla="*/ 0 h 17"/>
                      <a:gd name="T6" fmla="*/ 8 w 17"/>
                      <a:gd name="T7" fmla="*/ 0 h 17"/>
                      <a:gd name="T8" fmla="*/ 16 w 17"/>
                      <a:gd name="T9" fmla="*/ 16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16" y="16"/>
                        </a:moveTo>
                        <a:lnTo>
                          <a:pt x="8" y="12"/>
                        </a:lnTo>
                        <a:lnTo>
                          <a:pt x="0" y="0"/>
                        </a:lnTo>
                        <a:lnTo>
                          <a:pt x="8" y="0"/>
                        </a:lnTo>
                        <a:lnTo>
                          <a:pt x="16" y="16"/>
                        </a:lnTo>
                      </a:path>
                    </a:pathLst>
                  </a:custGeom>
                  <a:solidFill>
                    <a:srgbClr val="00FF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716" name="Freeform 56">
                    <a:extLst>
                      <a:ext uri="{FF2B5EF4-FFF2-40B4-BE49-F238E27FC236}">
                        <a16:creationId xmlns:a16="http://schemas.microsoft.com/office/drawing/2014/main" id="{C084F3D0-E228-AAC8-170F-738C714317FF}"/>
                      </a:ext>
                    </a:extLst>
                  </p:cNvPr>
                  <p:cNvSpPr>
                    <a:spLocks/>
                  </p:cNvSpPr>
                  <p:nvPr/>
                </p:nvSpPr>
                <p:spPr bwMode="auto">
                  <a:xfrm>
                    <a:off x="2518" y="1659"/>
                    <a:ext cx="17" cy="17"/>
                  </a:xfrm>
                  <a:custGeom>
                    <a:avLst/>
                    <a:gdLst>
                      <a:gd name="T0" fmla="*/ 16 w 17"/>
                      <a:gd name="T1" fmla="*/ 10 h 17"/>
                      <a:gd name="T2" fmla="*/ 10 w 17"/>
                      <a:gd name="T3" fmla="*/ 16 h 17"/>
                      <a:gd name="T4" fmla="*/ 0 w 17"/>
                      <a:gd name="T5" fmla="*/ 0 h 17"/>
                      <a:gd name="T6" fmla="*/ 10 w 17"/>
                      <a:gd name="T7" fmla="*/ 0 h 17"/>
                      <a:gd name="T8" fmla="*/ 16 w 17"/>
                      <a:gd name="T9" fmla="*/ 1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16" y="10"/>
                        </a:moveTo>
                        <a:lnTo>
                          <a:pt x="10" y="16"/>
                        </a:lnTo>
                        <a:lnTo>
                          <a:pt x="0" y="0"/>
                        </a:lnTo>
                        <a:lnTo>
                          <a:pt x="10" y="0"/>
                        </a:lnTo>
                        <a:lnTo>
                          <a:pt x="16" y="10"/>
                        </a:lnTo>
                      </a:path>
                    </a:pathLst>
                  </a:custGeom>
                  <a:solidFill>
                    <a:srgbClr val="00FF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717" name="Freeform 57">
                    <a:extLst>
                      <a:ext uri="{FF2B5EF4-FFF2-40B4-BE49-F238E27FC236}">
                        <a16:creationId xmlns:a16="http://schemas.microsoft.com/office/drawing/2014/main" id="{4A124364-83DF-E02A-9128-E13B0F5F1D10}"/>
                      </a:ext>
                    </a:extLst>
                  </p:cNvPr>
                  <p:cNvSpPr>
                    <a:spLocks/>
                  </p:cNvSpPr>
                  <p:nvPr/>
                </p:nvSpPr>
                <p:spPr bwMode="auto">
                  <a:xfrm>
                    <a:off x="2524" y="1646"/>
                    <a:ext cx="17" cy="17"/>
                  </a:xfrm>
                  <a:custGeom>
                    <a:avLst/>
                    <a:gdLst>
                      <a:gd name="T0" fmla="*/ 16 w 17"/>
                      <a:gd name="T1" fmla="*/ 4 h 17"/>
                      <a:gd name="T2" fmla="*/ 0 w 17"/>
                      <a:gd name="T3" fmla="*/ 0 h 17"/>
                      <a:gd name="T4" fmla="*/ 16 w 17"/>
                      <a:gd name="T5" fmla="*/ 16 h 17"/>
                      <a:gd name="T6" fmla="*/ 16 w 17"/>
                      <a:gd name="T7" fmla="*/ 12 h 17"/>
                      <a:gd name="T8" fmla="*/ 16 w 17"/>
                      <a:gd name="T9" fmla="*/ 4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16" y="4"/>
                        </a:moveTo>
                        <a:lnTo>
                          <a:pt x="0" y="0"/>
                        </a:lnTo>
                        <a:lnTo>
                          <a:pt x="16" y="16"/>
                        </a:lnTo>
                        <a:lnTo>
                          <a:pt x="16" y="12"/>
                        </a:lnTo>
                        <a:lnTo>
                          <a:pt x="16" y="4"/>
                        </a:lnTo>
                      </a:path>
                    </a:pathLst>
                  </a:custGeom>
                  <a:solidFill>
                    <a:srgbClr val="00FF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718" name="Freeform 58">
                    <a:extLst>
                      <a:ext uri="{FF2B5EF4-FFF2-40B4-BE49-F238E27FC236}">
                        <a16:creationId xmlns:a16="http://schemas.microsoft.com/office/drawing/2014/main" id="{AA64B3AE-0A8E-8149-4206-BD22BE433546}"/>
                      </a:ext>
                    </a:extLst>
                  </p:cNvPr>
                  <p:cNvSpPr>
                    <a:spLocks/>
                  </p:cNvSpPr>
                  <p:nvPr/>
                </p:nvSpPr>
                <p:spPr bwMode="auto">
                  <a:xfrm>
                    <a:off x="2507" y="1652"/>
                    <a:ext cx="17" cy="17"/>
                  </a:xfrm>
                  <a:custGeom>
                    <a:avLst/>
                    <a:gdLst>
                      <a:gd name="T0" fmla="*/ 0 w 17"/>
                      <a:gd name="T1" fmla="*/ 6 h 17"/>
                      <a:gd name="T2" fmla="*/ 2 w 17"/>
                      <a:gd name="T3" fmla="*/ 16 h 17"/>
                      <a:gd name="T4" fmla="*/ 13 w 17"/>
                      <a:gd name="T5" fmla="*/ 16 h 17"/>
                      <a:gd name="T6" fmla="*/ 16 w 17"/>
                      <a:gd name="T7" fmla="*/ 6 h 17"/>
                      <a:gd name="T8" fmla="*/ 13 w 17"/>
                      <a:gd name="T9" fmla="*/ 0 h 17"/>
                      <a:gd name="T10" fmla="*/ 2 w 17"/>
                      <a:gd name="T11" fmla="*/ 0 h 17"/>
                      <a:gd name="T12" fmla="*/ 0 w 17"/>
                      <a:gd name="T13" fmla="*/ 6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 h="17">
                        <a:moveTo>
                          <a:pt x="0" y="6"/>
                        </a:moveTo>
                        <a:lnTo>
                          <a:pt x="2" y="16"/>
                        </a:lnTo>
                        <a:lnTo>
                          <a:pt x="13" y="16"/>
                        </a:lnTo>
                        <a:lnTo>
                          <a:pt x="16" y="6"/>
                        </a:lnTo>
                        <a:lnTo>
                          <a:pt x="13" y="0"/>
                        </a:lnTo>
                        <a:lnTo>
                          <a:pt x="2" y="0"/>
                        </a:lnTo>
                        <a:lnTo>
                          <a:pt x="0" y="6"/>
                        </a:lnTo>
                      </a:path>
                    </a:pathLst>
                  </a:custGeom>
                  <a:solidFill>
                    <a:srgbClr val="00FF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43693" name="Group 77">
                <a:extLst>
                  <a:ext uri="{FF2B5EF4-FFF2-40B4-BE49-F238E27FC236}">
                    <a16:creationId xmlns:a16="http://schemas.microsoft.com/office/drawing/2014/main" id="{E52B5337-1916-B2B0-80AF-A5A50FD1487B}"/>
                  </a:ext>
                </a:extLst>
              </p:cNvPr>
              <p:cNvGrpSpPr>
                <a:grpSpLocks/>
              </p:cNvGrpSpPr>
              <p:nvPr/>
            </p:nvGrpSpPr>
            <p:grpSpPr bwMode="auto">
              <a:xfrm>
                <a:off x="2557" y="1641"/>
                <a:ext cx="65" cy="39"/>
                <a:chOff x="2557" y="1641"/>
                <a:chExt cx="65" cy="39"/>
              </a:xfrm>
            </p:grpSpPr>
            <p:grpSp>
              <p:nvGrpSpPr>
                <p:cNvPr id="43694" name="Group 68">
                  <a:extLst>
                    <a:ext uri="{FF2B5EF4-FFF2-40B4-BE49-F238E27FC236}">
                      <a16:creationId xmlns:a16="http://schemas.microsoft.com/office/drawing/2014/main" id="{7D3965AF-3B0D-8769-2F51-FB397C5C1EB3}"/>
                    </a:ext>
                  </a:extLst>
                </p:cNvPr>
                <p:cNvGrpSpPr>
                  <a:grpSpLocks/>
                </p:cNvGrpSpPr>
                <p:nvPr/>
              </p:nvGrpSpPr>
              <p:grpSpPr bwMode="auto">
                <a:xfrm>
                  <a:off x="2583" y="1641"/>
                  <a:ext cx="39" cy="39"/>
                  <a:chOff x="2583" y="1641"/>
                  <a:chExt cx="39" cy="39"/>
                </a:xfrm>
              </p:grpSpPr>
              <p:sp>
                <p:nvSpPr>
                  <p:cNvPr id="43703" name="Freeform 61">
                    <a:extLst>
                      <a:ext uri="{FF2B5EF4-FFF2-40B4-BE49-F238E27FC236}">
                        <a16:creationId xmlns:a16="http://schemas.microsoft.com/office/drawing/2014/main" id="{AE30F0C4-3806-5D2B-9C49-88711B491C6B}"/>
                      </a:ext>
                    </a:extLst>
                  </p:cNvPr>
                  <p:cNvSpPr>
                    <a:spLocks/>
                  </p:cNvSpPr>
                  <p:nvPr/>
                </p:nvSpPr>
                <p:spPr bwMode="auto">
                  <a:xfrm>
                    <a:off x="2594" y="1641"/>
                    <a:ext cx="17" cy="17"/>
                  </a:xfrm>
                  <a:custGeom>
                    <a:avLst/>
                    <a:gdLst>
                      <a:gd name="T0" fmla="*/ 0 w 17"/>
                      <a:gd name="T1" fmla="*/ 16 h 17"/>
                      <a:gd name="T2" fmla="*/ 1 w 17"/>
                      <a:gd name="T3" fmla="*/ 0 h 17"/>
                      <a:gd name="T4" fmla="*/ 12 w 17"/>
                      <a:gd name="T5" fmla="*/ 0 h 17"/>
                      <a:gd name="T6" fmla="*/ 16 w 17"/>
                      <a:gd name="T7" fmla="*/ 16 h 17"/>
                      <a:gd name="T8" fmla="*/ 0 w 17"/>
                      <a:gd name="T9" fmla="*/ 16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0" y="16"/>
                        </a:moveTo>
                        <a:lnTo>
                          <a:pt x="1" y="0"/>
                        </a:lnTo>
                        <a:lnTo>
                          <a:pt x="12" y="0"/>
                        </a:lnTo>
                        <a:lnTo>
                          <a:pt x="16" y="16"/>
                        </a:lnTo>
                        <a:lnTo>
                          <a:pt x="0" y="16"/>
                        </a:lnTo>
                      </a:path>
                    </a:pathLst>
                  </a:custGeom>
                  <a:solidFill>
                    <a:srgbClr val="00FF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704" name="Freeform 62">
                    <a:extLst>
                      <a:ext uri="{FF2B5EF4-FFF2-40B4-BE49-F238E27FC236}">
                        <a16:creationId xmlns:a16="http://schemas.microsoft.com/office/drawing/2014/main" id="{EB20808B-304E-542A-7B4D-FBE07DADAE5C}"/>
                      </a:ext>
                    </a:extLst>
                  </p:cNvPr>
                  <p:cNvSpPr>
                    <a:spLocks/>
                  </p:cNvSpPr>
                  <p:nvPr/>
                </p:nvSpPr>
                <p:spPr bwMode="auto">
                  <a:xfrm>
                    <a:off x="2585" y="1663"/>
                    <a:ext cx="17" cy="17"/>
                  </a:xfrm>
                  <a:custGeom>
                    <a:avLst/>
                    <a:gdLst>
                      <a:gd name="T0" fmla="*/ 0 w 17"/>
                      <a:gd name="T1" fmla="*/ 0 h 17"/>
                      <a:gd name="T2" fmla="*/ 3 w 17"/>
                      <a:gd name="T3" fmla="*/ 16 h 17"/>
                      <a:gd name="T4" fmla="*/ 14 w 17"/>
                      <a:gd name="T5" fmla="*/ 16 h 17"/>
                      <a:gd name="T6" fmla="*/ 16 w 17"/>
                      <a:gd name="T7" fmla="*/ 0 h 17"/>
                      <a:gd name="T8" fmla="*/ 0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0" y="0"/>
                        </a:moveTo>
                        <a:lnTo>
                          <a:pt x="3" y="16"/>
                        </a:lnTo>
                        <a:lnTo>
                          <a:pt x="14" y="16"/>
                        </a:lnTo>
                        <a:lnTo>
                          <a:pt x="16" y="0"/>
                        </a:lnTo>
                        <a:lnTo>
                          <a:pt x="0" y="0"/>
                        </a:lnTo>
                      </a:path>
                    </a:pathLst>
                  </a:custGeom>
                  <a:solidFill>
                    <a:srgbClr val="00FF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705" name="Freeform 63">
                    <a:extLst>
                      <a:ext uri="{FF2B5EF4-FFF2-40B4-BE49-F238E27FC236}">
                        <a16:creationId xmlns:a16="http://schemas.microsoft.com/office/drawing/2014/main" id="{E97E2FBB-7902-2CAE-1F95-26295DC7E0E6}"/>
                      </a:ext>
                    </a:extLst>
                  </p:cNvPr>
                  <p:cNvSpPr>
                    <a:spLocks/>
                  </p:cNvSpPr>
                  <p:nvPr/>
                </p:nvSpPr>
                <p:spPr bwMode="auto">
                  <a:xfrm>
                    <a:off x="2586" y="1646"/>
                    <a:ext cx="17" cy="17"/>
                  </a:xfrm>
                  <a:custGeom>
                    <a:avLst/>
                    <a:gdLst>
                      <a:gd name="T0" fmla="*/ 8 w 17"/>
                      <a:gd name="T1" fmla="*/ 0 h 17"/>
                      <a:gd name="T2" fmla="*/ 0 w 17"/>
                      <a:gd name="T3" fmla="*/ 4 h 17"/>
                      <a:gd name="T4" fmla="*/ 8 w 17"/>
                      <a:gd name="T5" fmla="*/ 12 h 17"/>
                      <a:gd name="T6" fmla="*/ 16 w 17"/>
                      <a:gd name="T7" fmla="*/ 16 h 17"/>
                      <a:gd name="T8" fmla="*/ 8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8" y="0"/>
                        </a:moveTo>
                        <a:lnTo>
                          <a:pt x="0" y="4"/>
                        </a:lnTo>
                        <a:lnTo>
                          <a:pt x="8" y="12"/>
                        </a:lnTo>
                        <a:lnTo>
                          <a:pt x="16" y="16"/>
                        </a:lnTo>
                        <a:lnTo>
                          <a:pt x="8" y="0"/>
                        </a:lnTo>
                      </a:path>
                    </a:pathLst>
                  </a:custGeom>
                  <a:solidFill>
                    <a:srgbClr val="00FF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706" name="Freeform 64">
                    <a:extLst>
                      <a:ext uri="{FF2B5EF4-FFF2-40B4-BE49-F238E27FC236}">
                        <a16:creationId xmlns:a16="http://schemas.microsoft.com/office/drawing/2014/main" id="{43472CA1-F15F-91B7-FE75-B6FFC093A5A7}"/>
                      </a:ext>
                    </a:extLst>
                  </p:cNvPr>
                  <p:cNvSpPr>
                    <a:spLocks/>
                  </p:cNvSpPr>
                  <p:nvPr/>
                </p:nvSpPr>
                <p:spPr bwMode="auto">
                  <a:xfrm>
                    <a:off x="2583" y="1659"/>
                    <a:ext cx="17" cy="17"/>
                  </a:xfrm>
                  <a:custGeom>
                    <a:avLst/>
                    <a:gdLst>
                      <a:gd name="T0" fmla="*/ 16 w 17"/>
                      <a:gd name="T1" fmla="*/ 16 h 17"/>
                      <a:gd name="T2" fmla="*/ 0 w 17"/>
                      <a:gd name="T3" fmla="*/ 12 h 17"/>
                      <a:gd name="T4" fmla="*/ 0 w 17"/>
                      <a:gd name="T5" fmla="*/ 0 h 17"/>
                      <a:gd name="T6" fmla="*/ 16 w 17"/>
                      <a:gd name="T7" fmla="*/ 16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16" y="16"/>
                        </a:moveTo>
                        <a:lnTo>
                          <a:pt x="0" y="12"/>
                        </a:lnTo>
                        <a:lnTo>
                          <a:pt x="0" y="0"/>
                        </a:lnTo>
                        <a:lnTo>
                          <a:pt x="16" y="16"/>
                        </a:lnTo>
                      </a:path>
                    </a:pathLst>
                  </a:custGeom>
                  <a:solidFill>
                    <a:srgbClr val="00FF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707" name="Freeform 65">
                    <a:extLst>
                      <a:ext uri="{FF2B5EF4-FFF2-40B4-BE49-F238E27FC236}">
                        <a16:creationId xmlns:a16="http://schemas.microsoft.com/office/drawing/2014/main" id="{E19A526E-EF89-3CBC-426B-BA2EA0DCCB00}"/>
                      </a:ext>
                    </a:extLst>
                  </p:cNvPr>
                  <p:cNvSpPr>
                    <a:spLocks/>
                  </p:cNvSpPr>
                  <p:nvPr/>
                </p:nvSpPr>
                <p:spPr bwMode="auto">
                  <a:xfrm>
                    <a:off x="2600" y="1659"/>
                    <a:ext cx="17" cy="17"/>
                  </a:xfrm>
                  <a:custGeom>
                    <a:avLst/>
                    <a:gdLst>
                      <a:gd name="T0" fmla="*/ 16 w 17"/>
                      <a:gd name="T1" fmla="*/ 10 h 17"/>
                      <a:gd name="T2" fmla="*/ 10 w 17"/>
                      <a:gd name="T3" fmla="*/ 16 h 17"/>
                      <a:gd name="T4" fmla="*/ 0 w 17"/>
                      <a:gd name="T5" fmla="*/ 0 h 17"/>
                      <a:gd name="T6" fmla="*/ 10 w 17"/>
                      <a:gd name="T7" fmla="*/ 0 h 17"/>
                      <a:gd name="T8" fmla="*/ 16 w 17"/>
                      <a:gd name="T9" fmla="*/ 1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16" y="10"/>
                        </a:moveTo>
                        <a:lnTo>
                          <a:pt x="10" y="16"/>
                        </a:lnTo>
                        <a:lnTo>
                          <a:pt x="0" y="0"/>
                        </a:lnTo>
                        <a:lnTo>
                          <a:pt x="10" y="0"/>
                        </a:lnTo>
                        <a:lnTo>
                          <a:pt x="16" y="10"/>
                        </a:lnTo>
                      </a:path>
                    </a:pathLst>
                  </a:custGeom>
                  <a:solidFill>
                    <a:srgbClr val="00FF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708" name="Freeform 66">
                    <a:extLst>
                      <a:ext uri="{FF2B5EF4-FFF2-40B4-BE49-F238E27FC236}">
                        <a16:creationId xmlns:a16="http://schemas.microsoft.com/office/drawing/2014/main" id="{9A981466-D0A8-6772-8383-C8F7211A5B97}"/>
                      </a:ext>
                    </a:extLst>
                  </p:cNvPr>
                  <p:cNvSpPr>
                    <a:spLocks/>
                  </p:cNvSpPr>
                  <p:nvPr/>
                </p:nvSpPr>
                <p:spPr bwMode="auto">
                  <a:xfrm>
                    <a:off x="2605" y="1646"/>
                    <a:ext cx="17" cy="17"/>
                  </a:xfrm>
                  <a:custGeom>
                    <a:avLst/>
                    <a:gdLst>
                      <a:gd name="T0" fmla="*/ 8 w 17"/>
                      <a:gd name="T1" fmla="*/ 4 h 17"/>
                      <a:gd name="T2" fmla="*/ 0 w 17"/>
                      <a:gd name="T3" fmla="*/ 0 h 17"/>
                      <a:gd name="T4" fmla="*/ 8 w 17"/>
                      <a:gd name="T5" fmla="*/ 16 h 17"/>
                      <a:gd name="T6" fmla="*/ 16 w 17"/>
                      <a:gd name="T7" fmla="*/ 12 h 17"/>
                      <a:gd name="T8" fmla="*/ 8 w 17"/>
                      <a:gd name="T9" fmla="*/ 4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8" y="4"/>
                        </a:moveTo>
                        <a:lnTo>
                          <a:pt x="0" y="0"/>
                        </a:lnTo>
                        <a:lnTo>
                          <a:pt x="8" y="16"/>
                        </a:lnTo>
                        <a:lnTo>
                          <a:pt x="16" y="12"/>
                        </a:lnTo>
                        <a:lnTo>
                          <a:pt x="8" y="4"/>
                        </a:lnTo>
                      </a:path>
                    </a:pathLst>
                  </a:custGeom>
                  <a:solidFill>
                    <a:srgbClr val="00FF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709" name="Freeform 67">
                    <a:extLst>
                      <a:ext uri="{FF2B5EF4-FFF2-40B4-BE49-F238E27FC236}">
                        <a16:creationId xmlns:a16="http://schemas.microsoft.com/office/drawing/2014/main" id="{02EC118F-E951-2D8A-1CC2-DDA25D522D8D}"/>
                      </a:ext>
                    </a:extLst>
                  </p:cNvPr>
                  <p:cNvSpPr>
                    <a:spLocks/>
                  </p:cNvSpPr>
                  <p:nvPr/>
                </p:nvSpPr>
                <p:spPr bwMode="auto">
                  <a:xfrm>
                    <a:off x="2590" y="1652"/>
                    <a:ext cx="17" cy="17"/>
                  </a:xfrm>
                  <a:custGeom>
                    <a:avLst/>
                    <a:gdLst>
                      <a:gd name="T0" fmla="*/ 0 w 17"/>
                      <a:gd name="T1" fmla="*/ 6 h 17"/>
                      <a:gd name="T2" fmla="*/ 3 w 17"/>
                      <a:gd name="T3" fmla="*/ 16 h 17"/>
                      <a:gd name="T4" fmla="*/ 14 w 17"/>
                      <a:gd name="T5" fmla="*/ 16 h 17"/>
                      <a:gd name="T6" fmla="*/ 16 w 17"/>
                      <a:gd name="T7" fmla="*/ 6 h 17"/>
                      <a:gd name="T8" fmla="*/ 14 w 17"/>
                      <a:gd name="T9" fmla="*/ 0 h 17"/>
                      <a:gd name="T10" fmla="*/ 1 w 17"/>
                      <a:gd name="T11" fmla="*/ 0 h 17"/>
                      <a:gd name="T12" fmla="*/ 0 w 17"/>
                      <a:gd name="T13" fmla="*/ 6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 h="17">
                        <a:moveTo>
                          <a:pt x="0" y="6"/>
                        </a:moveTo>
                        <a:lnTo>
                          <a:pt x="3" y="16"/>
                        </a:lnTo>
                        <a:lnTo>
                          <a:pt x="14" y="16"/>
                        </a:lnTo>
                        <a:lnTo>
                          <a:pt x="16" y="6"/>
                        </a:lnTo>
                        <a:lnTo>
                          <a:pt x="14" y="0"/>
                        </a:lnTo>
                        <a:lnTo>
                          <a:pt x="1" y="0"/>
                        </a:lnTo>
                        <a:lnTo>
                          <a:pt x="0" y="6"/>
                        </a:lnTo>
                      </a:path>
                    </a:pathLst>
                  </a:custGeom>
                  <a:solidFill>
                    <a:srgbClr val="00FF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695" name="Group 76">
                  <a:extLst>
                    <a:ext uri="{FF2B5EF4-FFF2-40B4-BE49-F238E27FC236}">
                      <a16:creationId xmlns:a16="http://schemas.microsoft.com/office/drawing/2014/main" id="{A8D057C0-A840-3547-A4E9-12165919C6BA}"/>
                    </a:ext>
                  </a:extLst>
                </p:cNvPr>
                <p:cNvGrpSpPr>
                  <a:grpSpLocks/>
                </p:cNvGrpSpPr>
                <p:nvPr/>
              </p:nvGrpSpPr>
              <p:grpSpPr bwMode="auto">
                <a:xfrm>
                  <a:off x="2557" y="1641"/>
                  <a:ext cx="39" cy="39"/>
                  <a:chOff x="2557" y="1641"/>
                  <a:chExt cx="39" cy="39"/>
                </a:xfrm>
              </p:grpSpPr>
              <p:sp>
                <p:nvSpPr>
                  <p:cNvPr id="43696" name="Freeform 69">
                    <a:extLst>
                      <a:ext uri="{FF2B5EF4-FFF2-40B4-BE49-F238E27FC236}">
                        <a16:creationId xmlns:a16="http://schemas.microsoft.com/office/drawing/2014/main" id="{9D31B1C8-4D43-44E4-0E13-42BFE1CBED3B}"/>
                      </a:ext>
                    </a:extLst>
                  </p:cNvPr>
                  <p:cNvSpPr>
                    <a:spLocks/>
                  </p:cNvSpPr>
                  <p:nvPr/>
                </p:nvSpPr>
                <p:spPr bwMode="auto">
                  <a:xfrm>
                    <a:off x="2568" y="1641"/>
                    <a:ext cx="17" cy="17"/>
                  </a:xfrm>
                  <a:custGeom>
                    <a:avLst/>
                    <a:gdLst>
                      <a:gd name="T0" fmla="*/ 0 w 17"/>
                      <a:gd name="T1" fmla="*/ 16 h 17"/>
                      <a:gd name="T2" fmla="*/ 2 w 17"/>
                      <a:gd name="T3" fmla="*/ 0 h 17"/>
                      <a:gd name="T4" fmla="*/ 13 w 17"/>
                      <a:gd name="T5" fmla="*/ 0 h 17"/>
                      <a:gd name="T6" fmla="*/ 16 w 17"/>
                      <a:gd name="T7" fmla="*/ 16 h 17"/>
                      <a:gd name="T8" fmla="*/ 0 w 17"/>
                      <a:gd name="T9" fmla="*/ 16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0" y="16"/>
                        </a:moveTo>
                        <a:lnTo>
                          <a:pt x="2" y="0"/>
                        </a:lnTo>
                        <a:lnTo>
                          <a:pt x="13" y="0"/>
                        </a:lnTo>
                        <a:lnTo>
                          <a:pt x="16" y="16"/>
                        </a:lnTo>
                        <a:lnTo>
                          <a:pt x="0" y="16"/>
                        </a:lnTo>
                      </a:path>
                    </a:pathLst>
                  </a:custGeom>
                  <a:solidFill>
                    <a:srgbClr val="00FF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97" name="Freeform 70">
                    <a:extLst>
                      <a:ext uri="{FF2B5EF4-FFF2-40B4-BE49-F238E27FC236}">
                        <a16:creationId xmlns:a16="http://schemas.microsoft.com/office/drawing/2014/main" id="{A6B60E7B-1C22-56F7-7E9D-10F293CBECDF}"/>
                      </a:ext>
                    </a:extLst>
                  </p:cNvPr>
                  <p:cNvSpPr>
                    <a:spLocks/>
                  </p:cNvSpPr>
                  <p:nvPr/>
                </p:nvSpPr>
                <p:spPr bwMode="auto">
                  <a:xfrm>
                    <a:off x="2560" y="1663"/>
                    <a:ext cx="17" cy="17"/>
                  </a:xfrm>
                  <a:custGeom>
                    <a:avLst/>
                    <a:gdLst>
                      <a:gd name="T0" fmla="*/ 0 w 17"/>
                      <a:gd name="T1" fmla="*/ 0 h 17"/>
                      <a:gd name="T2" fmla="*/ 3 w 17"/>
                      <a:gd name="T3" fmla="*/ 16 h 17"/>
                      <a:gd name="T4" fmla="*/ 14 w 17"/>
                      <a:gd name="T5" fmla="*/ 16 h 17"/>
                      <a:gd name="T6" fmla="*/ 16 w 17"/>
                      <a:gd name="T7" fmla="*/ 0 h 17"/>
                      <a:gd name="T8" fmla="*/ 0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0" y="0"/>
                        </a:moveTo>
                        <a:lnTo>
                          <a:pt x="3" y="16"/>
                        </a:lnTo>
                        <a:lnTo>
                          <a:pt x="14" y="16"/>
                        </a:lnTo>
                        <a:lnTo>
                          <a:pt x="16" y="0"/>
                        </a:lnTo>
                        <a:lnTo>
                          <a:pt x="0" y="0"/>
                        </a:lnTo>
                      </a:path>
                    </a:pathLst>
                  </a:custGeom>
                  <a:solidFill>
                    <a:srgbClr val="00FF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98" name="Freeform 71">
                    <a:extLst>
                      <a:ext uri="{FF2B5EF4-FFF2-40B4-BE49-F238E27FC236}">
                        <a16:creationId xmlns:a16="http://schemas.microsoft.com/office/drawing/2014/main" id="{D8AAC281-12A7-7131-7831-31031DA8B5F3}"/>
                      </a:ext>
                    </a:extLst>
                  </p:cNvPr>
                  <p:cNvSpPr>
                    <a:spLocks/>
                  </p:cNvSpPr>
                  <p:nvPr/>
                </p:nvSpPr>
                <p:spPr bwMode="auto">
                  <a:xfrm>
                    <a:off x="2561" y="1646"/>
                    <a:ext cx="17" cy="17"/>
                  </a:xfrm>
                  <a:custGeom>
                    <a:avLst/>
                    <a:gdLst>
                      <a:gd name="T0" fmla="*/ 5 w 17"/>
                      <a:gd name="T1" fmla="*/ 0 h 17"/>
                      <a:gd name="T2" fmla="*/ 0 w 17"/>
                      <a:gd name="T3" fmla="*/ 4 h 17"/>
                      <a:gd name="T4" fmla="*/ 5 w 17"/>
                      <a:gd name="T5" fmla="*/ 12 h 17"/>
                      <a:gd name="T6" fmla="*/ 16 w 17"/>
                      <a:gd name="T7" fmla="*/ 16 h 17"/>
                      <a:gd name="T8" fmla="*/ 5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5" y="0"/>
                        </a:moveTo>
                        <a:lnTo>
                          <a:pt x="0" y="4"/>
                        </a:lnTo>
                        <a:lnTo>
                          <a:pt x="5" y="12"/>
                        </a:lnTo>
                        <a:lnTo>
                          <a:pt x="16" y="16"/>
                        </a:lnTo>
                        <a:lnTo>
                          <a:pt x="5" y="0"/>
                        </a:lnTo>
                      </a:path>
                    </a:pathLst>
                  </a:custGeom>
                  <a:solidFill>
                    <a:srgbClr val="00FF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99" name="Freeform 72">
                    <a:extLst>
                      <a:ext uri="{FF2B5EF4-FFF2-40B4-BE49-F238E27FC236}">
                        <a16:creationId xmlns:a16="http://schemas.microsoft.com/office/drawing/2014/main" id="{0A4BED41-9DB6-267C-0511-987315653C81}"/>
                      </a:ext>
                    </a:extLst>
                  </p:cNvPr>
                  <p:cNvSpPr>
                    <a:spLocks/>
                  </p:cNvSpPr>
                  <p:nvPr/>
                </p:nvSpPr>
                <p:spPr bwMode="auto">
                  <a:xfrm>
                    <a:off x="2557" y="1659"/>
                    <a:ext cx="17" cy="17"/>
                  </a:xfrm>
                  <a:custGeom>
                    <a:avLst/>
                    <a:gdLst>
                      <a:gd name="T0" fmla="*/ 16 w 17"/>
                      <a:gd name="T1" fmla="*/ 16 h 17"/>
                      <a:gd name="T2" fmla="*/ 8 w 17"/>
                      <a:gd name="T3" fmla="*/ 12 h 17"/>
                      <a:gd name="T4" fmla="*/ 0 w 17"/>
                      <a:gd name="T5" fmla="*/ 0 h 17"/>
                      <a:gd name="T6" fmla="*/ 8 w 17"/>
                      <a:gd name="T7" fmla="*/ 0 h 17"/>
                      <a:gd name="T8" fmla="*/ 16 w 17"/>
                      <a:gd name="T9" fmla="*/ 16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16" y="16"/>
                        </a:moveTo>
                        <a:lnTo>
                          <a:pt x="8" y="12"/>
                        </a:lnTo>
                        <a:lnTo>
                          <a:pt x="0" y="0"/>
                        </a:lnTo>
                        <a:lnTo>
                          <a:pt x="8" y="0"/>
                        </a:lnTo>
                        <a:lnTo>
                          <a:pt x="16" y="16"/>
                        </a:lnTo>
                      </a:path>
                    </a:pathLst>
                  </a:custGeom>
                  <a:solidFill>
                    <a:srgbClr val="00FF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700" name="Freeform 73">
                    <a:extLst>
                      <a:ext uri="{FF2B5EF4-FFF2-40B4-BE49-F238E27FC236}">
                        <a16:creationId xmlns:a16="http://schemas.microsoft.com/office/drawing/2014/main" id="{1B8FD389-0B57-8C90-9435-20BC0D1FC8EC}"/>
                      </a:ext>
                    </a:extLst>
                  </p:cNvPr>
                  <p:cNvSpPr>
                    <a:spLocks/>
                  </p:cNvSpPr>
                  <p:nvPr/>
                </p:nvSpPr>
                <p:spPr bwMode="auto">
                  <a:xfrm>
                    <a:off x="2576" y="1659"/>
                    <a:ext cx="17" cy="17"/>
                  </a:xfrm>
                  <a:custGeom>
                    <a:avLst/>
                    <a:gdLst>
                      <a:gd name="T0" fmla="*/ 16 w 17"/>
                      <a:gd name="T1" fmla="*/ 10 h 17"/>
                      <a:gd name="T2" fmla="*/ 8 w 17"/>
                      <a:gd name="T3" fmla="*/ 16 h 17"/>
                      <a:gd name="T4" fmla="*/ 0 w 17"/>
                      <a:gd name="T5" fmla="*/ 0 h 17"/>
                      <a:gd name="T6" fmla="*/ 8 w 17"/>
                      <a:gd name="T7" fmla="*/ 0 h 17"/>
                      <a:gd name="T8" fmla="*/ 16 w 17"/>
                      <a:gd name="T9" fmla="*/ 1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16" y="10"/>
                        </a:moveTo>
                        <a:lnTo>
                          <a:pt x="8" y="16"/>
                        </a:lnTo>
                        <a:lnTo>
                          <a:pt x="0" y="0"/>
                        </a:lnTo>
                        <a:lnTo>
                          <a:pt x="8" y="0"/>
                        </a:lnTo>
                        <a:lnTo>
                          <a:pt x="16" y="10"/>
                        </a:lnTo>
                      </a:path>
                    </a:pathLst>
                  </a:custGeom>
                  <a:solidFill>
                    <a:srgbClr val="00FF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701" name="Freeform 74">
                    <a:extLst>
                      <a:ext uri="{FF2B5EF4-FFF2-40B4-BE49-F238E27FC236}">
                        <a16:creationId xmlns:a16="http://schemas.microsoft.com/office/drawing/2014/main" id="{D7A1AFDC-7D2C-02CB-1AE5-70874B1C168B}"/>
                      </a:ext>
                    </a:extLst>
                  </p:cNvPr>
                  <p:cNvSpPr>
                    <a:spLocks/>
                  </p:cNvSpPr>
                  <p:nvPr/>
                </p:nvSpPr>
                <p:spPr bwMode="auto">
                  <a:xfrm>
                    <a:off x="2579" y="1646"/>
                    <a:ext cx="17" cy="17"/>
                  </a:xfrm>
                  <a:custGeom>
                    <a:avLst/>
                    <a:gdLst>
                      <a:gd name="T0" fmla="*/ 10 w 17"/>
                      <a:gd name="T1" fmla="*/ 4 h 17"/>
                      <a:gd name="T2" fmla="*/ 0 w 17"/>
                      <a:gd name="T3" fmla="*/ 0 h 17"/>
                      <a:gd name="T4" fmla="*/ 10 w 17"/>
                      <a:gd name="T5" fmla="*/ 16 h 17"/>
                      <a:gd name="T6" fmla="*/ 16 w 17"/>
                      <a:gd name="T7" fmla="*/ 12 h 17"/>
                      <a:gd name="T8" fmla="*/ 10 w 17"/>
                      <a:gd name="T9" fmla="*/ 4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10" y="4"/>
                        </a:moveTo>
                        <a:lnTo>
                          <a:pt x="0" y="0"/>
                        </a:lnTo>
                        <a:lnTo>
                          <a:pt x="10" y="16"/>
                        </a:lnTo>
                        <a:lnTo>
                          <a:pt x="16" y="12"/>
                        </a:lnTo>
                        <a:lnTo>
                          <a:pt x="10" y="4"/>
                        </a:lnTo>
                      </a:path>
                    </a:pathLst>
                  </a:custGeom>
                  <a:solidFill>
                    <a:srgbClr val="00FF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702" name="Freeform 75">
                    <a:extLst>
                      <a:ext uri="{FF2B5EF4-FFF2-40B4-BE49-F238E27FC236}">
                        <a16:creationId xmlns:a16="http://schemas.microsoft.com/office/drawing/2014/main" id="{503510D5-FB95-4D6A-8D5F-0FD6628E08D3}"/>
                      </a:ext>
                    </a:extLst>
                  </p:cNvPr>
                  <p:cNvSpPr>
                    <a:spLocks/>
                  </p:cNvSpPr>
                  <p:nvPr/>
                </p:nvSpPr>
                <p:spPr bwMode="auto">
                  <a:xfrm>
                    <a:off x="2564" y="1652"/>
                    <a:ext cx="17" cy="17"/>
                  </a:xfrm>
                  <a:custGeom>
                    <a:avLst/>
                    <a:gdLst>
                      <a:gd name="T0" fmla="*/ 0 w 17"/>
                      <a:gd name="T1" fmla="*/ 6 h 17"/>
                      <a:gd name="T2" fmla="*/ 3 w 17"/>
                      <a:gd name="T3" fmla="*/ 16 h 17"/>
                      <a:gd name="T4" fmla="*/ 14 w 17"/>
                      <a:gd name="T5" fmla="*/ 16 h 17"/>
                      <a:gd name="T6" fmla="*/ 16 w 17"/>
                      <a:gd name="T7" fmla="*/ 6 h 17"/>
                      <a:gd name="T8" fmla="*/ 12 w 17"/>
                      <a:gd name="T9" fmla="*/ 0 h 17"/>
                      <a:gd name="T10" fmla="*/ 1 w 17"/>
                      <a:gd name="T11" fmla="*/ 0 h 17"/>
                      <a:gd name="T12" fmla="*/ 0 w 17"/>
                      <a:gd name="T13" fmla="*/ 6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 h="17">
                        <a:moveTo>
                          <a:pt x="0" y="6"/>
                        </a:moveTo>
                        <a:lnTo>
                          <a:pt x="3" y="16"/>
                        </a:lnTo>
                        <a:lnTo>
                          <a:pt x="14" y="16"/>
                        </a:lnTo>
                        <a:lnTo>
                          <a:pt x="16" y="6"/>
                        </a:lnTo>
                        <a:lnTo>
                          <a:pt x="12" y="0"/>
                        </a:lnTo>
                        <a:lnTo>
                          <a:pt x="1" y="0"/>
                        </a:lnTo>
                        <a:lnTo>
                          <a:pt x="0" y="6"/>
                        </a:lnTo>
                      </a:path>
                    </a:pathLst>
                  </a:custGeom>
                  <a:solidFill>
                    <a:srgbClr val="00FF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sp>
          <p:nvSpPr>
            <p:cNvPr id="43666" name="Freeform 79">
              <a:extLst>
                <a:ext uri="{FF2B5EF4-FFF2-40B4-BE49-F238E27FC236}">
                  <a16:creationId xmlns:a16="http://schemas.microsoft.com/office/drawing/2014/main" id="{9908E021-767C-5671-2E61-CDC39C71D1CE}"/>
                </a:ext>
              </a:extLst>
            </p:cNvPr>
            <p:cNvSpPr>
              <a:spLocks/>
            </p:cNvSpPr>
            <p:nvPr/>
          </p:nvSpPr>
          <p:spPr bwMode="auto">
            <a:xfrm>
              <a:off x="2468" y="1926"/>
              <a:ext cx="39" cy="26"/>
            </a:xfrm>
            <a:custGeom>
              <a:avLst/>
              <a:gdLst>
                <a:gd name="T0" fmla="*/ 0 w 39"/>
                <a:gd name="T1" fmla="*/ 0 h 26"/>
                <a:gd name="T2" fmla="*/ 0 w 39"/>
                <a:gd name="T3" fmla="*/ 25 h 26"/>
                <a:gd name="T4" fmla="*/ 38 w 39"/>
                <a:gd name="T5" fmla="*/ 25 h 26"/>
                <a:gd name="T6" fmla="*/ 38 w 39"/>
                <a:gd name="T7" fmla="*/ 0 h 26"/>
                <a:gd name="T8" fmla="*/ 0 w 39"/>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26">
                  <a:moveTo>
                    <a:pt x="0" y="0"/>
                  </a:moveTo>
                  <a:lnTo>
                    <a:pt x="0" y="25"/>
                  </a:lnTo>
                  <a:lnTo>
                    <a:pt x="38" y="25"/>
                  </a:lnTo>
                  <a:lnTo>
                    <a:pt x="38" y="0"/>
                  </a:lnTo>
                  <a:lnTo>
                    <a:pt x="0" y="0"/>
                  </a:lnTo>
                </a:path>
              </a:pathLst>
            </a:custGeom>
            <a:solidFill>
              <a:srgbClr val="DADADA"/>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67" name="Freeform 80">
              <a:extLst>
                <a:ext uri="{FF2B5EF4-FFF2-40B4-BE49-F238E27FC236}">
                  <a16:creationId xmlns:a16="http://schemas.microsoft.com/office/drawing/2014/main" id="{B2ECCD24-E0AD-86E5-A9E4-6578DB8CAE5F}"/>
                </a:ext>
              </a:extLst>
            </p:cNvPr>
            <p:cNvSpPr>
              <a:spLocks/>
            </p:cNvSpPr>
            <p:nvPr/>
          </p:nvSpPr>
          <p:spPr bwMode="auto">
            <a:xfrm>
              <a:off x="2518" y="1926"/>
              <a:ext cx="39" cy="26"/>
            </a:xfrm>
            <a:custGeom>
              <a:avLst/>
              <a:gdLst>
                <a:gd name="T0" fmla="*/ 0 w 39"/>
                <a:gd name="T1" fmla="*/ 0 h 26"/>
                <a:gd name="T2" fmla="*/ 0 w 39"/>
                <a:gd name="T3" fmla="*/ 25 h 26"/>
                <a:gd name="T4" fmla="*/ 38 w 39"/>
                <a:gd name="T5" fmla="*/ 25 h 26"/>
                <a:gd name="T6" fmla="*/ 38 w 39"/>
                <a:gd name="T7" fmla="*/ 0 h 26"/>
                <a:gd name="T8" fmla="*/ 0 w 39"/>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26">
                  <a:moveTo>
                    <a:pt x="0" y="0"/>
                  </a:moveTo>
                  <a:lnTo>
                    <a:pt x="0" y="25"/>
                  </a:lnTo>
                  <a:lnTo>
                    <a:pt x="38" y="25"/>
                  </a:lnTo>
                  <a:lnTo>
                    <a:pt x="38" y="0"/>
                  </a:lnTo>
                  <a:lnTo>
                    <a:pt x="0" y="0"/>
                  </a:lnTo>
                </a:path>
              </a:pathLst>
            </a:custGeom>
            <a:solidFill>
              <a:srgbClr val="DADADA"/>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68" name="AutoShape 81">
              <a:extLst>
                <a:ext uri="{FF2B5EF4-FFF2-40B4-BE49-F238E27FC236}">
                  <a16:creationId xmlns:a16="http://schemas.microsoft.com/office/drawing/2014/main" id="{5BE52788-C2FF-9E54-01C0-21A7582D75E5}"/>
                </a:ext>
              </a:extLst>
            </p:cNvPr>
            <p:cNvSpPr>
              <a:spLocks noChangeArrowheads="1"/>
            </p:cNvSpPr>
            <p:nvPr/>
          </p:nvSpPr>
          <p:spPr bwMode="auto">
            <a:xfrm>
              <a:off x="1972" y="1651"/>
              <a:ext cx="375" cy="270"/>
            </a:xfrm>
            <a:prstGeom prst="roundRect">
              <a:avLst>
                <a:gd name="adj" fmla="val 12486"/>
              </a:avLst>
            </a:prstGeom>
            <a:solidFill>
              <a:srgbClr val="C1CEFF"/>
            </a:solidFill>
            <a:ln w="12700">
              <a:solidFill>
                <a:srgbClr val="DBFFB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nvGrpSpPr>
            <p:cNvPr id="43669" name="Group 88">
              <a:extLst>
                <a:ext uri="{FF2B5EF4-FFF2-40B4-BE49-F238E27FC236}">
                  <a16:creationId xmlns:a16="http://schemas.microsoft.com/office/drawing/2014/main" id="{118392CE-AABF-A9F0-B63D-5568E04F08A6}"/>
                </a:ext>
              </a:extLst>
            </p:cNvPr>
            <p:cNvGrpSpPr>
              <a:grpSpLocks/>
            </p:cNvGrpSpPr>
            <p:nvPr/>
          </p:nvGrpSpPr>
          <p:grpSpPr bwMode="auto">
            <a:xfrm>
              <a:off x="1978" y="1972"/>
              <a:ext cx="359" cy="20"/>
              <a:chOff x="1978" y="1972"/>
              <a:chExt cx="359" cy="20"/>
            </a:xfrm>
          </p:grpSpPr>
          <p:grpSp>
            <p:nvGrpSpPr>
              <p:cNvPr id="43685" name="Group 84">
                <a:extLst>
                  <a:ext uri="{FF2B5EF4-FFF2-40B4-BE49-F238E27FC236}">
                    <a16:creationId xmlns:a16="http://schemas.microsoft.com/office/drawing/2014/main" id="{0D1B633D-40CE-1231-ECE7-A7AF4C592211}"/>
                  </a:ext>
                </a:extLst>
              </p:cNvPr>
              <p:cNvGrpSpPr>
                <a:grpSpLocks/>
              </p:cNvGrpSpPr>
              <p:nvPr/>
            </p:nvGrpSpPr>
            <p:grpSpPr bwMode="auto">
              <a:xfrm>
                <a:off x="1978" y="1972"/>
                <a:ext cx="163" cy="20"/>
                <a:chOff x="1978" y="1972"/>
                <a:chExt cx="163" cy="20"/>
              </a:xfrm>
            </p:grpSpPr>
            <p:sp>
              <p:nvSpPr>
                <p:cNvPr id="43689" name="Freeform 82">
                  <a:extLst>
                    <a:ext uri="{FF2B5EF4-FFF2-40B4-BE49-F238E27FC236}">
                      <a16:creationId xmlns:a16="http://schemas.microsoft.com/office/drawing/2014/main" id="{921FF967-2FDF-2E9F-8CE3-15B58E0CA94A}"/>
                    </a:ext>
                  </a:extLst>
                </p:cNvPr>
                <p:cNvSpPr>
                  <a:spLocks/>
                </p:cNvSpPr>
                <p:nvPr/>
              </p:nvSpPr>
              <p:spPr bwMode="auto">
                <a:xfrm>
                  <a:off x="1978" y="1972"/>
                  <a:ext cx="66" cy="20"/>
                </a:xfrm>
                <a:custGeom>
                  <a:avLst/>
                  <a:gdLst>
                    <a:gd name="T0" fmla="*/ 0 w 66"/>
                    <a:gd name="T1" fmla="*/ 0 h 20"/>
                    <a:gd name="T2" fmla="*/ 0 w 66"/>
                    <a:gd name="T3" fmla="*/ 19 h 20"/>
                    <a:gd name="T4" fmla="*/ 65 w 66"/>
                    <a:gd name="T5" fmla="*/ 19 h 20"/>
                    <a:gd name="T6" fmla="*/ 65 w 66"/>
                    <a:gd name="T7" fmla="*/ 0 h 20"/>
                    <a:gd name="T8" fmla="*/ 0 w 66"/>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20">
                      <a:moveTo>
                        <a:pt x="0" y="0"/>
                      </a:moveTo>
                      <a:lnTo>
                        <a:pt x="0" y="19"/>
                      </a:lnTo>
                      <a:lnTo>
                        <a:pt x="65" y="19"/>
                      </a:lnTo>
                      <a:lnTo>
                        <a:pt x="65" y="0"/>
                      </a:lnTo>
                      <a:lnTo>
                        <a:pt x="0" y="0"/>
                      </a:lnTo>
                    </a:path>
                  </a:pathLst>
                </a:custGeom>
                <a:solidFill>
                  <a:schemeClr val="accent1"/>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90" name="Freeform 83">
                  <a:extLst>
                    <a:ext uri="{FF2B5EF4-FFF2-40B4-BE49-F238E27FC236}">
                      <a16:creationId xmlns:a16="http://schemas.microsoft.com/office/drawing/2014/main" id="{080917FA-CD61-D1A6-FD56-7468B4883106}"/>
                    </a:ext>
                  </a:extLst>
                </p:cNvPr>
                <p:cNvSpPr>
                  <a:spLocks/>
                </p:cNvSpPr>
                <p:nvPr/>
              </p:nvSpPr>
              <p:spPr bwMode="auto">
                <a:xfrm>
                  <a:off x="2075" y="1972"/>
                  <a:ext cx="66" cy="20"/>
                </a:xfrm>
                <a:custGeom>
                  <a:avLst/>
                  <a:gdLst>
                    <a:gd name="T0" fmla="*/ 0 w 66"/>
                    <a:gd name="T1" fmla="*/ 0 h 20"/>
                    <a:gd name="T2" fmla="*/ 0 w 66"/>
                    <a:gd name="T3" fmla="*/ 19 h 20"/>
                    <a:gd name="T4" fmla="*/ 65 w 66"/>
                    <a:gd name="T5" fmla="*/ 19 h 20"/>
                    <a:gd name="T6" fmla="*/ 65 w 66"/>
                    <a:gd name="T7" fmla="*/ 0 h 20"/>
                    <a:gd name="T8" fmla="*/ 0 w 66"/>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20">
                      <a:moveTo>
                        <a:pt x="0" y="0"/>
                      </a:moveTo>
                      <a:lnTo>
                        <a:pt x="0" y="19"/>
                      </a:lnTo>
                      <a:lnTo>
                        <a:pt x="65" y="19"/>
                      </a:lnTo>
                      <a:lnTo>
                        <a:pt x="65" y="0"/>
                      </a:lnTo>
                      <a:lnTo>
                        <a:pt x="0" y="0"/>
                      </a:lnTo>
                    </a:path>
                  </a:pathLst>
                </a:custGeom>
                <a:solidFill>
                  <a:schemeClr val="accent1"/>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686" name="Group 87">
                <a:extLst>
                  <a:ext uri="{FF2B5EF4-FFF2-40B4-BE49-F238E27FC236}">
                    <a16:creationId xmlns:a16="http://schemas.microsoft.com/office/drawing/2014/main" id="{1581FEF8-5D6F-659E-10F2-1F02028B378B}"/>
                  </a:ext>
                </a:extLst>
              </p:cNvPr>
              <p:cNvGrpSpPr>
                <a:grpSpLocks/>
              </p:cNvGrpSpPr>
              <p:nvPr/>
            </p:nvGrpSpPr>
            <p:grpSpPr bwMode="auto">
              <a:xfrm>
                <a:off x="2173" y="1972"/>
                <a:ext cx="164" cy="20"/>
                <a:chOff x="2173" y="1972"/>
                <a:chExt cx="164" cy="20"/>
              </a:xfrm>
            </p:grpSpPr>
            <p:sp>
              <p:nvSpPr>
                <p:cNvPr id="43687" name="Freeform 85">
                  <a:extLst>
                    <a:ext uri="{FF2B5EF4-FFF2-40B4-BE49-F238E27FC236}">
                      <a16:creationId xmlns:a16="http://schemas.microsoft.com/office/drawing/2014/main" id="{B1B42608-76B7-8E89-6E23-3F2502EA0E2C}"/>
                    </a:ext>
                  </a:extLst>
                </p:cNvPr>
                <p:cNvSpPr>
                  <a:spLocks/>
                </p:cNvSpPr>
                <p:nvPr/>
              </p:nvSpPr>
              <p:spPr bwMode="auto">
                <a:xfrm>
                  <a:off x="2173" y="1972"/>
                  <a:ext cx="66" cy="20"/>
                </a:xfrm>
                <a:custGeom>
                  <a:avLst/>
                  <a:gdLst>
                    <a:gd name="T0" fmla="*/ 0 w 66"/>
                    <a:gd name="T1" fmla="*/ 0 h 20"/>
                    <a:gd name="T2" fmla="*/ 0 w 66"/>
                    <a:gd name="T3" fmla="*/ 19 h 20"/>
                    <a:gd name="T4" fmla="*/ 65 w 66"/>
                    <a:gd name="T5" fmla="*/ 19 h 20"/>
                    <a:gd name="T6" fmla="*/ 65 w 66"/>
                    <a:gd name="T7" fmla="*/ 0 h 20"/>
                    <a:gd name="T8" fmla="*/ 0 w 66"/>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20">
                      <a:moveTo>
                        <a:pt x="0" y="0"/>
                      </a:moveTo>
                      <a:lnTo>
                        <a:pt x="0" y="19"/>
                      </a:lnTo>
                      <a:lnTo>
                        <a:pt x="65" y="19"/>
                      </a:lnTo>
                      <a:lnTo>
                        <a:pt x="65" y="0"/>
                      </a:lnTo>
                      <a:lnTo>
                        <a:pt x="0" y="0"/>
                      </a:lnTo>
                    </a:path>
                  </a:pathLst>
                </a:custGeom>
                <a:solidFill>
                  <a:schemeClr val="accent1"/>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88" name="Freeform 86">
                  <a:extLst>
                    <a:ext uri="{FF2B5EF4-FFF2-40B4-BE49-F238E27FC236}">
                      <a16:creationId xmlns:a16="http://schemas.microsoft.com/office/drawing/2014/main" id="{DCA400C5-54E0-1E60-5501-E96978AA2823}"/>
                    </a:ext>
                  </a:extLst>
                </p:cNvPr>
                <p:cNvSpPr>
                  <a:spLocks/>
                </p:cNvSpPr>
                <p:nvPr/>
              </p:nvSpPr>
              <p:spPr bwMode="auto">
                <a:xfrm>
                  <a:off x="2270" y="1972"/>
                  <a:ext cx="67" cy="20"/>
                </a:xfrm>
                <a:custGeom>
                  <a:avLst/>
                  <a:gdLst>
                    <a:gd name="T0" fmla="*/ 0 w 67"/>
                    <a:gd name="T1" fmla="*/ 0 h 20"/>
                    <a:gd name="T2" fmla="*/ 0 w 67"/>
                    <a:gd name="T3" fmla="*/ 19 h 20"/>
                    <a:gd name="T4" fmla="*/ 66 w 67"/>
                    <a:gd name="T5" fmla="*/ 19 h 20"/>
                    <a:gd name="T6" fmla="*/ 66 w 67"/>
                    <a:gd name="T7" fmla="*/ 0 h 20"/>
                    <a:gd name="T8" fmla="*/ 0 w 67"/>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7" h="20">
                      <a:moveTo>
                        <a:pt x="0" y="0"/>
                      </a:moveTo>
                      <a:lnTo>
                        <a:pt x="0" y="19"/>
                      </a:lnTo>
                      <a:lnTo>
                        <a:pt x="66" y="19"/>
                      </a:lnTo>
                      <a:lnTo>
                        <a:pt x="66" y="0"/>
                      </a:lnTo>
                      <a:lnTo>
                        <a:pt x="0" y="0"/>
                      </a:lnTo>
                    </a:path>
                  </a:pathLst>
                </a:custGeom>
                <a:solidFill>
                  <a:schemeClr val="accent1"/>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43670" name="Freeform 89">
              <a:extLst>
                <a:ext uri="{FF2B5EF4-FFF2-40B4-BE49-F238E27FC236}">
                  <a16:creationId xmlns:a16="http://schemas.microsoft.com/office/drawing/2014/main" id="{75225F47-D013-CC02-B99B-9239B6C964FF}"/>
                </a:ext>
              </a:extLst>
            </p:cNvPr>
            <p:cNvSpPr>
              <a:spLocks/>
            </p:cNvSpPr>
            <p:nvPr/>
          </p:nvSpPr>
          <p:spPr bwMode="auto">
            <a:xfrm>
              <a:off x="2468" y="1960"/>
              <a:ext cx="40" cy="27"/>
            </a:xfrm>
            <a:custGeom>
              <a:avLst/>
              <a:gdLst>
                <a:gd name="T0" fmla="*/ 0 w 40"/>
                <a:gd name="T1" fmla="*/ 0 h 27"/>
                <a:gd name="T2" fmla="*/ 0 w 40"/>
                <a:gd name="T3" fmla="*/ 26 h 27"/>
                <a:gd name="T4" fmla="*/ 39 w 40"/>
                <a:gd name="T5" fmla="*/ 26 h 27"/>
                <a:gd name="T6" fmla="*/ 39 w 40"/>
                <a:gd name="T7" fmla="*/ 0 h 27"/>
                <a:gd name="T8" fmla="*/ 0 w 40"/>
                <a:gd name="T9" fmla="*/ 0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27">
                  <a:moveTo>
                    <a:pt x="0" y="0"/>
                  </a:moveTo>
                  <a:lnTo>
                    <a:pt x="0" y="26"/>
                  </a:lnTo>
                  <a:lnTo>
                    <a:pt x="39" y="26"/>
                  </a:lnTo>
                  <a:lnTo>
                    <a:pt x="39" y="0"/>
                  </a:lnTo>
                  <a:lnTo>
                    <a:pt x="0" y="0"/>
                  </a:lnTo>
                </a:path>
              </a:pathLst>
            </a:custGeom>
            <a:solidFill>
              <a:srgbClr val="DADADA"/>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71" name="Freeform 90">
              <a:extLst>
                <a:ext uri="{FF2B5EF4-FFF2-40B4-BE49-F238E27FC236}">
                  <a16:creationId xmlns:a16="http://schemas.microsoft.com/office/drawing/2014/main" id="{FF98F0C5-1ED1-1E93-A93D-E5E0EFB85512}"/>
                </a:ext>
              </a:extLst>
            </p:cNvPr>
            <p:cNvSpPr>
              <a:spLocks/>
            </p:cNvSpPr>
            <p:nvPr/>
          </p:nvSpPr>
          <p:spPr bwMode="auto">
            <a:xfrm>
              <a:off x="2516" y="1960"/>
              <a:ext cx="39" cy="27"/>
            </a:xfrm>
            <a:custGeom>
              <a:avLst/>
              <a:gdLst>
                <a:gd name="T0" fmla="*/ 0 w 39"/>
                <a:gd name="T1" fmla="*/ 0 h 27"/>
                <a:gd name="T2" fmla="*/ 0 w 39"/>
                <a:gd name="T3" fmla="*/ 26 h 27"/>
                <a:gd name="T4" fmla="*/ 38 w 39"/>
                <a:gd name="T5" fmla="*/ 26 h 27"/>
                <a:gd name="T6" fmla="*/ 38 w 39"/>
                <a:gd name="T7" fmla="*/ 0 h 27"/>
                <a:gd name="T8" fmla="*/ 0 w 39"/>
                <a:gd name="T9" fmla="*/ 0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27">
                  <a:moveTo>
                    <a:pt x="0" y="0"/>
                  </a:moveTo>
                  <a:lnTo>
                    <a:pt x="0" y="26"/>
                  </a:lnTo>
                  <a:lnTo>
                    <a:pt x="38" y="26"/>
                  </a:lnTo>
                  <a:lnTo>
                    <a:pt x="38" y="0"/>
                  </a:lnTo>
                  <a:lnTo>
                    <a:pt x="0" y="0"/>
                  </a:lnTo>
                </a:path>
              </a:pathLst>
            </a:custGeom>
            <a:solidFill>
              <a:schemeClr val="tx1"/>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72" name="Freeform 91">
              <a:extLst>
                <a:ext uri="{FF2B5EF4-FFF2-40B4-BE49-F238E27FC236}">
                  <a16:creationId xmlns:a16="http://schemas.microsoft.com/office/drawing/2014/main" id="{2789E78A-81A3-C66F-6BEE-76C52A39B6AE}"/>
                </a:ext>
              </a:extLst>
            </p:cNvPr>
            <p:cNvSpPr>
              <a:spLocks/>
            </p:cNvSpPr>
            <p:nvPr/>
          </p:nvSpPr>
          <p:spPr bwMode="auto">
            <a:xfrm>
              <a:off x="2564" y="1926"/>
              <a:ext cx="39" cy="26"/>
            </a:xfrm>
            <a:custGeom>
              <a:avLst/>
              <a:gdLst>
                <a:gd name="T0" fmla="*/ 0 w 39"/>
                <a:gd name="T1" fmla="*/ 0 h 26"/>
                <a:gd name="T2" fmla="*/ 0 w 39"/>
                <a:gd name="T3" fmla="*/ 25 h 26"/>
                <a:gd name="T4" fmla="*/ 38 w 39"/>
                <a:gd name="T5" fmla="*/ 25 h 26"/>
                <a:gd name="T6" fmla="*/ 38 w 39"/>
                <a:gd name="T7" fmla="*/ 0 h 26"/>
                <a:gd name="T8" fmla="*/ 0 w 39"/>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26">
                  <a:moveTo>
                    <a:pt x="0" y="0"/>
                  </a:moveTo>
                  <a:lnTo>
                    <a:pt x="0" y="25"/>
                  </a:lnTo>
                  <a:lnTo>
                    <a:pt x="38" y="25"/>
                  </a:lnTo>
                  <a:lnTo>
                    <a:pt x="38" y="0"/>
                  </a:lnTo>
                  <a:lnTo>
                    <a:pt x="0" y="0"/>
                  </a:lnTo>
                </a:path>
              </a:pathLst>
            </a:custGeom>
            <a:solidFill>
              <a:srgbClr val="DADADA"/>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73" name="Freeform 92">
              <a:extLst>
                <a:ext uri="{FF2B5EF4-FFF2-40B4-BE49-F238E27FC236}">
                  <a16:creationId xmlns:a16="http://schemas.microsoft.com/office/drawing/2014/main" id="{5C974D3A-0649-F9D3-3C12-F9DCB3845E11}"/>
                </a:ext>
              </a:extLst>
            </p:cNvPr>
            <p:cNvSpPr>
              <a:spLocks/>
            </p:cNvSpPr>
            <p:nvPr/>
          </p:nvSpPr>
          <p:spPr bwMode="auto">
            <a:xfrm>
              <a:off x="2472" y="1639"/>
              <a:ext cx="172" cy="41"/>
            </a:xfrm>
            <a:custGeom>
              <a:avLst/>
              <a:gdLst>
                <a:gd name="T0" fmla="*/ 0 w 172"/>
                <a:gd name="T1" fmla="*/ 0 h 41"/>
                <a:gd name="T2" fmla="*/ 171 w 172"/>
                <a:gd name="T3" fmla="*/ 0 h 41"/>
                <a:gd name="T4" fmla="*/ 171 w 172"/>
                <a:gd name="T5" fmla="*/ 40 h 41"/>
                <a:gd name="T6" fmla="*/ 0 w 172"/>
                <a:gd name="T7" fmla="*/ 40 h 41"/>
                <a:gd name="T8" fmla="*/ 0 w 172"/>
                <a:gd name="T9" fmla="*/ 0 h 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2" h="41">
                  <a:moveTo>
                    <a:pt x="0" y="0"/>
                  </a:moveTo>
                  <a:lnTo>
                    <a:pt x="171" y="0"/>
                  </a:lnTo>
                  <a:lnTo>
                    <a:pt x="171" y="40"/>
                  </a:lnTo>
                  <a:lnTo>
                    <a:pt x="0" y="40"/>
                  </a:lnTo>
                  <a:lnTo>
                    <a:pt x="0" y="0"/>
                  </a:lnTo>
                </a:path>
              </a:pathLst>
            </a:custGeom>
            <a:solidFill>
              <a:schemeClr val="accent1"/>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74" name="Freeform 93">
              <a:extLst>
                <a:ext uri="{FF2B5EF4-FFF2-40B4-BE49-F238E27FC236}">
                  <a16:creationId xmlns:a16="http://schemas.microsoft.com/office/drawing/2014/main" id="{48F71A08-E3C5-4E84-8486-3A3DCA9DB61B}"/>
                </a:ext>
              </a:extLst>
            </p:cNvPr>
            <p:cNvSpPr>
              <a:spLocks/>
            </p:cNvSpPr>
            <p:nvPr/>
          </p:nvSpPr>
          <p:spPr bwMode="auto">
            <a:xfrm>
              <a:off x="2611" y="1926"/>
              <a:ext cx="39" cy="26"/>
            </a:xfrm>
            <a:custGeom>
              <a:avLst/>
              <a:gdLst>
                <a:gd name="T0" fmla="*/ 0 w 39"/>
                <a:gd name="T1" fmla="*/ 0 h 26"/>
                <a:gd name="T2" fmla="*/ 0 w 39"/>
                <a:gd name="T3" fmla="*/ 25 h 26"/>
                <a:gd name="T4" fmla="*/ 38 w 39"/>
                <a:gd name="T5" fmla="*/ 25 h 26"/>
                <a:gd name="T6" fmla="*/ 38 w 39"/>
                <a:gd name="T7" fmla="*/ 0 h 26"/>
                <a:gd name="T8" fmla="*/ 0 w 39"/>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26">
                  <a:moveTo>
                    <a:pt x="0" y="0"/>
                  </a:moveTo>
                  <a:lnTo>
                    <a:pt x="0" y="25"/>
                  </a:lnTo>
                  <a:lnTo>
                    <a:pt x="38" y="25"/>
                  </a:lnTo>
                  <a:lnTo>
                    <a:pt x="38" y="0"/>
                  </a:lnTo>
                  <a:lnTo>
                    <a:pt x="0" y="0"/>
                  </a:lnTo>
                </a:path>
              </a:pathLst>
            </a:custGeom>
            <a:solidFill>
              <a:srgbClr val="DADADA"/>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75" name="Freeform 94">
              <a:extLst>
                <a:ext uri="{FF2B5EF4-FFF2-40B4-BE49-F238E27FC236}">
                  <a16:creationId xmlns:a16="http://schemas.microsoft.com/office/drawing/2014/main" id="{8314C1EC-8A38-3C90-1301-A4F6CD1A0AE0}"/>
                </a:ext>
              </a:extLst>
            </p:cNvPr>
            <p:cNvSpPr>
              <a:spLocks/>
            </p:cNvSpPr>
            <p:nvPr/>
          </p:nvSpPr>
          <p:spPr bwMode="auto">
            <a:xfrm>
              <a:off x="2565" y="1960"/>
              <a:ext cx="39" cy="27"/>
            </a:xfrm>
            <a:custGeom>
              <a:avLst/>
              <a:gdLst>
                <a:gd name="T0" fmla="*/ 0 w 39"/>
                <a:gd name="T1" fmla="*/ 0 h 27"/>
                <a:gd name="T2" fmla="*/ 0 w 39"/>
                <a:gd name="T3" fmla="*/ 26 h 27"/>
                <a:gd name="T4" fmla="*/ 38 w 39"/>
                <a:gd name="T5" fmla="*/ 26 h 27"/>
                <a:gd name="T6" fmla="*/ 38 w 39"/>
                <a:gd name="T7" fmla="*/ 0 h 27"/>
                <a:gd name="T8" fmla="*/ 0 w 39"/>
                <a:gd name="T9" fmla="*/ 0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27">
                  <a:moveTo>
                    <a:pt x="0" y="0"/>
                  </a:moveTo>
                  <a:lnTo>
                    <a:pt x="0" y="26"/>
                  </a:lnTo>
                  <a:lnTo>
                    <a:pt x="38" y="26"/>
                  </a:lnTo>
                  <a:lnTo>
                    <a:pt x="38" y="0"/>
                  </a:lnTo>
                  <a:lnTo>
                    <a:pt x="0" y="0"/>
                  </a:lnTo>
                </a:path>
              </a:pathLst>
            </a:custGeom>
            <a:solidFill>
              <a:srgbClr val="DADADA"/>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76" name="Freeform 95">
              <a:extLst>
                <a:ext uri="{FF2B5EF4-FFF2-40B4-BE49-F238E27FC236}">
                  <a16:creationId xmlns:a16="http://schemas.microsoft.com/office/drawing/2014/main" id="{B708EBCE-8D09-C671-36A6-65AB1C2665C2}"/>
                </a:ext>
              </a:extLst>
            </p:cNvPr>
            <p:cNvSpPr>
              <a:spLocks/>
            </p:cNvSpPr>
            <p:nvPr/>
          </p:nvSpPr>
          <p:spPr bwMode="auto">
            <a:xfrm>
              <a:off x="2612" y="1960"/>
              <a:ext cx="39" cy="27"/>
            </a:xfrm>
            <a:custGeom>
              <a:avLst/>
              <a:gdLst>
                <a:gd name="T0" fmla="*/ 0 w 39"/>
                <a:gd name="T1" fmla="*/ 0 h 27"/>
                <a:gd name="T2" fmla="*/ 0 w 39"/>
                <a:gd name="T3" fmla="*/ 26 h 27"/>
                <a:gd name="T4" fmla="*/ 38 w 39"/>
                <a:gd name="T5" fmla="*/ 26 h 27"/>
                <a:gd name="T6" fmla="*/ 38 w 39"/>
                <a:gd name="T7" fmla="*/ 0 h 27"/>
                <a:gd name="T8" fmla="*/ 0 w 39"/>
                <a:gd name="T9" fmla="*/ 0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27">
                  <a:moveTo>
                    <a:pt x="0" y="0"/>
                  </a:moveTo>
                  <a:lnTo>
                    <a:pt x="0" y="26"/>
                  </a:lnTo>
                  <a:lnTo>
                    <a:pt x="38" y="26"/>
                  </a:lnTo>
                  <a:lnTo>
                    <a:pt x="38" y="0"/>
                  </a:lnTo>
                  <a:lnTo>
                    <a:pt x="0" y="0"/>
                  </a:lnTo>
                </a:path>
              </a:pathLst>
            </a:custGeom>
            <a:solidFill>
              <a:srgbClr val="DADADA"/>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3677" name="Group 102">
              <a:extLst>
                <a:ext uri="{FF2B5EF4-FFF2-40B4-BE49-F238E27FC236}">
                  <a16:creationId xmlns:a16="http://schemas.microsoft.com/office/drawing/2014/main" id="{AE421637-7C67-1A31-AEB5-8EE138356EC4}"/>
                </a:ext>
              </a:extLst>
            </p:cNvPr>
            <p:cNvGrpSpPr>
              <a:grpSpLocks/>
            </p:cNvGrpSpPr>
            <p:nvPr/>
          </p:nvGrpSpPr>
          <p:grpSpPr bwMode="auto">
            <a:xfrm>
              <a:off x="1968" y="1659"/>
              <a:ext cx="345" cy="257"/>
              <a:chOff x="1968" y="1659"/>
              <a:chExt cx="345" cy="257"/>
            </a:xfrm>
          </p:grpSpPr>
          <p:sp>
            <p:nvSpPr>
              <p:cNvPr id="43679" name="Line 96">
                <a:extLst>
                  <a:ext uri="{FF2B5EF4-FFF2-40B4-BE49-F238E27FC236}">
                    <a16:creationId xmlns:a16="http://schemas.microsoft.com/office/drawing/2014/main" id="{ADAC2CCE-B581-744B-6163-A30988F7D9B5}"/>
                  </a:ext>
                </a:extLst>
              </p:cNvPr>
              <p:cNvSpPr>
                <a:spLocks noChangeShapeType="1"/>
              </p:cNvSpPr>
              <p:nvPr/>
            </p:nvSpPr>
            <p:spPr bwMode="auto">
              <a:xfrm flipH="1">
                <a:off x="1968" y="1661"/>
                <a:ext cx="112" cy="89"/>
              </a:xfrm>
              <a:prstGeom prst="line">
                <a:avLst/>
              </a:prstGeom>
              <a:noFill/>
              <a:ln w="12700">
                <a:solidFill>
                  <a:srgbClr val="C0FEF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680" name="Line 97">
                <a:extLst>
                  <a:ext uri="{FF2B5EF4-FFF2-40B4-BE49-F238E27FC236}">
                    <a16:creationId xmlns:a16="http://schemas.microsoft.com/office/drawing/2014/main" id="{0215E82D-95F8-9E25-8662-E891F9AE8DC8}"/>
                  </a:ext>
                </a:extLst>
              </p:cNvPr>
              <p:cNvSpPr>
                <a:spLocks noChangeShapeType="1"/>
              </p:cNvSpPr>
              <p:nvPr/>
            </p:nvSpPr>
            <p:spPr bwMode="auto">
              <a:xfrm flipH="1">
                <a:off x="1970" y="1659"/>
                <a:ext cx="157" cy="131"/>
              </a:xfrm>
              <a:prstGeom prst="line">
                <a:avLst/>
              </a:prstGeom>
              <a:noFill/>
              <a:ln w="12700">
                <a:solidFill>
                  <a:srgbClr val="C0FEF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681" name="Line 98">
                <a:extLst>
                  <a:ext uri="{FF2B5EF4-FFF2-40B4-BE49-F238E27FC236}">
                    <a16:creationId xmlns:a16="http://schemas.microsoft.com/office/drawing/2014/main" id="{D98072E2-FD69-DD18-B8BC-CC14EAADB2D9}"/>
                  </a:ext>
                </a:extLst>
              </p:cNvPr>
              <p:cNvSpPr>
                <a:spLocks noChangeShapeType="1"/>
              </p:cNvSpPr>
              <p:nvPr/>
            </p:nvSpPr>
            <p:spPr bwMode="auto">
              <a:xfrm flipH="1">
                <a:off x="1973" y="1693"/>
                <a:ext cx="168" cy="136"/>
              </a:xfrm>
              <a:prstGeom prst="line">
                <a:avLst/>
              </a:prstGeom>
              <a:noFill/>
              <a:ln w="12700">
                <a:solidFill>
                  <a:srgbClr val="C0FEF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682" name="Line 99">
                <a:extLst>
                  <a:ext uri="{FF2B5EF4-FFF2-40B4-BE49-F238E27FC236}">
                    <a16:creationId xmlns:a16="http://schemas.microsoft.com/office/drawing/2014/main" id="{0EC45CEE-035E-064B-311E-FE6BCD478835}"/>
                  </a:ext>
                </a:extLst>
              </p:cNvPr>
              <p:cNvSpPr>
                <a:spLocks noChangeShapeType="1"/>
              </p:cNvSpPr>
              <p:nvPr/>
            </p:nvSpPr>
            <p:spPr bwMode="auto">
              <a:xfrm flipH="1">
                <a:off x="2042" y="1663"/>
                <a:ext cx="257" cy="249"/>
              </a:xfrm>
              <a:prstGeom prst="line">
                <a:avLst/>
              </a:prstGeom>
              <a:noFill/>
              <a:ln w="12700">
                <a:solidFill>
                  <a:srgbClr val="C0FEF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683" name="Line 100">
                <a:extLst>
                  <a:ext uri="{FF2B5EF4-FFF2-40B4-BE49-F238E27FC236}">
                    <a16:creationId xmlns:a16="http://schemas.microsoft.com/office/drawing/2014/main" id="{E4BCAFD0-009A-58F8-6FAD-67B5D018C019}"/>
                  </a:ext>
                </a:extLst>
              </p:cNvPr>
              <p:cNvSpPr>
                <a:spLocks noChangeShapeType="1"/>
              </p:cNvSpPr>
              <p:nvPr/>
            </p:nvSpPr>
            <p:spPr bwMode="auto">
              <a:xfrm flipH="1">
                <a:off x="2134" y="1755"/>
                <a:ext cx="179" cy="158"/>
              </a:xfrm>
              <a:prstGeom prst="line">
                <a:avLst/>
              </a:prstGeom>
              <a:noFill/>
              <a:ln w="12700">
                <a:solidFill>
                  <a:srgbClr val="C0FEF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684" name="Line 101">
                <a:extLst>
                  <a:ext uri="{FF2B5EF4-FFF2-40B4-BE49-F238E27FC236}">
                    <a16:creationId xmlns:a16="http://schemas.microsoft.com/office/drawing/2014/main" id="{4BA3FA26-A5F4-17C1-E5AA-D66C2C3E76B7}"/>
                  </a:ext>
                </a:extLst>
              </p:cNvPr>
              <p:cNvSpPr>
                <a:spLocks noChangeShapeType="1"/>
              </p:cNvSpPr>
              <p:nvPr/>
            </p:nvSpPr>
            <p:spPr bwMode="auto">
              <a:xfrm flipH="1">
                <a:off x="2215" y="1839"/>
                <a:ext cx="88" cy="77"/>
              </a:xfrm>
              <a:prstGeom prst="line">
                <a:avLst/>
              </a:prstGeom>
              <a:noFill/>
              <a:ln w="12700">
                <a:solidFill>
                  <a:srgbClr val="C0FEF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3678" name="Rectangle 103">
              <a:extLst>
                <a:ext uri="{FF2B5EF4-FFF2-40B4-BE49-F238E27FC236}">
                  <a16:creationId xmlns:a16="http://schemas.microsoft.com/office/drawing/2014/main" id="{EBAC08D8-E315-B9B7-EC4B-EB609386524B}"/>
                </a:ext>
              </a:extLst>
            </p:cNvPr>
            <p:cNvSpPr>
              <a:spLocks noChangeArrowheads="1"/>
            </p:cNvSpPr>
            <p:nvPr/>
          </p:nvSpPr>
          <p:spPr bwMode="auto">
            <a:xfrm>
              <a:off x="1946" y="1676"/>
              <a:ext cx="389"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sz="1600"/>
                <a:t>CNC</a:t>
              </a:r>
            </a:p>
          </p:txBody>
        </p:sp>
      </p:grpSp>
      <p:sp>
        <p:nvSpPr>
          <p:cNvPr id="43021" name="Line 105">
            <a:extLst>
              <a:ext uri="{FF2B5EF4-FFF2-40B4-BE49-F238E27FC236}">
                <a16:creationId xmlns:a16="http://schemas.microsoft.com/office/drawing/2014/main" id="{660FCF55-ABB6-8CAF-8E52-DE60F3FEB229}"/>
              </a:ext>
            </a:extLst>
          </p:cNvPr>
          <p:cNvSpPr>
            <a:spLocks noChangeShapeType="1"/>
          </p:cNvSpPr>
          <p:nvPr/>
        </p:nvSpPr>
        <p:spPr bwMode="auto">
          <a:xfrm>
            <a:off x="3783013" y="3494088"/>
            <a:ext cx="0" cy="1652587"/>
          </a:xfrm>
          <a:prstGeom prst="line">
            <a:avLst/>
          </a:prstGeom>
          <a:noFill/>
          <a:ln w="762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22" name="Line 106">
            <a:extLst>
              <a:ext uri="{FF2B5EF4-FFF2-40B4-BE49-F238E27FC236}">
                <a16:creationId xmlns:a16="http://schemas.microsoft.com/office/drawing/2014/main" id="{B40CE648-CA4B-4DFD-83E9-B4E54D1BB23D}"/>
              </a:ext>
            </a:extLst>
          </p:cNvPr>
          <p:cNvSpPr>
            <a:spLocks noChangeShapeType="1"/>
          </p:cNvSpPr>
          <p:nvPr/>
        </p:nvSpPr>
        <p:spPr bwMode="auto">
          <a:xfrm>
            <a:off x="5603875" y="3473450"/>
            <a:ext cx="0" cy="1652588"/>
          </a:xfrm>
          <a:prstGeom prst="line">
            <a:avLst/>
          </a:prstGeom>
          <a:noFill/>
          <a:ln w="762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23" name="Line 107">
            <a:extLst>
              <a:ext uri="{FF2B5EF4-FFF2-40B4-BE49-F238E27FC236}">
                <a16:creationId xmlns:a16="http://schemas.microsoft.com/office/drawing/2014/main" id="{C0232485-F847-12D9-68B2-D197A3568E13}"/>
              </a:ext>
            </a:extLst>
          </p:cNvPr>
          <p:cNvSpPr>
            <a:spLocks noChangeShapeType="1"/>
          </p:cNvSpPr>
          <p:nvPr/>
        </p:nvSpPr>
        <p:spPr bwMode="auto">
          <a:xfrm flipV="1">
            <a:off x="2952750" y="5176838"/>
            <a:ext cx="0" cy="611187"/>
          </a:xfrm>
          <a:prstGeom prst="line">
            <a:avLst/>
          </a:prstGeom>
          <a:noFill/>
          <a:ln w="762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24" name="Line 108">
            <a:extLst>
              <a:ext uri="{FF2B5EF4-FFF2-40B4-BE49-F238E27FC236}">
                <a16:creationId xmlns:a16="http://schemas.microsoft.com/office/drawing/2014/main" id="{70D165B6-1D99-4C06-4D3D-527A92D01FF3}"/>
              </a:ext>
            </a:extLst>
          </p:cNvPr>
          <p:cNvSpPr>
            <a:spLocks noChangeShapeType="1"/>
          </p:cNvSpPr>
          <p:nvPr/>
        </p:nvSpPr>
        <p:spPr bwMode="auto">
          <a:xfrm flipV="1">
            <a:off x="3973513" y="5157788"/>
            <a:ext cx="0" cy="611187"/>
          </a:xfrm>
          <a:prstGeom prst="line">
            <a:avLst/>
          </a:prstGeom>
          <a:noFill/>
          <a:ln w="762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25" name="Line 109">
            <a:extLst>
              <a:ext uri="{FF2B5EF4-FFF2-40B4-BE49-F238E27FC236}">
                <a16:creationId xmlns:a16="http://schemas.microsoft.com/office/drawing/2014/main" id="{9F906A72-6507-B4D2-EF8E-54A5E173E8A3}"/>
              </a:ext>
            </a:extLst>
          </p:cNvPr>
          <p:cNvSpPr>
            <a:spLocks noChangeShapeType="1"/>
          </p:cNvSpPr>
          <p:nvPr/>
        </p:nvSpPr>
        <p:spPr bwMode="auto">
          <a:xfrm flipV="1">
            <a:off x="5267325" y="5138738"/>
            <a:ext cx="0" cy="611187"/>
          </a:xfrm>
          <a:prstGeom prst="line">
            <a:avLst/>
          </a:prstGeom>
          <a:noFill/>
          <a:ln w="762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26" name="Line 110">
            <a:extLst>
              <a:ext uri="{FF2B5EF4-FFF2-40B4-BE49-F238E27FC236}">
                <a16:creationId xmlns:a16="http://schemas.microsoft.com/office/drawing/2014/main" id="{E18BFA80-ECDE-A335-4E2B-EDD69C67292F}"/>
              </a:ext>
            </a:extLst>
          </p:cNvPr>
          <p:cNvSpPr>
            <a:spLocks noChangeShapeType="1"/>
          </p:cNvSpPr>
          <p:nvPr/>
        </p:nvSpPr>
        <p:spPr bwMode="auto">
          <a:xfrm flipV="1">
            <a:off x="7418388" y="5153025"/>
            <a:ext cx="0" cy="611188"/>
          </a:xfrm>
          <a:prstGeom prst="line">
            <a:avLst/>
          </a:prstGeom>
          <a:noFill/>
          <a:ln w="76200">
            <a:solidFill>
              <a:srgbClr val="114FFB"/>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27" name="Line 111">
            <a:extLst>
              <a:ext uri="{FF2B5EF4-FFF2-40B4-BE49-F238E27FC236}">
                <a16:creationId xmlns:a16="http://schemas.microsoft.com/office/drawing/2014/main" id="{8864B4BB-73C7-1BB6-CF08-7E45F761FA71}"/>
              </a:ext>
            </a:extLst>
          </p:cNvPr>
          <p:cNvSpPr>
            <a:spLocks noChangeShapeType="1"/>
          </p:cNvSpPr>
          <p:nvPr/>
        </p:nvSpPr>
        <p:spPr bwMode="auto">
          <a:xfrm flipV="1">
            <a:off x="8348663" y="5146675"/>
            <a:ext cx="0" cy="611188"/>
          </a:xfrm>
          <a:prstGeom prst="line">
            <a:avLst/>
          </a:prstGeom>
          <a:noFill/>
          <a:ln w="76200">
            <a:solidFill>
              <a:srgbClr val="114FFB"/>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3028" name="Group 143">
            <a:extLst>
              <a:ext uri="{FF2B5EF4-FFF2-40B4-BE49-F238E27FC236}">
                <a16:creationId xmlns:a16="http://schemas.microsoft.com/office/drawing/2014/main" id="{7D690E6C-35C0-21AB-C70C-8DB855B4E845}"/>
              </a:ext>
            </a:extLst>
          </p:cNvPr>
          <p:cNvGrpSpPr>
            <a:grpSpLocks/>
          </p:cNvGrpSpPr>
          <p:nvPr/>
        </p:nvGrpSpPr>
        <p:grpSpPr bwMode="auto">
          <a:xfrm>
            <a:off x="7875588" y="5557838"/>
            <a:ext cx="877887" cy="615950"/>
            <a:chOff x="5201" y="3597"/>
            <a:chExt cx="553" cy="388"/>
          </a:xfrm>
        </p:grpSpPr>
        <p:sp>
          <p:nvSpPr>
            <p:cNvPr id="43609" name="Rectangle 112">
              <a:extLst>
                <a:ext uri="{FF2B5EF4-FFF2-40B4-BE49-F238E27FC236}">
                  <a16:creationId xmlns:a16="http://schemas.microsoft.com/office/drawing/2014/main" id="{F91991AF-A4FE-6D44-2CA0-B6BC443F1CB0}"/>
                </a:ext>
              </a:extLst>
            </p:cNvPr>
            <p:cNvSpPr>
              <a:spLocks noChangeArrowheads="1"/>
            </p:cNvSpPr>
            <p:nvPr/>
          </p:nvSpPr>
          <p:spPr bwMode="auto">
            <a:xfrm>
              <a:off x="5550" y="3699"/>
              <a:ext cx="36" cy="32"/>
            </a:xfrm>
            <a:prstGeom prst="rect">
              <a:avLst/>
            </a:prstGeom>
            <a:gradFill rotWithShape="0">
              <a:gsLst>
                <a:gs pos="0">
                  <a:srgbClr val="989898"/>
                </a:gs>
                <a:gs pos="50000">
                  <a:srgbClr val="DADADA"/>
                </a:gs>
                <a:gs pos="100000">
                  <a:srgbClr val="989898"/>
                </a:gs>
              </a:gsLst>
              <a:lin ang="54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610" name="Rectangle 113">
              <a:extLst>
                <a:ext uri="{FF2B5EF4-FFF2-40B4-BE49-F238E27FC236}">
                  <a16:creationId xmlns:a16="http://schemas.microsoft.com/office/drawing/2014/main" id="{21A1B08D-9853-E208-1CE1-8E4928EAEA04}"/>
                </a:ext>
              </a:extLst>
            </p:cNvPr>
            <p:cNvSpPr>
              <a:spLocks noChangeArrowheads="1"/>
            </p:cNvSpPr>
            <p:nvPr/>
          </p:nvSpPr>
          <p:spPr bwMode="auto">
            <a:xfrm>
              <a:off x="5427" y="3782"/>
              <a:ext cx="102" cy="2"/>
            </a:xfrm>
            <a:prstGeom prst="rect">
              <a:avLst/>
            </a:prstGeom>
            <a:solidFill>
              <a:srgbClr val="8BDBF5"/>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611" name="Freeform 114">
              <a:extLst>
                <a:ext uri="{FF2B5EF4-FFF2-40B4-BE49-F238E27FC236}">
                  <a16:creationId xmlns:a16="http://schemas.microsoft.com/office/drawing/2014/main" id="{1F8BECD4-6DDA-800A-30DD-F40EF807A24D}"/>
                </a:ext>
              </a:extLst>
            </p:cNvPr>
            <p:cNvSpPr>
              <a:spLocks/>
            </p:cNvSpPr>
            <p:nvPr/>
          </p:nvSpPr>
          <p:spPr bwMode="auto">
            <a:xfrm>
              <a:off x="5439" y="3749"/>
              <a:ext cx="79" cy="31"/>
            </a:xfrm>
            <a:custGeom>
              <a:avLst/>
              <a:gdLst>
                <a:gd name="T0" fmla="*/ 0 w 79"/>
                <a:gd name="T1" fmla="*/ 30 h 31"/>
                <a:gd name="T2" fmla="*/ 0 w 79"/>
                <a:gd name="T3" fmla="*/ 9 h 31"/>
                <a:gd name="T4" fmla="*/ 18 w 79"/>
                <a:gd name="T5" fmla="*/ 1 h 31"/>
                <a:gd name="T6" fmla="*/ 76 w 79"/>
                <a:gd name="T7" fmla="*/ 0 h 31"/>
                <a:gd name="T8" fmla="*/ 78 w 79"/>
                <a:gd name="T9" fmla="*/ 30 h 31"/>
                <a:gd name="T10" fmla="*/ 0 w 79"/>
                <a:gd name="T11" fmla="*/ 30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9" h="31">
                  <a:moveTo>
                    <a:pt x="0" y="30"/>
                  </a:moveTo>
                  <a:lnTo>
                    <a:pt x="0" y="9"/>
                  </a:lnTo>
                  <a:lnTo>
                    <a:pt x="18" y="1"/>
                  </a:lnTo>
                  <a:lnTo>
                    <a:pt x="76" y="0"/>
                  </a:lnTo>
                  <a:lnTo>
                    <a:pt x="78" y="30"/>
                  </a:lnTo>
                  <a:lnTo>
                    <a:pt x="0" y="30"/>
                  </a:lnTo>
                </a:path>
              </a:pathLst>
            </a:custGeom>
            <a:solidFill>
              <a:srgbClr val="8BDBF5"/>
            </a:solidFill>
            <a:ln w="12700" cap="rnd" cmpd="sng">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12" name="Freeform 115">
              <a:extLst>
                <a:ext uri="{FF2B5EF4-FFF2-40B4-BE49-F238E27FC236}">
                  <a16:creationId xmlns:a16="http://schemas.microsoft.com/office/drawing/2014/main" id="{F702215F-A527-368A-2407-DDB66EF4994E}"/>
                </a:ext>
              </a:extLst>
            </p:cNvPr>
            <p:cNvSpPr>
              <a:spLocks/>
            </p:cNvSpPr>
            <p:nvPr/>
          </p:nvSpPr>
          <p:spPr bwMode="auto">
            <a:xfrm>
              <a:off x="5407" y="3798"/>
              <a:ext cx="145" cy="70"/>
            </a:xfrm>
            <a:custGeom>
              <a:avLst/>
              <a:gdLst>
                <a:gd name="T0" fmla="*/ 0 w 145"/>
                <a:gd name="T1" fmla="*/ 66 h 70"/>
                <a:gd name="T2" fmla="*/ 21 w 145"/>
                <a:gd name="T3" fmla="*/ 0 h 70"/>
                <a:gd name="T4" fmla="*/ 121 w 145"/>
                <a:gd name="T5" fmla="*/ 0 h 70"/>
                <a:gd name="T6" fmla="*/ 144 w 145"/>
                <a:gd name="T7" fmla="*/ 69 h 70"/>
                <a:gd name="T8" fmla="*/ 0 w 145"/>
                <a:gd name="T9" fmla="*/ 66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 h="70">
                  <a:moveTo>
                    <a:pt x="0" y="66"/>
                  </a:moveTo>
                  <a:lnTo>
                    <a:pt x="21" y="0"/>
                  </a:lnTo>
                  <a:lnTo>
                    <a:pt x="121" y="0"/>
                  </a:lnTo>
                  <a:lnTo>
                    <a:pt x="144" y="69"/>
                  </a:lnTo>
                  <a:lnTo>
                    <a:pt x="0" y="66"/>
                  </a:lnTo>
                </a:path>
              </a:pathLst>
            </a:custGeom>
            <a:gradFill rotWithShape="0">
              <a:gsLst>
                <a:gs pos="0">
                  <a:srgbClr val="C4C4C4"/>
                </a:gs>
                <a:gs pos="50000">
                  <a:srgbClr val="DADADA"/>
                </a:gs>
                <a:gs pos="100000">
                  <a:srgbClr val="C4C4C4"/>
                </a:gs>
              </a:gsLst>
              <a:lin ang="0" scaled="1"/>
            </a:gradFill>
            <a:ln w="12700" cap="rnd" cmpd="sng">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13" name="Rectangle 116">
              <a:extLst>
                <a:ext uri="{FF2B5EF4-FFF2-40B4-BE49-F238E27FC236}">
                  <a16:creationId xmlns:a16="http://schemas.microsoft.com/office/drawing/2014/main" id="{49846E81-A7A3-474C-24D7-3707999C9908}"/>
                </a:ext>
              </a:extLst>
            </p:cNvPr>
            <p:cNvSpPr>
              <a:spLocks noChangeArrowheads="1"/>
            </p:cNvSpPr>
            <p:nvPr/>
          </p:nvSpPr>
          <p:spPr bwMode="auto">
            <a:xfrm>
              <a:off x="5242" y="3897"/>
              <a:ext cx="42" cy="37"/>
            </a:xfrm>
            <a:prstGeom prst="rect">
              <a:avLst/>
            </a:prstGeom>
            <a:gradFill rotWithShape="0">
              <a:gsLst>
                <a:gs pos="0">
                  <a:srgbClr val="DADADA"/>
                </a:gs>
                <a:gs pos="100000">
                  <a:srgbClr val="C4C4C4"/>
                </a:gs>
              </a:gsLst>
              <a:lin ang="54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614" name="Rectangle 117">
              <a:extLst>
                <a:ext uri="{FF2B5EF4-FFF2-40B4-BE49-F238E27FC236}">
                  <a16:creationId xmlns:a16="http://schemas.microsoft.com/office/drawing/2014/main" id="{778E3997-C705-7D80-C6A3-D2AD0D200165}"/>
                </a:ext>
              </a:extLst>
            </p:cNvPr>
            <p:cNvSpPr>
              <a:spLocks noChangeArrowheads="1"/>
            </p:cNvSpPr>
            <p:nvPr/>
          </p:nvSpPr>
          <p:spPr bwMode="auto">
            <a:xfrm>
              <a:off x="5285" y="3868"/>
              <a:ext cx="387" cy="92"/>
            </a:xfrm>
            <a:prstGeom prst="rect">
              <a:avLst/>
            </a:prstGeom>
            <a:gradFill rotWithShape="0">
              <a:gsLst>
                <a:gs pos="0">
                  <a:srgbClr val="DADADA"/>
                </a:gs>
                <a:gs pos="100000">
                  <a:srgbClr val="C4C4C4"/>
                </a:gs>
              </a:gsLst>
              <a:lin ang="54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615" name="AutoShape 118">
              <a:extLst>
                <a:ext uri="{FF2B5EF4-FFF2-40B4-BE49-F238E27FC236}">
                  <a16:creationId xmlns:a16="http://schemas.microsoft.com/office/drawing/2014/main" id="{26DAEE39-50D3-572B-D663-E6177C513702}"/>
                </a:ext>
              </a:extLst>
            </p:cNvPr>
            <p:cNvSpPr>
              <a:spLocks noChangeArrowheads="1"/>
            </p:cNvSpPr>
            <p:nvPr/>
          </p:nvSpPr>
          <p:spPr bwMode="auto">
            <a:xfrm>
              <a:off x="5320" y="3901"/>
              <a:ext cx="318" cy="29"/>
            </a:xfrm>
            <a:prstGeom prst="roundRect">
              <a:avLst>
                <a:gd name="adj" fmla="val 12486"/>
              </a:avLst>
            </a:prstGeom>
            <a:gradFill rotWithShape="0">
              <a:gsLst>
                <a:gs pos="0">
                  <a:srgbClr val="DADADA"/>
                </a:gs>
                <a:gs pos="100000">
                  <a:srgbClr val="C4C4C4"/>
                </a:gs>
              </a:gsLst>
              <a:lin ang="54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616" name="Rectangle 119">
              <a:extLst>
                <a:ext uri="{FF2B5EF4-FFF2-40B4-BE49-F238E27FC236}">
                  <a16:creationId xmlns:a16="http://schemas.microsoft.com/office/drawing/2014/main" id="{7338BB05-D41C-F594-CF18-A2B177ADDBEB}"/>
                </a:ext>
              </a:extLst>
            </p:cNvPr>
            <p:cNvSpPr>
              <a:spLocks noChangeArrowheads="1"/>
            </p:cNvSpPr>
            <p:nvPr/>
          </p:nvSpPr>
          <p:spPr bwMode="auto">
            <a:xfrm>
              <a:off x="5201" y="3876"/>
              <a:ext cx="2" cy="79"/>
            </a:xfrm>
            <a:prstGeom prst="rect">
              <a:avLst/>
            </a:prstGeom>
            <a:gradFill rotWithShape="0">
              <a:gsLst>
                <a:gs pos="0">
                  <a:srgbClr val="DADADA"/>
                </a:gs>
                <a:gs pos="100000">
                  <a:srgbClr val="C4C4C4"/>
                </a:gs>
              </a:gsLst>
              <a:lin ang="54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617" name="Rectangle 120">
              <a:extLst>
                <a:ext uri="{FF2B5EF4-FFF2-40B4-BE49-F238E27FC236}">
                  <a16:creationId xmlns:a16="http://schemas.microsoft.com/office/drawing/2014/main" id="{0E7B32F7-2A7C-E918-4849-13205BEF1657}"/>
                </a:ext>
              </a:extLst>
            </p:cNvPr>
            <p:cNvSpPr>
              <a:spLocks noChangeArrowheads="1"/>
            </p:cNvSpPr>
            <p:nvPr/>
          </p:nvSpPr>
          <p:spPr bwMode="auto">
            <a:xfrm>
              <a:off x="5206" y="3846"/>
              <a:ext cx="9" cy="138"/>
            </a:xfrm>
            <a:prstGeom prst="rect">
              <a:avLst/>
            </a:prstGeom>
            <a:gradFill rotWithShape="0">
              <a:gsLst>
                <a:gs pos="0">
                  <a:srgbClr val="DADADA"/>
                </a:gs>
                <a:gs pos="100000">
                  <a:srgbClr val="C4C4C4"/>
                </a:gs>
              </a:gsLst>
              <a:lin ang="54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618" name="Freeform 121">
              <a:extLst>
                <a:ext uri="{FF2B5EF4-FFF2-40B4-BE49-F238E27FC236}">
                  <a16:creationId xmlns:a16="http://schemas.microsoft.com/office/drawing/2014/main" id="{552F5C94-C5A5-CA22-5183-2FB0D96D0A2A}"/>
                </a:ext>
              </a:extLst>
            </p:cNvPr>
            <p:cNvSpPr>
              <a:spLocks/>
            </p:cNvSpPr>
            <p:nvPr/>
          </p:nvSpPr>
          <p:spPr bwMode="auto">
            <a:xfrm>
              <a:off x="5221" y="3884"/>
              <a:ext cx="17" cy="64"/>
            </a:xfrm>
            <a:custGeom>
              <a:avLst/>
              <a:gdLst>
                <a:gd name="T0" fmla="*/ 0 w 17"/>
                <a:gd name="T1" fmla="*/ 0 h 64"/>
                <a:gd name="T2" fmla="*/ 0 w 17"/>
                <a:gd name="T3" fmla="*/ 63 h 64"/>
                <a:gd name="T4" fmla="*/ 16 w 17"/>
                <a:gd name="T5" fmla="*/ 54 h 64"/>
                <a:gd name="T6" fmla="*/ 16 w 17"/>
                <a:gd name="T7" fmla="*/ 9 h 64"/>
                <a:gd name="T8" fmla="*/ 0 w 17"/>
                <a:gd name="T9" fmla="*/ 0 h 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64">
                  <a:moveTo>
                    <a:pt x="0" y="0"/>
                  </a:moveTo>
                  <a:lnTo>
                    <a:pt x="0" y="63"/>
                  </a:lnTo>
                  <a:lnTo>
                    <a:pt x="16" y="54"/>
                  </a:lnTo>
                  <a:lnTo>
                    <a:pt x="16" y="9"/>
                  </a:lnTo>
                  <a:lnTo>
                    <a:pt x="0" y="0"/>
                  </a:lnTo>
                </a:path>
              </a:pathLst>
            </a:custGeom>
            <a:gradFill rotWithShape="0">
              <a:gsLst>
                <a:gs pos="0">
                  <a:srgbClr val="DADADA"/>
                </a:gs>
                <a:gs pos="100000">
                  <a:srgbClr val="C4C4C4"/>
                </a:gs>
              </a:gsLst>
              <a:lin ang="5400000" scaled="1"/>
            </a:gradFill>
            <a:ln w="12700" cap="rnd" cmpd="sng">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19" name="Rectangle 122">
              <a:extLst>
                <a:ext uri="{FF2B5EF4-FFF2-40B4-BE49-F238E27FC236}">
                  <a16:creationId xmlns:a16="http://schemas.microsoft.com/office/drawing/2014/main" id="{89A5FF39-96E9-C349-087A-40F6185CFFE7}"/>
                </a:ext>
              </a:extLst>
            </p:cNvPr>
            <p:cNvSpPr>
              <a:spLocks noChangeArrowheads="1"/>
            </p:cNvSpPr>
            <p:nvPr/>
          </p:nvSpPr>
          <p:spPr bwMode="auto">
            <a:xfrm>
              <a:off x="5271" y="3870"/>
              <a:ext cx="6" cy="16"/>
            </a:xfrm>
            <a:prstGeom prst="rect">
              <a:avLst/>
            </a:prstGeom>
            <a:gradFill rotWithShape="0">
              <a:gsLst>
                <a:gs pos="0">
                  <a:srgbClr val="DADADA"/>
                </a:gs>
                <a:gs pos="100000">
                  <a:srgbClr val="C4C4C4"/>
                </a:gs>
              </a:gsLst>
              <a:lin ang="54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620" name="Rectangle 123">
              <a:extLst>
                <a:ext uri="{FF2B5EF4-FFF2-40B4-BE49-F238E27FC236}">
                  <a16:creationId xmlns:a16="http://schemas.microsoft.com/office/drawing/2014/main" id="{ACB4331C-4E21-1A0C-DD8A-E89F1D88985F}"/>
                </a:ext>
              </a:extLst>
            </p:cNvPr>
            <p:cNvSpPr>
              <a:spLocks noChangeArrowheads="1"/>
            </p:cNvSpPr>
            <p:nvPr/>
          </p:nvSpPr>
          <p:spPr bwMode="auto">
            <a:xfrm>
              <a:off x="5270" y="3945"/>
              <a:ext cx="7" cy="15"/>
            </a:xfrm>
            <a:prstGeom prst="rect">
              <a:avLst/>
            </a:prstGeom>
            <a:gradFill rotWithShape="0">
              <a:gsLst>
                <a:gs pos="0">
                  <a:srgbClr val="DADADA"/>
                </a:gs>
                <a:gs pos="100000">
                  <a:srgbClr val="C4C4C4"/>
                </a:gs>
              </a:gsLst>
              <a:lin ang="54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621" name="Oval 124">
              <a:extLst>
                <a:ext uri="{FF2B5EF4-FFF2-40B4-BE49-F238E27FC236}">
                  <a16:creationId xmlns:a16="http://schemas.microsoft.com/office/drawing/2014/main" id="{6DD0CDC0-2844-271F-5965-25A320225C32}"/>
                </a:ext>
              </a:extLst>
            </p:cNvPr>
            <p:cNvSpPr>
              <a:spLocks noChangeArrowheads="1"/>
            </p:cNvSpPr>
            <p:nvPr/>
          </p:nvSpPr>
          <p:spPr bwMode="auto">
            <a:xfrm>
              <a:off x="5340" y="3905"/>
              <a:ext cx="18" cy="17"/>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622" name="Oval 125">
              <a:extLst>
                <a:ext uri="{FF2B5EF4-FFF2-40B4-BE49-F238E27FC236}">
                  <a16:creationId xmlns:a16="http://schemas.microsoft.com/office/drawing/2014/main" id="{3AB3DFAB-53D2-9071-0ACD-039D818D97F2}"/>
                </a:ext>
              </a:extLst>
            </p:cNvPr>
            <p:cNvSpPr>
              <a:spLocks noChangeArrowheads="1"/>
            </p:cNvSpPr>
            <p:nvPr/>
          </p:nvSpPr>
          <p:spPr bwMode="auto">
            <a:xfrm>
              <a:off x="5599" y="3905"/>
              <a:ext cx="18" cy="16"/>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623" name="Oval 126">
              <a:extLst>
                <a:ext uri="{FF2B5EF4-FFF2-40B4-BE49-F238E27FC236}">
                  <a16:creationId xmlns:a16="http://schemas.microsoft.com/office/drawing/2014/main" id="{7C48F4E8-12CC-8D3B-0BBB-B13DB004967B}"/>
                </a:ext>
              </a:extLst>
            </p:cNvPr>
            <p:cNvSpPr>
              <a:spLocks noChangeArrowheads="1"/>
            </p:cNvSpPr>
            <p:nvPr/>
          </p:nvSpPr>
          <p:spPr bwMode="auto">
            <a:xfrm>
              <a:off x="5471" y="3906"/>
              <a:ext cx="18" cy="18"/>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624" name="Rectangle 127">
              <a:extLst>
                <a:ext uri="{FF2B5EF4-FFF2-40B4-BE49-F238E27FC236}">
                  <a16:creationId xmlns:a16="http://schemas.microsoft.com/office/drawing/2014/main" id="{3F4658B0-11F7-7602-34A7-7D5BFE5F7C00}"/>
                </a:ext>
              </a:extLst>
            </p:cNvPr>
            <p:cNvSpPr>
              <a:spLocks noChangeArrowheads="1"/>
            </p:cNvSpPr>
            <p:nvPr/>
          </p:nvSpPr>
          <p:spPr bwMode="auto">
            <a:xfrm>
              <a:off x="5679" y="3870"/>
              <a:ext cx="6" cy="16"/>
            </a:xfrm>
            <a:prstGeom prst="rect">
              <a:avLst/>
            </a:prstGeom>
            <a:gradFill rotWithShape="0">
              <a:gsLst>
                <a:gs pos="0">
                  <a:srgbClr val="DADADA"/>
                </a:gs>
                <a:gs pos="100000">
                  <a:srgbClr val="C4C4C4"/>
                </a:gs>
              </a:gsLst>
              <a:lin ang="54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625" name="Rectangle 128">
              <a:extLst>
                <a:ext uri="{FF2B5EF4-FFF2-40B4-BE49-F238E27FC236}">
                  <a16:creationId xmlns:a16="http://schemas.microsoft.com/office/drawing/2014/main" id="{ADCB8F83-2C7D-98DF-00FA-D372B4C80BFE}"/>
                </a:ext>
              </a:extLst>
            </p:cNvPr>
            <p:cNvSpPr>
              <a:spLocks noChangeArrowheads="1"/>
            </p:cNvSpPr>
            <p:nvPr/>
          </p:nvSpPr>
          <p:spPr bwMode="auto">
            <a:xfrm>
              <a:off x="5678" y="3945"/>
              <a:ext cx="6" cy="16"/>
            </a:xfrm>
            <a:prstGeom prst="rect">
              <a:avLst/>
            </a:prstGeom>
            <a:gradFill rotWithShape="0">
              <a:gsLst>
                <a:gs pos="0">
                  <a:srgbClr val="DADADA"/>
                </a:gs>
                <a:gs pos="100000">
                  <a:srgbClr val="C4C4C4"/>
                </a:gs>
              </a:gsLst>
              <a:lin ang="54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626" name="Rectangle 129">
              <a:extLst>
                <a:ext uri="{FF2B5EF4-FFF2-40B4-BE49-F238E27FC236}">
                  <a16:creationId xmlns:a16="http://schemas.microsoft.com/office/drawing/2014/main" id="{9829BC35-6C49-9524-E2A4-F6C2B1AD66AD}"/>
                </a:ext>
              </a:extLst>
            </p:cNvPr>
            <p:cNvSpPr>
              <a:spLocks noChangeArrowheads="1"/>
            </p:cNvSpPr>
            <p:nvPr/>
          </p:nvSpPr>
          <p:spPr bwMode="auto">
            <a:xfrm>
              <a:off x="5679" y="3896"/>
              <a:ext cx="36" cy="38"/>
            </a:xfrm>
            <a:prstGeom prst="rect">
              <a:avLst/>
            </a:prstGeom>
            <a:gradFill rotWithShape="0">
              <a:gsLst>
                <a:gs pos="0">
                  <a:srgbClr val="DADADA"/>
                </a:gs>
                <a:gs pos="100000">
                  <a:srgbClr val="C4C4C4"/>
                </a:gs>
              </a:gsLst>
              <a:lin ang="54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627" name="Freeform 130">
              <a:extLst>
                <a:ext uri="{FF2B5EF4-FFF2-40B4-BE49-F238E27FC236}">
                  <a16:creationId xmlns:a16="http://schemas.microsoft.com/office/drawing/2014/main" id="{4A761855-99B6-F987-CE9B-3196B26FCC62}"/>
                </a:ext>
              </a:extLst>
            </p:cNvPr>
            <p:cNvSpPr>
              <a:spLocks/>
            </p:cNvSpPr>
            <p:nvPr/>
          </p:nvSpPr>
          <p:spPr bwMode="auto">
            <a:xfrm>
              <a:off x="5718" y="3883"/>
              <a:ext cx="20" cy="64"/>
            </a:xfrm>
            <a:custGeom>
              <a:avLst/>
              <a:gdLst>
                <a:gd name="T0" fmla="*/ 19 w 20"/>
                <a:gd name="T1" fmla="*/ 63 h 64"/>
                <a:gd name="T2" fmla="*/ 19 w 20"/>
                <a:gd name="T3" fmla="*/ 0 h 64"/>
                <a:gd name="T4" fmla="*/ 0 w 20"/>
                <a:gd name="T5" fmla="*/ 9 h 64"/>
                <a:gd name="T6" fmla="*/ 0 w 20"/>
                <a:gd name="T7" fmla="*/ 54 h 64"/>
                <a:gd name="T8" fmla="*/ 19 w 20"/>
                <a:gd name="T9" fmla="*/ 63 h 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64">
                  <a:moveTo>
                    <a:pt x="19" y="63"/>
                  </a:moveTo>
                  <a:lnTo>
                    <a:pt x="19" y="0"/>
                  </a:lnTo>
                  <a:lnTo>
                    <a:pt x="0" y="9"/>
                  </a:lnTo>
                  <a:lnTo>
                    <a:pt x="0" y="54"/>
                  </a:lnTo>
                  <a:lnTo>
                    <a:pt x="19" y="63"/>
                  </a:lnTo>
                </a:path>
              </a:pathLst>
            </a:custGeom>
            <a:gradFill rotWithShape="0">
              <a:gsLst>
                <a:gs pos="0">
                  <a:srgbClr val="DADADA"/>
                </a:gs>
                <a:gs pos="100000">
                  <a:srgbClr val="C4C4C4"/>
                </a:gs>
              </a:gsLst>
              <a:lin ang="5400000" scaled="1"/>
            </a:gradFill>
            <a:ln w="12700" cap="rnd" cmpd="sng">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28" name="Rectangle 131">
              <a:extLst>
                <a:ext uri="{FF2B5EF4-FFF2-40B4-BE49-F238E27FC236}">
                  <a16:creationId xmlns:a16="http://schemas.microsoft.com/office/drawing/2014/main" id="{15925182-E063-F6AE-89FE-2FC43C546CC2}"/>
                </a:ext>
              </a:extLst>
            </p:cNvPr>
            <p:cNvSpPr>
              <a:spLocks noChangeArrowheads="1"/>
            </p:cNvSpPr>
            <p:nvPr/>
          </p:nvSpPr>
          <p:spPr bwMode="auto">
            <a:xfrm>
              <a:off x="5752" y="3877"/>
              <a:ext cx="2" cy="79"/>
            </a:xfrm>
            <a:prstGeom prst="rect">
              <a:avLst/>
            </a:prstGeom>
            <a:gradFill rotWithShape="0">
              <a:gsLst>
                <a:gs pos="0">
                  <a:srgbClr val="DADADA"/>
                </a:gs>
                <a:gs pos="100000">
                  <a:srgbClr val="C4C4C4"/>
                </a:gs>
              </a:gsLst>
              <a:lin ang="54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629" name="Rectangle 132">
              <a:extLst>
                <a:ext uri="{FF2B5EF4-FFF2-40B4-BE49-F238E27FC236}">
                  <a16:creationId xmlns:a16="http://schemas.microsoft.com/office/drawing/2014/main" id="{154681BF-01D9-346E-3685-03D6472A6972}"/>
                </a:ext>
              </a:extLst>
            </p:cNvPr>
            <p:cNvSpPr>
              <a:spLocks noChangeArrowheads="1"/>
            </p:cNvSpPr>
            <p:nvPr/>
          </p:nvSpPr>
          <p:spPr bwMode="auto">
            <a:xfrm>
              <a:off x="5741" y="3847"/>
              <a:ext cx="8" cy="138"/>
            </a:xfrm>
            <a:prstGeom prst="rect">
              <a:avLst/>
            </a:prstGeom>
            <a:gradFill rotWithShape="0">
              <a:gsLst>
                <a:gs pos="0">
                  <a:srgbClr val="DADADA"/>
                </a:gs>
                <a:gs pos="100000">
                  <a:srgbClr val="C4C4C4"/>
                </a:gs>
              </a:gsLst>
              <a:lin ang="54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630" name="Rectangle 133">
              <a:extLst>
                <a:ext uri="{FF2B5EF4-FFF2-40B4-BE49-F238E27FC236}">
                  <a16:creationId xmlns:a16="http://schemas.microsoft.com/office/drawing/2014/main" id="{527E6BEE-40C0-11BB-D25E-DEC5E6E56661}"/>
                </a:ext>
              </a:extLst>
            </p:cNvPr>
            <p:cNvSpPr>
              <a:spLocks noChangeArrowheads="1"/>
            </p:cNvSpPr>
            <p:nvPr/>
          </p:nvSpPr>
          <p:spPr bwMode="auto">
            <a:xfrm>
              <a:off x="5425" y="3793"/>
              <a:ext cx="106" cy="1"/>
            </a:xfrm>
            <a:prstGeom prst="rect">
              <a:avLst/>
            </a:prstGeom>
            <a:gradFill rotWithShape="0">
              <a:gsLst>
                <a:gs pos="0">
                  <a:srgbClr val="C4C4C4"/>
                </a:gs>
                <a:gs pos="50000">
                  <a:srgbClr val="DADADA"/>
                </a:gs>
                <a:gs pos="100000">
                  <a:srgbClr val="C4C4C4"/>
                </a:gs>
              </a:gsLst>
              <a:lin ang="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631" name="Rectangle 134">
              <a:extLst>
                <a:ext uri="{FF2B5EF4-FFF2-40B4-BE49-F238E27FC236}">
                  <a16:creationId xmlns:a16="http://schemas.microsoft.com/office/drawing/2014/main" id="{CE2F750B-7E43-E8D9-B6E2-7FAA31A1BB3D}"/>
                </a:ext>
              </a:extLst>
            </p:cNvPr>
            <p:cNvSpPr>
              <a:spLocks noChangeArrowheads="1"/>
            </p:cNvSpPr>
            <p:nvPr/>
          </p:nvSpPr>
          <p:spPr bwMode="auto">
            <a:xfrm>
              <a:off x="5552" y="3619"/>
              <a:ext cx="36" cy="31"/>
            </a:xfrm>
            <a:prstGeom prst="rect">
              <a:avLst/>
            </a:prstGeom>
            <a:gradFill rotWithShape="0">
              <a:gsLst>
                <a:gs pos="0">
                  <a:srgbClr val="989898"/>
                </a:gs>
                <a:gs pos="50000">
                  <a:srgbClr val="DADADA"/>
                </a:gs>
                <a:gs pos="100000">
                  <a:srgbClr val="989898"/>
                </a:gs>
              </a:gsLst>
              <a:lin ang="54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632" name="Rectangle 135">
              <a:extLst>
                <a:ext uri="{FF2B5EF4-FFF2-40B4-BE49-F238E27FC236}">
                  <a16:creationId xmlns:a16="http://schemas.microsoft.com/office/drawing/2014/main" id="{1F0522F1-3802-14B7-A687-CEBDE2321A29}"/>
                </a:ext>
              </a:extLst>
            </p:cNvPr>
            <p:cNvSpPr>
              <a:spLocks noChangeArrowheads="1"/>
            </p:cNvSpPr>
            <p:nvPr/>
          </p:nvSpPr>
          <p:spPr bwMode="auto">
            <a:xfrm>
              <a:off x="5388" y="3597"/>
              <a:ext cx="88" cy="157"/>
            </a:xfrm>
            <a:prstGeom prst="rect">
              <a:avLst/>
            </a:prstGeom>
            <a:solidFill>
              <a:srgbClr val="8BDBF5"/>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633" name="Oval 136">
              <a:extLst>
                <a:ext uri="{FF2B5EF4-FFF2-40B4-BE49-F238E27FC236}">
                  <a16:creationId xmlns:a16="http://schemas.microsoft.com/office/drawing/2014/main" id="{D878A924-C87B-67C2-8F36-0A0AD88D422E}"/>
                </a:ext>
              </a:extLst>
            </p:cNvPr>
            <p:cNvSpPr>
              <a:spLocks noChangeArrowheads="1"/>
            </p:cNvSpPr>
            <p:nvPr/>
          </p:nvSpPr>
          <p:spPr bwMode="auto">
            <a:xfrm>
              <a:off x="5406" y="3597"/>
              <a:ext cx="157" cy="156"/>
            </a:xfrm>
            <a:prstGeom prst="ellipse">
              <a:avLst/>
            </a:prstGeom>
            <a:solidFill>
              <a:srgbClr val="CECECE"/>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634" name="Oval 137">
              <a:extLst>
                <a:ext uri="{FF2B5EF4-FFF2-40B4-BE49-F238E27FC236}">
                  <a16:creationId xmlns:a16="http://schemas.microsoft.com/office/drawing/2014/main" id="{1D1EBBF6-7940-AA3E-11B9-54E7D5691CB0}"/>
                </a:ext>
              </a:extLst>
            </p:cNvPr>
            <p:cNvSpPr>
              <a:spLocks noChangeArrowheads="1"/>
            </p:cNvSpPr>
            <p:nvPr/>
          </p:nvSpPr>
          <p:spPr bwMode="auto">
            <a:xfrm>
              <a:off x="5436" y="3627"/>
              <a:ext cx="95" cy="99"/>
            </a:xfrm>
            <a:prstGeom prst="ellipse">
              <a:avLst/>
            </a:prstGeom>
            <a:solidFill>
              <a:srgbClr val="91919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635" name="AutoShape 138">
              <a:extLst>
                <a:ext uri="{FF2B5EF4-FFF2-40B4-BE49-F238E27FC236}">
                  <a16:creationId xmlns:a16="http://schemas.microsoft.com/office/drawing/2014/main" id="{0C4FE0AF-CA10-3E56-3B7D-43CDA2C18768}"/>
                </a:ext>
              </a:extLst>
            </p:cNvPr>
            <p:cNvSpPr>
              <a:spLocks noChangeArrowheads="1"/>
            </p:cNvSpPr>
            <p:nvPr/>
          </p:nvSpPr>
          <p:spPr bwMode="auto">
            <a:xfrm>
              <a:off x="5446" y="3657"/>
              <a:ext cx="77" cy="23"/>
            </a:xfrm>
            <a:prstGeom prst="roundRect">
              <a:avLst>
                <a:gd name="adj" fmla="val 12486"/>
              </a:avLst>
            </a:prstGeom>
            <a:solidFill>
              <a:srgbClr val="00FF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636" name="AutoShape 139">
              <a:extLst>
                <a:ext uri="{FF2B5EF4-FFF2-40B4-BE49-F238E27FC236}">
                  <a16:creationId xmlns:a16="http://schemas.microsoft.com/office/drawing/2014/main" id="{D754EF06-3913-0A34-7A61-0EB29748F8E0}"/>
                </a:ext>
              </a:extLst>
            </p:cNvPr>
            <p:cNvSpPr>
              <a:spLocks noChangeArrowheads="1"/>
            </p:cNvSpPr>
            <p:nvPr/>
          </p:nvSpPr>
          <p:spPr bwMode="auto">
            <a:xfrm>
              <a:off x="5478" y="3689"/>
              <a:ext cx="15" cy="16"/>
            </a:xfrm>
            <a:prstGeom prst="roundRect">
              <a:avLst>
                <a:gd name="adj" fmla="val 12486"/>
              </a:avLst>
            </a:prstGeom>
            <a:solidFill>
              <a:srgbClr val="8CF4EA"/>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637" name="AutoShape 140">
              <a:extLst>
                <a:ext uri="{FF2B5EF4-FFF2-40B4-BE49-F238E27FC236}">
                  <a16:creationId xmlns:a16="http://schemas.microsoft.com/office/drawing/2014/main" id="{0ED355D7-E94B-5765-1B22-B67EA9727882}"/>
                </a:ext>
              </a:extLst>
            </p:cNvPr>
            <p:cNvSpPr>
              <a:spLocks noChangeArrowheads="1"/>
            </p:cNvSpPr>
            <p:nvPr/>
          </p:nvSpPr>
          <p:spPr bwMode="auto">
            <a:xfrm>
              <a:off x="5500" y="3689"/>
              <a:ext cx="15" cy="16"/>
            </a:xfrm>
            <a:prstGeom prst="roundRect">
              <a:avLst>
                <a:gd name="adj" fmla="val 12486"/>
              </a:avLst>
            </a:prstGeom>
            <a:solidFill>
              <a:srgbClr val="8CF4EA"/>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638" name="Rectangle 141">
              <a:extLst>
                <a:ext uri="{FF2B5EF4-FFF2-40B4-BE49-F238E27FC236}">
                  <a16:creationId xmlns:a16="http://schemas.microsoft.com/office/drawing/2014/main" id="{9E36B7AC-0259-BE59-F48B-55997432CDC9}"/>
                </a:ext>
              </a:extLst>
            </p:cNvPr>
            <p:cNvSpPr>
              <a:spLocks noChangeArrowheads="1"/>
            </p:cNvSpPr>
            <p:nvPr/>
          </p:nvSpPr>
          <p:spPr bwMode="auto">
            <a:xfrm>
              <a:off x="5368" y="3603"/>
              <a:ext cx="13" cy="147"/>
            </a:xfrm>
            <a:prstGeom prst="rect">
              <a:avLst/>
            </a:prstGeom>
            <a:gradFill rotWithShape="0">
              <a:gsLst>
                <a:gs pos="0">
                  <a:srgbClr val="989898"/>
                </a:gs>
                <a:gs pos="50000">
                  <a:srgbClr val="DADADA"/>
                </a:gs>
                <a:gs pos="100000">
                  <a:srgbClr val="989898"/>
                </a:gs>
              </a:gsLst>
              <a:lin ang="54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639" name="AutoShape 142">
              <a:extLst>
                <a:ext uri="{FF2B5EF4-FFF2-40B4-BE49-F238E27FC236}">
                  <a16:creationId xmlns:a16="http://schemas.microsoft.com/office/drawing/2014/main" id="{37B610AC-A03E-C1A2-A6C7-5B68893AFFFB}"/>
                </a:ext>
              </a:extLst>
            </p:cNvPr>
            <p:cNvSpPr>
              <a:spLocks noChangeArrowheads="1"/>
            </p:cNvSpPr>
            <p:nvPr/>
          </p:nvSpPr>
          <p:spPr bwMode="auto">
            <a:xfrm>
              <a:off x="5456" y="3689"/>
              <a:ext cx="13" cy="16"/>
            </a:xfrm>
            <a:prstGeom prst="roundRect">
              <a:avLst>
                <a:gd name="adj" fmla="val 12486"/>
              </a:avLst>
            </a:prstGeom>
            <a:solidFill>
              <a:srgbClr val="8CF4EA"/>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grpSp>
        <p:nvGrpSpPr>
          <p:cNvPr id="43029" name="Group 191">
            <a:extLst>
              <a:ext uri="{FF2B5EF4-FFF2-40B4-BE49-F238E27FC236}">
                <a16:creationId xmlns:a16="http://schemas.microsoft.com/office/drawing/2014/main" id="{340E3F4F-F35F-9C89-693D-934B4868047A}"/>
              </a:ext>
            </a:extLst>
          </p:cNvPr>
          <p:cNvGrpSpPr>
            <a:grpSpLocks/>
          </p:cNvGrpSpPr>
          <p:nvPr/>
        </p:nvGrpSpPr>
        <p:grpSpPr bwMode="auto">
          <a:xfrm>
            <a:off x="7169150" y="5505450"/>
            <a:ext cx="571500" cy="750888"/>
            <a:chOff x="4756" y="3564"/>
            <a:chExt cx="359" cy="473"/>
          </a:xfrm>
        </p:grpSpPr>
        <p:sp>
          <p:nvSpPr>
            <p:cNvPr id="43562" name="Freeform 144">
              <a:extLst>
                <a:ext uri="{FF2B5EF4-FFF2-40B4-BE49-F238E27FC236}">
                  <a16:creationId xmlns:a16="http://schemas.microsoft.com/office/drawing/2014/main" id="{C9DD0494-1E32-9144-8A29-18D84AD0BBB8}"/>
                </a:ext>
              </a:extLst>
            </p:cNvPr>
            <p:cNvSpPr>
              <a:spLocks/>
            </p:cNvSpPr>
            <p:nvPr/>
          </p:nvSpPr>
          <p:spPr bwMode="auto">
            <a:xfrm>
              <a:off x="4756" y="3824"/>
              <a:ext cx="69" cy="175"/>
            </a:xfrm>
            <a:custGeom>
              <a:avLst/>
              <a:gdLst>
                <a:gd name="T0" fmla="*/ 24 w 69"/>
                <a:gd name="T1" fmla="*/ 172 h 175"/>
                <a:gd name="T2" fmla="*/ 33 w 69"/>
                <a:gd name="T3" fmla="*/ 172 h 175"/>
                <a:gd name="T4" fmla="*/ 47 w 69"/>
                <a:gd name="T5" fmla="*/ 174 h 175"/>
                <a:gd name="T6" fmla="*/ 44 w 69"/>
                <a:gd name="T7" fmla="*/ 171 h 175"/>
                <a:gd name="T8" fmla="*/ 41 w 69"/>
                <a:gd name="T9" fmla="*/ 166 h 175"/>
                <a:gd name="T10" fmla="*/ 38 w 69"/>
                <a:gd name="T11" fmla="*/ 161 h 175"/>
                <a:gd name="T12" fmla="*/ 36 w 69"/>
                <a:gd name="T13" fmla="*/ 154 h 175"/>
                <a:gd name="T14" fmla="*/ 34 w 69"/>
                <a:gd name="T15" fmla="*/ 147 h 175"/>
                <a:gd name="T16" fmla="*/ 32 w 69"/>
                <a:gd name="T17" fmla="*/ 138 h 175"/>
                <a:gd name="T18" fmla="*/ 31 w 69"/>
                <a:gd name="T19" fmla="*/ 128 h 175"/>
                <a:gd name="T20" fmla="*/ 30 w 69"/>
                <a:gd name="T21" fmla="*/ 119 h 175"/>
                <a:gd name="T22" fmla="*/ 30 w 69"/>
                <a:gd name="T23" fmla="*/ 110 h 175"/>
                <a:gd name="T24" fmla="*/ 30 w 69"/>
                <a:gd name="T25" fmla="*/ 101 h 175"/>
                <a:gd name="T26" fmla="*/ 30 w 69"/>
                <a:gd name="T27" fmla="*/ 90 h 175"/>
                <a:gd name="T28" fmla="*/ 31 w 69"/>
                <a:gd name="T29" fmla="*/ 76 h 175"/>
                <a:gd name="T30" fmla="*/ 33 w 69"/>
                <a:gd name="T31" fmla="*/ 65 h 175"/>
                <a:gd name="T32" fmla="*/ 34 w 69"/>
                <a:gd name="T33" fmla="*/ 54 h 175"/>
                <a:gd name="T34" fmla="*/ 37 w 69"/>
                <a:gd name="T35" fmla="*/ 43 h 175"/>
                <a:gd name="T36" fmla="*/ 39 w 69"/>
                <a:gd name="T37" fmla="*/ 34 h 175"/>
                <a:gd name="T38" fmla="*/ 42 w 69"/>
                <a:gd name="T39" fmla="*/ 28 h 175"/>
                <a:gd name="T40" fmla="*/ 64 w 69"/>
                <a:gd name="T41" fmla="*/ 7 h 175"/>
                <a:gd name="T42" fmla="*/ 68 w 69"/>
                <a:gd name="T43" fmla="*/ 4 h 175"/>
                <a:gd name="T44" fmla="*/ 36 w 69"/>
                <a:gd name="T45" fmla="*/ 0 h 175"/>
                <a:gd name="T46" fmla="*/ 33 w 69"/>
                <a:gd name="T47" fmla="*/ 2 h 175"/>
                <a:gd name="T48" fmla="*/ 28 w 69"/>
                <a:gd name="T49" fmla="*/ 5 h 175"/>
                <a:gd name="T50" fmla="*/ 24 w 69"/>
                <a:gd name="T51" fmla="*/ 10 h 175"/>
                <a:gd name="T52" fmla="*/ 21 w 69"/>
                <a:gd name="T53" fmla="*/ 14 h 175"/>
                <a:gd name="T54" fmla="*/ 18 w 69"/>
                <a:gd name="T55" fmla="*/ 19 h 175"/>
                <a:gd name="T56" fmla="*/ 13 w 69"/>
                <a:gd name="T57" fmla="*/ 24 h 175"/>
                <a:gd name="T58" fmla="*/ 11 w 69"/>
                <a:gd name="T59" fmla="*/ 30 h 175"/>
                <a:gd name="T60" fmla="*/ 9 w 69"/>
                <a:gd name="T61" fmla="*/ 35 h 175"/>
                <a:gd name="T62" fmla="*/ 6 w 69"/>
                <a:gd name="T63" fmla="*/ 43 h 175"/>
                <a:gd name="T64" fmla="*/ 4 w 69"/>
                <a:gd name="T65" fmla="*/ 51 h 175"/>
                <a:gd name="T66" fmla="*/ 2 w 69"/>
                <a:gd name="T67" fmla="*/ 62 h 175"/>
                <a:gd name="T68" fmla="*/ 1 w 69"/>
                <a:gd name="T69" fmla="*/ 73 h 175"/>
                <a:gd name="T70" fmla="*/ 1 w 69"/>
                <a:gd name="T71" fmla="*/ 86 h 175"/>
                <a:gd name="T72" fmla="*/ 0 w 69"/>
                <a:gd name="T73" fmla="*/ 97 h 175"/>
                <a:gd name="T74" fmla="*/ 0 w 69"/>
                <a:gd name="T75" fmla="*/ 104 h 175"/>
                <a:gd name="T76" fmla="*/ 1 w 69"/>
                <a:gd name="T77" fmla="*/ 110 h 175"/>
                <a:gd name="T78" fmla="*/ 1 w 69"/>
                <a:gd name="T79" fmla="*/ 116 h 175"/>
                <a:gd name="T80" fmla="*/ 1 w 69"/>
                <a:gd name="T81" fmla="*/ 121 h 175"/>
                <a:gd name="T82" fmla="*/ 2 w 69"/>
                <a:gd name="T83" fmla="*/ 126 h 175"/>
                <a:gd name="T84" fmla="*/ 3 w 69"/>
                <a:gd name="T85" fmla="*/ 133 h 175"/>
                <a:gd name="T86" fmla="*/ 3 w 69"/>
                <a:gd name="T87" fmla="*/ 138 h 175"/>
                <a:gd name="T88" fmla="*/ 4 w 69"/>
                <a:gd name="T89" fmla="*/ 143 h 175"/>
                <a:gd name="T90" fmla="*/ 5 w 69"/>
                <a:gd name="T91" fmla="*/ 146 h 175"/>
                <a:gd name="T92" fmla="*/ 6 w 69"/>
                <a:gd name="T93" fmla="*/ 149 h 175"/>
                <a:gd name="T94" fmla="*/ 7 w 69"/>
                <a:gd name="T95" fmla="*/ 152 h 175"/>
                <a:gd name="T96" fmla="*/ 9 w 69"/>
                <a:gd name="T97" fmla="*/ 156 h 175"/>
                <a:gd name="T98" fmla="*/ 10 w 69"/>
                <a:gd name="T99" fmla="*/ 158 h 175"/>
                <a:gd name="T100" fmla="*/ 11 w 69"/>
                <a:gd name="T101" fmla="*/ 161 h 175"/>
                <a:gd name="T102" fmla="*/ 12 w 69"/>
                <a:gd name="T103" fmla="*/ 163 h 175"/>
                <a:gd name="T104" fmla="*/ 14 w 69"/>
                <a:gd name="T105" fmla="*/ 165 h 175"/>
                <a:gd name="T106" fmla="*/ 15 w 69"/>
                <a:gd name="T107" fmla="*/ 167 h 175"/>
                <a:gd name="T108" fmla="*/ 17 w 69"/>
                <a:gd name="T109" fmla="*/ 169 h 175"/>
                <a:gd name="T110" fmla="*/ 19 w 69"/>
                <a:gd name="T111" fmla="*/ 170 h 175"/>
                <a:gd name="T112" fmla="*/ 20 w 69"/>
                <a:gd name="T113" fmla="*/ 171 h 175"/>
                <a:gd name="T114" fmla="*/ 22 w 69"/>
                <a:gd name="T115" fmla="*/ 171 h 175"/>
                <a:gd name="T116" fmla="*/ 24 w 69"/>
                <a:gd name="T117" fmla="*/ 172 h 175"/>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69" h="175">
                  <a:moveTo>
                    <a:pt x="24" y="172"/>
                  </a:moveTo>
                  <a:lnTo>
                    <a:pt x="33" y="172"/>
                  </a:lnTo>
                  <a:lnTo>
                    <a:pt x="47" y="174"/>
                  </a:lnTo>
                  <a:lnTo>
                    <a:pt x="44" y="171"/>
                  </a:lnTo>
                  <a:lnTo>
                    <a:pt x="41" y="166"/>
                  </a:lnTo>
                  <a:lnTo>
                    <a:pt x="38" y="161"/>
                  </a:lnTo>
                  <a:lnTo>
                    <a:pt x="36" y="154"/>
                  </a:lnTo>
                  <a:lnTo>
                    <a:pt x="34" y="147"/>
                  </a:lnTo>
                  <a:lnTo>
                    <a:pt x="32" y="138"/>
                  </a:lnTo>
                  <a:lnTo>
                    <a:pt x="31" y="128"/>
                  </a:lnTo>
                  <a:lnTo>
                    <a:pt x="30" y="119"/>
                  </a:lnTo>
                  <a:lnTo>
                    <a:pt x="30" y="110"/>
                  </a:lnTo>
                  <a:lnTo>
                    <a:pt x="30" y="101"/>
                  </a:lnTo>
                  <a:lnTo>
                    <a:pt x="30" y="90"/>
                  </a:lnTo>
                  <a:lnTo>
                    <a:pt x="31" y="76"/>
                  </a:lnTo>
                  <a:lnTo>
                    <a:pt x="33" y="65"/>
                  </a:lnTo>
                  <a:lnTo>
                    <a:pt x="34" y="54"/>
                  </a:lnTo>
                  <a:lnTo>
                    <a:pt x="37" y="43"/>
                  </a:lnTo>
                  <a:lnTo>
                    <a:pt x="39" y="34"/>
                  </a:lnTo>
                  <a:lnTo>
                    <a:pt x="42" y="28"/>
                  </a:lnTo>
                  <a:lnTo>
                    <a:pt x="64" y="7"/>
                  </a:lnTo>
                  <a:lnTo>
                    <a:pt x="68" y="4"/>
                  </a:lnTo>
                  <a:lnTo>
                    <a:pt x="36" y="0"/>
                  </a:lnTo>
                  <a:lnTo>
                    <a:pt x="33" y="2"/>
                  </a:lnTo>
                  <a:lnTo>
                    <a:pt x="28" y="5"/>
                  </a:lnTo>
                  <a:lnTo>
                    <a:pt x="24" y="10"/>
                  </a:lnTo>
                  <a:lnTo>
                    <a:pt x="21" y="14"/>
                  </a:lnTo>
                  <a:lnTo>
                    <a:pt x="18" y="19"/>
                  </a:lnTo>
                  <a:lnTo>
                    <a:pt x="13" y="24"/>
                  </a:lnTo>
                  <a:lnTo>
                    <a:pt x="11" y="30"/>
                  </a:lnTo>
                  <a:lnTo>
                    <a:pt x="9" y="35"/>
                  </a:lnTo>
                  <a:lnTo>
                    <a:pt x="6" y="43"/>
                  </a:lnTo>
                  <a:lnTo>
                    <a:pt x="4" y="51"/>
                  </a:lnTo>
                  <a:lnTo>
                    <a:pt x="2" y="62"/>
                  </a:lnTo>
                  <a:lnTo>
                    <a:pt x="1" y="73"/>
                  </a:lnTo>
                  <a:lnTo>
                    <a:pt x="1" y="86"/>
                  </a:lnTo>
                  <a:lnTo>
                    <a:pt x="0" y="97"/>
                  </a:lnTo>
                  <a:lnTo>
                    <a:pt x="0" y="104"/>
                  </a:lnTo>
                  <a:lnTo>
                    <a:pt x="1" y="110"/>
                  </a:lnTo>
                  <a:lnTo>
                    <a:pt x="1" y="116"/>
                  </a:lnTo>
                  <a:lnTo>
                    <a:pt x="1" y="121"/>
                  </a:lnTo>
                  <a:lnTo>
                    <a:pt x="2" y="126"/>
                  </a:lnTo>
                  <a:lnTo>
                    <a:pt x="3" y="133"/>
                  </a:lnTo>
                  <a:lnTo>
                    <a:pt x="3" y="138"/>
                  </a:lnTo>
                  <a:lnTo>
                    <a:pt x="4" y="143"/>
                  </a:lnTo>
                  <a:lnTo>
                    <a:pt x="5" y="146"/>
                  </a:lnTo>
                  <a:lnTo>
                    <a:pt x="6" y="149"/>
                  </a:lnTo>
                  <a:lnTo>
                    <a:pt x="7" y="152"/>
                  </a:lnTo>
                  <a:lnTo>
                    <a:pt x="9" y="156"/>
                  </a:lnTo>
                  <a:lnTo>
                    <a:pt x="10" y="158"/>
                  </a:lnTo>
                  <a:lnTo>
                    <a:pt x="11" y="161"/>
                  </a:lnTo>
                  <a:lnTo>
                    <a:pt x="12" y="163"/>
                  </a:lnTo>
                  <a:lnTo>
                    <a:pt x="14" y="165"/>
                  </a:lnTo>
                  <a:lnTo>
                    <a:pt x="15" y="167"/>
                  </a:lnTo>
                  <a:lnTo>
                    <a:pt x="17" y="169"/>
                  </a:lnTo>
                  <a:lnTo>
                    <a:pt x="19" y="170"/>
                  </a:lnTo>
                  <a:lnTo>
                    <a:pt x="20" y="171"/>
                  </a:lnTo>
                  <a:lnTo>
                    <a:pt x="22" y="171"/>
                  </a:lnTo>
                  <a:lnTo>
                    <a:pt x="24" y="172"/>
                  </a:lnTo>
                </a:path>
              </a:pathLst>
            </a:custGeom>
            <a:gradFill rotWithShape="0">
              <a:gsLst>
                <a:gs pos="0">
                  <a:srgbClr val="FFFFFF"/>
                </a:gs>
                <a:gs pos="100000">
                  <a:srgbClr val="4C2E00"/>
                </a:gs>
              </a:gsLst>
              <a:lin ang="5400000" scaled="1"/>
            </a:gra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563" name="Oval 145">
              <a:extLst>
                <a:ext uri="{FF2B5EF4-FFF2-40B4-BE49-F238E27FC236}">
                  <a16:creationId xmlns:a16="http://schemas.microsoft.com/office/drawing/2014/main" id="{66FEB31B-336C-9E46-97A1-BF56F719F455}"/>
                </a:ext>
              </a:extLst>
            </p:cNvPr>
            <p:cNvSpPr>
              <a:spLocks noChangeArrowheads="1"/>
            </p:cNvSpPr>
            <p:nvPr/>
          </p:nvSpPr>
          <p:spPr bwMode="auto">
            <a:xfrm rot="480000">
              <a:off x="4781" y="3829"/>
              <a:ext cx="67" cy="168"/>
            </a:xfrm>
            <a:prstGeom prst="ellipse">
              <a:avLst/>
            </a:prstGeom>
            <a:gradFill rotWithShape="0">
              <a:gsLst>
                <a:gs pos="0">
                  <a:srgbClr val="FFF9F1"/>
                </a:gs>
                <a:gs pos="100000">
                  <a:srgbClr val="FDE3BA"/>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64" name="Freeform 146">
              <a:extLst>
                <a:ext uri="{FF2B5EF4-FFF2-40B4-BE49-F238E27FC236}">
                  <a16:creationId xmlns:a16="http://schemas.microsoft.com/office/drawing/2014/main" id="{E5267A7B-DEF4-A27E-E006-A37FCFCFBA32}"/>
                </a:ext>
              </a:extLst>
            </p:cNvPr>
            <p:cNvSpPr>
              <a:spLocks/>
            </p:cNvSpPr>
            <p:nvPr/>
          </p:nvSpPr>
          <p:spPr bwMode="auto">
            <a:xfrm>
              <a:off x="4798" y="3871"/>
              <a:ext cx="67" cy="93"/>
            </a:xfrm>
            <a:custGeom>
              <a:avLst/>
              <a:gdLst>
                <a:gd name="T0" fmla="*/ 38 w 67"/>
                <a:gd name="T1" fmla="*/ 91 h 93"/>
                <a:gd name="T2" fmla="*/ 50 w 67"/>
                <a:gd name="T3" fmla="*/ 90 h 93"/>
                <a:gd name="T4" fmla="*/ 44 w 67"/>
                <a:gd name="T5" fmla="*/ 85 h 93"/>
                <a:gd name="T6" fmla="*/ 38 w 67"/>
                <a:gd name="T7" fmla="*/ 78 h 93"/>
                <a:gd name="T8" fmla="*/ 35 w 67"/>
                <a:gd name="T9" fmla="*/ 68 h 93"/>
                <a:gd name="T10" fmla="*/ 33 w 67"/>
                <a:gd name="T11" fmla="*/ 59 h 93"/>
                <a:gd name="T12" fmla="*/ 32 w 67"/>
                <a:gd name="T13" fmla="*/ 48 h 93"/>
                <a:gd name="T14" fmla="*/ 34 w 67"/>
                <a:gd name="T15" fmla="*/ 35 h 93"/>
                <a:gd name="T16" fmla="*/ 38 w 67"/>
                <a:gd name="T17" fmla="*/ 24 h 93"/>
                <a:gd name="T18" fmla="*/ 42 w 67"/>
                <a:gd name="T19" fmla="*/ 15 h 93"/>
                <a:gd name="T20" fmla="*/ 47 w 67"/>
                <a:gd name="T21" fmla="*/ 10 h 93"/>
                <a:gd name="T22" fmla="*/ 52 w 67"/>
                <a:gd name="T23" fmla="*/ 7 h 93"/>
                <a:gd name="T24" fmla="*/ 57 w 67"/>
                <a:gd name="T25" fmla="*/ 4 h 93"/>
                <a:gd name="T26" fmla="*/ 60 w 67"/>
                <a:gd name="T27" fmla="*/ 3 h 93"/>
                <a:gd name="T28" fmla="*/ 66 w 67"/>
                <a:gd name="T29" fmla="*/ 2 h 93"/>
                <a:gd name="T30" fmla="*/ 29 w 67"/>
                <a:gd name="T31" fmla="*/ 0 h 93"/>
                <a:gd name="T32" fmla="*/ 24 w 67"/>
                <a:gd name="T33" fmla="*/ 2 h 93"/>
                <a:gd name="T34" fmla="*/ 20 w 67"/>
                <a:gd name="T35" fmla="*/ 4 h 93"/>
                <a:gd name="T36" fmla="*/ 16 w 67"/>
                <a:gd name="T37" fmla="*/ 7 h 93"/>
                <a:gd name="T38" fmla="*/ 12 w 67"/>
                <a:gd name="T39" fmla="*/ 11 h 93"/>
                <a:gd name="T40" fmla="*/ 8 w 67"/>
                <a:gd name="T41" fmla="*/ 17 h 93"/>
                <a:gd name="T42" fmla="*/ 4 w 67"/>
                <a:gd name="T43" fmla="*/ 24 h 93"/>
                <a:gd name="T44" fmla="*/ 1 w 67"/>
                <a:gd name="T45" fmla="*/ 34 h 93"/>
                <a:gd name="T46" fmla="*/ 0 w 67"/>
                <a:gd name="T47" fmla="*/ 47 h 93"/>
                <a:gd name="T48" fmla="*/ 0 w 67"/>
                <a:gd name="T49" fmla="*/ 56 h 93"/>
                <a:gd name="T50" fmla="*/ 1 w 67"/>
                <a:gd name="T51" fmla="*/ 62 h 93"/>
                <a:gd name="T52" fmla="*/ 3 w 67"/>
                <a:gd name="T53" fmla="*/ 68 h 93"/>
                <a:gd name="T54" fmla="*/ 5 w 67"/>
                <a:gd name="T55" fmla="*/ 74 h 93"/>
                <a:gd name="T56" fmla="*/ 7 w 67"/>
                <a:gd name="T57" fmla="*/ 78 h 93"/>
                <a:gd name="T58" fmla="*/ 10 w 67"/>
                <a:gd name="T59" fmla="*/ 81 h 93"/>
                <a:gd name="T60" fmla="*/ 13 w 67"/>
                <a:gd name="T61" fmla="*/ 85 h 93"/>
                <a:gd name="T62" fmla="*/ 15 w 67"/>
                <a:gd name="T63" fmla="*/ 87 h 93"/>
                <a:gd name="T64" fmla="*/ 18 w 67"/>
                <a:gd name="T65" fmla="*/ 89 h 93"/>
                <a:gd name="T66" fmla="*/ 23 w 67"/>
                <a:gd name="T67" fmla="*/ 90 h 93"/>
                <a:gd name="T68" fmla="*/ 27 w 67"/>
                <a:gd name="T69" fmla="*/ 91 h 9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67" h="93">
                  <a:moveTo>
                    <a:pt x="29" y="91"/>
                  </a:moveTo>
                  <a:lnTo>
                    <a:pt x="38" y="91"/>
                  </a:lnTo>
                  <a:lnTo>
                    <a:pt x="53" y="92"/>
                  </a:lnTo>
                  <a:lnTo>
                    <a:pt x="50" y="90"/>
                  </a:lnTo>
                  <a:lnTo>
                    <a:pt x="47" y="88"/>
                  </a:lnTo>
                  <a:lnTo>
                    <a:pt x="44" y="85"/>
                  </a:lnTo>
                  <a:lnTo>
                    <a:pt x="41" y="82"/>
                  </a:lnTo>
                  <a:lnTo>
                    <a:pt x="38" y="78"/>
                  </a:lnTo>
                  <a:lnTo>
                    <a:pt x="36" y="74"/>
                  </a:lnTo>
                  <a:lnTo>
                    <a:pt x="35" y="68"/>
                  </a:lnTo>
                  <a:lnTo>
                    <a:pt x="34" y="64"/>
                  </a:lnTo>
                  <a:lnTo>
                    <a:pt x="33" y="59"/>
                  </a:lnTo>
                  <a:lnTo>
                    <a:pt x="32" y="54"/>
                  </a:lnTo>
                  <a:lnTo>
                    <a:pt x="32" y="48"/>
                  </a:lnTo>
                  <a:lnTo>
                    <a:pt x="33" y="41"/>
                  </a:lnTo>
                  <a:lnTo>
                    <a:pt x="34" y="35"/>
                  </a:lnTo>
                  <a:lnTo>
                    <a:pt x="36" y="29"/>
                  </a:lnTo>
                  <a:lnTo>
                    <a:pt x="38" y="24"/>
                  </a:lnTo>
                  <a:lnTo>
                    <a:pt x="40" y="19"/>
                  </a:lnTo>
                  <a:lnTo>
                    <a:pt x="42" y="15"/>
                  </a:lnTo>
                  <a:lnTo>
                    <a:pt x="45" y="13"/>
                  </a:lnTo>
                  <a:lnTo>
                    <a:pt x="47" y="10"/>
                  </a:lnTo>
                  <a:lnTo>
                    <a:pt x="49" y="9"/>
                  </a:lnTo>
                  <a:lnTo>
                    <a:pt x="52" y="7"/>
                  </a:lnTo>
                  <a:lnTo>
                    <a:pt x="54" y="5"/>
                  </a:lnTo>
                  <a:lnTo>
                    <a:pt x="57" y="4"/>
                  </a:lnTo>
                  <a:lnTo>
                    <a:pt x="58" y="3"/>
                  </a:lnTo>
                  <a:lnTo>
                    <a:pt x="60" y="3"/>
                  </a:lnTo>
                  <a:lnTo>
                    <a:pt x="63" y="2"/>
                  </a:lnTo>
                  <a:lnTo>
                    <a:pt x="66" y="2"/>
                  </a:lnTo>
                  <a:lnTo>
                    <a:pt x="33" y="0"/>
                  </a:lnTo>
                  <a:lnTo>
                    <a:pt x="29" y="0"/>
                  </a:lnTo>
                  <a:lnTo>
                    <a:pt x="26" y="1"/>
                  </a:lnTo>
                  <a:lnTo>
                    <a:pt x="24" y="2"/>
                  </a:lnTo>
                  <a:lnTo>
                    <a:pt x="21" y="3"/>
                  </a:lnTo>
                  <a:lnTo>
                    <a:pt x="20" y="4"/>
                  </a:lnTo>
                  <a:lnTo>
                    <a:pt x="18" y="5"/>
                  </a:lnTo>
                  <a:lnTo>
                    <a:pt x="16" y="7"/>
                  </a:lnTo>
                  <a:lnTo>
                    <a:pt x="14" y="9"/>
                  </a:lnTo>
                  <a:lnTo>
                    <a:pt x="12" y="11"/>
                  </a:lnTo>
                  <a:lnTo>
                    <a:pt x="10" y="14"/>
                  </a:lnTo>
                  <a:lnTo>
                    <a:pt x="8" y="17"/>
                  </a:lnTo>
                  <a:lnTo>
                    <a:pt x="6" y="20"/>
                  </a:lnTo>
                  <a:lnTo>
                    <a:pt x="4" y="24"/>
                  </a:lnTo>
                  <a:lnTo>
                    <a:pt x="3" y="29"/>
                  </a:lnTo>
                  <a:lnTo>
                    <a:pt x="1" y="34"/>
                  </a:lnTo>
                  <a:lnTo>
                    <a:pt x="1" y="40"/>
                  </a:lnTo>
                  <a:lnTo>
                    <a:pt x="0" y="47"/>
                  </a:lnTo>
                  <a:lnTo>
                    <a:pt x="0" y="53"/>
                  </a:lnTo>
                  <a:lnTo>
                    <a:pt x="0" y="56"/>
                  </a:lnTo>
                  <a:lnTo>
                    <a:pt x="1" y="59"/>
                  </a:lnTo>
                  <a:lnTo>
                    <a:pt x="1" y="62"/>
                  </a:lnTo>
                  <a:lnTo>
                    <a:pt x="2" y="65"/>
                  </a:lnTo>
                  <a:lnTo>
                    <a:pt x="3" y="68"/>
                  </a:lnTo>
                  <a:lnTo>
                    <a:pt x="4" y="71"/>
                  </a:lnTo>
                  <a:lnTo>
                    <a:pt x="5" y="74"/>
                  </a:lnTo>
                  <a:lnTo>
                    <a:pt x="7" y="77"/>
                  </a:lnTo>
                  <a:lnTo>
                    <a:pt x="7" y="78"/>
                  </a:lnTo>
                  <a:lnTo>
                    <a:pt x="9" y="80"/>
                  </a:lnTo>
                  <a:lnTo>
                    <a:pt x="10" y="81"/>
                  </a:lnTo>
                  <a:lnTo>
                    <a:pt x="12" y="83"/>
                  </a:lnTo>
                  <a:lnTo>
                    <a:pt x="13" y="85"/>
                  </a:lnTo>
                  <a:lnTo>
                    <a:pt x="14" y="86"/>
                  </a:lnTo>
                  <a:lnTo>
                    <a:pt x="15" y="87"/>
                  </a:lnTo>
                  <a:lnTo>
                    <a:pt x="17" y="88"/>
                  </a:lnTo>
                  <a:lnTo>
                    <a:pt x="18" y="89"/>
                  </a:lnTo>
                  <a:lnTo>
                    <a:pt x="21" y="90"/>
                  </a:lnTo>
                  <a:lnTo>
                    <a:pt x="23" y="90"/>
                  </a:lnTo>
                  <a:lnTo>
                    <a:pt x="25" y="91"/>
                  </a:lnTo>
                  <a:lnTo>
                    <a:pt x="27" y="91"/>
                  </a:lnTo>
                  <a:lnTo>
                    <a:pt x="29" y="91"/>
                  </a:lnTo>
                </a:path>
              </a:pathLst>
            </a:custGeom>
            <a:gradFill rotWithShape="0">
              <a:gsLst>
                <a:gs pos="0">
                  <a:srgbClr val="816C4C"/>
                </a:gs>
                <a:gs pos="100000">
                  <a:srgbClr val="4C2E00"/>
                </a:gs>
              </a:gsLst>
              <a:lin ang="5400000" scaled="1"/>
            </a:gra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3565" name="Group 149">
              <a:extLst>
                <a:ext uri="{FF2B5EF4-FFF2-40B4-BE49-F238E27FC236}">
                  <a16:creationId xmlns:a16="http://schemas.microsoft.com/office/drawing/2014/main" id="{764EE4E3-C27C-90D2-6CB4-46DF068C7693}"/>
                </a:ext>
              </a:extLst>
            </p:cNvPr>
            <p:cNvGrpSpPr>
              <a:grpSpLocks/>
            </p:cNvGrpSpPr>
            <p:nvPr/>
          </p:nvGrpSpPr>
          <p:grpSpPr bwMode="auto">
            <a:xfrm>
              <a:off x="4825" y="3840"/>
              <a:ext cx="210" cy="172"/>
              <a:chOff x="4825" y="3840"/>
              <a:chExt cx="210" cy="172"/>
            </a:xfrm>
          </p:grpSpPr>
          <p:sp>
            <p:nvSpPr>
              <p:cNvPr id="43607" name="Oval 147">
                <a:extLst>
                  <a:ext uri="{FF2B5EF4-FFF2-40B4-BE49-F238E27FC236}">
                    <a16:creationId xmlns:a16="http://schemas.microsoft.com/office/drawing/2014/main" id="{C8B924FB-4FF6-DA4D-E603-C39E36580335}"/>
                  </a:ext>
                </a:extLst>
              </p:cNvPr>
              <p:cNvSpPr>
                <a:spLocks noChangeArrowheads="1"/>
              </p:cNvSpPr>
              <p:nvPr/>
            </p:nvSpPr>
            <p:spPr bwMode="auto">
              <a:xfrm>
                <a:off x="4863" y="3840"/>
                <a:ext cx="172" cy="165"/>
              </a:xfrm>
              <a:prstGeom prst="ellipse">
                <a:avLst/>
              </a:prstGeom>
              <a:gradFill rotWithShape="0">
                <a:gsLst>
                  <a:gs pos="0">
                    <a:srgbClr val="9B5E00"/>
                  </a:gs>
                  <a:gs pos="100000">
                    <a:srgbClr val="AD690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608" name="Oval 148">
                <a:extLst>
                  <a:ext uri="{FF2B5EF4-FFF2-40B4-BE49-F238E27FC236}">
                    <a16:creationId xmlns:a16="http://schemas.microsoft.com/office/drawing/2014/main" id="{21F71FCE-A19E-FBF3-3E04-A4CB4C24BF6B}"/>
                  </a:ext>
                </a:extLst>
              </p:cNvPr>
              <p:cNvSpPr>
                <a:spLocks noChangeArrowheads="1"/>
              </p:cNvSpPr>
              <p:nvPr/>
            </p:nvSpPr>
            <p:spPr bwMode="auto">
              <a:xfrm>
                <a:off x="4825" y="3853"/>
                <a:ext cx="168" cy="159"/>
              </a:xfrm>
              <a:prstGeom prst="ellipse">
                <a:avLst/>
              </a:prstGeom>
              <a:gradFill rotWithShape="0">
                <a:gsLst>
                  <a:gs pos="0">
                    <a:srgbClr val="341F00"/>
                  </a:gs>
                  <a:gs pos="100000">
                    <a:srgbClr val="AD690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sp>
          <p:nvSpPr>
            <p:cNvPr id="43566" name="Freeform 150">
              <a:extLst>
                <a:ext uri="{FF2B5EF4-FFF2-40B4-BE49-F238E27FC236}">
                  <a16:creationId xmlns:a16="http://schemas.microsoft.com/office/drawing/2014/main" id="{1FFC4BC3-A888-255B-B345-24E2B20245BB}"/>
                </a:ext>
              </a:extLst>
            </p:cNvPr>
            <p:cNvSpPr>
              <a:spLocks/>
            </p:cNvSpPr>
            <p:nvPr/>
          </p:nvSpPr>
          <p:spPr bwMode="auto">
            <a:xfrm>
              <a:off x="4842" y="3809"/>
              <a:ext cx="180" cy="46"/>
            </a:xfrm>
            <a:custGeom>
              <a:avLst/>
              <a:gdLst>
                <a:gd name="T0" fmla="*/ 0 w 180"/>
                <a:gd name="T1" fmla="*/ 33 h 46"/>
                <a:gd name="T2" fmla="*/ 83 w 180"/>
                <a:gd name="T3" fmla="*/ 0 h 46"/>
                <a:gd name="T4" fmla="*/ 179 w 180"/>
                <a:gd name="T5" fmla="*/ 14 h 46"/>
                <a:gd name="T6" fmla="*/ 96 w 180"/>
                <a:gd name="T7" fmla="*/ 45 h 46"/>
                <a:gd name="T8" fmla="*/ 0 w 180"/>
                <a:gd name="T9" fmla="*/ 33 h 4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46">
                  <a:moveTo>
                    <a:pt x="0" y="33"/>
                  </a:moveTo>
                  <a:lnTo>
                    <a:pt x="83" y="0"/>
                  </a:lnTo>
                  <a:lnTo>
                    <a:pt x="179" y="14"/>
                  </a:lnTo>
                  <a:lnTo>
                    <a:pt x="96" y="45"/>
                  </a:lnTo>
                  <a:lnTo>
                    <a:pt x="0" y="33"/>
                  </a:lnTo>
                </a:path>
              </a:pathLst>
            </a:custGeom>
            <a:solidFill>
              <a:srgbClr val="4C2E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567" name="Freeform 151">
              <a:extLst>
                <a:ext uri="{FF2B5EF4-FFF2-40B4-BE49-F238E27FC236}">
                  <a16:creationId xmlns:a16="http://schemas.microsoft.com/office/drawing/2014/main" id="{A257CB75-A438-D054-B897-05A165849748}"/>
                </a:ext>
              </a:extLst>
            </p:cNvPr>
            <p:cNvSpPr>
              <a:spLocks/>
            </p:cNvSpPr>
            <p:nvPr/>
          </p:nvSpPr>
          <p:spPr bwMode="auto">
            <a:xfrm>
              <a:off x="4876" y="3716"/>
              <a:ext cx="32" cy="118"/>
            </a:xfrm>
            <a:custGeom>
              <a:avLst/>
              <a:gdLst>
                <a:gd name="T0" fmla="*/ 0 w 32"/>
                <a:gd name="T1" fmla="*/ 117 h 118"/>
                <a:gd name="T2" fmla="*/ 31 w 32"/>
                <a:gd name="T3" fmla="*/ 102 h 118"/>
                <a:gd name="T4" fmla="*/ 31 w 32"/>
                <a:gd name="T5" fmla="*/ 0 h 118"/>
                <a:gd name="T6" fmla="*/ 0 w 32"/>
                <a:gd name="T7" fmla="*/ 14 h 118"/>
                <a:gd name="T8" fmla="*/ 0 w 32"/>
                <a:gd name="T9" fmla="*/ 117 h 1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118">
                  <a:moveTo>
                    <a:pt x="0" y="117"/>
                  </a:moveTo>
                  <a:lnTo>
                    <a:pt x="31" y="102"/>
                  </a:lnTo>
                  <a:lnTo>
                    <a:pt x="31" y="0"/>
                  </a:lnTo>
                  <a:lnTo>
                    <a:pt x="0" y="14"/>
                  </a:lnTo>
                  <a:lnTo>
                    <a:pt x="0" y="117"/>
                  </a:lnTo>
                </a:path>
              </a:pathLst>
            </a:custGeom>
            <a:solidFill>
              <a:srgbClr val="AD69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568" name="Freeform 152">
              <a:extLst>
                <a:ext uri="{FF2B5EF4-FFF2-40B4-BE49-F238E27FC236}">
                  <a16:creationId xmlns:a16="http://schemas.microsoft.com/office/drawing/2014/main" id="{5EF1E992-5F5C-2FA8-21AE-6B122F80BC35}"/>
                </a:ext>
              </a:extLst>
            </p:cNvPr>
            <p:cNvSpPr>
              <a:spLocks/>
            </p:cNvSpPr>
            <p:nvPr/>
          </p:nvSpPr>
          <p:spPr bwMode="auto">
            <a:xfrm>
              <a:off x="4905" y="3775"/>
              <a:ext cx="37" cy="17"/>
            </a:xfrm>
            <a:custGeom>
              <a:avLst/>
              <a:gdLst>
                <a:gd name="T0" fmla="*/ 0 w 37"/>
                <a:gd name="T1" fmla="*/ 9 h 17"/>
                <a:gd name="T2" fmla="*/ 14 w 37"/>
                <a:gd name="T3" fmla="*/ 0 h 17"/>
                <a:gd name="T4" fmla="*/ 36 w 37"/>
                <a:gd name="T5" fmla="*/ 6 h 17"/>
                <a:gd name="T6" fmla="*/ 22 w 37"/>
                <a:gd name="T7" fmla="*/ 16 h 17"/>
                <a:gd name="T8" fmla="*/ 0 w 37"/>
                <a:gd name="T9" fmla="*/ 9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17">
                  <a:moveTo>
                    <a:pt x="0" y="9"/>
                  </a:moveTo>
                  <a:lnTo>
                    <a:pt x="14" y="0"/>
                  </a:lnTo>
                  <a:lnTo>
                    <a:pt x="36" y="6"/>
                  </a:lnTo>
                  <a:lnTo>
                    <a:pt x="22" y="16"/>
                  </a:lnTo>
                  <a:lnTo>
                    <a:pt x="0" y="9"/>
                  </a:lnTo>
                </a:path>
              </a:pathLst>
            </a:custGeom>
            <a:solidFill>
              <a:schemeClr val="bg2"/>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569" name="Freeform 153">
              <a:extLst>
                <a:ext uri="{FF2B5EF4-FFF2-40B4-BE49-F238E27FC236}">
                  <a16:creationId xmlns:a16="http://schemas.microsoft.com/office/drawing/2014/main" id="{DEC81126-BF71-DE4F-D0AD-AF507C1F3D70}"/>
                </a:ext>
              </a:extLst>
            </p:cNvPr>
            <p:cNvSpPr>
              <a:spLocks/>
            </p:cNvSpPr>
            <p:nvPr/>
          </p:nvSpPr>
          <p:spPr bwMode="auto">
            <a:xfrm>
              <a:off x="4840" y="3664"/>
              <a:ext cx="179" cy="38"/>
            </a:xfrm>
            <a:custGeom>
              <a:avLst/>
              <a:gdLst>
                <a:gd name="T0" fmla="*/ 0 w 179"/>
                <a:gd name="T1" fmla="*/ 28 h 38"/>
                <a:gd name="T2" fmla="*/ 65 w 179"/>
                <a:gd name="T3" fmla="*/ 0 h 38"/>
                <a:gd name="T4" fmla="*/ 178 w 179"/>
                <a:gd name="T5" fmla="*/ 12 h 38"/>
                <a:gd name="T6" fmla="*/ 99 w 179"/>
                <a:gd name="T7" fmla="*/ 37 h 38"/>
                <a:gd name="T8" fmla="*/ 0 w 179"/>
                <a:gd name="T9" fmla="*/ 28 h 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9" h="38">
                  <a:moveTo>
                    <a:pt x="0" y="28"/>
                  </a:moveTo>
                  <a:lnTo>
                    <a:pt x="65" y="0"/>
                  </a:lnTo>
                  <a:lnTo>
                    <a:pt x="178" y="12"/>
                  </a:lnTo>
                  <a:lnTo>
                    <a:pt x="99" y="37"/>
                  </a:lnTo>
                  <a:lnTo>
                    <a:pt x="0" y="28"/>
                  </a:lnTo>
                </a:path>
              </a:pathLst>
            </a:custGeom>
            <a:solidFill>
              <a:srgbClr val="4C2E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570" name="Freeform 154">
              <a:extLst>
                <a:ext uri="{FF2B5EF4-FFF2-40B4-BE49-F238E27FC236}">
                  <a16:creationId xmlns:a16="http://schemas.microsoft.com/office/drawing/2014/main" id="{7FD91583-939F-C7C1-1E4E-5EDDE12F6108}"/>
                </a:ext>
              </a:extLst>
            </p:cNvPr>
            <p:cNvSpPr>
              <a:spLocks/>
            </p:cNvSpPr>
            <p:nvPr/>
          </p:nvSpPr>
          <p:spPr bwMode="auto">
            <a:xfrm>
              <a:off x="4864" y="3729"/>
              <a:ext cx="17" cy="106"/>
            </a:xfrm>
            <a:custGeom>
              <a:avLst/>
              <a:gdLst>
                <a:gd name="T0" fmla="*/ 16 w 17"/>
                <a:gd name="T1" fmla="*/ 1 h 106"/>
                <a:gd name="T2" fmla="*/ 16 w 17"/>
                <a:gd name="T3" fmla="*/ 105 h 106"/>
                <a:gd name="T4" fmla="*/ 0 w 17"/>
                <a:gd name="T5" fmla="*/ 103 h 106"/>
                <a:gd name="T6" fmla="*/ 0 w 17"/>
                <a:gd name="T7" fmla="*/ 0 h 106"/>
                <a:gd name="T8" fmla="*/ 16 w 17"/>
                <a:gd name="T9" fmla="*/ 1 h 1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06">
                  <a:moveTo>
                    <a:pt x="16" y="1"/>
                  </a:moveTo>
                  <a:lnTo>
                    <a:pt x="16" y="105"/>
                  </a:lnTo>
                  <a:lnTo>
                    <a:pt x="0" y="103"/>
                  </a:lnTo>
                  <a:lnTo>
                    <a:pt x="0" y="0"/>
                  </a:lnTo>
                  <a:lnTo>
                    <a:pt x="16" y="1"/>
                  </a:lnTo>
                </a:path>
              </a:pathLst>
            </a:custGeom>
            <a:solidFill>
              <a:srgbClr val="7144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571" name="Oval 155">
              <a:extLst>
                <a:ext uri="{FF2B5EF4-FFF2-40B4-BE49-F238E27FC236}">
                  <a16:creationId xmlns:a16="http://schemas.microsoft.com/office/drawing/2014/main" id="{B4D4A011-0097-A22D-3D98-A70F537CAA1C}"/>
                </a:ext>
              </a:extLst>
            </p:cNvPr>
            <p:cNvSpPr>
              <a:spLocks noChangeArrowheads="1"/>
            </p:cNvSpPr>
            <p:nvPr/>
          </p:nvSpPr>
          <p:spPr bwMode="auto">
            <a:xfrm>
              <a:off x="4911" y="3770"/>
              <a:ext cx="22" cy="13"/>
            </a:xfrm>
            <a:prstGeom prst="ellipse">
              <a:avLst/>
            </a:prstGeom>
            <a:gradFill rotWithShape="0">
              <a:gsLst>
                <a:gs pos="0">
                  <a:srgbClr val="CECECE"/>
                </a:gs>
                <a:gs pos="100000">
                  <a:srgbClr val="D8D8D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72" name="Rectangle 156">
              <a:extLst>
                <a:ext uri="{FF2B5EF4-FFF2-40B4-BE49-F238E27FC236}">
                  <a16:creationId xmlns:a16="http://schemas.microsoft.com/office/drawing/2014/main" id="{21FC2165-3555-C597-E3AA-351C9C1021BA}"/>
                </a:ext>
              </a:extLst>
            </p:cNvPr>
            <p:cNvSpPr>
              <a:spLocks noChangeArrowheads="1"/>
            </p:cNvSpPr>
            <p:nvPr/>
          </p:nvSpPr>
          <p:spPr bwMode="auto">
            <a:xfrm>
              <a:off x="4911" y="3731"/>
              <a:ext cx="22" cy="44"/>
            </a:xfrm>
            <a:prstGeom prst="rect">
              <a:avLst/>
            </a:prstGeom>
            <a:gradFill rotWithShape="0">
              <a:gsLst>
                <a:gs pos="0">
                  <a:srgbClr val="CECECE"/>
                </a:gs>
                <a:gs pos="100000">
                  <a:srgbClr val="D8D8D8"/>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73" name="Freeform 157">
              <a:extLst>
                <a:ext uri="{FF2B5EF4-FFF2-40B4-BE49-F238E27FC236}">
                  <a16:creationId xmlns:a16="http://schemas.microsoft.com/office/drawing/2014/main" id="{5F2DC551-B6DF-F402-918C-8FCF5F387A28}"/>
                </a:ext>
              </a:extLst>
            </p:cNvPr>
            <p:cNvSpPr>
              <a:spLocks/>
            </p:cNvSpPr>
            <p:nvPr/>
          </p:nvSpPr>
          <p:spPr bwMode="auto">
            <a:xfrm>
              <a:off x="4839" y="3692"/>
              <a:ext cx="100" cy="59"/>
            </a:xfrm>
            <a:custGeom>
              <a:avLst/>
              <a:gdLst>
                <a:gd name="T0" fmla="*/ 0 w 100"/>
                <a:gd name="T1" fmla="*/ 0 h 59"/>
                <a:gd name="T2" fmla="*/ 0 w 100"/>
                <a:gd name="T3" fmla="*/ 45 h 59"/>
                <a:gd name="T4" fmla="*/ 99 w 100"/>
                <a:gd name="T5" fmla="*/ 58 h 59"/>
                <a:gd name="T6" fmla="*/ 99 w 100"/>
                <a:gd name="T7" fmla="*/ 8 h 59"/>
                <a:gd name="T8" fmla="*/ 0 w 100"/>
                <a:gd name="T9" fmla="*/ 0 h 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 h="59">
                  <a:moveTo>
                    <a:pt x="0" y="0"/>
                  </a:moveTo>
                  <a:lnTo>
                    <a:pt x="0" y="45"/>
                  </a:lnTo>
                  <a:lnTo>
                    <a:pt x="99" y="58"/>
                  </a:lnTo>
                  <a:lnTo>
                    <a:pt x="99" y="8"/>
                  </a:lnTo>
                  <a:lnTo>
                    <a:pt x="0" y="0"/>
                  </a:lnTo>
                </a:path>
              </a:pathLst>
            </a:custGeom>
            <a:gradFill rotWithShape="0">
              <a:gsLst>
                <a:gs pos="0">
                  <a:srgbClr val="AD6900"/>
                </a:gs>
                <a:gs pos="100000">
                  <a:srgbClr val="341F00"/>
                </a:gs>
              </a:gsLst>
              <a:lin ang="0" scaled="1"/>
            </a:gra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574" name="Freeform 158">
              <a:extLst>
                <a:ext uri="{FF2B5EF4-FFF2-40B4-BE49-F238E27FC236}">
                  <a16:creationId xmlns:a16="http://schemas.microsoft.com/office/drawing/2014/main" id="{33F3F426-B2C9-54C7-E84A-A37282E7EFD6}"/>
                </a:ext>
              </a:extLst>
            </p:cNvPr>
            <p:cNvSpPr>
              <a:spLocks/>
            </p:cNvSpPr>
            <p:nvPr/>
          </p:nvSpPr>
          <p:spPr bwMode="auto">
            <a:xfrm>
              <a:off x="4949" y="3737"/>
              <a:ext cx="17" cy="110"/>
            </a:xfrm>
            <a:custGeom>
              <a:avLst/>
              <a:gdLst>
                <a:gd name="T0" fmla="*/ 16 w 17"/>
                <a:gd name="T1" fmla="*/ 1 h 110"/>
                <a:gd name="T2" fmla="*/ 16 w 17"/>
                <a:gd name="T3" fmla="*/ 109 h 110"/>
                <a:gd name="T4" fmla="*/ 0 w 17"/>
                <a:gd name="T5" fmla="*/ 107 h 110"/>
                <a:gd name="T6" fmla="*/ 0 w 17"/>
                <a:gd name="T7" fmla="*/ 0 h 110"/>
                <a:gd name="T8" fmla="*/ 16 w 17"/>
                <a:gd name="T9" fmla="*/ 1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10">
                  <a:moveTo>
                    <a:pt x="16" y="1"/>
                  </a:moveTo>
                  <a:lnTo>
                    <a:pt x="16" y="109"/>
                  </a:lnTo>
                  <a:lnTo>
                    <a:pt x="0" y="107"/>
                  </a:lnTo>
                  <a:lnTo>
                    <a:pt x="0" y="0"/>
                  </a:lnTo>
                  <a:lnTo>
                    <a:pt x="16" y="1"/>
                  </a:lnTo>
                </a:path>
              </a:pathLst>
            </a:custGeom>
            <a:solidFill>
              <a:srgbClr val="7144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575" name="Freeform 159">
              <a:extLst>
                <a:ext uri="{FF2B5EF4-FFF2-40B4-BE49-F238E27FC236}">
                  <a16:creationId xmlns:a16="http://schemas.microsoft.com/office/drawing/2014/main" id="{8B4C8892-FB89-8952-CF8D-73E49753095B}"/>
                </a:ext>
              </a:extLst>
            </p:cNvPr>
            <p:cNvSpPr>
              <a:spLocks/>
            </p:cNvSpPr>
            <p:nvPr/>
          </p:nvSpPr>
          <p:spPr bwMode="auto">
            <a:xfrm>
              <a:off x="4961" y="3720"/>
              <a:ext cx="37" cy="127"/>
            </a:xfrm>
            <a:custGeom>
              <a:avLst/>
              <a:gdLst>
                <a:gd name="T0" fmla="*/ 0 w 37"/>
                <a:gd name="T1" fmla="*/ 126 h 127"/>
                <a:gd name="T2" fmla="*/ 36 w 37"/>
                <a:gd name="T3" fmla="*/ 110 h 127"/>
                <a:gd name="T4" fmla="*/ 36 w 37"/>
                <a:gd name="T5" fmla="*/ 0 h 127"/>
                <a:gd name="T6" fmla="*/ 0 w 37"/>
                <a:gd name="T7" fmla="*/ 15 h 127"/>
                <a:gd name="T8" fmla="*/ 0 w 37"/>
                <a:gd name="T9" fmla="*/ 126 h 1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127">
                  <a:moveTo>
                    <a:pt x="0" y="126"/>
                  </a:moveTo>
                  <a:lnTo>
                    <a:pt x="36" y="110"/>
                  </a:lnTo>
                  <a:lnTo>
                    <a:pt x="36" y="0"/>
                  </a:lnTo>
                  <a:lnTo>
                    <a:pt x="0" y="15"/>
                  </a:lnTo>
                  <a:lnTo>
                    <a:pt x="0" y="126"/>
                  </a:lnTo>
                </a:path>
              </a:pathLst>
            </a:custGeom>
            <a:solidFill>
              <a:srgbClr val="AD69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576" name="Freeform 160">
              <a:extLst>
                <a:ext uri="{FF2B5EF4-FFF2-40B4-BE49-F238E27FC236}">
                  <a16:creationId xmlns:a16="http://schemas.microsoft.com/office/drawing/2014/main" id="{BDFFB40C-21B1-F746-45A6-2CD3537477C7}"/>
                </a:ext>
              </a:extLst>
            </p:cNvPr>
            <p:cNvSpPr>
              <a:spLocks/>
            </p:cNvSpPr>
            <p:nvPr/>
          </p:nvSpPr>
          <p:spPr bwMode="auto">
            <a:xfrm>
              <a:off x="4937" y="3676"/>
              <a:ext cx="82" cy="75"/>
            </a:xfrm>
            <a:custGeom>
              <a:avLst/>
              <a:gdLst>
                <a:gd name="T0" fmla="*/ 0 w 82"/>
                <a:gd name="T1" fmla="*/ 26 h 75"/>
                <a:gd name="T2" fmla="*/ 0 w 82"/>
                <a:gd name="T3" fmla="*/ 74 h 75"/>
                <a:gd name="T4" fmla="*/ 81 w 82"/>
                <a:gd name="T5" fmla="*/ 42 h 75"/>
                <a:gd name="T6" fmla="*/ 80 w 82"/>
                <a:gd name="T7" fmla="*/ 0 h 75"/>
                <a:gd name="T8" fmla="*/ 0 w 82"/>
                <a:gd name="T9" fmla="*/ 26 h 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2" h="75">
                  <a:moveTo>
                    <a:pt x="0" y="26"/>
                  </a:moveTo>
                  <a:lnTo>
                    <a:pt x="0" y="74"/>
                  </a:lnTo>
                  <a:lnTo>
                    <a:pt x="81" y="42"/>
                  </a:lnTo>
                  <a:lnTo>
                    <a:pt x="80" y="0"/>
                  </a:lnTo>
                  <a:lnTo>
                    <a:pt x="0" y="26"/>
                  </a:lnTo>
                </a:path>
              </a:pathLst>
            </a:custGeom>
            <a:gradFill rotWithShape="0">
              <a:gsLst>
                <a:gs pos="0">
                  <a:srgbClr val="341F00"/>
                </a:gs>
                <a:gs pos="100000">
                  <a:srgbClr val="AD6900"/>
                </a:gs>
              </a:gsLst>
              <a:lin ang="0" scaled="1"/>
            </a:gra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3577" name="Group 163">
              <a:extLst>
                <a:ext uri="{FF2B5EF4-FFF2-40B4-BE49-F238E27FC236}">
                  <a16:creationId xmlns:a16="http://schemas.microsoft.com/office/drawing/2014/main" id="{AFB1C98A-7C79-26C9-57DD-5E84B1F503FD}"/>
                </a:ext>
              </a:extLst>
            </p:cNvPr>
            <p:cNvGrpSpPr>
              <a:grpSpLocks/>
            </p:cNvGrpSpPr>
            <p:nvPr/>
          </p:nvGrpSpPr>
          <p:grpSpPr bwMode="auto">
            <a:xfrm>
              <a:off x="4911" y="3802"/>
              <a:ext cx="22" cy="30"/>
              <a:chOff x="4911" y="3802"/>
              <a:chExt cx="22" cy="30"/>
            </a:xfrm>
          </p:grpSpPr>
          <p:sp>
            <p:nvSpPr>
              <p:cNvPr id="43605" name="Oval 161">
                <a:extLst>
                  <a:ext uri="{FF2B5EF4-FFF2-40B4-BE49-F238E27FC236}">
                    <a16:creationId xmlns:a16="http://schemas.microsoft.com/office/drawing/2014/main" id="{BF4BFA47-D254-4E00-44DD-701DDD5B4206}"/>
                  </a:ext>
                </a:extLst>
              </p:cNvPr>
              <p:cNvSpPr>
                <a:spLocks noChangeArrowheads="1"/>
              </p:cNvSpPr>
              <p:nvPr/>
            </p:nvSpPr>
            <p:spPr bwMode="auto">
              <a:xfrm>
                <a:off x="4911" y="3825"/>
                <a:ext cx="22" cy="7"/>
              </a:xfrm>
              <a:prstGeom prst="ellipse">
                <a:avLst/>
              </a:prstGeom>
              <a:gradFill rotWithShape="0">
                <a:gsLst>
                  <a:gs pos="0">
                    <a:srgbClr val="CECECE"/>
                  </a:gs>
                  <a:gs pos="100000">
                    <a:srgbClr val="D8D8D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606" name="Rectangle 162">
                <a:extLst>
                  <a:ext uri="{FF2B5EF4-FFF2-40B4-BE49-F238E27FC236}">
                    <a16:creationId xmlns:a16="http://schemas.microsoft.com/office/drawing/2014/main" id="{4173B4E5-E742-E255-046F-22E2063288DC}"/>
                  </a:ext>
                </a:extLst>
              </p:cNvPr>
              <p:cNvSpPr>
                <a:spLocks noChangeArrowheads="1"/>
              </p:cNvSpPr>
              <p:nvPr/>
            </p:nvSpPr>
            <p:spPr bwMode="auto">
              <a:xfrm>
                <a:off x="4911" y="3802"/>
                <a:ext cx="22" cy="26"/>
              </a:xfrm>
              <a:prstGeom prst="rect">
                <a:avLst/>
              </a:prstGeom>
              <a:gradFill rotWithShape="0">
                <a:gsLst>
                  <a:gs pos="0">
                    <a:srgbClr val="CECECE"/>
                  </a:gs>
                  <a:gs pos="100000">
                    <a:srgbClr val="D8D8D8"/>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sp>
          <p:nvSpPr>
            <p:cNvPr id="43578" name="Freeform 164">
              <a:extLst>
                <a:ext uri="{FF2B5EF4-FFF2-40B4-BE49-F238E27FC236}">
                  <a16:creationId xmlns:a16="http://schemas.microsoft.com/office/drawing/2014/main" id="{A5163E5D-6F10-A1DC-877C-51C308D148F0}"/>
                </a:ext>
              </a:extLst>
            </p:cNvPr>
            <p:cNvSpPr>
              <a:spLocks/>
            </p:cNvSpPr>
            <p:nvPr/>
          </p:nvSpPr>
          <p:spPr bwMode="auto">
            <a:xfrm>
              <a:off x="4898" y="3782"/>
              <a:ext cx="38" cy="23"/>
            </a:xfrm>
            <a:custGeom>
              <a:avLst/>
              <a:gdLst>
                <a:gd name="T0" fmla="*/ 28 w 38"/>
                <a:gd name="T1" fmla="*/ 22 h 23"/>
                <a:gd name="T2" fmla="*/ 6 w 38"/>
                <a:gd name="T3" fmla="*/ 19 h 23"/>
                <a:gd name="T4" fmla="*/ 0 w 38"/>
                <a:gd name="T5" fmla="*/ 10 h 23"/>
                <a:gd name="T6" fmla="*/ 6 w 38"/>
                <a:gd name="T7" fmla="*/ 0 h 23"/>
                <a:gd name="T8" fmla="*/ 30 w 38"/>
                <a:gd name="T9" fmla="*/ 4 h 23"/>
                <a:gd name="T10" fmla="*/ 37 w 38"/>
                <a:gd name="T11" fmla="*/ 11 h 23"/>
                <a:gd name="T12" fmla="*/ 28 w 38"/>
                <a:gd name="T13" fmla="*/ 22 h 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8" h="23">
                  <a:moveTo>
                    <a:pt x="28" y="22"/>
                  </a:moveTo>
                  <a:lnTo>
                    <a:pt x="6" y="19"/>
                  </a:lnTo>
                  <a:lnTo>
                    <a:pt x="0" y="10"/>
                  </a:lnTo>
                  <a:lnTo>
                    <a:pt x="6" y="0"/>
                  </a:lnTo>
                  <a:lnTo>
                    <a:pt x="30" y="4"/>
                  </a:lnTo>
                  <a:lnTo>
                    <a:pt x="37" y="11"/>
                  </a:lnTo>
                  <a:lnTo>
                    <a:pt x="28" y="22"/>
                  </a:lnTo>
                </a:path>
              </a:pathLst>
            </a:custGeom>
            <a:gradFill rotWithShape="0">
              <a:gsLst>
                <a:gs pos="0">
                  <a:srgbClr val="34363B"/>
                </a:gs>
                <a:gs pos="100000">
                  <a:srgbClr val="AFB4C6"/>
                </a:gs>
              </a:gsLst>
              <a:lin ang="0" scaled="1"/>
            </a:gra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579" name="Freeform 165">
              <a:extLst>
                <a:ext uri="{FF2B5EF4-FFF2-40B4-BE49-F238E27FC236}">
                  <a16:creationId xmlns:a16="http://schemas.microsoft.com/office/drawing/2014/main" id="{6C2AD4DB-9639-FA15-86A6-7A675005DA88}"/>
                </a:ext>
              </a:extLst>
            </p:cNvPr>
            <p:cNvSpPr>
              <a:spLocks/>
            </p:cNvSpPr>
            <p:nvPr/>
          </p:nvSpPr>
          <p:spPr bwMode="auto">
            <a:xfrm>
              <a:off x="4927" y="3781"/>
              <a:ext cx="20" cy="17"/>
            </a:xfrm>
            <a:custGeom>
              <a:avLst/>
              <a:gdLst>
                <a:gd name="T0" fmla="*/ 0 w 20"/>
                <a:gd name="T1" fmla="*/ 6 h 17"/>
                <a:gd name="T2" fmla="*/ 14 w 20"/>
                <a:gd name="T3" fmla="*/ 0 h 17"/>
                <a:gd name="T4" fmla="*/ 19 w 20"/>
                <a:gd name="T5" fmla="*/ 12 h 17"/>
                <a:gd name="T6" fmla="*/ 7 w 20"/>
                <a:gd name="T7" fmla="*/ 16 h 17"/>
                <a:gd name="T8" fmla="*/ 0 w 20"/>
                <a:gd name="T9" fmla="*/ 6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17">
                  <a:moveTo>
                    <a:pt x="0" y="6"/>
                  </a:moveTo>
                  <a:lnTo>
                    <a:pt x="14" y="0"/>
                  </a:lnTo>
                  <a:lnTo>
                    <a:pt x="19" y="12"/>
                  </a:lnTo>
                  <a:lnTo>
                    <a:pt x="7" y="16"/>
                  </a:lnTo>
                  <a:lnTo>
                    <a:pt x="0" y="6"/>
                  </a:lnTo>
                </a:path>
              </a:pathLst>
            </a:custGeom>
            <a:gradFill rotWithShape="0">
              <a:gsLst>
                <a:gs pos="0">
                  <a:srgbClr val="2B2B2B"/>
                </a:gs>
                <a:gs pos="100000">
                  <a:srgbClr val="919191"/>
                </a:gs>
              </a:gsLst>
              <a:lin ang="2700000" scaled="1"/>
            </a:gra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580" name="Freeform 166">
              <a:extLst>
                <a:ext uri="{FF2B5EF4-FFF2-40B4-BE49-F238E27FC236}">
                  <a16:creationId xmlns:a16="http://schemas.microsoft.com/office/drawing/2014/main" id="{F86AD610-6EDB-3FAC-E89D-901AFC005A69}"/>
                </a:ext>
              </a:extLst>
            </p:cNvPr>
            <p:cNvSpPr>
              <a:spLocks/>
            </p:cNvSpPr>
            <p:nvPr/>
          </p:nvSpPr>
          <p:spPr bwMode="auto">
            <a:xfrm>
              <a:off x="4927" y="3789"/>
              <a:ext cx="20" cy="17"/>
            </a:xfrm>
            <a:custGeom>
              <a:avLst/>
              <a:gdLst>
                <a:gd name="T0" fmla="*/ 0 w 20"/>
                <a:gd name="T1" fmla="*/ 16 h 17"/>
                <a:gd name="T2" fmla="*/ 14 w 20"/>
                <a:gd name="T3" fmla="*/ 10 h 17"/>
                <a:gd name="T4" fmla="*/ 19 w 20"/>
                <a:gd name="T5" fmla="*/ 0 h 17"/>
                <a:gd name="T6" fmla="*/ 6 w 20"/>
                <a:gd name="T7" fmla="*/ 3 h 17"/>
                <a:gd name="T8" fmla="*/ 0 w 20"/>
                <a:gd name="T9" fmla="*/ 16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17">
                  <a:moveTo>
                    <a:pt x="0" y="16"/>
                  </a:moveTo>
                  <a:lnTo>
                    <a:pt x="14" y="10"/>
                  </a:lnTo>
                  <a:lnTo>
                    <a:pt x="19" y="0"/>
                  </a:lnTo>
                  <a:lnTo>
                    <a:pt x="6" y="3"/>
                  </a:lnTo>
                  <a:lnTo>
                    <a:pt x="0" y="16"/>
                  </a:lnTo>
                </a:path>
              </a:pathLst>
            </a:custGeom>
            <a:gradFill rotWithShape="0">
              <a:gsLst>
                <a:gs pos="0">
                  <a:srgbClr val="2B2B2B"/>
                </a:gs>
                <a:gs pos="100000">
                  <a:srgbClr val="919191"/>
                </a:gs>
              </a:gsLst>
              <a:lin ang="2700000" scaled="1"/>
            </a:gra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581" name="Freeform 167">
              <a:extLst>
                <a:ext uri="{FF2B5EF4-FFF2-40B4-BE49-F238E27FC236}">
                  <a16:creationId xmlns:a16="http://schemas.microsoft.com/office/drawing/2014/main" id="{C40B31AE-AFB2-BAEB-9633-3F313604E344}"/>
                </a:ext>
              </a:extLst>
            </p:cNvPr>
            <p:cNvSpPr>
              <a:spLocks/>
            </p:cNvSpPr>
            <p:nvPr/>
          </p:nvSpPr>
          <p:spPr bwMode="auto">
            <a:xfrm>
              <a:off x="4841" y="3842"/>
              <a:ext cx="98" cy="42"/>
            </a:xfrm>
            <a:custGeom>
              <a:avLst/>
              <a:gdLst>
                <a:gd name="T0" fmla="*/ 0 w 98"/>
                <a:gd name="T1" fmla="*/ 0 h 42"/>
                <a:gd name="T2" fmla="*/ 0 w 98"/>
                <a:gd name="T3" fmla="*/ 28 h 42"/>
                <a:gd name="T4" fmla="*/ 97 w 98"/>
                <a:gd name="T5" fmla="*/ 41 h 42"/>
                <a:gd name="T6" fmla="*/ 97 w 98"/>
                <a:gd name="T7" fmla="*/ 11 h 42"/>
                <a:gd name="T8" fmla="*/ 0 w 98"/>
                <a:gd name="T9" fmla="*/ 0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8" h="42">
                  <a:moveTo>
                    <a:pt x="0" y="0"/>
                  </a:moveTo>
                  <a:lnTo>
                    <a:pt x="0" y="28"/>
                  </a:lnTo>
                  <a:lnTo>
                    <a:pt x="97" y="41"/>
                  </a:lnTo>
                  <a:lnTo>
                    <a:pt x="97" y="11"/>
                  </a:lnTo>
                  <a:lnTo>
                    <a:pt x="0" y="0"/>
                  </a:lnTo>
                </a:path>
              </a:pathLst>
            </a:custGeom>
            <a:gradFill rotWithShape="0">
              <a:gsLst>
                <a:gs pos="0">
                  <a:srgbClr val="AD6900"/>
                </a:gs>
                <a:gs pos="100000">
                  <a:srgbClr val="341F00"/>
                </a:gs>
              </a:gsLst>
              <a:lin ang="0" scaled="1"/>
            </a:gra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582" name="Freeform 168">
              <a:extLst>
                <a:ext uri="{FF2B5EF4-FFF2-40B4-BE49-F238E27FC236}">
                  <a16:creationId xmlns:a16="http://schemas.microsoft.com/office/drawing/2014/main" id="{BCECEFFB-8BB0-16B1-645D-C856BBE16395}"/>
                </a:ext>
              </a:extLst>
            </p:cNvPr>
            <p:cNvSpPr>
              <a:spLocks/>
            </p:cNvSpPr>
            <p:nvPr/>
          </p:nvSpPr>
          <p:spPr bwMode="auto">
            <a:xfrm>
              <a:off x="4938" y="3822"/>
              <a:ext cx="83" cy="62"/>
            </a:xfrm>
            <a:custGeom>
              <a:avLst/>
              <a:gdLst>
                <a:gd name="T0" fmla="*/ 0 w 83"/>
                <a:gd name="T1" fmla="*/ 31 h 62"/>
                <a:gd name="T2" fmla="*/ 0 w 83"/>
                <a:gd name="T3" fmla="*/ 61 h 62"/>
                <a:gd name="T4" fmla="*/ 82 w 83"/>
                <a:gd name="T5" fmla="*/ 26 h 62"/>
                <a:gd name="T6" fmla="*/ 82 w 83"/>
                <a:gd name="T7" fmla="*/ 0 h 62"/>
                <a:gd name="T8" fmla="*/ 0 w 83"/>
                <a:gd name="T9" fmla="*/ 31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3" h="62">
                  <a:moveTo>
                    <a:pt x="0" y="31"/>
                  </a:moveTo>
                  <a:lnTo>
                    <a:pt x="0" y="61"/>
                  </a:lnTo>
                  <a:lnTo>
                    <a:pt x="82" y="26"/>
                  </a:lnTo>
                  <a:lnTo>
                    <a:pt x="82" y="0"/>
                  </a:lnTo>
                  <a:lnTo>
                    <a:pt x="0" y="31"/>
                  </a:lnTo>
                </a:path>
              </a:pathLst>
            </a:custGeom>
            <a:gradFill rotWithShape="0">
              <a:gsLst>
                <a:gs pos="0">
                  <a:srgbClr val="341F00"/>
                </a:gs>
                <a:gs pos="100000">
                  <a:srgbClr val="AD6900"/>
                </a:gs>
              </a:gsLst>
              <a:lin ang="0" scaled="1"/>
            </a:gra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583" name="Freeform 169">
              <a:extLst>
                <a:ext uri="{FF2B5EF4-FFF2-40B4-BE49-F238E27FC236}">
                  <a16:creationId xmlns:a16="http://schemas.microsoft.com/office/drawing/2014/main" id="{2E6FCC84-6C2C-C60D-F157-118A13F190E4}"/>
                </a:ext>
              </a:extLst>
            </p:cNvPr>
            <p:cNvSpPr>
              <a:spLocks/>
            </p:cNvSpPr>
            <p:nvPr/>
          </p:nvSpPr>
          <p:spPr bwMode="auto">
            <a:xfrm>
              <a:off x="4998" y="3897"/>
              <a:ext cx="60" cy="91"/>
            </a:xfrm>
            <a:custGeom>
              <a:avLst/>
              <a:gdLst>
                <a:gd name="T0" fmla="*/ 39 w 60"/>
                <a:gd name="T1" fmla="*/ 89 h 91"/>
                <a:gd name="T2" fmla="*/ 50 w 60"/>
                <a:gd name="T3" fmla="*/ 87 h 91"/>
                <a:gd name="T4" fmla="*/ 43 w 60"/>
                <a:gd name="T5" fmla="*/ 83 h 91"/>
                <a:gd name="T6" fmla="*/ 38 w 60"/>
                <a:gd name="T7" fmla="*/ 76 h 91"/>
                <a:gd name="T8" fmla="*/ 34 w 60"/>
                <a:gd name="T9" fmla="*/ 67 h 91"/>
                <a:gd name="T10" fmla="*/ 31 w 60"/>
                <a:gd name="T11" fmla="*/ 58 h 91"/>
                <a:gd name="T12" fmla="*/ 30 w 60"/>
                <a:gd name="T13" fmla="*/ 48 h 91"/>
                <a:gd name="T14" fmla="*/ 31 w 60"/>
                <a:gd name="T15" fmla="*/ 34 h 91"/>
                <a:gd name="T16" fmla="*/ 34 w 60"/>
                <a:gd name="T17" fmla="*/ 23 h 91"/>
                <a:gd name="T18" fmla="*/ 38 w 60"/>
                <a:gd name="T19" fmla="*/ 15 h 91"/>
                <a:gd name="T20" fmla="*/ 42 w 60"/>
                <a:gd name="T21" fmla="*/ 9 h 91"/>
                <a:gd name="T22" fmla="*/ 46 w 60"/>
                <a:gd name="T23" fmla="*/ 5 h 91"/>
                <a:gd name="T24" fmla="*/ 50 w 60"/>
                <a:gd name="T25" fmla="*/ 2 h 91"/>
                <a:gd name="T26" fmla="*/ 53 w 60"/>
                <a:gd name="T27" fmla="*/ 1 h 91"/>
                <a:gd name="T28" fmla="*/ 59 w 60"/>
                <a:gd name="T29" fmla="*/ 0 h 91"/>
                <a:gd name="T30" fmla="*/ 25 w 60"/>
                <a:gd name="T31" fmla="*/ 0 h 91"/>
                <a:gd name="T32" fmla="*/ 19 w 60"/>
                <a:gd name="T33" fmla="*/ 2 h 91"/>
                <a:gd name="T34" fmla="*/ 16 w 60"/>
                <a:gd name="T35" fmla="*/ 5 h 91"/>
                <a:gd name="T36" fmla="*/ 12 w 60"/>
                <a:gd name="T37" fmla="*/ 8 h 91"/>
                <a:gd name="T38" fmla="*/ 9 w 60"/>
                <a:gd name="T39" fmla="*/ 12 h 91"/>
                <a:gd name="T40" fmla="*/ 6 w 60"/>
                <a:gd name="T41" fmla="*/ 18 h 91"/>
                <a:gd name="T42" fmla="*/ 3 w 60"/>
                <a:gd name="T43" fmla="*/ 25 h 91"/>
                <a:gd name="T44" fmla="*/ 0 w 60"/>
                <a:gd name="T45" fmla="*/ 36 h 91"/>
                <a:gd name="T46" fmla="*/ 0 w 60"/>
                <a:gd name="T47" fmla="*/ 48 h 91"/>
                <a:gd name="T48" fmla="*/ 1 w 60"/>
                <a:gd name="T49" fmla="*/ 57 h 91"/>
                <a:gd name="T50" fmla="*/ 2 w 60"/>
                <a:gd name="T51" fmla="*/ 63 h 91"/>
                <a:gd name="T52" fmla="*/ 4 w 60"/>
                <a:gd name="T53" fmla="*/ 69 h 91"/>
                <a:gd name="T54" fmla="*/ 7 w 60"/>
                <a:gd name="T55" fmla="*/ 74 h 91"/>
                <a:gd name="T56" fmla="*/ 9 w 60"/>
                <a:gd name="T57" fmla="*/ 78 h 91"/>
                <a:gd name="T58" fmla="*/ 12 w 60"/>
                <a:gd name="T59" fmla="*/ 81 h 91"/>
                <a:gd name="T60" fmla="*/ 15 w 60"/>
                <a:gd name="T61" fmla="*/ 84 h 91"/>
                <a:gd name="T62" fmla="*/ 17 w 60"/>
                <a:gd name="T63" fmla="*/ 86 h 91"/>
                <a:gd name="T64" fmla="*/ 20 w 60"/>
                <a:gd name="T65" fmla="*/ 88 h 91"/>
                <a:gd name="T66" fmla="*/ 24 w 60"/>
                <a:gd name="T67" fmla="*/ 90 h 91"/>
                <a:gd name="T68" fmla="*/ 28 w 60"/>
                <a:gd name="T69" fmla="*/ 90 h 9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60" h="91">
                  <a:moveTo>
                    <a:pt x="30" y="90"/>
                  </a:moveTo>
                  <a:lnTo>
                    <a:pt x="39" y="89"/>
                  </a:lnTo>
                  <a:lnTo>
                    <a:pt x="53" y="89"/>
                  </a:lnTo>
                  <a:lnTo>
                    <a:pt x="50" y="87"/>
                  </a:lnTo>
                  <a:lnTo>
                    <a:pt x="46" y="85"/>
                  </a:lnTo>
                  <a:lnTo>
                    <a:pt x="43" y="83"/>
                  </a:lnTo>
                  <a:lnTo>
                    <a:pt x="41" y="80"/>
                  </a:lnTo>
                  <a:lnTo>
                    <a:pt x="38" y="76"/>
                  </a:lnTo>
                  <a:lnTo>
                    <a:pt x="36" y="72"/>
                  </a:lnTo>
                  <a:lnTo>
                    <a:pt x="34" y="67"/>
                  </a:lnTo>
                  <a:lnTo>
                    <a:pt x="33" y="62"/>
                  </a:lnTo>
                  <a:lnTo>
                    <a:pt x="31" y="58"/>
                  </a:lnTo>
                  <a:lnTo>
                    <a:pt x="31" y="53"/>
                  </a:lnTo>
                  <a:lnTo>
                    <a:pt x="30" y="48"/>
                  </a:lnTo>
                  <a:lnTo>
                    <a:pt x="30" y="40"/>
                  </a:lnTo>
                  <a:lnTo>
                    <a:pt x="31" y="34"/>
                  </a:lnTo>
                  <a:lnTo>
                    <a:pt x="32" y="29"/>
                  </a:lnTo>
                  <a:lnTo>
                    <a:pt x="34" y="23"/>
                  </a:lnTo>
                  <a:lnTo>
                    <a:pt x="36" y="18"/>
                  </a:lnTo>
                  <a:lnTo>
                    <a:pt x="38" y="15"/>
                  </a:lnTo>
                  <a:lnTo>
                    <a:pt x="40" y="11"/>
                  </a:lnTo>
                  <a:lnTo>
                    <a:pt x="42" y="9"/>
                  </a:lnTo>
                  <a:lnTo>
                    <a:pt x="43" y="7"/>
                  </a:lnTo>
                  <a:lnTo>
                    <a:pt x="46" y="5"/>
                  </a:lnTo>
                  <a:lnTo>
                    <a:pt x="48" y="4"/>
                  </a:lnTo>
                  <a:lnTo>
                    <a:pt x="50" y="2"/>
                  </a:lnTo>
                  <a:lnTo>
                    <a:pt x="52" y="2"/>
                  </a:lnTo>
                  <a:lnTo>
                    <a:pt x="53" y="1"/>
                  </a:lnTo>
                  <a:lnTo>
                    <a:pt x="56" y="0"/>
                  </a:lnTo>
                  <a:lnTo>
                    <a:pt x="59" y="0"/>
                  </a:lnTo>
                  <a:lnTo>
                    <a:pt x="28" y="0"/>
                  </a:lnTo>
                  <a:lnTo>
                    <a:pt x="25" y="0"/>
                  </a:lnTo>
                  <a:lnTo>
                    <a:pt x="22" y="1"/>
                  </a:lnTo>
                  <a:lnTo>
                    <a:pt x="19" y="2"/>
                  </a:lnTo>
                  <a:lnTo>
                    <a:pt x="17" y="4"/>
                  </a:lnTo>
                  <a:lnTo>
                    <a:pt x="16" y="5"/>
                  </a:lnTo>
                  <a:lnTo>
                    <a:pt x="14" y="6"/>
                  </a:lnTo>
                  <a:lnTo>
                    <a:pt x="12" y="8"/>
                  </a:lnTo>
                  <a:lnTo>
                    <a:pt x="10" y="10"/>
                  </a:lnTo>
                  <a:lnTo>
                    <a:pt x="9" y="12"/>
                  </a:lnTo>
                  <a:lnTo>
                    <a:pt x="7" y="15"/>
                  </a:lnTo>
                  <a:lnTo>
                    <a:pt x="6" y="18"/>
                  </a:lnTo>
                  <a:lnTo>
                    <a:pt x="4" y="21"/>
                  </a:lnTo>
                  <a:lnTo>
                    <a:pt x="3" y="25"/>
                  </a:lnTo>
                  <a:lnTo>
                    <a:pt x="2" y="30"/>
                  </a:lnTo>
                  <a:lnTo>
                    <a:pt x="0" y="36"/>
                  </a:lnTo>
                  <a:lnTo>
                    <a:pt x="0" y="41"/>
                  </a:lnTo>
                  <a:lnTo>
                    <a:pt x="0" y="48"/>
                  </a:lnTo>
                  <a:lnTo>
                    <a:pt x="0" y="54"/>
                  </a:lnTo>
                  <a:lnTo>
                    <a:pt x="1" y="57"/>
                  </a:lnTo>
                  <a:lnTo>
                    <a:pt x="2" y="61"/>
                  </a:lnTo>
                  <a:lnTo>
                    <a:pt x="2" y="63"/>
                  </a:lnTo>
                  <a:lnTo>
                    <a:pt x="3" y="66"/>
                  </a:lnTo>
                  <a:lnTo>
                    <a:pt x="4" y="69"/>
                  </a:lnTo>
                  <a:lnTo>
                    <a:pt x="6" y="72"/>
                  </a:lnTo>
                  <a:lnTo>
                    <a:pt x="7" y="74"/>
                  </a:lnTo>
                  <a:lnTo>
                    <a:pt x="8" y="77"/>
                  </a:lnTo>
                  <a:lnTo>
                    <a:pt x="9" y="78"/>
                  </a:lnTo>
                  <a:lnTo>
                    <a:pt x="10" y="80"/>
                  </a:lnTo>
                  <a:lnTo>
                    <a:pt x="12" y="81"/>
                  </a:lnTo>
                  <a:lnTo>
                    <a:pt x="13" y="83"/>
                  </a:lnTo>
                  <a:lnTo>
                    <a:pt x="15" y="84"/>
                  </a:lnTo>
                  <a:lnTo>
                    <a:pt x="16" y="85"/>
                  </a:lnTo>
                  <a:lnTo>
                    <a:pt x="17" y="86"/>
                  </a:lnTo>
                  <a:lnTo>
                    <a:pt x="19" y="87"/>
                  </a:lnTo>
                  <a:lnTo>
                    <a:pt x="20" y="88"/>
                  </a:lnTo>
                  <a:lnTo>
                    <a:pt x="22" y="89"/>
                  </a:lnTo>
                  <a:lnTo>
                    <a:pt x="24" y="90"/>
                  </a:lnTo>
                  <a:lnTo>
                    <a:pt x="26" y="90"/>
                  </a:lnTo>
                  <a:lnTo>
                    <a:pt x="28" y="90"/>
                  </a:lnTo>
                  <a:lnTo>
                    <a:pt x="30" y="90"/>
                  </a:lnTo>
                </a:path>
              </a:pathLst>
            </a:custGeom>
            <a:gradFill rotWithShape="0">
              <a:gsLst>
                <a:gs pos="0">
                  <a:srgbClr val="4C2E00"/>
                </a:gs>
                <a:gs pos="100000">
                  <a:srgbClr val="000000"/>
                </a:gs>
              </a:gsLst>
              <a:lin ang="5400000" scaled="1"/>
            </a:gra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584" name="Freeform 170">
              <a:extLst>
                <a:ext uri="{FF2B5EF4-FFF2-40B4-BE49-F238E27FC236}">
                  <a16:creationId xmlns:a16="http://schemas.microsoft.com/office/drawing/2014/main" id="{09789324-4802-6448-178E-4972F53C3B49}"/>
                </a:ext>
              </a:extLst>
            </p:cNvPr>
            <p:cNvSpPr>
              <a:spLocks/>
            </p:cNvSpPr>
            <p:nvPr/>
          </p:nvSpPr>
          <p:spPr bwMode="auto">
            <a:xfrm>
              <a:off x="5022" y="3859"/>
              <a:ext cx="69" cy="178"/>
            </a:xfrm>
            <a:custGeom>
              <a:avLst/>
              <a:gdLst>
                <a:gd name="T0" fmla="*/ 40 w 69"/>
                <a:gd name="T1" fmla="*/ 176 h 178"/>
                <a:gd name="T2" fmla="*/ 52 w 69"/>
                <a:gd name="T3" fmla="*/ 173 h 178"/>
                <a:gd name="T4" fmla="*/ 46 w 69"/>
                <a:gd name="T5" fmla="*/ 164 h 178"/>
                <a:gd name="T6" fmla="*/ 40 w 69"/>
                <a:gd name="T7" fmla="*/ 150 h 178"/>
                <a:gd name="T8" fmla="*/ 36 w 69"/>
                <a:gd name="T9" fmla="*/ 132 h 178"/>
                <a:gd name="T10" fmla="*/ 34 w 69"/>
                <a:gd name="T11" fmla="*/ 114 h 178"/>
                <a:gd name="T12" fmla="*/ 33 w 69"/>
                <a:gd name="T13" fmla="*/ 94 h 178"/>
                <a:gd name="T14" fmla="*/ 35 w 69"/>
                <a:gd name="T15" fmla="*/ 67 h 178"/>
                <a:gd name="T16" fmla="*/ 39 w 69"/>
                <a:gd name="T17" fmla="*/ 45 h 178"/>
                <a:gd name="T18" fmla="*/ 44 w 69"/>
                <a:gd name="T19" fmla="*/ 29 h 178"/>
                <a:gd name="T20" fmla="*/ 48 w 69"/>
                <a:gd name="T21" fmla="*/ 19 h 178"/>
                <a:gd name="T22" fmla="*/ 53 w 69"/>
                <a:gd name="T23" fmla="*/ 11 h 178"/>
                <a:gd name="T24" fmla="*/ 58 w 69"/>
                <a:gd name="T25" fmla="*/ 5 h 178"/>
                <a:gd name="T26" fmla="*/ 62 w 69"/>
                <a:gd name="T27" fmla="*/ 3 h 178"/>
                <a:gd name="T28" fmla="*/ 68 w 69"/>
                <a:gd name="T29" fmla="*/ 1 h 178"/>
                <a:gd name="T30" fmla="*/ 30 w 69"/>
                <a:gd name="T31" fmla="*/ 1 h 178"/>
                <a:gd name="T32" fmla="*/ 24 w 69"/>
                <a:gd name="T33" fmla="*/ 4 h 178"/>
                <a:gd name="T34" fmla="*/ 20 w 69"/>
                <a:gd name="T35" fmla="*/ 9 h 178"/>
                <a:gd name="T36" fmla="*/ 16 w 69"/>
                <a:gd name="T37" fmla="*/ 15 h 178"/>
                <a:gd name="T38" fmla="*/ 12 w 69"/>
                <a:gd name="T39" fmla="*/ 24 h 178"/>
                <a:gd name="T40" fmla="*/ 8 w 69"/>
                <a:gd name="T41" fmla="*/ 34 h 178"/>
                <a:gd name="T42" fmla="*/ 4 w 69"/>
                <a:gd name="T43" fmla="*/ 49 h 178"/>
                <a:gd name="T44" fmla="*/ 1 w 69"/>
                <a:gd name="T45" fmla="*/ 69 h 178"/>
                <a:gd name="T46" fmla="*/ 0 w 69"/>
                <a:gd name="T47" fmla="*/ 93 h 178"/>
                <a:gd name="T48" fmla="*/ 0 w 69"/>
                <a:gd name="T49" fmla="*/ 112 h 178"/>
                <a:gd name="T50" fmla="*/ 2 w 69"/>
                <a:gd name="T51" fmla="*/ 124 h 178"/>
                <a:gd name="T52" fmla="*/ 3 w 69"/>
                <a:gd name="T53" fmla="*/ 134 h 178"/>
                <a:gd name="T54" fmla="*/ 6 w 69"/>
                <a:gd name="T55" fmla="*/ 145 h 178"/>
                <a:gd name="T56" fmla="*/ 8 w 69"/>
                <a:gd name="T57" fmla="*/ 153 h 178"/>
                <a:gd name="T58" fmla="*/ 11 w 69"/>
                <a:gd name="T59" fmla="*/ 159 h 178"/>
                <a:gd name="T60" fmla="*/ 14 w 69"/>
                <a:gd name="T61" fmla="*/ 165 h 178"/>
                <a:gd name="T62" fmla="*/ 16 w 69"/>
                <a:gd name="T63" fmla="*/ 169 h 178"/>
                <a:gd name="T64" fmla="*/ 20 w 69"/>
                <a:gd name="T65" fmla="*/ 173 h 178"/>
                <a:gd name="T66" fmla="*/ 24 w 69"/>
                <a:gd name="T67" fmla="*/ 176 h 178"/>
                <a:gd name="T68" fmla="*/ 28 w 69"/>
                <a:gd name="T69" fmla="*/ 177 h 17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69" h="178">
                  <a:moveTo>
                    <a:pt x="30" y="177"/>
                  </a:moveTo>
                  <a:lnTo>
                    <a:pt x="40" y="176"/>
                  </a:lnTo>
                  <a:lnTo>
                    <a:pt x="56" y="176"/>
                  </a:lnTo>
                  <a:lnTo>
                    <a:pt x="52" y="173"/>
                  </a:lnTo>
                  <a:lnTo>
                    <a:pt x="49" y="169"/>
                  </a:lnTo>
                  <a:lnTo>
                    <a:pt x="46" y="164"/>
                  </a:lnTo>
                  <a:lnTo>
                    <a:pt x="42" y="157"/>
                  </a:lnTo>
                  <a:lnTo>
                    <a:pt x="40" y="150"/>
                  </a:lnTo>
                  <a:lnTo>
                    <a:pt x="38" y="141"/>
                  </a:lnTo>
                  <a:lnTo>
                    <a:pt x="36" y="132"/>
                  </a:lnTo>
                  <a:lnTo>
                    <a:pt x="35" y="123"/>
                  </a:lnTo>
                  <a:lnTo>
                    <a:pt x="34" y="114"/>
                  </a:lnTo>
                  <a:lnTo>
                    <a:pt x="34" y="105"/>
                  </a:lnTo>
                  <a:lnTo>
                    <a:pt x="33" y="94"/>
                  </a:lnTo>
                  <a:lnTo>
                    <a:pt x="34" y="79"/>
                  </a:lnTo>
                  <a:lnTo>
                    <a:pt x="35" y="67"/>
                  </a:lnTo>
                  <a:lnTo>
                    <a:pt x="37" y="57"/>
                  </a:lnTo>
                  <a:lnTo>
                    <a:pt x="39" y="45"/>
                  </a:lnTo>
                  <a:lnTo>
                    <a:pt x="41" y="36"/>
                  </a:lnTo>
                  <a:lnTo>
                    <a:pt x="44" y="29"/>
                  </a:lnTo>
                  <a:lnTo>
                    <a:pt x="46" y="23"/>
                  </a:lnTo>
                  <a:lnTo>
                    <a:pt x="48" y="19"/>
                  </a:lnTo>
                  <a:lnTo>
                    <a:pt x="50" y="15"/>
                  </a:lnTo>
                  <a:lnTo>
                    <a:pt x="53" y="11"/>
                  </a:lnTo>
                  <a:lnTo>
                    <a:pt x="55" y="8"/>
                  </a:lnTo>
                  <a:lnTo>
                    <a:pt x="58" y="5"/>
                  </a:lnTo>
                  <a:lnTo>
                    <a:pt x="60" y="4"/>
                  </a:lnTo>
                  <a:lnTo>
                    <a:pt x="62" y="3"/>
                  </a:lnTo>
                  <a:lnTo>
                    <a:pt x="64" y="2"/>
                  </a:lnTo>
                  <a:lnTo>
                    <a:pt x="68" y="1"/>
                  </a:lnTo>
                  <a:lnTo>
                    <a:pt x="34" y="0"/>
                  </a:lnTo>
                  <a:lnTo>
                    <a:pt x="30" y="1"/>
                  </a:lnTo>
                  <a:lnTo>
                    <a:pt x="27" y="2"/>
                  </a:lnTo>
                  <a:lnTo>
                    <a:pt x="24" y="4"/>
                  </a:lnTo>
                  <a:lnTo>
                    <a:pt x="22" y="7"/>
                  </a:lnTo>
                  <a:lnTo>
                    <a:pt x="20" y="9"/>
                  </a:lnTo>
                  <a:lnTo>
                    <a:pt x="18" y="12"/>
                  </a:lnTo>
                  <a:lnTo>
                    <a:pt x="16" y="15"/>
                  </a:lnTo>
                  <a:lnTo>
                    <a:pt x="14" y="19"/>
                  </a:lnTo>
                  <a:lnTo>
                    <a:pt x="12" y="24"/>
                  </a:lnTo>
                  <a:lnTo>
                    <a:pt x="10" y="29"/>
                  </a:lnTo>
                  <a:lnTo>
                    <a:pt x="8" y="34"/>
                  </a:lnTo>
                  <a:lnTo>
                    <a:pt x="6" y="41"/>
                  </a:lnTo>
                  <a:lnTo>
                    <a:pt x="4" y="49"/>
                  </a:lnTo>
                  <a:lnTo>
                    <a:pt x="3" y="58"/>
                  </a:lnTo>
                  <a:lnTo>
                    <a:pt x="1" y="69"/>
                  </a:lnTo>
                  <a:lnTo>
                    <a:pt x="0" y="80"/>
                  </a:lnTo>
                  <a:lnTo>
                    <a:pt x="0" y="93"/>
                  </a:lnTo>
                  <a:lnTo>
                    <a:pt x="0" y="105"/>
                  </a:lnTo>
                  <a:lnTo>
                    <a:pt x="0" y="112"/>
                  </a:lnTo>
                  <a:lnTo>
                    <a:pt x="1" y="118"/>
                  </a:lnTo>
                  <a:lnTo>
                    <a:pt x="2" y="124"/>
                  </a:lnTo>
                  <a:lnTo>
                    <a:pt x="2" y="128"/>
                  </a:lnTo>
                  <a:lnTo>
                    <a:pt x="3" y="134"/>
                  </a:lnTo>
                  <a:lnTo>
                    <a:pt x="4" y="140"/>
                  </a:lnTo>
                  <a:lnTo>
                    <a:pt x="6" y="145"/>
                  </a:lnTo>
                  <a:lnTo>
                    <a:pt x="7" y="150"/>
                  </a:lnTo>
                  <a:lnTo>
                    <a:pt x="8" y="153"/>
                  </a:lnTo>
                  <a:lnTo>
                    <a:pt x="9" y="156"/>
                  </a:lnTo>
                  <a:lnTo>
                    <a:pt x="11" y="159"/>
                  </a:lnTo>
                  <a:lnTo>
                    <a:pt x="12" y="163"/>
                  </a:lnTo>
                  <a:lnTo>
                    <a:pt x="14" y="165"/>
                  </a:lnTo>
                  <a:lnTo>
                    <a:pt x="15" y="167"/>
                  </a:lnTo>
                  <a:lnTo>
                    <a:pt x="16" y="169"/>
                  </a:lnTo>
                  <a:lnTo>
                    <a:pt x="18" y="171"/>
                  </a:lnTo>
                  <a:lnTo>
                    <a:pt x="20" y="173"/>
                  </a:lnTo>
                  <a:lnTo>
                    <a:pt x="22" y="175"/>
                  </a:lnTo>
                  <a:lnTo>
                    <a:pt x="24" y="176"/>
                  </a:lnTo>
                  <a:lnTo>
                    <a:pt x="26" y="176"/>
                  </a:lnTo>
                  <a:lnTo>
                    <a:pt x="28" y="177"/>
                  </a:lnTo>
                  <a:lnTo>
                    <a:pt x="30" y="177"/>
                  </a:lnTo>
                </a:path>
              </a:pathLst>
            </a:custGeom>
            <a:gradFill rotWithShape="0">
              <a:gsLst>
                <a:gs pos="0">
                  <a:srgbClr val="714400"/>
                </a:gs>
                <a:gs pos="100000">
                  <a:srgbClr val="4F2F00"/>
                </a:gs>
              </a:gsLst>
              <a:lin ang="5400000" scaled="1"/>
            </a:gra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585" name="Oval 171">
              <a:extLst>
                <a:ext uri="{FF2B5EF4-FFF2-40B4-BE49-F238E27FC236}">
                  <a16:creationId xmlns:a16="http://schemas.microsoft.com/office/drawing/2014/main" id="{FB0E3187-F619-AA13-5AA9-E0796413921D}"/>
                </a:ext>
              </a:extLst>
            </p:cNvPr>
            <p:cNvSpPr>
              <a:spLocks noChangeArrowheads="1"/>
            </p:cNvSpPr>
            <p:nvPr/>
          </p:nvSpPr>
          <p:spPr bwMode="auto">
            <a:xfrm rot="120000">
              <a:off x="5054" y="3860"/>
              <a:ext cx="61" cy="174"/>
            </a:xfrm>
            <a:prstGeom prst="ellipse">
              <a:avLst/>
            </a:prstGeom>
            <a:gradFill rotWithShape="0">
              <a:gsLst>
                <a:gs pos="0">
                  <a:srgbClr val="FFFFFF"/>
                </a:gs>
                <a:gs pos="100000">
                  <a:srgbClr val="FDE3BA"/>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nvGrpSpPr>
            <p:cNvPr id="43586" name="Group 177">
              <a:extLst>
                <a:ext uri="{FF2B5EF4-FFF2-40B4-BE49-F238E27FC236}">
                  <a16:creationId xmlns:a16="http://schemas.microsoft.com/office/drawing/2014/main" id="{DF6DA083-F56E-12FE-C7B2-C07CB0C0676C}"/>
                </a:ext>
              </a:extLst>
            </p:cNvPr>
            <p:cNvGrpSpPr>
              <a:grpSpLocks/>
            </p:cNvGrpSpPr>
            <p:nvPr/>
          </p:nvGrpSpPr>
          <p:grpSpPr bwMode="auto">
            <a:xfrm>
              <a:off x="4774" y="3564"/>
              <a:ext cx="291" cy="128"/>
              <a:chOff x="4774" y="3564"/>
              <a:chExt cx="291" cy="128"/>
            </a:xfrm>
          </p:grpSpPr>
          <p:sp>
            <p:nvSpPr>
              <p:cNvPr id="43600" name="Freeform 172">
                <a:extLst>
                  <a:ext uri="{FF2B5EF4-FFF2-40B4-BE49-F238E27FC236}">
                    <a16:creationId xmlns:a16="http://schemas.microsoft.com/office/drawing/2014/main" id="{64458CF0-AB14-AC2A-9F27-CC9538A29813}"/>
                  </a:ext>
                </a:extLst>
              </p:cNvPr>
              <p:cNvSpPr>
                <a:spLocks/>
              </p:cNvSpPr>
              <p:nvPr/>
            </p:nvSpPr>
            <p:spPr bwMode="auto">
              <a:xfrm>
                <a:off x="4794" y="3633"/>
                <a:ext cx="251" cy="59"/>
              </a:xfrm>
              <a:custGeom>
                <a:avLst/>
                <a:gdLst>
                  <a:gd name="T0" fmla="*/ 0 w 251"/>
                  <a:gd name="T1" fmla="*/ 10 h 59"/>
                  <a:gd name="T2" fmla="*/ 1 w 251"/>
                  <a:gd name="T3" fmla="*/ 28 h 59"/>
                  <a:gd name="T4" fmla="*/ 2 w 251"/>
                  <a:gd name="T5" fmla="*/ 31 h 59"/>
                  <a:gd name="T6" fmla="*/ 3 w 251"/>
                  <a:gd name="T7" fmla="*/ 33 h 59"/>
                  <a:gd name="T8" fmla="*/ 5 w 251"/>
                  <a:gd name="T9" fmla="*/ 35 h 59"/>
                  <a:gd name="T10" fmla="*/ 6 w 251"/>
                  <a:gd name="T11" fmla="*/ 37 h 59"/>
                  <a:gd name="T12" fmla="*/ 9 w 251"/>
                  <a:gd name="T13" fmla="*/ 39 h 59"/>
                  <a:gd name="T14" fmla="*/ 11 w 251"/>
                  <a:gd name="T15" fmla="*/ 40 h 59"/>
                  <a:gd name="T16" fmla="*/ 13 w 251"/>
                  <a:gd name="T17" fmla="*/ 41 h 59"/>
                  <a:gd name="T18" fmla="*/ 15 w 251"/>
                  <a:gd name="T19" fmla="*/ 43 h 59"/>
                  <a:gd name="T20" fmla="*/ 18 w 251"/>
                  <a:gd name="T21" fmla="*/ 44 h 59"/>
                  <a:gd name="T22" fmla="*/ 21 w 251"/>
                  <a:gd name="T23" fmla="*/ 45 h 59"/>
                  <a:gd name="T24" fmla="*/ 24 w 251"/>
                  <a:gd name="T25" fmla="*/ 46 h 59"/>
                  <a:gd name="T26" fmla="*/ 28 w 251"/>
                  <a:gd name="T27" fmla="*/ 47 h 59"/>
                  <a:gd name="T28" fmla="*/ 31 w 251"/>
                  <a:gd name="T29" fmla="*/ 48 h 59"/>
                  <a:gd name="T30" fmla="*/ 35 w 251"/>
                  <a:gd name="T31" fmla="*/ 49 h 59"/>
                  <a:gd name="T32" fmla="*/ 38 w 251"/>
                  <a:gd name="T33" fmla="*/ 50 h 59"/>
                  <a:gd name="T34" fmla="*/ 42 w 251"/>
                  <a:gd name="T35" fmla="*/ 51 h 59"/>
                  <a:gd name="T36" fmla="*/ 45 w 251"/>
                  <a:gd name="T37" fmla="*/ 51 h 59"/>
                  <a:gd name="T38" fmla="*/ 50 w 251"/>
                  <a:gd name="T39" fmla="*/ 52 h 59"/>
                  <a:gd name="T40" fmla="*/ 56 w 251"/>
                  <a:gd name="T41" fmla="*/ 54 h 59"/>
                  <a:gd name="T42" fmla="*/ 62 w 251"/>
                  <a:gd name="T43" fmla="*/ 54 h 59"/>
                  <a:gd name="T44" fmla="*/ 68 w 251"/>
                  <a:gd name="T45" fmla="*/ 56 h 59"/>
                  <a:gd name="T46" fmla="*/ 75 w 251"/>
                  <a:gd name="T47" fmla="*/ 57 h 59"/>
                  <a:gd name="T48" fmla="*/ 97 w 251"/>
                  <a:gd name="T49" fmla="*/ 58 h 59"/>
                  <a:gd name="T50" fmla="*/ 129 w 251"/>
                  <a:gd name="T51" fmla="*/ 57 h 59"/>
                  <a:gd name="T52" fmla="*/ 165 w 251"/>
                  <a:gd name="T53" fmla="*/ 55 h 59"/>
                  <a:gd name="T54" fmla="*/ 176 w 251"/>
                  <a:gd name="T55" fmla="*/ 53 h 59"/>
                  <a:gd name="T56" fmla="*/ 200 w 251"/>
                  <a:gd name="T57" fmla="*/ 49 h 59"/>
                  <a:gd name="T58" fmla="*/ 206 w 251"/>
                  <a:gd name="T59" fmla="*/ 48 h 59"/>
                  <a:gd name="T60" fmla="*/ 213 w 251"/>
                  <a:gd name="T61" fmla="*/ 47 h 59"/>
                  <a:gd name="T62" fmla="*/ 219 w 251"/>
                  <a:gd name="T63" fmla="*/ 45 h 59"/>
                  <a:gd name="T64" fmla="*/ 224 w 251"/>
                  <a:gd name="T65" fmla="*/ 43 h 59"/>
                  <a:gd name="T66" fmla="*/ 228 w 251"/>
                  <a:gd name="T67" fmla="*/ 42 h 59"/>
                  <a:gd name="T68" fmla="*/ 233 w 251"/>
                  <a:gd name="T69" fmla="*/ 40 h 59"/>
                  <a:gd name="T70" fmla="*/ 236 w 251"/>
                  <a:gd name="T71" fmla="*/ 38 h 59"/>
                  <a:gd name="T72" fmla="*/ 240 w 251"/>
                  <a:gd name="T73" fmla="*/ 36 h 59"/>
                  <a:gd name="T74" fmla="*/ 244 w 251"/>
                  <a:gd name="T75" fmla="*/ 33 h 59"/>
                  <a:gd name="T76" fmla="*/ 245 w 251"/>
                  <a:gd name="T77" fmla="*/ 32 h 59"/>
                  <a:gd name="T78" fmla="*/ 246 w 251"/>
                  <a:gd name="T79" fmla="*/ 31 h 59"/>
                  <a:gd name="T80" fmla="*/ 247 w 251"/>
                  <a:gd name="T81" fmla="*/ 29 h 59"/>
                  <a:gd name="T82" fmla="*/ 248 w 251"/>
                  <a:gd name="T83" fmla="*/ 27 h 59"/>
                  <a:gd name="T84" fmla="*/ 250 w 251"/>
                  <a:gd name="T85" fmla="*/ 26 h 59"/>
                  <a:gd name="T86" fmla="*/ 250 w 251"/>
                  <a:gd name="T87" fmla="*/ 7 h 59"/>
                  <a:gd name="T88" fmla="*/ 250 w 251"/>
                  <a:gd name="T89" fmla="*/ 0 h 59"/>
                  <a:gd name="T90" fmla="*/ 0 w 251"/>
                  <a:gd name="T91" fmla="*/ 10 h 5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51" h="59">
                    <a:moveTo>
                      <a:pt x="0" y="10"/>
                    </a:moveTo>
                    <a:lnTo>
                      <a:pt x="1" y="28"/>
                    </a:lnTo>
                    <a:lnTo>
                      <a:pt x="2" y="31"/>
                    </a:lnTo>
                    <a:lnTo>
                      <a:pt x="3" y="33"/>
                    </a:lnTo>
                    <a:lnTo>
                      <a:pt x="5" y="35"/>
                    </a:lnTo>
                    <a:lnTo>
                      <a:pt x="6" y="37"/>
                    </a:lnTo>
                    <a:lnTo>
                      <a:pt x="9" y="39"/>
                    </a:lnTo>
                    <a:lnTo>
                      <a:pt x="11" y="40"/>
                    </a:lnTo>
                    <a:lnTo>
                      <a:pt x="13" y="41"/>
                    </a:lnTo>
                    <a:lnTo>
                      <a:pt x="15" y="43"/>
                    </a:lnTo>
                    <a:lnTo>
                      <a:pt x="18" y="44"/>
                    </a:lnTo>
                    <a:lnTo>
                      <a:pt x="21" y="45"/>
                    </a:lnTo>
                    <a:lnTo>
                      <a:pt x="24" y="46"/>
                    </a:lnTo>
                    <a:lnTo>
                      <a:pt x="28" y="47"/>
                    </a:lnTo>
                    <a:lnTo>
                      <a:pt x="31" y="48"/>
                    </a:lnTo>
                    <a:lnTo>
                      <a:pt x="35" y="49"/>
                    </a:lnTo>
                    <a:lnTo>
                      <a:pt x="38" y="50"/>
                    </a:lnTo>
                    <a:lnTo>
                      <a:pt x="42" y="51"/>
                    </a:lnTo>
                    <a:lnTo>
                      <a:pt x="45" y="51"/>
                    </a:lnTo>
                    <a:lnTo>
                      <a:pt x="50" y="52"/>
                    </a:lnTo>
                    <a:lnTo>
                      <a:pt x="56" y="54"/>
                    </a:lnTo>
                    <a:lnTo>
                      <a:pt x="62" y="54"/>
                    </a:lnTo>
                    <a:lnTo>
                      <a:pt x="68" y="56"/>
                    </a:lnTo>
                    <a:lnTo>
                      <a:pt x="75" y="57"/>
                    </a:lnTo>
                    <a:lnTo>
                      <a:pt x="97" y="58"/>
                    </a:lnTo>
                    <a:lnTo>
                      <a:pt x="129" y="57"/>
                    </a:lnTo>
                    <a:lnTo>
                      <a:pt x="165" y="55"/>
                    </a:lnTo>
                    <a:lnTo>
                      <a:pt x="176" y="53"/>
                    </a:lnTo>
                    <a:lnTo>
                      <a:pt x="200" y="49"/>
                    </a:lnTo>
                    <a:lnTo>
                      <a:pt x="206" y="48"/>
                    </a:lnTo>
                    <a:lnTo>
                      <a:pt x="213" y="47"/>
                    </a:lnTo>
                    <a:lnTo>
                      <a:pt x="219" y="45"/>
                    </a:lnTo>
                    <a:lnTo>
                      <a:pt x="224" y="43"/>
                    </a:lnTo>
                    <a:lnTo>
                      <a:pt x="228" y="42"/>
                    </a:lnTo>
                    <a:lnTo>
                      <a:pt x="233" y="40"/>
                    </a:lnTo>
                    <a:lnTo>
                      <a:pt x="236" y="38"/>
                    </a:lnTo>
                    <a:lnTo>
                      <a:pt x="240" y="36"/>
                    </a:lnTo>
                    <a:lnTo>
                      <a:pt x="244" y="33"/>
                    </a:lnTo>
                    <a:lnTo>
                      <a:pt x="245" y="32"/>
                    </a:lnTo>
                    <a:lnTo>
                      <a:pt x="246" y="31"/>
                    </a:lnTo>
                    <a:lnTo>
                      <a:pt x="247" y="29"/>
                    </a:lnTo>
                    <a:lnTo>
                      <a:pt x="248" y="27"/>
                    </a:lnTo>
                    <a:lnTo>
                      <a:pt x="250" y="26"/>
                    </a:lnTo>
                    <a:lnTo>
                      <a:pt x="250" y="7"/>
                    </a:lnTo>
                    <a:lnTo>
                      <a:pt x="250" y="0"/>
                    </a:lnTo>
                    <a:lnTo>
                      <a:pt x="0" y="10"/>
                    </a:lnTo>
                  </a:path>
                </a:pathLst>
              </a:custGeom>
              <a:gradFill rotWithShape="0">
                <a:gsLst>
                  <a:gs pos="0">
                    <a:srgbClr val="714400"/>
                  </a:gs>
                  <a:gs pos="100000">
                    <a:srgbClr val="221400"/>
                  </a:gs>
                </a:gsLst>
                <a:lin ang="5400000" scaled="1"/>
              </a:gra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01" name="Freeform 173">
                <a:extLst>
                  <a:ext uri="{FF2B5EF4-FFF2-40B4-BE49-F238E27FC236}">
                    <a16:creationId xmlns:a16="http://schemas.microsoft.com/office/drawing/2014/main" id="{F2358224-7891-40CE-A3E1-D762B1C6FB35}"/>
                  </a:ext>
                </a:extLst>
              </p:cNvPr>
              <p:cNvSpPr>
                <a:spLocks/>
              </p:cNvSpPr>
              <p:nvPr/>
            </p:nvSpPr>
            <p:spPr bwMode="auto">
              <a:xfrm>
                <a:off x="4780" y="3612"/>
                <a:ext cx="279" cy="59"/>
              </a:xfrm>
              <a:custGeom>
                <a:avLst/>
                <a:gdLst>
                  <a:gd name="T0" fmla="*/ 0 w 279"/>
                  <a:gd name="T1" fmla="*/ 14 h 59"/>
                  <a:gd name="T2" fmla="*/ 1 w 279"/>
                  <a:gd name="T3" fmla="*/ 28 h 59"/>
                  <a:gd name="T4" fmla="*/ 2 w 279"/>
                  <a:gd name="T5" fmla="*/ 31 h 59"/>
                  <a:gd name="T6" fmla="*/ 4 w 279"/>
                  <a:gd name="T7" fmla="*/ 33 h 59"/>
                  <a:gd name="T8" fmla="*/ 5 w 279"/>
                  <a:gd name="T9" fmla="*/ 35 h 59"/>
                  <a:gd name="T10" fmla="*/ 8 w 279"/>
                  <a:gd name="T11" fmla="*/ 37 h 59"/>
                  <a:gd name="T12" fmla="*/ 10 w 279"/>
                  <a:gd name="T13" fmla="*/ 39 h 59"/>
                  <a:gd name="T14" fmla="*/ 12 w 279"/>
                  <a:gd name="T15" fmla="*/ 40 h 59"/>
                  <a:gd name="T16" fmla="*/ 15 w 279"/>
                  <a:gd name="T17" fmla="*/ 41 h 59"/>
                  <a:gd name="T18" fmla="*/ 18 w 279"/>
                  <a:gd name="T19" fmla="*/ 43 h 59"/>
                  <a:gd name="T20" fmla="*/ 20 w 279"/>
                  <a:gd name="T21" fmla="*/ 44 h 59"/>
                  <a:gd name="T22" fmla="*/ 24 w 279"/>
                  <a:gd name="T23" fmla="*/ 45 h 59"/>
                  <a:gd name="T24" fmla="*/ 27 w 279"/>
                  <a:gd name="T25" fmla="*/ 46 h 59"/>
                  <a:gd name="T26" fmla="*/ 31 w 279"/>
                  <a:gd name="T27" fmla="*/ 47 h 59"/>
                  <a:gd name="T28" fmla="*/ 35 w 279"/>
                  <a:gd name="T29" fmla="*/ 48 h 59"/>
                  <a:gd name="T30" fmla="*/ 39 w 279"/>
                  <a:gd name="T31" fmla="*/ 49 h 59"/>
                  <a:gd name="T32" fmla="*/ 43 w 279"/>
                  <a:gd name="T33" fmla="*/ 50 h 59"/>
                  <a:gd name="T34" fmla="*/ 47 w 279"/>
                  <a:gd name="T35" fmla="*/ 51 h 59"/>
                  <a:gd name="T36" fmla="*/ 51 w 279"/>
                  <a:gd name="T37" fmla="*/ 51 h 59"/>
                  <a:gd name="T38" fmla="*/ 56 w 279"/>
                  <a:gd name="T39" fmla="*/ 52 h 59"/>
                  <a:gd name="T40" fmla="*/ 62 w 279"/>
                  <a:gd name="T41" fmla="*/ 54 h 59"/>
                  <a:gd name="T42" fmla="*/ 69 w 279"/>
                  <a:gd name="T43" fmla="*/ 54 h 59"/>
                  <a:gd name="T44" fmla="*/ 76 w 279"/>
                  <a:gd name="T45" fmla="*/ 56 h 59"/>
                  <a:gd name="T46" fmla="*/ 83 w 279"/>
                  <a:gd name="T47" fmla="*/ 57 h 59"/>
                  <a:gd name="T48" fmla="*/ 108 w 279"/>
                  <a:gd name="T49" fmla="*/ 58 h 59"/>
                  <a:gd name="T50" fmla="*/ 144 w 279"/>
                  <a:gd name="T51" fmla="*/ 57 h 59"/>
                  <a:gd name="T52" fmla="*/ 183 w 279"/>
                  <a:gd name="T53" fmla="*/ 55 h 59"/>
                  <a:gd name="T54" fmla="*/ 196 w 279"/>
                  <a:gd name="T55" fmla="*/ 53 h 59"/>
                  <a:gd name="T56" fmla="*/ 221 w 279"/>
                  <a:gd name="T57" fmla="*/ 49 h 59"/>
                  <a:gd name="T58" fmla="*/ 228 w 279"/>
                  <a:gd name="T59" fmla="*/ 48 h 59"/>
                  <a:gd name="T60" fmla="*/ 235 w 279"/>
                  <a:gd name="T61" fmla="*/ 47 h 59"/>
                  <a:gd name="T62" fmla="*/ 242 w 279"/>
                  <a:gd name="T63" fmla="*/ 45 h 59"/>
                  <a:gd name="T64" fmla="*/ 248 w 279"/>
                  <a:gd name="T65" fmla="*/ 43 h 59"/>
                  <a:gd name="T66" fmla="*/ 253 w 279"/>
                  <a:gd name="T67" fmla="*/ 42 h 59"/>
                  <a:gd name="T68" fmla="*/ 258 w 279"/>
                  <a:gd name="T69" fmla="*/ 40 h 59"/>
                  <a:gd name="T70" fmla="*/ 262 w 279"/>
                  <a:gd name="T71" fmla="*/ 38 h 59"/>
                  <a:gd name="T72" fmla="*/ 266 w 279"/>
                  <a:gd name="T73" fmla="*/ 36 h 59"/>
                  <a:gd name="T74" fmla="*/ 270 w 279"/>
                  <a:gd name="T75" fmla="*/ 33 h 59"/>
                  <a:gd name="T76" fmla="*/ 271 w 279"/>
                  <a:gd name="T77" fmla="*/ 32 h 59"/>
                  <a:gd name="T78" fmla="*/ 273 w 279"/>
                  <a:gd name="T79" fmla="*/ 31 h 59"/>
                  <a:gd name="T80" fmla="*/ 274 w 279"/>
                  <a:gd name="T81" fmla="*/ 29 h 59"/>
                  <a:gd name="T82" fmla="*/ 275 w 279"/>
                  <a:gd name="T83" fmla="*/ 27 h 59"/>
                  <a:gd name="T84" fmla="*/ 278 w 279"/>
                  <a:gd name="T85" fmla="*/ 22 h 59"/>
                  <a:gd name="T86" fmla="*/ 278 w 279"/>
                  <a:gd name="T87" fmla="*/ 8 h 59"/>
                  <a:gd name="T88" fmla="*/ 277 w 279"/>
                  <a:gd name="T89" fmla="*/ 0 h 59"/>
                  <a:gd name="T90" fmla="*/ 0 w 279"/>
                  <a:gd name="T91" fmla="*/ 14 h 5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79" h="59">
                    <a:moveTo>
                      <a:pt x="0" y="14"/>
                    </a:moveTo>
                    <a:lnTo>
                      <a:pt x="1" y="28"/>
                    </a:lnTo>
                    <a:lnTo>
                      <a:pt x="2" y="31"/>
                    </a:lnTo>
                    <a:lnTo>
                      <a:pt x="4" y="33"/>
                    </a:lnTo>
                    <a:lnTo>
                      <a:pt x="5" y="35"/>
                    </a:lnTo>
                    <a:lnTo>
                      <a:pt x="8" y="37"/>
                    </a:lnTo>
                    <a:lnTo>
                      <a:pt x="10" y="39"/>
                    </a:lnTo>
                    <a:lnTo>
                      <a:pt x="12" y="40"/>
                    </a:lnTo>
                    <a:lnTo>
                      <a:pt x="15" y="41"/>
                    </a:lnTo>
                    <a:lnTo>
                      <a:pt x="18" y="43"/>
                    </a:lnTo>
                    <a:lnTo>
                      <a:pt x="20" y="44"/>
                    </a:lnTo>
                    <a:lnTo>
                      <a:pt x="24" y="45"/>
                    </a:lnTo>
                    <a:lnTo>
                      <a:pt x="27" y="46"/>
                    </a:lnTo>
                    <a:lnTo>
                      <a:pt x="31" y="47"/>
                    </a:lnTo>
                    <a:lnTo>
                      <a:pt x="35" y="48"/>
                    </a:lnTo>
                    <a:lnTo>
                      <a:pt x="39" y="49"/>
                    </a:lnTo>
                    <a:lnTo>
                      <a:pt x="43" y="50"/>
                    </a:lnTo>
                    <a:lnTo>
                      <a:pt x="47" y="51"/>
                    </a:lnTo>
                    <a:lnTo>
                      <a:pt x="51" y="51"/>
                    </a:lnTo>
                    <a:lnTo>
                      <a:pt x="56" y="52"/>
                    </a:lnTo>
                    <a:lnTo>
                      <a:pt x="62" y="54"/>
                    </a:lnTo>
                    <a:lnTo>
                      <a:pt x="69" y="54"/>
                    </a:lnTo>
                    <a:lnTo>
                      <a:pt x="76" y="56"/>
                    </a:lnTo>
                    <a:lnTo>
                      <a:pt x="83" y="57"/>
                    </a:lnTo>
                    <a:lnTo>
                      <a:pt x="108" y="58"/>
                    </a:lnTo>
                    <a:lnTo>
                      <a:pt x="144" y="57"/>
                    </a:lnTo>
                    <a:lnTo>
                      <a:pt x="183" y="55"/>
                    </a:lnTo>
                    <a:lnTo>
                      <a:pt x="196" y="53"/>
                    </a:lnTo>
                    <a:lnTo>
                      <a:pt x="221" y="49"/>
                    </a:lnTo>
                    <a:lnTo>
                      <a:pt x="228" y="48"/>
                    </a:lnTo>
                    <a:lnTo>
                      <a:pt x="235" y="47"/>
                    </a:lnTo>
                    <a:lnTo>
                      <a:pt x="242" y="45"/>
                    </a:lnTo>
                    <a:lnTo>
                      <a:pt x="248" y="43"/>
                    </a:lnTo>
                    <a:lnTo>
                      <a:pt x="253" y="42"/>
                    </a:lnTo>
                    <a:lnTo>
                      <a:pt x="258" y="40"/>
                    </a:lnTo>
                    <a:lnTo>
                      <a:pt x="262" y="38"/>
                    </a:lnTo>
                    <a:lnTo>
                      <a:pt x="266" y="36"/>
                    </a:lnTo>
                    <a:lnTo>
                      <a:pt x="270" y="33"/>
                    </a:lnTo>
                    <a:lnTo>
                      <a:pt x="271" y="32"/>
                    </a:lnTo>
                    <a:lnTo>
                      <a:pt x="273" y="31"/>
                    </a:lnTo>
                    <a:lnTo>
                      <a:pt x="274" y="29"/>
                    </a:lnTo>
                    <a:lnTo>
                      <a:pt x="275" y="27"/>
                    </a:lnTo>
                    <a:lnTo>
                      <a:pt x="278" y="22"/>
                    </a:lnTo>
                    <a:lnTo>
                      <a:pt x="278" y="8"/>
                    </a:lnTo>
                    <a:lnTo>
                      <a:pt x="277" y="0"/>
                    </a:lnTo>
                    <a:lnTo>
                      <a:pt x="0" y="14"/>
                    </a:lnTo>
                  </a:path>
                </a:pathLst>
              </a:custGeom>
              <a:gradFill rotWithShape="0">
                <a:gsLst>
                  <a:gs pos="0">
                    <a:srgbClr val="AD6900"/>
                  </a:gs>
                  <a:gs pos="100000">
                    <a:srgbClr val="9B5E00"/>
                  </a:gs>
                </a:gsLst>
                <a:lin ang="5400000" scaled="1"/>
              </a:gra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02" name="Oval 174">
                <a:extLst>
                  <a:ext uri="{FF2B5EF4-FFF2-40B4-BE49-F238E27FC236}">
                    <a16:creationId xmlns:a16="http://schemas.microsoft.com/office/drawing/2014/main" id="{30C34391-0408-09B1-48E5-07ACFBDB9712}"/>
                  </a:ext>
                </a:extLst>
              </p:cNvPr>
              <p:cNvSpPr>
                <a:spLocks noChangeArrowheads="1"/>
              </p:cNvSpPr>
              <p:nvPr/>
            </p:nvSpPr>
            <p:spPr bwMode="auto">
              <a:xfrm rot="-5520000">
                <a:off x="4884" y="3478"/>
                <a:ext cx="71" cy="291"/>
              </a:xfrm>
              <a:prstGeom prst="ellipse">
                <a:avLst/>
              </a:prstGeom>
              <a:gradFill rotWithShape="0">
                <a:gsLst>
                  <a:gs pos="0">
                    <a:srgbClr val="AD6900"/>
                  </a:gs>
                  <a:gs pos="100000">
                    <a:srgbClr val="B5781A"/>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603" name="Freeform 175">
                <a:extLst>
                  <a:ext uri="{FF2B5EF4-FFF2-40B4-BE49-F238E27FC236}">
                    <a16:creationId xmlns:a16="http://schemas.microsoft.com/office/drawing/2014/main" id="{5F3EC3A9-B921-8523-2608-70CE1F763CFC}"/>
                  </a:ext>
                </a:extLst>
              </p:cNvPr>
              <p:cNvSpPr>
                <a:spLocks/>
              </p:cNvSpPr>
              <p:nvPr/>
            </p:nvSpPr>
            <p:spPr bwMode="auto">
              <a:xfrm>
                <a:off x="4793" y="3587"/>
                <a:ext cx="251" cy="61"/>
              </a:xfrm>
              <a:custGeom>
                <a:avLst/>
                <a:gdLst>
                  <a:gd name="T0" fmla="*/ 0 w 251"/>
                  <a:gd name="T1" fmla="*/ 10 h 61"/>
                  <a:gd name="T2" fmla="*/ 1 w 251"/>
                  <a:gd name="T3" fmla="*/ 29 h 61"/>
                  <a:gd name="T4" fmla="*/ 2 w 251"/>
                  <a:gd name="T5" fmla="*/ 32 h 61"/>
                  <a:gd name="T6" fmla="*/ 3 w 251"/>
                  <a:gd name="T7" fmla="*/ 34 h 61"/>
                  <a:gd name="T8" fmla="*/ 5 w 251"/>
                  <a:gd name="T9" fmla="*/ 36 h 61"/>
                  <a:gd name="T10" fmla="*/ 6 w 251"/>
                  <a:gd name="T11" fmla="*/ 38 h 61"/>
                  <a:gd name="T12" fmla="*/ 9 w 251"/>
                  <a:gd name="T13" fmla="*/ 40 h 61"/>
                  <a:gd name="T14" fmla="*/ 11 w 251"/>
                  <a:gd name="T15" fmla="*/ 42 h 61"/>
                  <a:gd name="T16" fmla="*/ 13 w 251"/>
                  <a:gd name="T17" fmla="*/ 43 h 61"/>
                  <a:gd name="T18" fmla="*/ 15 w 251"/>
                  <a:gd name="T19" fmla="*/ 45 h 61"/>
                  <a:gd name="T20" fmla="*/ 18 w 251"/>
                  <a:gd name="T21" fmla="*/ 46 h 61"/>
                  <a:gd name="T22" fmla="*/ 21 w 251"/>
                  <a:gd name="T23" fmla="*/ 47 h 61"/>
                  <a:gd name="T24" fmla="*/ 24 w 251"/>
                  <a:gd name="T25" fmla="*/ 48 h 61"/>
                  <a:gd name="T26" fmla="*/ 28 w 251"/>
                  <a:gd name="T27" fmla="*/ 49 h 61"/>
                  <a:gd name="T28" fmla="*/ 31 w 251"/>
                  <a:gd name="T29" fmla="*/ 50 h 61"/>
                  <a:gd name="T30" fmla="*/ 35 w 251"/>
                  <a:gd name="T31" fmla="*/ 51 h 61"/>
                  <a:gd name="T32" fmla="*/ 38 w 251"/>
                  <a:gd name="T33" fmla="*/ 52 h 61"/>
                  <a:gd name="T34" fmla="*/ 42 w 251"/>
                  <a:gd name="T35" fmla="*/ 53 h 61"/>
                  <a:gd name="T36" fmla="*/ 45 w 251"/>
                  <a:gd name="T37" fmla="*/ 53 h 61"/>
                  <a:gd name="T38" fmla="*/ 50 w 251"/>
                  <a:gd name="T39" fmla="*/ 54 h 61"/>
                  <a:gd name="T40" fmla="*/ 56 w 251"/>
                  <a:gd name="T41" fmla="*/ 55 h 61"/>
                  <a:gd name="T42" fmla="*/ 62 w 251"/>
                  <a:gd name="T43" fmla="*/ 56 h 61"/>
                  <a:gd name="T44" fmla="*/ 68 w 251"/>
                  <a:gd name="T45" fmla="*/ 57 h 61"/>
                  <a:gd name="T46" fmla="*/ 75 w 251"/>
                  <a:gd name="T47" fmla="*/ 59 h 61"/>
                  <a:gd name="T48" fmla="*/ 97 w 251"/>
                  <a:gd name="T49" fmla="*/ 60 h 61"/>
                  <a:gd name="T50" fmla="*/ 129 w 251"/>
                  <a:gd name="T51" fmla="*/ 59 h 61"/>
                  <a:gd name="T52" fmla="*/ 165 w 251"/>
                  <a:gd name="T53" fmla="*/ 57 h 61"/>
                  <a:gd name="T54" fmla="*/ 176 w 251"/>
                  <a:gd name="T55" fmla="*/ 54 h 61"/>
                  <a:gd name="T56" fmla="*/ 200 w 251"/>
                  <a:gd name="T57" fmla="*/ 51 h 61"/>
                  <a:gd name="T58" fmla="*/ 206 w 251"/>
                  <a:gd name="T59" fmla="*/ 50 h 61"/>
                  <a:gd name="T60" fmla="*/ 213 w 251"/>
                  <a:gd name="T61" fmla="*/ 48 h 61"/>
                  <a:gd name="T62" fmla="*/ 219 w 251"/>
                  <a:gd name="T63" fmla="*/ 46 h 61"/>
                  <a:gd name="T64" fmla="*/ 224 w 251"/>
                  <a:gd name="T65" fmla="*/ 45 h 61"/>
                  <a:gd name="T66" fmla="*/ 228 w 251"/>
                  <a:gd name="T67" fmla="*/ 43 h 61"/>
                  <a:gd name="T68" fmla="*/ 233 w 251"/>
                  <a:gd name="T69" fmla="*/ 41 h 61"/>
                  <a:gd name="T70" fmla="*/ 236 w 251"/>
                  <a:gd name="T71" fmla="*/ 39 h 61"/>
                  <a:gd name="T72" fmla="*/ 240 w 251"/>
                  <a:gd name="T73" fmla="*/ 37 h 61"/>
                  <a:gd name="T74" fmla="*/ 244 w 251"/>
                  <a:gd name="T75" fmla="*/ 35 h 61"/>
                  <a:gd name="T76" fmla="*/ 245 w 251"/>
                  <a:gd name="T77" fmla="*/ 33 h 61"/>
                  <a:gd name="T78" fmla="*/ 246 w 251"/>
                  <a:gd name="T79" fmla="*/ 32 h 61"/>
                  <a:gd name="T80" fmla="*/ 247 w 251"/>
                  <a:gd name="T81" fmla="*/ 30 h 61"/>
                  <a:gd name="T82" fmla="*/ 248 w 251"/>
                  <a:gd name="T83" fmla="*/ 28 h 61"/>
                  <a:gd name="T84" fmla="*/ 250 w 251"/>
                  <a:gd name="T85" fmla="*/ 27 h 61"/>
                  <a:gd name="T86" fmla="*/ 250 w 251"/>
                  <a:gd name="T87" fmla="*/ 7 h 61"/>
                  <a:gd name="T88" fmla="*/ 250 w 251"/>
                  <a:gd name="T89" fmla="*/ 0 h 61"/>
                  <a:gd name="T90" fmla="*/ 0 w 251"/>
                  <a:gd name="T91" fmla="*/ 10 h 61"/>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51" h="61">
                    <a:moveTo>
                      <a:pt x="0" y="10"/>
                    </a:moveTo>
                    <a:lnTo>
                      <a:pt x="1" y="29"/>
                    </a:lnTo>
                    <a:lnTo>
                      <a:pt x="2" y="32"/>
                    </a:lnTo>
                    <a:lnTo>
                      <a:pt x="3" y="34"/>
                    </a:lnTo>
                    <a:lnTo>
                      <a:pt x="5" y="36"/>
                    </a:lnTo>
                    <a:lnTo>
                      <a:pt x="6" y="38"/>
                    </a:lnTo>
                    <a:lnTo>
                      <a:pt x="9" y="40"/>
                    </a:lnTo>
                    <a:lnTo>
                      <a:pt x="11" y="42"/>
                    </a:lnTo>
                    <a:lnTo>
                      <a:pt x="13" y="43"/>
                    </a:lnTo>
                    <a:lnTo>
                      <a:pt x="15" y="45"/>
                    </a:lnTo>
                    <a:lnTo>
                      <a:pt x="18" y="46"/>
                    </a:lnTo>
                    <a:lnTo>
                      <a:pt x="21" y="47"/>
                    </a:lnTo>
                    <a:lnTo>
                      <a:pt x="24" y="48"/>
                    </a:lnTo>
                    <a:lnTo>
                      <a:pt x="28" y="49"/>
                    </a:lnTo>
                    <a:lnTo>
                      <a:pt x="31" y="50"/>
                    </a:lnTo>
                    <a:lnTo>
                      <a:pt x="35" y="51"/>
                    </a:lnTo>
                    <a:lnTo>
                      <a:pt x="38" y="52"/>
                    </a:lnTo>
                    <a:lnTo>
                      <a:pt x="42" y="53"/>
                    </a:lnTo>
                    <a:lnTo>
                      <a:pt x="45" y="53"/>
                    </a:lnTo>
                    <a:lnTo>
                      <a:pt x="50" y="54"/>
                    </a:lnTo>
                    <a:lnTo>
                      <a:pt x="56" y="55"/>
                    </a:lnTo>
                    <a:lnTo>
                      <a:pt x="62" y="56"/>
                    </a:lnTo>
                    <a:lnTo>
                      <a:pt x="68" y="57"/>
                    </a:lnTo>
                    <a:lnTo>
                      <a:pt x="75" y="59"/>
                    </a:lnTo>
                    <a:lnTo>
                      <a:pt x="97" y="60"/>
                    </a:lnTo>
                    <a:lnTo>
                      <a:pt x="129" y="59"/>
                    </a:lnTo>
                    <a:lnTo>
                      <a:pt x="165" y="57"/>
                    </a:lnTo>
                    <a:lnTo>
                      <a:pt x="176" y="54"/>
                    </a:lnTo>
                    <a:lnTo>
                      <a:pt x="200" y="51"/>
                    </a:lnTo>
                    <a:lnTo>
                      <a:pt x="206" y="50"/>
                    </a:lnTo>
                    <a:lnTo>
                      <a:pt x="213" y="48"/>
                    </a:lnTo>
                    <a:lnTo>
                      <a:pt x="219" y="46"/>
                    </a:lnTo>
                    <a:lnTo>
                      <a:pt x="224" y="45"/>
                    </a:lnTo>
                    <a:lnTo>
                      <a:pt x="228" y="43"/>
                    </a:lnTo>
                    <a:lnTo>
                      <a:pt x="233" y="41"/>
                    </a:lnTo>
                    <a:lnTo>
                      <a:pt x="236" y="39"/>
                    </a:lnTo>
                    <a:lnTo>
                      <a:pt x="240" y="37"/>
                    </a:lnTo>
                    <a:lnTo>
                      <a:pt x="244" y="35"/>
                    </a:lnTo>
                    <a:lnTo>
                      <a:pt x="245" y="33"/>
                    </a:lnTo>
                    <a:lnTo>
                      <a:pt x="246" y="32"/>
                    </a:lnTo>
                    <a:lnTo>
                      <a:pt x="247" y="30"/>
                    </a:lnTo>
                    <a:lnTo>
                      <a:pt x="248" y="28"/>
                    </a:lnTo>
                    <a:lnTo>
                      <a:pt x="250" y="27"/>
                    </a:lnTo>
                    <a:lnTo>
                      <a:pt x="250" y="7"/>
                    </a:lnTo>
                    <a:lnTo>
                      <a:pt x="250" y="0"/>
                    </a:lnTo>
                    <a:lnTo>
                      <a:pt x="0" y="10"/>
                    </a:lnTo>
                  </a:path>
                </a:pathLst>
              </a:custGeom>
              <a:gradFill rotWithShape="0">
                <a:gsLst>
                  <a:gs pos="0">
                    <a:srgbClr val="AD6900"/>
                  </a:gs>
                  <a:gs pos="100000">
                    <a:srgbClr val="C5964C"/>
                  </a:gs>
                </a:gsLst>
                <a:lin ang="5400000" scaled="1"/>
              </a:gra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604" name="Oval 176">
                <a:extLst>
                  <a:ext uri="{FF2B5EF4-FFF2-40B4-BE49-F238E27FC236}">
                    <a16:creationId xmlns:a16="http://schemas.microsoft.com/office/drawing/2014/main" id="{12B18BD7-B430-CB54-1A96-B6026E01480F}"/>
                  </a:ext>
                </a:extLst>
              </p:cNvPr>
              <p:cNvSpPr>
                <a:spLocks noChangeArrowheads="1"/>
              </p:cNvSpPr>
              <p:nvPr/>
            </p:nvSpPr>
            <p:spPr bwMode="auto">
              <a:xfrm rot="-5520000">
                <a:off x="4889" y="3463"/>
                <a:ext cx="58" cy="260"/>
              </a:xfrm>
              <a:prstGeom prst="ellipse">
                <a:avLst/>
              </a:prstGeom>
              <a:gradFill rotWithShape="0">
                <a:gsLst>
                  <a:gs pos="0">
                    <a:srgbClr val="C5964C"/>
                  </a:gs>
                  <a:gs pos="100000">
                    <a:srgbClr val="AD690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sp>
          <p:nvSpPr>
            <p:cNvPr id="43587" name="Oval 178">
              <a:extLst>
                <a:ext uri="{FF2B5EF4-FFF2-40B4-BE49-F238E27FC236}">
                  <a16:creationId xmlns:a16="http://schemas.microsoft.com/office/drawing/2014/main" id="{A6421685-270E-2A69-93FD-8AEF108FA722}"/>
                </a:ext>
              </a:extLst>
            </p:cNvPr>
            <p:cNvSpPr>
              <a:spLocks noChangeArrowheads="1"/>
            </p:cNvSpPr>
            <p:nvPr/>
          </p:nvSpPr>
          <p:spPr bwMode="auto">
            <a:xfrm rot="480000">
              <a:off x="5061" y="3891"/>
              <a:ext cx="47" cy="116"/>
            </a:xfrm>
            <a:prstGeom prst="ellipse">
              <a:avLst/>
            </a:prstGeom>
            <a:gradFill rotWithShape="0">
              <a:gsLst>
                <a:gs pos="0">
                  <a:srgbClr val="AFB4C6"/>
                </a:gs>
                <a:gs pos="100000">
                  <a:srgbClr val="FFFFFF"/>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88" name="Oval 179">
              <a:extLst>
                <a:ext uri="{FF2B5EF4-FFF2-40B4-BE49-F238E27FC236}">
                  <a16:creationId xmlns:a16="http://schemas.microsoft.com/office/drawing/2014/main" id="{373D624D-46F6-0C5B-0EAC-7FE9B581B3D8}"/>
                </a:ext>
              </a:extLst>
            </p:cNvPr>
            <p:cNvSpPr>
              <a:spLocks noChangeArrowheads="1"/>
            </p:cNvSpPr>
            <p:nvPr/>
          </p:nvSpPr>
          <p:spPr bwMode="auto">
            <a:xfrm rot="480000">
              <a:off x="5075" y="3921"/>
              <a:ext cx="19" cy="63"/>
            </a:xfrm>
            <a:prstGeom prst="ellipse">
              <a:avLst/>
            </a:prstGeom>
            <a:gradFill rotWithShape="0">
              <a:gsLst>
                <a:gs pos="0">
                  <a:srgbClr val="AFB4C6"/>
                </a:gs>
                <a:gs pos="100000">
                  <a:srgbClr val="FFFFFF"/>
                </a:gs>
              </a:gsLst>
              <a:lin ang="54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89" name="Oval 180">
              <a:extLst>
                <a:ext uri="{FF2B5EF4-FFF2-40B4-BE49-F238E27FC236}">
                  <a16:creationId xmlns:a16="http://schemas.microsoft.com/office/drawing/2014/main" id="{C8FFC8B3-B5E9-4E1E-6D7B-48A449F9B358}"/>
                </a:ext>
              </a:extLst>
            </p:cNvPr>
            <p:cNvSpPr>
              <a:spLocks noChangeArrowheads="1"/>
            </p:cNvSpPr>
            <p:nvPr/>
          </p:nvSpPr>
          <p:spPr bwMode="auto">
            <a:xfrm rot="480000">
              <a:off x="5076" y="3934"/>
              <a:ext cx="17" cy="39"/>
            </a:xfrm>
            <a:prstGeom prst="ellipse">
              <a:avLst/>
            </a:prstGeom>
            <a:solidFill>
              <a:schemeClr va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90" name="Oval 181">
              <a:extLst>
                <a:ext uri="{FF2B5EF4-FFF2-40B4-BE49-F238E27FC236}">
                  <a16:creationId xmlns:a16="http://schemas.microsoft.com/office/drawing/2014/main" id="{69491F2A-CB66-4E1A-7D70-AEC2B0EBA523}"/>
                </a:ext>
              </a:extLst>
            </p:cNvPr>
            <p:cNvSpPr>
              <a:spLocks noChangeArrowheads="1"/>
            </p:cNvSpPr>
            <p:nvPr/>
          </p:nvSpPr>
          <p:spPr bwMode="auto">
            <a:xfrm>
              <a:off x="5066" y="3896"/>
              <a:ext cx="2" cy="11"/>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91" name="Oval 182">
              <a:extLst>
                <a:ext uri="{FF2B5EF4-FFF2-40B4-BE49-F238E27FC236}">
                  <a16:creationId xmlns:a16="http://schemas.microsoft.com/office/drawing/2014/main" id="{C5E988E5-EBC3-7C1E-6B29-EB08312589ED}"/>
                </a:ext>
              </a:extLst>
            </p:cNvPr>
            <p:cNvSpPr>
              <a:spLocks noChangeArrowheads="1"/>
            </p:cNvSpPr>
            <p:nvPr/>
          </p:nvSpPr>
          <p:spPr bwMode="auto">
            <a:xfrm>
              <a:off x="5100" y="3884"/>
              <a:ext cx="4" cy="3"/>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92" name="Oval 183">
              <a:extLst>
                <a:ext uri="{FF2B5EF4-FFF2-40B4-BE49-F238E27FC236}">
                  <a16:creationId xmlns:a16="http://schemas.microsoft.com/office/drawing/2014/main" id="{E5B74677-09FD-1979-790F-9F7AEE081AE9}"/>
                </a:ext>
              </a:extLst>
            </p:cNvPr>
            <p:cNvSpPr>
              <a:spLocks noChangeArrowheads="1"/>
            </p:cNvSpPr>
            <p:nvPr/>
          </p:nvSpPr>
          <p:spPr bwMode="auto">
            <a:xfrm>
              <a:off x="5105" y="3977"/>
              <a:ext cx="6" cy="4"/>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93" name="Oval 184">
              <a:extLst>
                <a:ext uri="{FF2B5EF4-FFF2-40B4-BE49-F238E27FC236}">
                  <a16:creationId xmlns:a16="http://schemas.microsoft.com/office/drawing/2014/main" id="{4DFA9C0E-6C0D-B9FA-C3FC-4F0DAEADB18E}"/>
                </a:ext>
              </a:extLst>
            </p:cNvPr>
            <p:cNvSpPr>
              <a:spLocks noChangeArrowheads="1"/>
            </p:cNvSpPr>
            <p:nvPr/>
          </p:nvSpPr>
          <p:spPr bwMode="auto">
            <a:xfrm>
              <a:off x="5063" y="3999"/>
              <a:ext cx="2" cy="12"/>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94" name="Oval 185">
              <a:extLst>
                <a:ext uri="{FF2B5EF4-FFF2-40B4-BE49-F238E27FC236}">
                  <a16:creationId xmlns:a16="http://schemas.microsoft.com/office/drawing/2014/main" id="{C88565EF-2E16-F94A-D49E-5AF8D186A284}"/>
                </a:ext>
              </a:extLst>
            </p:cNvPr>
            <p:cNvSpPr>
              <a:spLocks noChangeArrowheads="1"/>
            </p:cNvSpPr>
            <p:nvPr/>
          </p:nvSpPr>
          <p:spPr bwMode="auto">
            <a:xfrm>
              <a:off x="4800" y="3959"/>
              <a:ext cx="1" cy="11"/>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95" name="Oval 186">
              <a:extLst>
                <a:ext uri="{FF2B5EF4-FFF2-40B4-BE49-F238E27FC236}">
                  <a16:creationId xmlns:a16="http://schemas.microsoft.com/office/drawing/2014/main" id="{899DF6A9-7E26-F929-B678-1B14A516F8D7}"/>
                </a:ext>
              </a:extLst>
            </p:cNvPr>
            <p:cNvSpPr>
              <a:spLocks noChangeArrowheads="1"/>
            </p:cNvSpPr>
            <p:nvPr/>
          </p:nvSpPr>
          <p:spPr bwMode="auto">
            <a:xfrm>
              <a:off x="4796" y="3878"/>
              <a:ext cx="1" cy="1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96" name="Oval 187">
              <a:extLst>
                <a:ext uri="{FF2B5EF4-FFF2-40B4-BE49-F238E27FC236}">
                  <a16:creationId xmlns:a16="http://schemas.microsoft.com/office/drawing/2014/main" id="{48C8D3AB-9296-4C7A-9749-A9606BBAD5B8}"/>
                </a:ext>
              </a:extLst>
            </p:cNvPr>
            <p:cNvSpPr>
              <a:spLocks noChangeArrowheads="1"/>
            </p:cNvSpPr>
            <p:nvPr/>
          </p:nvSpPr>
          <p:spPr bwMode="auto">
            <a:xfrm>
              <a:off x="4831" y="3853"/>
              <a:ext cx="1" cy="6"/>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97" name="Oval 188">
              <a:extLst>
                <a:ext uri="{FF2B5EF4-FFF2-40B4-BE49-F238E27FC236}">
                  <a16:creationId xmlns:a16="http://schemas.microsoft.com/office/drawing/2014/main" id="{8D82A94C-FBB8-B7AE-E19F-2EA0E6EF75C6}"/>
                </a:ext>
              </a:extLst>
            </p:cNvPr>
            <p:cNvSpPr>
              <a:spLocks noChangeArrowheads="1"/>
            </p:cNvSpPr>
            <p:nvPr/>
          </p:nvSpPr>
          <p:spPr bwMode="auto">
            <a:xfrm>
              <a:off x="4972" y="3689"/>
              <a:ext cx="26" cy="37"/>
            </a:xfrm>
            <a:prstGeom prst="ellipse">
              <a:avLst/>
            </a:prstGeom>
            <a:gradFill rotWithShape="0">
              <a:gsLst>
                <a:gs pos="0">
                  <a:srgbClr val="919191"/>
                </a:gs>
                <a:gs pos="100000">
                  <a:srgbClr val="2B2B2B"/>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98" name="Oval 189">
              <a:extLst>
                <a:ext uri="{FF2B5EF4-FFF2-40B4-BE49-F238E27FC236}">
                  <a16:creationId xmlns:a16="http://schemas.microsoft.com/office/drawing/2014/main" id="{B2E491FE-D9A9-CD57-023C-58C1DEDBC2DE}"/>
                </a:ext>
              </a:extLst>
            </p:cNvPr>
            <p:cNvSpPr>
              <a:spLocks noChangeArrowheads="1"/>
            </p:cNvSpPr>
            <p:nvPr/>
          </p:nvSpPr>
          <p:spPr bwMode="auto">
            <a:xfrm>
              <a:off x="4965" y="3692"/>
              <a:ext cx="27" cy="37"/>
            </a:xfrm>
            <a:prstGeom prst="ellipse">
              <a:avLst/>
            </a:prstGeom>
            <a:gradFill rotWithShape="0">
              <a:gsLst>
                <a:gs pos="0">
                  <a:srgbClr val="AFB4C6"/>
                </a:gs>
                <a:gs pos="100000">
                  <a:srgbClr val="34363B"/>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99" name="Line 190">
              <a:extLst>
                <a:ext uri="{FF2B5EF4-FFF2-40B4-BE49-F238E27FC236}">
                  <a16:creationId xmlns:a16="http://schemas.microsoft.com/office/drawing/2014/main" id="{2CE3614E-4DF7-9D50-0036-DE41D95A0709}"/>
                </a:ext>
              </a:extLst>
            </p:cNvPr>
            <p:cNvSpPr>
              <a:spLocks noChangeShapeType="1"/>
            </p:cNvSpPr>
            <p:nvPr/>
          </p:nvSpPr>
          <p:spPr bwMode="auto">
            <a:xfrm flipH="1">
              <a:off x="4970" y="3703"/>
              <a:ext cx="17" cy="15"/>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3030" name="Group 245">
            <a:extLst>
              <a:ext uri="{FF2B5EF4-FFF2-40B4-BE49-F238E27FC236}">
                <a16:creationId xmlns:a16="http://schemas.microsoft.com/office/drawing/2014/main" id="{9FB102F3-D999-DCD3-D877-C6B89C217A6E}"/>
              </a:ext>
            </a:extLst>
          </p:cNvPr>
          <p:cNvGrpSpPr>
            <a:grpSpLocks/>
          </p:cNvGrpSpPr>
          <p:nvPr/>
        </p:nvGrpSpPr>
        <p:grpSpPr bwMode="auto">
          <a:xfrm>
            <a:off x="3719513" y="5540375"/>
            <a:ext cx="785812" cy="706438"/>
            <a:chOff x="2583" y="3586"/>
            <a:chExt cx="495" cy="445"/>
          </a:xfrm>
        </p:grpSpPr>
        <p:sp>
          <p:nvSpPr>
            <p:cNvPr id="43509" name="Freeform 192">
              <a:extLst>
                <a:ext uri="{FF2B5EF4-FFF2-40B4-BE49-F238E27FC236}">
                  <a16:creationId xmlns:a16="http://schemas.microsoft.com/office/drawing/2014/main" id="{B8461EF8-DBBF-F90D-9C4D-27649BB59423}"/>
                </a:ext>
              </a:extLst>
            </p:cNvPr>
            <p:cNvSpPr>
              <a:spLocks/>
            </p:cNvSpPr>
            <p:nvPr/>
          </p:nvSpPr>
          <p:spPr bwMode="auto">
            <a:xfrm>
              <a:off x="2583" y="3586"/>
              <a:ext cx="103" cy="279"/>
            </a:xfrm>
            <a:custGeom>
              <a:avLst/>
              <a:gdLst>
                <a:gd name="T0" fmla="*/ 86 w 103"/>
                <a:gd name="T1" fmla="*/ 1 h 279"/>
                <a:gd name="T2" fmla="*/ 80 w 103"/>
                <a:gd name="T3" fmla="*/ 1 h 279"/>
                <a:gd name="T4" fmla="*/ 74 w 103"/>
                <a:gd name="T5" fmla="*/ 3 h 279"/>
                <a:gd name="T6" fmla="*/ 69 w 103"/>
                <a:gd name="T7" fmla="*/ 6 h 279"/>
                <a:gd name="T8" fmla="*/ 64 w 103"/>
                <a:gd name="T9" fmla="*/ 9 h 279"/>
                <a:gd name="T10" fmla="*/ 60 w 103"/>
                <a:gd name="T11" fmla="*/ 14 h 279"/>
                <a:gd name="T12" fmla="*/ 55 w 103"/>
                <a:gd name="T13" fmla="*/ 20 h 279"/>
                <a:gd name="T14" fmla="*/ 50 w 103"/>
                <a:gd name="T15" fmla="*/ 26 h 279"/>
                <a:gd name="T16" fmla="*/ 46 w 103"/>
                <a:gd name="T17" fmla="*/ 33 h 279"/>
                <a:gd name="T18" fmla="*/ 41 w 103"/>
                <a:gd name="T19" fmla="*/ 41 h 279"/>
                <a:gd name="T20" fmla="*/ 36 w 103"/>
                <a:gd name="T21" fmla="*/ 52 h 279"/>
                <a:gd name="T22" fmla="*/ 32 w 103"/>
                <a:gd name="T23" fmla="*/ 61 h 279"/>
                <a:gd name="T24" fmla="*/ 26 w 103"/>
                <a:gd name="T25" fmla="*/ 76 h 279"/>
                <a:gd name="T26" fmla="*/ 21 w 103"/>
                <a:gd name="T27" fmla="*/ 91 h 279"/>
                <a:gd name="T28" fmla="*/ 17 w 103"/>
                <a:gd name="T29" fmla="*/ 104 h 279"/>
                <a:gd name="T30" fmla="*/ 14 w 103"/>
                <a:gd name="T31" fmla="*/ 116 h 279"/>
                <a:gd name="T32" fmla="*/ 12 w 103"/>
                <a:gd name="T33" fmla="*/ 124 h 279"/>
                <a:gd name="T34" fmla="*/ 9 w 103"/>
                <a:gd name="T35" fmla="*/ 135 h 279"/>
                <a:gd name="T36" fmla="*/ 5 w 103"/>
                <a:gd name="T37" fmla="*/ 152 h 279"/>
                <a:gd name="T38" fmla="*/ 4 w 103"/>
                <a:gd name="T39" fmla="*/ 164 h 279"/>
                <a:gd name="T40" fmla="*/ 2 w 103"/>
                <a:gd name="T41" fmla="*/ 177 h 279"/>
                <a:gd name="T42" fmla="*/ 1 w 103"/>
                <a:gd name="T43" fmla="*/ 192 h 279"/>
                <a:gd name="T44" fmla="*/ 0 w 103"/>
                <a:gd name="T45" fmla="*/ 204 h 279"/>
                <a:gd name="T46" fmla="*/ 0 w 103"/>
                <a:gd name="T47" fmla="*/ 215 h 279"/>
                <a:gd name="T48" fmla="*/ 0 w 103"/>
                <a:gd name="T49" fmla="*/ 228 h 279"/>
                <a:gd name="T50" fmla="*/ 2 w 103"/>
                <a:gd name="T51" fmla="*/ 241 h 279"/>
                <a:gd name="T52" fmla="*/ 4 w 103"/>
                <a:gd name="T53" fmla="*/ 251 h 279"/>
                <a:gd name="T54" fmla="*/ 7 w 103"/>
                <a:gd name="T55" fmla="*/ 259 h 279"/>
                <a:gd name="T56" fmla="*/ 11 w 103"/>
                <a:gd name="T57" fmla="*/ 265 h 279"/>
                <a:gd name="T58" fmla="*/ 15 w 103"/>
                <a:gd name="T59" fmla="*/ 270 h 279"/>
                <a:gd name="T60" fmla="*/ 18 w 103"/>
                <a:gd name="T61" fmla="*/ 272 h 279"/>
                <a:gd name="T62" fmla="*/ 102 w 103"/>
                <a:gd name="T63" fmla="*/ 7 h 27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03" h="279">
                  <a:moveTo>
                    <a:pt x="102" y="7"/>
                  </a:moveTo>
                  <a:lnTo>
                    <a:pt x="86" y="1"/>
                  </a:lnTo>
                  <a:lnTo>
                    <a:pt x="82" y="0"/>
                  </a:lnTo>
                  <a:lnTo>
                    <a:pt x="80" y="1"/>
                  </a:lnTo>
                  <a:lnTo>
                    <a:pt x="77" y="1"/>
                  </a:lnTo>
                  <a:lnTo>
                    <a:pt x="74" y="3"/>
                  </a:lnTo>
                  <a:lnTo>
                    <a:pt x="71" y="4"/>
                  </a:lnTo>
                  <a:lnTo>
                    <a:pt x="69" y="6"/>
                  </a:lnTo>
                  <a:lnTo>
                    <a:pt x="67" y="7"/>
                  </a:lnTo>
                  <a:lnTo>
                    <a:pt x="64" y="9"/>
                  </a:lnTo>
                  <a:lnTo>
                    <a:pt x="62" y="11"/>
                  </a:lnTo>
                  <a:lnTo>
                    <a:pt x="60" y="14"/>
                  </a:lnTo>
                  <a:lnTo>
                    <a:pt x="58" y="17"/>
                  </a:lnTo>
                  <a:lnTo>
                    <a:pt x="55" y="20"/>
                  </a:lnTo>
                  <a:lnTo>
                    <a:pt x="52" y="23"/>
                  </a:lnTo>
                  <a:lnTo>
                    <a:pt x="50" y="26"/>
                  </a:lnTo>
                  <a:lnTo>
                    <a:pt x="48" y="30"/>
                  </a:lnTo>
                  <a:lnTo>
                    <a:pt x="46" y="33"/>
                  </a:lnTo>
                  <a:lnTo>
                    <a:pt x="44" y="37"/>
                  </a:lnTo>
                  <a:lnTo>
                    <a:pt x="41" y="41"/>
                  </a:lnTo>
                  <a:lnTo>
                    <a:pt x="39" y="47"/>
                  </a:lnTo>
                  <a:lnTo>
                    <a:pt x="36" y="52"/>
                  </a:lnTo>
                  <a:lnTo>
                    <a:pt x="34" y="57"/>
                  </a:lnTo>
                  <a:lnTo>
                    <a:pt x="32" y="61"/>
                  </a:lnTo>
                  <a:lnTo>
                    <a:pt x="29" y="68"/>
                  </a:lnTo>
                  <a:lnTo>
                    <a:pt x="26" y="76"/>
                  </a:lnTo>
                  <a:lnTo>
                    <a:pt x="24" y="83"/>
                  </a:lnTo>
                  <a:lnTo>
                    <a:pt x="21" y="91"/>
                  </a:lnTo>
                  <a:lnTo>
                    <a:pt x="19" y="98"/>
                  </a:lnTo>
                  <a:lnTo>
                    <a:pt x="17" y="104"/>
                  </a:lnTo>
                  <a:lnTo>
                    <a:pt x="15" y="111"/>
                  </a:lnTo>
                  <a:lnTo>
                    <a:pt x="14" y="116"/>
                  </a:lnTo>
                  <a:lnTo>
                    <a:pt x="13" y="120"/>
                  </a:lnTo>
                  <a:lnTo>
                    <a:pt x="12" y="124"/>
                  </a:lnTo>
                  <a:lnTo>
                    <a:pt x="10" y="129"/>
                  </a:lnTo>
                  <a:lnTo>
                    <a:pt x="9" y="135"/>
                  </a:lnTo>
                  <a:lnTo>
                    <a:pt x="7" y="144"/>
                  </a:lnTo>
                  <a:lnTo>
                    <a:pt x="5" y="152"/>
                  </a:lnTo>
                  <a:lnTo>
                    <a:pt x="4" y="158"/>
                  </a:lnTo>
                  <a:lnTo>
                    <a:pt x="4" y="164"/>
                  </a:lnTo>
                  <a:lnTo>
                    <a:pt x="3" y="170"/>
                  </a:lnTo>
                  <a:lnTo>
                    <a:pt x="2" y="177"/>
                  </a:lnTo>
                  <a:lnTo>
                    <a:pt x="1" y="184"/>
                  </a:lnTo>
                  <a:lnTo>
                    <a:pt x="1" y="192"/>
                  </a:lnTo>
                  <a:lnTo>
                    <a:pt x="0" y="199"/>
                  </a:lnTo>
                  <a:lnTo>
                    <a:pt x="0" y="204"/>
                  </a:lnTo>
                  <a:lnTo>
                    <a:pt x="0" y="210"/>
                  </a:lnTo>
                  <a:lnTo>
                    <a:pt x="0" y="215"/>
                  </a:lnTo>
                  <a:lnTo>
                    <a:pt x="0" y="221"/>
                  </a:lnTo>
                  <a:lnTo>
                    <a:pt x="0" y="228"/>
                  </a:lnTo>
                  <a:lnTo>
                    <a:pt x="1" y="234"/>
                  </a:lnTo>
                  <a:lnTo>
                    <a:pt x="2" y="241"/>
                  </a:lnTo>
                  <a:lnTo>
                    <a:pt x="3" y="246"/>
                  </a:lnTo>
                  <a:lnTo>
                    <a:pt x="4" y="251"/>
                  </a:lnTo>
                  <a:lnTo>
                    <a:pt x="6" y="255"/>
                  </a:lnTo>
                  <a:lnTo>
                    <a:pt x="7" y="259"/>
                  </a:lnTo>
                  <a:lnTo>
                    <a:pt x="9" y="262"/>
                  </a:lnTo>
                  <a:lnTo>
                    <a:pt x="11" y="265"/>
                  </a:lnTo>
                  <a:lnTo>
                    <a:pt x="13" y="268"/>
                  </a:lnTo>
                  <a:lnTo>
                    <a:pt x="15" y="270"/>
                  </a:lnTo>
                  <a:lnTo>
                    <a:pt x="16" y="271"/>
                  </a:lnTo>
                  <a:lnTo>
                    <a:pt x="18" y="272"/>
                  </a:lnTo>
                  <a:lnTo>
                    <a:pt x="34" y="278"/>
                  </a:lnTo>
                  <a:lnTo>
                    <a:pt x="102" y="7"/>
                  </a:lnTo>
                </a:path>
              </a:pathLst>
            </a:custGeom>
            <a:gradFill rotWithShape="0">
              <a:gsLst>
                <a:gs pos="0">
                  <a:srgbClr val="FC0128"/>
                </a:gs>
                <a:gs pos="100000">
                  <a:srgbClr val="4B000C"/>
                </a:gs>
              </a:gsLst>
              <a:lin ang="5400000" scaled="1"/>
            </a:gra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510" name="Freeform 193">
              <a:extLst>
                <a:ext uri="{FF2B5EF4-FFF2-40B4-BE49-F238E27FC236}">
                  <a16:creationId xmlns:a16="http://schemas.microsoft.com/office/drawing/2014/main" id="{17004851-089E-7A33-BB2D-82BC96A56BDB}"/>
                </a:ext>
              </a:extLst>
            </p:cNvPr>
            <p:cNvSpPr>
              <a:spLocks/>
            </p:cNvSpPr>
            <p:nvPr/>
          </p:nvSpPr>
          <p:spPr bwMode="auto">
            <a:xfrm>
              <a:off x="2600" y="3589"/>
              <a:ext cx="345" cy="391"/>
            </a:xfrm>
            <a:custGeom>
              <a:avLst/>
              <a:gdLst>
                <a:gd name="T0" fmla="*/ 77 w 345"/>
                <a:gd name="T1" fmla="*/ 0 h 391"/>
                <a:gd name="T2" fmla="*/ 73 w 345"/>
                <a:gd name="T3" fmla="*/ 1 h 391"/>
                <a:gd name="T4" fmla="*/ 69 w 345"/>
                <a:gd name="T5" fmla="*/ 4 h 391"/>
                <a:gd name="T6" fmla="*/ 65 w 345"/>
                <a:gd name="T7" fmla="*/ 7 h 391"/>
                <a:gd name="T8" fmla="*/ 61 w 345"/>
                <a:gd name="T9" fmla="*/ 11 h 391"/>
                <a:gd name="T10" fmla="*/ 58 w 345"/>
                <a:gd name="T11" fmla="*/ 17 h 391"/>
                <a:gd name="T12" fmla="*/ 54 w 345"/>
                <a:gd name="T13" fmla="*/ 23 h 391"/>
                <a:gd name="T14" fmla="*/ 50 w 345"/>
                <a:gd name="T15" fmla="*/ 30 h 391"/>
                <a:gd name="T16" fmla="*/ 47 w 345"/>
                <a:gd name="T17" fmla="*/ 37 h 391"/>
                <a:gd name="T18" fmla="*/ 43 w 345"/>
                <a:gd name="T19" fmla="*/ 46 h 391"/>
                <a:gd name="T20" fmla="*/ 38 w 345"/>
                <a:gd name="T21" fmla="*/ 57 h 391"/>
                <a:gd name="T22" fmla="*/ 35 w 345"/>
                <a:gd name="T23" fmla="*/ 66 h 391"/>
                <a:gd name="T24" fmla="*/ 29 w 345"/>
                <a:gd name="T25" fmla="*/ 82 h 391"/>
                <a:gd name="T26" fmla="*/ 25 w 345"/>
                <a:gd name="T27" fmla="*/ 97 h 391"/>
                <a:gd name="T28" fmla="*/ 21 w 345"/>
                <a:gd name="T29" fmla="*/ 111 h 391"/>
                <a:gd name="T30" fmla="*/ 18 w 345"/>
                <a:gd name="T31" fmla="*/ 123 h 391"/>
                <a:gd name="T32" fmla="*/ 16 w 345"/>
                <a:gd name="T33" fmla="*/ 132 h 391"/>
                <a:gd name="T34" fmla="*/ 13 w 345"/>
                <a:gd name="T35" fmla="*/ 143 h 391"/>
                <a:gd name="T36" fmla="*/ 9 w 345"/>
                <a:gd name="T37" fmla="*/ 160 h 391"/>
                <a:gd name="T38" fmla="*/ 7 w 345"/>
                <a:gd name="T39" fmla="*/ 172 h 391"/>
                <a:gd name="T40" fmla="*/ 5 w 345"/>
                <a:gd name="T41" fmla="*/ 185 h 391"/>
                <a:gd name="T42" fmla="*/ 3 w 345"/>
                <a:gd name="T43" fmla="*/ 200 h 391"/>
                <a:gd name="T44" fmla="*/ 1 w 345"/>
                <a:gd name="T45" fmla="*/ 212 h 391"/>
                <a:gd name="T46" fmla="*/ 1 w 345"/>
                <a:gd name="T47" fmla="*/ 223 h 391"/>
                <a:gd name="T48" fmla="*/ 0 w 345"/>
                <a:gd name="T49" fmla="*/ 235 h 391"/>
                <a:gd name="T50" fmla="*/ 0 w 345"/>
                <a:gd name="T51" fmla="*/ 248 h 391"/>
                <a:gd name="T52" fmla="*/ 1 w 345"/>
                <a:gd name="T53" fmla="*/ 258 h 391"/>
                <a:gd name="T54" fmla="*/ 2 w 345"/>
                <a:gd name="T55" fmla="*/ 265 h 391"/>
                <a:gd name="T56" fmla="*/ 4 w 345"/>
                <a:gd name="T57" fmla="*/ 270 h 391"/>
                <a:gd name="T58" fmla="*/ 7 w 345"/>
                <a:gd name="T59" fmla="*/ 275 h 391"/>
                <a:gd name="T60" fmla="*/ 9 w 345"/>
                <a:gd name="T61" fmla="*/ 277 h 391"/>
                <a:gd name="T62" fmla="*/ 344 w 345"/>
                <a:gd name="T63" fmla="*/ 114 h 39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45" h="391">
                  <a:moveTo>
                    <a:pt x="344" y="114"/>
                  </a:moveTo>
                  <a:lnTo>
                    <a:pt x="77" y="0"/>
                  </a:lnTo>
                  <a:lnTo>
                    <a:pt x="75" y="0"/>
                  </a:lnTo>
                  <a:lnTo>
                    <a:pt x="73" y="1"/>
                  </a:lnTo>
                  <a:lnTo>
                    <a:pt x="71" y="2"/>
                  </a:lnTo>
                  <a:lnTo>
                    <a:pt x="69" y="4"/>
                  </a:lnTo>
                  <a:lnTo>
                    <a:pt x="66" y="5"/>
                  </a:lnTo>
                  <a:lnTo>
                    <a:pt x="65" y="7"/>
                  </a:lnTo>
                  <a:lnTo>
                    <a:pt x="63" y="9"/>
                  </a:lnTo>
                  <a:lnTo>
                    <a:pt x="61" y="11"/>
                  </a:lnTo>
                  <a:lnTo>
                    <a:pt x="59" y="14"/>
                  </a:lnTo>
                  <a:lnTo>
                    <a:pt x="58" y="17"/>
                  </a:lnTo>
                  <a:lnTo>
                    <a:pt x="56" y="19"/>
                  </a:lnTo>
                  <a:lnTo>
                    <a:pt x="54" y="23"/>
                  </a:lnTo>
                  <a:lnTo>
                    <a:pt x="52" y="27"/>
                  </a:lnTo>
                  <a:lnTo>
                    <a:pt x="50" y="30"/>
                  </a:lnTo>
                  <a:lnTo>
                    <a:pt x="48" y="34"/>
                  </a:lnTo>
                  <a:lnTo>
                    <a:pt x="47" y="37"/>
                  </a:lnTo>
                  <a:lnTo>
                    <a:pt x="45" y="41"/>
                  </a:lnTo>
                  <a:lnTo>
                    <a:pt x="43" y="46"/>
                  </a:lnTo>
                  <a:lnTo>
                    <a:pt x="40" y="52"/>
                  </a:lnTo>
                  <a:lnTo>
                    <a:pt x="38" y="57"/>
                  </a:lnTo>
                  <a:lnTo>
                    <a:pt x="37" y="62"/>
                  </a:lnTo>
                  <a:lnTo>
                    <a:pt x="35" y="66"/>
                  </a:lnTo>
                  <a:lnTo>
                    <a:pt x="32" y="74"/>
                  </a:lnTo>
                  <a:lnTo>
                    <a:pt x="29" y="82"/>
                  </a:lnTo>
                  <a:lnTo>
                    <a:pt x="27" y="89"/>
                  </a:lnTo>
                  <a:lnTo>
                    <a:pt x="25" y="97"/>
                  </a:lnTo>
                  <a:lnTo>
                    <a:pt x="23" y="105"/>
                  </a:lnTo>
                  <a:lnTo>
                    <a:pt x="21" y="111"/>
                  </a:lnTo>
                  <a:lnTo>
                    <a:pt x="19" y="118"/>
                  </a:lnTo>
                  <a:lnTo>
                    <a:pt x="18" y="123"/>
                  </a:lnTo>
                  <a:lnTo>
                    <a:pt x="17" y="127"/>
                  </a:lnTo>
                  <a:lnTo>
                    <a:pt x="16" y="132"/>
                  </a:lnTo>
                  <a:lnTo>
                    <a:pt x="14" y="136"/>
                  </a:lnTo>
                  <a:lnTo>
                    <a:pt x="13" y="143"/>
                  </a:lnTo>
                  <a:lnTo>
                    <a:pt x="11" y="152"/>
                  </a:lnTo>
                  <a:lnTo>
                    <a:pt x="9" y="160"/>
                  </a:lnTo>
                  <a:lnTo>
                    <a:pt x="8" y="166"/>
                  </a:lnTo>
                  <a:lnTo>
                    <a:pt x="7" y="172"/>
                  </a:lnTo>
                  <a:lnTo>
                    <a:pt x="6" y="178"/>
                  </a:lnTo>
                  <a:lnTo>
                    <a:pt x="5" y="185"/>
                  </a:lnTo>
                  <a:lnTo>
                    <a:pt x="4" y="192"/>
                  </a:lnTo>
                  <a:lnTo>
                    <a:pt x="3" y="200"/>
                  </a:lnTo>
                  <a:lnTo>
                    <a:pt x="2" y="207"/>
                  </a:lnTo>
                  <a:lnTo>
                    <a:pt x="1" y="212"/>
                  </a:lnTo>
                  <a:lnTo>
                    <a:pt x="1" y="218"/>
                  </a:lnTo>
                  <a:lnTo>
                    <a:pt x="1" y="223"/>
                  </a:lnTo>
                  <a:lnTo>
                    <a:pt x="0" y="229"/>
                  </a:lnTo>
                  <a:lnTo>
                    <a:pt x="0" y="235"/>
                  </a:lnTo>
                  <a:lnTo>
                    <a:pt x="0" y="242"/>
                  </a:lnTo>
                  <a:lnTo>
                    <a:pt x="0" y="248"/>
                  </a:lnTo>
                  <a:lnTo>
                    <a:pt x="1" y="253"/>
                  </a:lnTo>
                  <a:lnTo>
                    <a:pt x="1" y="258"/>
                  </a:lnTo>
                  <a:lnTo>
                    <a:pt x="2" y="261"/>
                  </a:lnTo>
                  <a:lnTo>
                    <a:pt x="2" y="265"/>
                  </a:lnTo>
                  <a:lnTo>
                    <a:pt x="3" y="268"/>
                  </a:lnTo>
                  <a:lnTo>
                    <a:pt x="4" y="270"/>
                  </a:lnTo>
                  <a:lnTo>
                    <a:pt x="6" y="273"/>
                  </a:lnTo>
                  <a:lnTo>
                    <a:pt x="7" y="275"/>
                  </a:lnTo>
                  <a:lnTo>
                    <a:pt x="8" y="276"/>
                  </a:lnTo>
                  <a:lnTo>
                    <a:pt x="9" y="277"/>
                  </a:lnTo>
                  <a:lnTo>
                    <a:pt x="276" y="390"/>
                  </a:lnTo>
                  <a:lnTo>
                    <a:pt x="344" y="114"/>
                  </a:lnTo>
                </a:path>
              </a:pathLst>
            </a:custGeom>
            <a:gradFill rotWithShape="0">
              <a:gsLst>
                <a:gs pos="0">
                  <a:srgbClr val="4B000C"/>
                </a:gs>
                <a:gs pos="100000">
                  <a:srgbClr val="FC0128"/>
                </a:gs>
              </a:gsLst>
              <a:lin ang="0" scaled="1"/>
            </a:gra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3511" name="Group 196">
              <a:extLst>
                <a:ext uri="{FF2B5EF4-FFF2-40B4-BE49-F238E27FC236}">
                  <a16:creationId xmlns:a16="http://schemas.microsoft.com/office/drawing/2014/main" id="{CD0FA7B7-8175-5302-2AA0-2EAFF9A0597F}"/>
                </a:ext>
              </a:extLst>
            </p:cNvPr>
            <p:cNvGrpSpPr>
              <a:grpSpLocks/>
            </p:cNvGrpSpPr>
            <p:nvPr/>
          </p:nvGrpSpPr>
          <p:grpSpPr bwMode="auto">
            <a:xfrm>
              <a:off x="2857" y="3701"/>
              <a:ext cx="107" cy="292"/>
              <a:chOff x="2857" y="3701"/>
              <a:chExt cx="107" cy="292"/>
            </a:xfrm>
          </p:grpSpPr>
          <p:sp>
            <p:nvSpPr>
              <p:cNvPr id="43560" name="Freeform 194">
                <a:extLst>
                  <a:ext uri="{FF2B5EF4-FFF2-40B4-BE49-F238E27FC236}">
                    <a16:creationId xmlns:a16="http://schemas.microsoft.com/office/drawing/2014/main" id="{9C8D56BE-DDDF-2098-433C-29F53D944FC3}"/>
                  </a:ext>
                </a:extLst>
              </p:cNvPr>
              <p:cNvSpPr>
                <a:spLocks/>
              </p:cNvSpPr>
              <p:nvPr/>
            </p:nvSpPr>
            <p:spPr bwMode="auto">
              <a:xfrm>
                <a:off x="2857" y="3702"/>
                <a:ext cx="101" cy="284"/>
              </a:xfrm>
              <a:custGeom>
                <a:avLst/>
                <a:gdLst>
                  <a:gd name="T0" fmla="*/ 85 w 101"/>
                  <a:gd name="T1" fmla="*/ 1 h 284"/>
                  <a:gd name="T2" fmla="*/ 79 w 101"/>
                  <a:gd name="T3" fmla="*/ 1 h 284"/>
                  <a:gd name="T4" fmla="*/ 73 w 101"/>
                  <a:gd name="T5" fmla="*/ 3 h 284"/>
                  <a:gd name="T6" fmla="*/ 68 w 101"/>
                  <a:gd name="T7" fmla="*/ 6 h 284"/>
                  <a:gd name="T8" fmla="*/ 64 w 101"/>
                  <a:gd name="T9" fmla="*/ 9 h 284"/>
                  <a:gd name="T10" fmla="*/ 60 w 101"/>
                  <a:gd name="T11" fmla="*/ 15 h 284"/>
                  <a:gd name="T12" fmla="*/ 55 w 101"/>
                  <a:gd name="T13" fmla="*/ 21 h 284"/>
                  <a:gd name="T14" fmla="*/ 50 w 101"/>
                  <a:gd name="T15" fmla="*/ 27 h 284"/>
                  <a:gd name="T16" fmla="*/ 46 w 101"/>
                  <a:gd name="T17" fmla="*/ 34 h 284"/>
                  <a:gd name="T18" fmla="*/ 41 w 101"/>
                  <a:gd name="T19" fmla="*/ 43 h 284"/>
                  <a:gd name="T20" fmla="*/ 36 w 101"/>
                  <a:gd name="T21" fmla="*/ 53 h 284"/>
                  <a:gd name="T22" fmla="*/ 33 w 101"/>
                  <a:gd name="T23" fmla="*/ 62 h 284"/>
                  <a:gd name="T24" fmla="*/ 26 w 101"/>
                  <a:gd name="T25" fmla="*/ 78 h 284"/>
                  <a:gd name="T26" fmla="*/ 21 w 101"/>
                  <a:gd name="T27" fmla="*/ 93 h 284"/>
                  <a:gd name="T28" fmla="*/ 17 w 101"/>
                  <a:gd name="T29" fmla="*/ 106 h 284"/>
                  <a:gd name="T30" fmla="*/ 14 w 101"/>
                  <a:gd name="T31" fmla="*/ 119 h 284"/>
                  <a:gd name="T32" fmla="*/ 12 w 101"/>
                  <a:gd name="T33" fmla="*/ 127 h 284"/>
                  <a:gd name="T34" fmla="*/ 9 w 101"/>
                  <a:gd name="T35" fmla="*/ 138 h 284"/>
                  <a:gd name="T36" fmla="*/ 6 w 101"/>
                  <a:gd name="T37" fmla="*/ 155 h 284"/>
                  <a:gd name="T38" fmla="*/ 4 w 101"/>
                  <a:gd name="T39" fmla="*/ 168 h 284"/>
                  <a:gd name="T40" fmla="*/ 2 w 101"/>
                  <a:gd name="T41" fmla="*/ 181 h 284"/>
                  <a:gd name="T42" fmla="*/ 1 w 101"/>
                  <a:gd name="T43" fmla="*/ 197 h 284"/>
                  <a:gd name="T44" fmla="*/ 0 w 101"/>
                  <a:gd name="T45" fmla="*/ 209 h 284"/>
                  <a:gd name="T46" fmla="*/ 0 w 101"/>
                  <a:gd name="T47" fmla="*/ 220 h 284"/>
                  <a:gd name="T48" fmla="*/ 0 w 101"/>
                  <a:gd name="T49" fmla="*/ 233 h 284"/>
                  <a:gd name="T50" fmla="*/ 2 w 101"/>
                  <a:gd name="T51" fmla="*/ 246 h 284"/>
                  <a:gd name="T52" fmla="*/ 4 w 101"/>
                  <a:gd name="T53" fmla="*/ 256 h 284"/>
                  <a:gd name="T54" fmla="*/ 6 w 101"/>
                  <a:gd name="T55" fmla="*/ 264 h 284"/>
                  <a:gd name="T56" fmla="*/ 10 w 101"/>
                  <a:gd name="T57" fmla="*/ 270 h 284"/>
                  <a:gd name="T58" fmla="*/ 14 w 101"/>
                  <a:gd name="T59" fmla="*/ 275 h 284"/>
                  <a:gd name="T60" fmla="*/ 17 w 101"/>
                  <a:gd name="T61" fmla="*/ 277 h 284"/>
                  <a:gd name="T62" fmla="*/ 100 w 101"/>
                  <a:gd name="T63" fmla="*/ 7 h 28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01" h="284">
                    <a:moveTo>
                      <a:pt x="100" y="7"/>
                    </a:moveTo>
                    <a:lnTo>
                      <a:pt x="85" y="1"/>
                    </a:lnTo>
                    <a:lnTo>
                      <a:pt x="81" y="0"/>
                    </a:lnTo>
                    <a:lnTo>
                      <a:pt x="79" y="1"/>
                    </a:lnTo>
                    <a:lnTo>
                      <a:pt x="76" y="2"/>
                    </a:lnTo>
                    <a:lnTo>
                      <a:pt x="73" y="3"/>
                    </a:lnTo>
                    <a:lnTo>
                      <a:pt x="70" y="4"/>
                    </a:lnTo>
                    <a:lnTo>
                      <a:pt x="68" y="6"/>
                    </a:lnTo>
                    <a:lnTo>
                      <a:pt x="66" y="8"/>
                    </a:lnTo>
                    <a:lnTo>
                      <a:pt x="64" y="9"/>
                    </a:lnTo>
                    <a:lnTo>
                      <a:pt x="61" y="12"/>
                    </a:lnTo>
                    <a:lnTo>
                      <a:pt x="60" y="15"/>
                    </a:lnTo>
                    <a:lnTo>
                      <a:pt x="57" y="17"/>
                    </a:lnTo>
                    <a:lnTo>
                      <a:pt x="55" y="21"/>
                    </a:lnTo>
                    <a:lnTo>
                      <a:pt x="52" y="24"/>
                    </a:lnTo>
                    <a:lnTo>
                      <a:pt x="50" y="27"/>
                    </a:lnTo>
                    <a:lnTo>
                      <a:pt x="48" y="31"/>
                    </a:lnTo>
                    <a:lnTo>
                      <a:pt x="46" y="34"/>
                    </a:lnTo>
                    <a:lnTo>
                      <a:pt x="44" y="38"/>
                    </a:lnTo>
                    <a:lnTo>
                      <a:pt x="41" y="43"/>
                    </a:lnTo>
                    <a:lnTo>
                      <a:pt x="39" y="48"/>
                    </a:lnTo>
                    <a:lnTo>
                      <a:pt x="36" y="53"/>
                    </a:lnTo>
                    <a:lnTo>
                      <a:pt x="34" y="58"/>
                    </a:lnTo>
                    <a:lnTo>
                      <a:pt x="33" y="62"/>
                    </a:lnTo>
                    <a:lnTo>
                      <a:pt x="29" y="69"/>
                    </a:lnTo>
                    <a:lnTo>
                      <a:pt x="26" y="78"/>
                    </a:lnTo>
                    <a:lnTo>
                      <a:pt x="24" y="85"/>
                    </a:lnTo>
                    <a:lnTo>
                      <a:pt x="21" y="93"/>
                    </a:lnTo>
                    <a:lnTo>
                      <a:pt x="19" y="100"/>
                    </a:lnTo>
                    <a:lnTo>
                      <a:pt x="17" y="106"/>
                    </a:lnTo>
                    <a:lnTo>
                      <a:pt x="15" y="113"/>
                    </a:lnTo>
                    <a:lnTo>
                      <a:pt x="14" y="119"/>
                    </a:lnTo>
                    <a:lnTo>
                      <a:pt x="13" y="123"/>
                    </a:lnTo>
                    <a:lnTo>
                      <a:pt x="12" y="127"/>
                    </a:lnTo>
                    <a:lnTo>
                      <a:pt x="11" y="132"/>
                    </a:lnTo>
                    <a:lnTo>
                      <a:pt x="9" y="138"/>
                    </a:lnTo>
                    <a:lnTo>
                      <a:pt x="7" y="147"/>
                    </a:lnTo>
                    <a:lnTo>
                      <a:pt x="6" y="155"/>
                    </a:lnTo>
                    <a:lnTo>
                      <a:pt x="5" y="162"/>
                    </a:lnTo>
                    <a:lnTo>
                      <a:pt x="4" y="168"/>
                    </a:lnTo>
                    <a:lnTo>
                      <a:pt x="3" y="174"/>
                    </a:lnTo>
                    <a:lnTo>
                      <a:pt x="2" y="181"/>
                    </a:lnTo>
                    <a:lnTo>
                      <a:pt x="1" y="188"/>
                    </a:lnTo>
                    <a:lnTo>
                      <a:pt x="1" y="197"/>
                    </a:lnTo>
                    <a:lnTo>
                      <a:pt x="1" y="203"/>
                    </a:lnTo>
                    <a:lnTo>
                      <a:pt x="0" y="209"/>
                    </a:lnTo>
                    <a:lnTo>
                      <a:pt x="0" y="214"/>
                    </a:lnTo>
                    <a:lnTo>
                      <a:pt x="0" y="220"/>
                    </a:lnTo>
                    <a:lnTo>
                      <a:pt x="0" y="226"/>
                    </a:lnTo>
                    <a:lnTo>
                      <a:pt x="0" y="233"/>
                    </a:lnTo>
                    <a:lnTo>
                      <a:pt x="1" y="239"/>
                    </a:lnTo>
                    <a:lnTo>
                      <a:pt x="2" y="246"/>
                    </a:lnTo>
                    <a:lnTo>
                      <a:pt x="3" y="251"/>
                    </a:lnTo>
                    <a:lnTo>
                      <a:pt x="4" y="256"/>
                    </a:lnTo>
                    <a:lnTo>
                      <a:pt x="5" y="260"/>
                    </a:lnTo>
                    <a:lnTo>
                      <a:pt x="6" y="264"/>
                    </a:lnTo>
                    <a:lnTo>
                      <a:pt x="8" y="267"/>
                    </a:lnTo>
                    <a:lnTo>
                      <a:pt x="10" y="270"/>
                    </a:lnTo>
                    <a:lnTo>
                      <a:pt x="12" y="273"/>
                    </a:lnTo>
                    <a:lnTo>
                      <a:pt x="14" y="275"/>
                    </a:lnTo>
                    <a:lnTo>
                      <a:pt x="15" y="276"/>
                    </a:lnTo>
                    <a:lnTo>
                      <a:pt x="17" y="277"/>
                    </a:lnTo>
                    <a:lnTo>
                      <a:pt x="32" y="283"/>
                    </a:lnTo>
                    <a:lnTo>
                      <a:pt x="100" y="7"/>
                    </a:lnTo>
                  </a:path>
                </a:pathLst>
              </a:custGeom>
              <a:solidFill>
                <a:srgbClr val="40404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561" name="Oval 195">
                <a:extLst>
                  <a:ext uri="{FF2B5EF4-FFF2-40B4-BE49-F238E27FC236}">
                    <a16:creationId xmlns:a16="http://schemas.microsoft.com/office/drawing/2014/main" id="{4ADD78E3-DD0E-1D06-98C7-2DFD8DE598B0}"/>
                  </a:ext>
                </a:extLst>
              </p:cNvPr>
              <p:cNvSpPr>
                <a:spLocks noChangeArrowheads="1"/>
              </p:cNvSpPr>
              <p:nvPr/>
            </p:nvSpPr>
            <p:spPr bwMode="auto">
              <a:xfrm rot="1080000">
                <a:off x="2879" y="3701"/>
                <a:ext cx="85" cy="292"/>
              </a:xfrm>
              <a:prstGeom prst="ellipse">
                <a:avLst/>
              </a:prstGeom>
              <a:solidFill>
                <a:srgbClr val="20202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grpSp>
          <p:nvGrpSpPr>
            <p:cNvPr id="43512" name="Group 199">
              <a:extLst>
                <a:ext uri="{FF2B5EF4-FFF2-40B4-BE49-F238E27FC236}">
                  <a16:creationId xmlns:a16="http://schemas.microsoft.com/office/drawing/2014/main" id="{96990DE5-E0E5-C4F3-41C1-95783F6F2838}"/>
                </a:ext>
              </a:extLst>
            </p:cNvPr>
            <p:cNvGrpSpPr>
              <a:grpSpLocks/>
            </p:cNvGrpSpPr>
            <p:nvPr/>
          </p:nvGrpSpPr>
          <p:grpSpPr bwMode="auto">
            <a:xfrm>
              <a:off x="2867" y="3705"/>
              <a:ext cx="107" cy="292"/>
              <a:chOff x="2867" y="3705"/>
              <a:chExt cx="107" cy="292"/>
            </a:xfrm>
          </p:grpSpPr>
          <p:sp>
            <p:nvSpPr>
              <p:cNvPr id="43558" name="Freeform 197">
                <a:extLst>
                  <a:ext uri="{FF2B5EF4-FFF2-40B4-BE49-F238E27FC236}">
                    <a16:creationId xmlns:a16="http://schemas.microsoft.com/office/drawing/2014/main" id="{425CDBFB-A221-4165-8207-8ED84E35E20F}"/>
                  </a:ext>
                </a:extLst>
              </p:cNvPr>
              <p:cNvSpPr>
                <a:spLocks/>
              </p:cNvSpPr>
              <p:nvPr/>
            </p:nvSpPr>
            <p:spPr bwMode="auto">
              <a:xfrm>
                <a:off x="2867" y="3706"/>
                <a:ext cx="102" cy="284"/>
              </a:xfrm>
              <a:custGeom>
                <a:avLst/>
                <a:gdLst>
                  <a:gd name="T0" fmla="*/ 85 w 102"/>
                  <a:gd name="T1" fmla="*/ 0 h 284"/>
                  <a:gd name="T2" fmla="*/ 79 w 102"/>
                  <a:gd name="T3" fmla="*/ 1 h 284"/>
                  <a:gd name="T4" fmla="*/ 74 w 102"/>
                  <a:gd name="T5" fmla="*/ 3 h 284"/>
                  <a:gd name="T6" fmla="*/ 69 w 102"/>
                  <a:gd name="T7" fmla="*/ 6 h 284"/>
                  <a:gd name="T8" fmla="*/ 64 w 102"/>
                  <a:gd name="T9" fmla="*/ 9 h 284"/>
                  <a:gd name="T10" fmla="*/ 60 w 102"/>
                  <a:gd name="T11" fmla="*/ 14 h 284"/>
                  <a:gd name="T12" fmla="*/ 55 w 102"/>
                  <a:gd name="T13" fmla="*/ 20 h 284"/>
                  <a:gd name="T14" fmla="*/ 51 w 102"/>
                  <a:gd name="T15" fmla="*/ 27 h 284"/>
                  <a:gd name="T16" fmla="*/ 46 w 102"/>
                  <a:gd name="T17" fmla="*/ 34 h 284"/>
                  <a:gd name="T18" fmla="*/ 42 w 102"/>
                  <a:gd name="T19" fmla="*/ 43 h 284"/>
                  <a:gd name="T20" fmla="*/ 37 w 102"/>
                  <a:gd name="T21" fmla="*/ 53 h 284"/>
                  <a:gd name="T22" fmla="*/ 33 w 102"/>
                  <a:gd name="T23" fmla="*/ 62 h 284"/>
                  <a:gd name="T24" fmla="*/ 27 w 102"/>
                  <a:gd name="T25" fmla="*/ 78 h 284"/>
                  <a:gd name="T26" fmla="*/ 22 w 102"/>
                  <a:gd name="T27" fmla="*/ 93 h 284"/>
                  <a:gd name="T28" fmla="*/ 17 w 102"/>
                  <a:gd name="T29" fmla="*/ 107 h 284"/>
                  <a:gd name="T30" fmla="*/ 14 w 102"/>
                  <a:gd name="T31" fmla="*/ 119 h 284"/>
                  <a:gd name="T32" fmla="*/ 12 w 102"/>
                  <a:gd name="T33" fmla="*/ 127 h 284"/>
                  <a:gd name="T34" fmla="*/ 9 w 102"/>
                  <a:gd name="T35" fmla="*/ 138 h 284"/>
                  <a:gd name="T36" fmla="*/ 6 w 102"/>
                  <a:gd name="T37" fmla="*/ 155 h 284"/>
                  <a:gd name="T38" fmla="*/ 4 w 102"/>
                  <a:gd name="T39" fmla="*/ 168 h 284"/>
                  <a:gd name="T40" fmla="*/ 2 w 102"/>
                  <a:gd name="T41" fmla="*/ 181 h 284"/>
                  <a:gd name="T42" fmla="*/ 1 w 102"/>
                  <a:gd name="T43" fmla="*/ 197 h 284"/>
                  <a:gd name="T44" fmla="*/ 0 w 102"/>
                  <a:gd name="T45" fmla="*/ 209 h 284"/>
                  <a:gd name="T46" fmla="*/ 0 w 102"/>
                  <a:gd name="T47" fmla="*/ 220 h 284"/>
                  <a:gd name="T48" fmla="*/ 0 w 102"/>
                  <a:gd name="T49" fmla="*/ 233 h 284"/>
                  <a:gd name="T50" fmla="*/ 2 w 102"/>
                  <a:gd name="T51" fmla="*/ 246 h 284"/>
                  <a:gd name="T52" fmla="*/ 4 w 102"/>
                  <a:gd name="T53" fmla="*/ 256 h 284"/>
                  <a:gd name="T54" fmla="*/ 6 w 102"/>
                  <a:gd name="T55" fmla="*/ 264 h 284"/>
                  <a:gd name="T56" fmla="*/ 10 w 102"/>
                  <a:gd name="T57" fmla="*/ 270 h 284"/>
                  <a:gd name="T58" fmla="*/ 14 w 102"/>
                  <a:gd name="T59" fmla="*/ 275 h 284"/>
                  <a:gd name="T60" fmla="*/ 17 w 102"/>
                  <a:gd name="T61" fmla="*/ 278 h 284"/>
                  <a:gd name="T62" fmla="*/ 101 w 102"/>
                  <a:gd name="T63" fmla="*/ 7 h 28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02" h="284">
                    <a:moveTo>
                      <a:pt x="101" y="7"/>
                    </a:moveTo>
                    <a:lnTo>
                      <a:pt x="85" y="0"/>
                    </a:lnTo>
                    <a:lnTo>
                      <a:pt x="82" y="0"/>
                    </a:lnTo>
                    <a:lnTo>
                      <a:pt x="79" y="1"/>
                    </a:lnTo>
                    <a:lnTo>
                      <a:pt x="77" y="1"/>
                    </a:lnTo>
                    <a:lnTo>
                      <a:pt x="74" y="3"/>
                    </a:lnTo>
                    <a:lnTo>
                      <a:pt x="71" y="4"/>
                    </a:lnTo>
                    <a:lnTo>
                      <a:pt x="69" y="6"/>
                    </a:lnTo>
                    <a:lnTo>
                      <a:pt x="67" y="7"/>
                    </a:lnTo>
                    <a:lnTo>
                      <a:pt x="64" y="9"/>
                    </a:lnTo>
                    <a:lnTo>
                      <a:pt x="62" y="12"/>
                    </a:lnTo>
                    <a:lnTo>
                      <a:pt x="60" y="14"/>
                    </a:lnTo>
                    <a:lnTo>
                      <a:pt x="58" y="17"/>
                    </a:lnTo>
                    <a:lnTo>
                      <a:pt x="55" y="20"/>
                    </a:lnTo>
                    <a:lnTo>
                      <a:pt x="53" y="24"/>
                    </a:lnTo>
                    <a:lnTo>
                      <a:pt x="51" y="27"/>
                    </a:lnTo>
                    <a:lnTo>
                      <a:pt x="48" y="30"/>
                    </a:lnTo>
                    <a:lnTo>
                      <a:pt x="46" y="34"/>
                    </a:lnTo>
                    <a:lnTo>
                      <a:pt x="44" y="38"/>
                    </a:lnTo>
                    <a:lnTo>
                      <a:pt x="42" y="43"/>
                    </a:lnTo>
                    <a:lnTo>
                      <a:pt x="39" y="48"/>
                    </a:lnTo>
                    <a:lnTo>
                      <a:pt x="37" y="53"/>
                    </a:lnTo>
                    <a:lnTo>
                      <a:pt x="35" y="58"/>
                    </a:lnTo>
                    <a:lnTo>
                      <a:pt x="33" y="62"/>
                    </a:lnTo>
                    <a:lnTo>
                      <a:pt x="30" y="69"/>
                    </a:lnTo>
                    <a:lnTo>
                      <a:pt x="27" y="78"/>
                    </a:lnTo>
                    <a:lnTo>
                      <a:pt x="24" y="85"/>
                    </a:lnTo>
                    <a:lnTo>
                      <a:pt x="22" y="93"/>
                    </a:lnTo>
                    <a:lnTo>
                      <a:pt x="19" y="101"/>
                    </a:lnTo>
                    <a:lnTo>
                      <a:pt x="17" y="107"/>
                    </a:lnTo>
                    <a:lnTo>
                      <a:pt x="15" y="114"/>
                    </a:lnTo>
                    <a:lnTo>
                      <a:pt x="14" y="119"/>
                    </a:lnTo>
                    <a:lnTo>
                      <a:pt x="13" y="123"/>
                    </a:lnTo>
                    <a:lnTo>
                      <a:pt x="12" y="127"/>
                    </a:lnTo>
                    <a:lnTo>
                      <a:pt x="11" y="132"/>
                    </a:lnTo>
                    <a:lnTo>
                      <a:pt x="9" y="138"/>
                    </a:lnTo>
                    <a:lnTo>
                      <a:pt x="8" y="148"/>
                    </a:lnTo>
                    <a:lnTo>
                      <a:pt x="6" y="155"/>
                    </a:lnTo>
                    <a:lnTo>
                      <a:pt x="5" y="162"/>
                    </a:lnTo>
                    <a:lnTo>
                      <a:pt x="4" y="168"/>
                    </a:lnTo>
                    <a:lnTo>
                      <a:pt x="3" y="174"/>
                    </a:lnTo>
                    <a:lnTo>
                      <a:pt x="2" y="181"/>
                    </a:lnTo>
                    <a:lnTo>
                      <a:pt x="1" y="188"/>
                    </a:lnTo>
                    <a:lnTo>
                      <a:pt x="1" y="197"/>
                    </a:lnTo>
                    <a:lnTo>
                      <a:pt x="1" y="203"/>
                    </a:lnTo>
                    <a:lnTo>
                      <a:pt x="0" y="209"/>
                    </a:lnTo>
                    <a:lnTo>
                      <a:pt x="0" y="214"/>
                    </a:lnTo>
                    <a:lnTo>
                      <a:pt x="0" y="220"/>
                    </a:lnTo>
                    <a:lnTo>
                      <a:pt x="0" y="226"/>
                    </a:lnTo>
                    <a:lnTo>
                      <a:pt x="0" y="233"/>
                    </a:lnTo>
                    <a:lnTo>
                      <a:pt x="1" y="239"/>
                    </a:lnTo>
                    <a:lnTo>
                      <a:pt x="2" y="246"/>
                    </a:lnTo>
                    <a:lnTo>
                      <a:pt x="3" y="251"/>
                    </a:lnTo>
                    <a:lnTo>
                      <a:pt x="4" y="256"/>
                    </a:lnTo>
                    <a:lnTo>
                      <a:pt x="5" y="260"/>
                    </a:lnTo>
                    <a:lnTo>
                      <a:pt x="6" y="264"/>
                    </a:lnTo>
                    <a:lnTo>
                      <a:pt x="8" y="267"/>
                    </a:lnTo>
                    <a:lnTo>
                      <a:pt x="10" y="270"/>
                    </a:lnTo>
                    <a:lnTo>
                      <a:pt x="12" y="273"/>
                    </a:lnTo>
                    <a:lnTo>
                      <a:pt x="14" y="275"/>
                    </a:lnTo>
                    <a:lnTo>
                      <a:pt x="15" y="276"/>
                    </a:lnTo>
                    <a:lnTo>
                      <a:pt x="17" y="278"/>
                    </a:lnTo>
                    <a:lnTo>
                      <a:pt x="32" y="283"/>
                    </a:lnTo>
                    <a:lnTo>
                      <a:pt x="101" y="7"/>
                    </a:lnTo>
                  </a:path>
                </a:pathLst>
              </a:custGeom>
              <a:gradFill rotWithShape="0">
                <a:gsLst>
                  <a:gs pos="0">
                    <a:srgbClr val="FFFFFF"/>
                  </a:gs>
                  <a:gs pos="100000">
                    <a:srgbClr val="DADADA"/>
                  </a:gs>
                </a:gsLst>
                <a:lin ang="5400000" scaled="1"/>
              </a:gra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559" name="Oval 198">
                <a:extLst>
                  <a:ext uri="{FF2B5EF4-FFF2-40B4-BE49-F238E27FC236}">
                    <a16:creationId xmlns:a16="http://schemas.microsoft.com/office/drawing/2014/main" id="{695713AB-4FD8-83E9-512B-FC83877DC5C7}"/>
                  </a:ext>
                </a:extLst>
              </p:cNvPr>
              <p:cNvSpPr>
                <a:spLocks noChangeArrowheads="1"/>
              </p:cNvSpPr>
              <p:nvPr/>
            </p:nvSpPr>
            <p:spPr bwMode="auto">
              <a:xfrm rot="1080000">
                <a:off x="2889" y="3705"/>
                <a:ext cx="85" cy="292"/>
              </a:xfrm>
              <a:prstGeom prst="ellipse">
                <a:avLst/>
              </a:prstGeom>
              <a:gradFill rotWithShape="0">
                <a:gsLst>
                  <a:gs pos="0">
                    <a:srgbClr val="FFFFFF"/>
                  </a:gs>
                  <a:gs pos="100000">
                    <a:srgbClr val="DADADA"/>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sp>
          <p:nvSpPr>
            <p:cNvPr id="43513" name="Freeform 200">
              <a:extLst>
                <a:ext uri="{FF2B5EF4-FFF2-40B4-BE49-F238E27FC236}">
                  <a16:creationId xmlns:a16="http://schemas.microsoft.com/office/drawing/2014/main" id="{8D878828-527A-B03F-72E0-937586F9AF42}"/>
                </a:ext>
              </a:extLst>
            </p:cNvPr>
            <p:cNvSpPr>
              <a:spLocks/>
            </p:cNvSpPr>
            <p:nvPr/>
          </p:nvSpPr>
          <p:spPr bwMode="auto">
            <a:xfrm>
              <a:off x="2899" y="3798"/>
              <a:ext cx="48" cy="109"/>
            </a:xfrm>
            <a:custGeom>
              <a:avLst/>
              <a:gdLst>
                <a:gd name="T0" fmla="*/ 38 w 48"/>
                <a:gd name="T1" fmla="*/ 0 h 109"/>
                <a:gd name="T2" fmla="*/ 34 w 48"/>
                <a:gd name="T3" fmla="*/ 0 h 109"/>
                <a:gd name="T4" fmla="*/ 32 w 48"/>
                <a:gd name="T5" fmla="*/ 1 h 109"/>
                <a:gd name="T6" fmla="*/ 29 w 48"/>
                <a:gd name="T7" fmla="*/ 1 h 109"/>
                <a:gd name="T8" fmla="*/ 26 w 48"/>
                <a:gd name="T9" fmla="*/ 2 h 109"/>
                <a:gd name="T10" fmla="*/ 24 w 48"/>
                <a:gd name="T11" fmla="*/ 4 h 109"/>
                <a:gd name="T12" fmla="*/ 22 w 48"/>
                <a:gd name="T13" fmla="*/ 6 h 109"/>
                <a:gd name="T14" fmla="*/ 20 w 48"/>
                <a:gd name="T15" fmla="*/ 8 h 109"/>
                <a:gd name="T16" fmla="*/ 18 w 48"/>
                <a:gd name="T17" fmla="*/ 11 h 109"/>
                <a:gd name="T18" fmla="*/ 16 w 48"/>
                <a:gd name="T19" fmla="*/ 14 h 109"/>
                <a:gd name="T20" fmla="*/ 13 w 48"/>
                <a:gd name="T21" fmla="*/ 17 h 109"/>
                <a:gd name="T22" fmla="*/ 12 w 48"/>
                <a:gd name="T23" fmla="*/ 21 h 109"/>
                <a:gd name="T24" fmla="*/ 9 w 48"/>
                <a:gd name="T25" fmla="*/ 26 h 109"/>
                <a:gd name="T26" fmla="*/ 6 w 48"/>
                <a:gd name="T27" fmla="*/ 32 h 109"/>
                <a:gd name="T28" fmla="*/ 5 w 48"/>
                <a:gd name="T29" fmla="*/ 37 h 109"/>
                <a:gd name="T30" fmla="*/ 4 w 48"/>
                <a:gd name="T31" fmla="*/ 41 h 109"/>
                <a:gd name="T32" fmla="*/ 3 w 48"/>
                <a:gd name="T33" fmla="*/ 45 h 109"/>
                <a:gd name="T34" fmla="*/ 2 w 48"/>
                <a:gd name="T35" fmla="*/ 49 h 109"/>
                <a:gd name="T36" fmla="*/ 1 w 48"/>
                <a:gd name="T37" fmla="*/ 55 h 109"/>
                <a:gd name="T38" fmla="*/ 0 w 48"/>
                <a:gd name="T39" fmla="*/ 60 h 109"/>
                <a:gd name="T40" fmla="*/ 0 w 48"/>
                <a:gd name="T41" fmla="*/ 65 h 109"/>
                <a:gd name="T42" fmla="*/ 0 w 48"/>
                <a:gd name="T43" fmla="*/ 71 h 109"/>
                <a:gd name="T44" fmla="*/ 0 w 48"/>
                <a:gd name="T45" fmla="*/ 76 h 109"/>
                <a:gd name="T46" fmla="*/ 0 w 48"/>
                <a:gd name="T47" fmla="*/ 80 h 109"/>
                <a:gd name="T48" fmla="*/ 1 w 48"/>
                <a:gd name="T49" fmla="*/ 86 h 109"/>
                <a:gd name="T50" fmla="*/ 3 w 48"/>
                <a:gd name="T51" fmla="*/ 91 h 109"/>
                <a:gd name="T52" fmla="*/ 5 w 48"/>
                <a:gd name="T53" fmla="*/ 95 h 109"/>
                <a:gd name="T54" fmla="*/ 6 w 48"/>
                <a:gd name="T55" fmla="*/ 99 h 109"/>
                <a:gd name="T56" fmla="*/ 8 w 48"/>
                <a:gd name="T57" fmla="*/ 101 h 109"/>
                <a:gd name="T58" fmla="*/ 11 w 48"/>
                <a:gd name="T59" fmla="*/ 103 h 109"/>
                <a:gd name="T60" fmla="*/ 13 w 48"/>
                <a:gd name="T61" fmla="*/ 105 h 109"/>
                <a:gd name="T62" fmla="*/ 47 w 48"/>
                <a:gd name="T63" fmla="*/ 4 h 10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48" h="109">
                  <a:moveTo>
                    <a:pt x="47" y="4"/>
                  </a:moveTo>
                  <a:lnTo>
                    <a:pt x="38" y="0"/>
                  </a:lnTo>
                  <a:lnTo>
                    <a:pt x="36" y="0"/>
                  </a:lnTo>
                  <a:lnTo>
                    <a:pt x="34" y="0"/>
                  </a:lnTo>
                  <a:lnTo>
                    <a:pt x="33" y="0"/>
                  </a:lnTo>
                  <a:lnTo>
                    <a:pt x="32" y="1"/>
                  </a:lnTo>
                  <a:lnTo>
                    <a:pt x="30" y="1"/>
                  </a:lnTo>
                  <a:lnTo>
                    <a:pt x="29" y="1"/>
                  </a:lnTo>
                  <a:lnTo>
                    <a:pt x="28" y="2"/>
                  </a:lnTo>
                  <a:lnTo>
                    <a:pt x="26" y="2"/>
                  </a:lnTo>
                  <a:lnTo>
                    <a:pt x="25" y="3"/>
                  </a:lnTo>
                  <a:lnTo>
                    <a:pt x="24" y="4"/>
                  </a:lnTo>
                  <a:lnTo>
                    <a:pt x="23" y="5"/>
                  </a:lnTo>
                  <a:lnTo>
                    <a:pt x="22" y="6"/>
                  </a:lnTo>
                  <a:lnTo>
                    <a:pt x="21" y="7"/>
                  </a:lnTo>
                  <a:lnTo>
                    <a:pt x="20" y="8"/>
                  </a:lnTo>
                  <a:lnTo>
                    <a:pt x="19" y="9"/>
                  </a:lnTo>
                  <a:lnTo>
                    <a:pt x="18" y="11"/>
                  </a:lnTo>
                  <a:lnTo>
                    <a:pt x="17" y="12"/>
                  </a:lnTo>
                  <a:lnTo>
                    <a:pt x="16" y="14"/>
                  </a:lnTo>
                  <a:lnTo>
                    <a:pt x="14" y="16"/>
                  </a:lnTo>
                  <a:lnTo>
                    <a:pt x="13" y="17"/>
                  </a:lnTo>
                  <a:lnTo>
                    <a:pt x="12" y="19"/>
                  </a:lnTo>
                  <a:lnTo>
                    <a:pt x="12" y="21"/>
                  </a:lnTo>
                  <a:lnTo>
                    <a:pt x="10" y="23"/>
                  </a:lnTo>
                  <a:lnTo>
                    <a:pt x="9" y="26"/>
                  </a:lnTo>
                  <a:lnTo>
                    <a:pt x="8" y="29"/>
                  </a:lnTo>
                  <a:lnTo>
                    <a:pt x="6" y="32"/>
                  </a:lnTo>
                  <a:lnTo>
                    <a:pt x="6" y="35"/>
                  </a:lnTo>
                  <a:lnTo>
                    <a:pt x="5" y="37"/>
                  </a:lnTo>
                  <a:lnTo>
                    <a:pt x="4" y="40"/>
                  </a:lnTo>
                  <a:lnTo>
                    <a:pt x="4" y="41"/>
                  </a:lnTo>
                  <a:lnTo>
                    <a:pt x="3" y="43"/>
                  </a:lnTo>
                  <a:lnTo>
                    <a:pt x="3" y="45"/>
                  </a:lnTo>
                  <a:lnTo>
                    <a:pt x="2" y="46"/>
                  </a:lnTo>
                  <a:lnTo>
                    <a:pt x="2" y="49"/>
                  </a:lnTo>
                  <a:lnTo>
                    <a:pt x="1" y="52"/>
                  </a:lnTo>
                  <a:lnTo>
                    <a:pt x="1" y="55"/>
                  </a:lnTo>
                  <a:lnTo>
                    <a:pt x="0" y="58"/>
                  </a:lnTo>
                  <a:lnTo>
                    <a:pt x="0" y="60"/>
                  </a:lnTo>
                  <a:lnTo>
                    <a:pt x="0" y="62"/>
                  </a:lnTo>
                  <a:lnTo>
                    <a:pt x="0" y="65"/>
                  </a:lnTo>
                  <a:lnTo>
                    <a:pt x="0" y="68"/>
                  </a:lnTo>
                  <a:lnTo>
                    <a:pt x="0" y="71"/>
                  </a:lnTo>
                  <a:lnTo>
                    <a:pt x="0" y="74"/>
                  </a:lnTo>
                  <a:lnTo>
                    <a:pt x="0" y="76"/>
                  </a:lnTo>
                  <a:lnTo>
                    <a:pt x="0" y="78"/>
                  </a:lnTo>
                  <a:lnTo>
                    <a:pt x="0" y="80"/>
                  </a:lnTo>
                  <a:lnTo>
                    <a:pt x="1" y="83"/>
                  </a:lnTo>
                  <a:lnTo>
                    <a:pt x="1" y="86"/>
                  </a:lnTo>
                  <a:lnTo>
                    <a:pt x="2" y="88"/>
                  </a:lnTo>
                  <a:lnTo>
                    <a:pt x="3" y="91"/>
                  </a:lnTo>
                  <a:lnTo>
                    <a:pt x="4" y="93"/>
                  </a:lnTo>
                  <a:lnTo>
                    <a:pt x="5" y="95"/>
                  </a:lnTo>
                  <a:lnTo>
                    <a:pt x="5" y="97"/>
                  </a:lnTo>
                  <a:lnTo>
                    <a:pt x="6" y="99"/>
                  </a:lnTo>
                  <a:lnTo>
                    <a:pt x="7" y="100"/>
                  </a:lnTo>
                  <a:lnTo>
                    <a:pt x="8" y="101"/>
                  </a:lnTo>
                  <a:lnTo>
                    <a:pt x="10" y="103"/>
                  </a:lnTo>
                  <a:lnTo>
                    <a:pt x="11" y="103"/>
                  </a:lnTo>
                  <a:lnTo>
                    <a:pt x="12" y="104"/>
                  </a:lnTo>
                  <a:lnTo>
                    <a:pt x="13" y="105"/>
                  </a:lnTo>
                  <a:lnTo>
                    <a:pt x="22" y="108"/>
                  </a:lnTo>
                  <a:lnTo>
                    <a:pt x="47" y="4"/>
                  </a:lnTo>
                </a:path>
              </a:pathLst>
            </a:custGeom>
            <a:gradFill rotWithShape="0">
              <a:gsLst>
                <a:gs pos="0">
                  <a:srgbClr val="414141"/>
                </a:gs>
                <a:gs pos="100000">
                  <a:srgbClr val="DADADA"/>
                </a:gs>
              </a:gsLst>
              <a:lin ang="5400000" scaled="1"/>
            </a:gra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514" name="Freeform 201">
              <a:extLst>
                <a:ext uri="{FF2B5EF4-FFF2-40B4-BE49-F238E27FC236}">
                  <a16:creationId xmlns:a16="http://schemas.microsoft.com/office/drawing/2014/main" id="{69013C71-11B3-A751-1D8E-163ED4427CA9}"/>
                </a:ext>
              </a:extLst>
            </p:cNvPr>
            <p:cNvSpPr>
              <a:spLocks/>
            </p:cNvSpPr>
            <p:nvPr/>
          </p:nvSpPr>
          <p:spPr bwMode="auto">
            <a:xfrm>
              <a:off x="2905" y="3801"/>
              <a:ext cx="48" cy="109"/>
            </a:xfrm>
            <a:custGeom>
              <a:avLst/>
              <a:gdLst>
                <a:gd name="T0" fmla="*/ 38 w 48"/>
                <a:gd name="T1" fmla="*/ 1 h 109"/>
                <a:gd name="T2" fmla="*/ 34 w 48"/>
                <a:gd name="T3" fmla="*/ 0 h 109"/>
                <a:gd name="T4" fmla="*/ 32 w 48"/>
                <a:gd name="T5" fmla="*/ 1 h 109"/>
                <a:gd name="T6" fmla="*/ 29 w 48"/>
                <a:gd name="T7" fmla="*/ 1 h 109"/>
                <a:gd name="T8" fmla="*/ 26 w 48"/>
                <a:gd name="T9" fmla="*/ 2 h 109"/>
                <a:gd name="T10" fmla="*/ 24 w 48"/>
                <a:gd name="T11" fmla="*/ 4 h 109"/>
                <a:gd name="T12" fmla="*/ 22 w 48"/>
                <a:gd name="T13" fmla="*/ 6 h 109"/>
                <a:gd name="T14" fmla="*/ 20 w 48"/>
                <a:gd name="T15" fmla="*/ 8 h 109"/>
                <a:gd name="T16" fmla="*/ 18 w 48"/>
                <a:gd name="T17" fmla="*/ 11 h 109"/>
                <a:gd name="T18" fmla="*/ 16 w 48"/>
                <a:gd name="T19" fmla="*/ 14 h 109"/>
                <a:gd name="T20" fmla="*/ 13 w 48"/>
                <a:gd name="T21" fmla="*/ 17 h 109"/>
                <a:gd name="T22" fmla="*/ 12 w 48"/>
                <a:gd name="T23" fmla="*/ 21 h 109"/>
                <a:gd name="T24" fmla="*/ 9 w 48"/>
                <a:gd name="T25" fmla="*/ 26 h 109"/>
                <a:gd name="T26" fmla="*/ 7 w 48"/>
                <a:gd name="T27" fmla="*/ 32 h 109"/>
                <a:gd name="T28" fmla="*/ 5 w 48"/>
                <a:gd name="T29" fmla="*/ 37 h 109"/>
                <a:gd name="T30" fmla="*/ 4 w 48"/>
                <a:gd name="T31" fmla="*/ 42 h 109"/>
                <a:gd name="T32" fmla="*/ 3 w 48"/>
                <a:gd name="T33" fmla="*/ 45 h 109"/>
                <a:gd name="T34" fmla="*/ 2 w 48"/>
                <a:gd name="T35" fmla="*/ 49 h 109"/>
                <a:gd name="T36" fmla="*/ 1 w 48"/>
                <a:gd name="T37" fmla="*/ 55 h 109"/>
                <a:gd name="T38" fmla="*/ 0 w 48"/>
                <a:gd name="T39" fmla="*/ 60 h 109"/>
                <a:gd name="T40" fmla="*/ 0 w 48"/>
                <a:gd name="T41" fmla="*/ 65 h 109"/>
                <a:gd name="T42" fmla="*/ 0 w 48"/>
                <a:gd name="T43" fmla="*/ 71 h 109"/>
                <a:gd name="T44" fmla="*/ 0 w 48"/>
                <a:gd name="T45" fmla="*/ 76 h 109"/>
                <a:gd name="T46" fmla="*/ 1 w 48"/>
                <a:gd name="T47" fmla="*/ 80 h 109"/>
                <a:gd name="T48" fmla="*/ 1 w 48"/>
                <a:gd name="T49" fmla="*/ 86 h 109"/>
                <a:gd name="T50" fmla="*/ 3 w 48"/>
                <a:gd name="T51" fmla="*/ 91 h 109"/>
                <a:gd name="T52" fmla="*/ 5 w 48"/>
                <a:gd name="T53" fmla="*/ 95 h 109"/>
                <a:gd name="T54" fmla="*/ 6 w 48"/>
                <a:gd name="T55" fmla="*/ 98 h 109"/>
                <a:gd name="T56" fmla="*/ 9 w 48"/>
                <a:gd name="T57" fmla="*/ 101 h 109"/>
                <a:gd name="T58" fmla="*/ 11 w 48"/>
                <a:gd name="T59" fmla="*/ 103 h 109"/>
                <a:gd name="T60" fmla="*/ 13 w 48"/>
                <a:gd name="T61" fmla="*/ 105 h 109"/>
                <a:gd name="T62" fmla="*/ 47 w 48"/>
                <a:gd name="T63" fmla="*/ 5 h 10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48" h="109">
                  <a:moveTo>
                    <a:pt x="47" y="5"/>
                  </a:moveTo>
                  <a:lnTo>
                    <a:pt x="38" y="1"/>
                  </a:lnTo>
                  <a:lnTo>
                    <a:pt x="36" y="0"/>
                  </a:lnTo>
                  <a:lnTo>
                    <a:pt x="34" y="0"/>
                  </a:lnTo>
                  <a:lnTo>
                    <a:pt x="33" y="0"/>
                  </a:lnTo>
                  <a:lnTo>
                    <a:pt x="32" y="1"/>
                  </a:lnTo>
                  <a:lnTo>
                    <a:pt x="30" y="1"/>
                  </a:lnTo>
                  <a:lnTo>
                    <a:pt x="29" y="1"/>
                  </a:lnTo>
                  <a:lnTo>
                    <a:pt x="28" y="2"/>
                  </a:lnTo>
                  <a:lnTo>
                    <a:pt x="26" y="2"/>
                  </a:lnTo>
                  <a:lnTo>
                    <a:pt x="25" y="3"/>
                  </a:lnTo>
                  <a:lnTo>
                    <a:pt x="24" y="4"/>
                  </a:lnTo>
                  <a:lnTo>
                    <a:pt x="23" y="5"/>
                  </a:lnTo>
                  <a:lnTo>
                    <a:pt x="22" y="6"/>
                  </a:lnTo>
                  <a:lnTo>
                    <a:pt x="21" y="7"/>
                  </a:lnTo>
                  <a:lnTo>
                    <a:pt x="20" y="8"/>
                  </a:lnTo>
                  <a:lnTo>
                    <a:pt x="19" y="9"/>
                  </a:lnTo>
                  <a:lnTo>
                    <a:pt x="18" y="11"/>
                  </a:lnTo>
                  <a:lnTo>
                    <a:pt x="17" y="12"/>
                  </a:lnTo>
                  <a:lnTo>
                    <a:pt x="16" y="14"/>
                  </a:lnTo>
                  <a:lnTo>
                    <a:pt x="14" y="16"/>
                  </a:lnTo>
                  <a:lnTo>
                    <a:pt x="13" y="17"/>
                  </a:lnTo>
                  <a:lnTo>
                    <a:pt x="12" y="19"/>
                  </a:lnTo>
                  <a:lnTo>
                    <a:pt x="12" y="21"/>
                  </a:lnTo>
                  <a:lnTo>
                    <a:pt x="10" y="23"/>
                  </a:lnTo>
                  <a:lnTo>
                    <a:pt x="9" y="26"/>
                  </a:lnTo>
                  <a:lnTo>
                    <a:pt x="8" y="29"/>
                  </a:lnTo>
                  <a:lnTo>
                    <a:pt x="7" y="32"/>
                  </a:lnTo>
                  <a:lnTo>
                    <a:pt x="6" y="35"/>
                  </a:lnTo>
                  <a:lnTo>
                    <a:pt x="5" y="37"/>
                  </a:lnTo>
                  <a:lnTo>
                    <a:pt x="4" y="40"/>
                  </a:lnTo>
                  <a:lnTo>
                    <a:pt x="4" y="42"/>
                  </a:lnTo>
                  <a:lnTo>
                    <a:pt x="3" y="43"/>
                  </a:lnTo>
                  <a:lnTo>
                    <a:pt x="3" y="45"/>
                  </a:lnTo>
                  <a:lnTo>
                    <a:pt x="2" y="46"/>
                  </a:lnTo>
                  <a:lnTo>
                    <a:pt x="2" y="49"/>
                  </a:lnTo>
                  <a:lnTo>
                    <a:pt x="1" y="52"/>
                  </a:lnTo>
                  <a:lnTo>
                    <a:pt x="1" y="55"/>
                  </a:lnTo>
                  <a:lnTo>
                    <a:pt x="0" y="58"/>
                  </a:lnTo>
                  <a:lnTo>
                    <a:pt x="0" y="60"/>
                  </a:lnTo>
                  <a:lnTo>
                    <a:pt x="0" y="62"/>
                  </a:lnTo>
                  <a:lnTo>
                    <a:pt x="0" y="65"/>
                  </a:lnTo>
                  <a:lnTo>
                    <a:pt x="0" y="68"/>
                  </a:lnTo>
                  <a:lnTo>
                    <a:pt x="0" y="71"/>
                  </a:lnTo>
                  <a:lnTo>
                    <a:pt x="0" y="74"/>
                  </a:lnTo>
                  <a:lnTo>
                    <a:pt x="0" y="76"/>
                  </a:lnTo>
                  <a:lnTo>
                    <a:pt x="0" y="78"/>
                  </a:lnTo>
                  <a:lnTo>
                    <a:pt x="1" y="80"/>
                  </a:lnTo>
                  <a:lnTo>
                    <a:pt x="1" y="83"/>
                  </a:lnTo>
                  <a:lnTo>
                    <a:pt x="1" y="86"/>
                  </a:lnTo>
                  <a:lnTo>
                    <a:pt x="2" y="88"/>
                  </a:lnTo>
                  <a:lnTo>
                    <a:pt x="3" y="91"/>
                  </a:lnTo>
                  <a:lnTo>
                    <a:pt x="4" y="93"/>
                  </a:lnTo>
                  <a:lnTo>
                    <a:pt x="5" y="95"/>
                  </a:lnTo>
                  <a:lnTo>
                    <a:pt x="5" y="96"/>
                  </a:lnTo>
                  <a:lnTo>
                    <a:pt x="6" y="98"/>
                  </a:lnTo>
                  <a:lnTo>
                    <a:pt x="7" y="100"/>
                  </a:lnTo>
                  <a:lnTo>
                    <a:pt x="9" y="101"/>
                  </a:lnTo>
                  <a:lnTo>
                    <a:pt x="10" y="103"/>
                  </a:lnTo>
                  <a:lnTo>
                    <a:pt x="11" y="103"/>
                  </a:lnTo>
                  <a:lnTo>
                    <a:pt x="12" y="104"/>
                  </a:lnTo>
                  <a:lnTo>
                    <a:pt x="13" y="105"/>
                  </a:lnTo>
                  <a:lnTo>
                    <a:pt x="22" y="108"/>
                  </a:lnTo>
                  <a:lnTo>
                    <a:pt x="47" y="5"/>
                  </a:lnTo>
                </a:path>
              </a:pathLst>
            </a:custGeom>
            <a:gradFill rotWithShape="0">
              <a:gsLst>
                <a:gs pos="0">
                  <a:srgbClr val="414141"/>
                </a:gs>
                <a:gs pos="100000">
                  <a:srgbClr val="DADADA"/>
                </a:gs>
              </a:gsLst>
              <a:lin ang="5400000" scaled="1"/>
            </a:gra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515" name="Oval 202">
              <a:extLst>
                <a:ext uri="{FF2B5EF4-FFF2-40B4-BE49-F238E27FC236}">
                  <a16:creationId xmlns:a16="http://schemas.microsoft.com/office/drawing/2014/main" id="{42FCB1FC-CF1C-FC8F-AE9D-C768C7EFE22F}"/>
                </a:ext>
              </a:extLst>
            </p:cNvPr>
            <p:cNvSpPr>
              <a:spLocks noChangeArrowheads="1"/>
            </p:cNvSpPr>
            <p:nvPr/>
          </p:nvSpPr>
          <p:spPr bwMode="auto">
            <a:xfrm rot="1080000">
              <a:off x="2912" y="3801"/>
              <a:ext cx="51" cy="110"/>
            </a:xfrm>
            <a:prstGeom prst="ellipse">
              <a:avLst/>
            </a:prstGeom>
            <a:gradFill rotWithShape="0">
              <a:gsLst>
                <a:gs pos="0">
                  <a:srgbClr val="DADADA"/>
                </a:gs>
                <a:gs pos="100000">
                  <a:srgbClr val="ECECEC"/>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16" name="Oval 203">
              <a:extLst>
                <a:ext uri="{FF2B5EF4-FFF2-40B4-BE49-F238E27FC236}">
                  <a16:creationId xmlns:a16="http://schemas.microsoft.com/office/drawing/2014/main" id="{FBC85F3F-894D-B73B-D3B4-6038FEC9A144}"/>
                </a:ext>
              </a:extLst>
            </p:cNvPr>
            <p:cNvSpPr>
              <a:spLocks noChangeArrowheads="1"/>
            </p:cNvSpPr>
            <p:nvPr/>
          </p:nvSpPr>
          <p:spPr bwMode="auto">
            <a:xfrm rot="1080000">
              <a:off x="2925" y="3829"/>
              <a:ext cx="27" cy="56"/>
            </a:xfrm>
            <a:prstGeom prst="ellipse">
              <a:avLst/>
            </a:prstGeom>
            <a:gradFill rotWithShape="0">
              <a:gsLst>
                <a:gs pos="0">
                  <a:srgbClr val="DADADA"/>
                </a:gs>
                <a:gs pos="100000">
                  <a:srgbClr val="151515"/>
                </a:gs>
              </a:gsLst>
              <a:lin ang="189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nvGrpSpPr>
            <p:cNvPr id="43517" name="Group 207">
              <a:extLst>
                <a:ext uri="{FF2B5EF4-FFF2-40B4-BE49-F238E27FC236}">
                  <a16:creationId xmlns:a16="http://schemas.microsoft.com/office/drawing/2014/main" id="{3FC77E1A-9BED-EDBA-89B7-739D875BCDB2}"/>
                </a:ext>
              </a:extLst>
            </p:cNvPr>
            <p:cNvGrpSpPr>
              <a:grpSpLocks/>
            </p:cNvGrpSpPr>
            <p:nvPr/>
          </p:nvGrpSpPr>
          <p:grpSpPr bwMode="auto">
            <a:xfrm>
              <a:off x="2649" y="3628"/>
              <a:ext cx="244" cy="110"/>
              <a:chOff x="2649" y="3628"/>
              <a:chExt cx="244" cy="110"/>
            </a:xfrm>
          </p:grpSpPr>
          <p:sp>
            <p:nvSpPr>
              <p:cNvPr id="43555" name="Oval 204">
                <a:extLst>
                  <a:ext uri="{FF2B5EF4-FFF2-40B4-BE49-F238E27FC236}">
                    <a16:creationId xmlns:a16="http://schemas.microsoft.com/office/drawing/2014/main" id="{3A30CC1D-2193-CCA5-754B-40D612030FB5}"/>
                  </a:ext>
                </a:extLst>
              </p:cNvPr>
              <p:cNvSpPr>
                <a:spLocks noChangeArrowheads="1"/>
              </p:cNvSpPr>
              <p:nvPr/>
            </p:nvSpPr>
            <p:spPr bwMode="auto">
              <a:xfrm rot="1080000">
                <a:off x="2866" y="3721"/>
                <a:ext cx="27" cy="17"/>
              </a:xfrm>
              <a:prstGeom prst="ellipse">
                <a:avLst/>
              </a:prstGeom>
              <a:gradFill rotWithShape="0">
                <a:gsLst>
                  <a:gs pos="0">
                    <a:srgbClr val="000000"/>
                  </a:gs>
                  <a:gs pos="100000">
                    <a:srgbClr val="3F000B"/>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56" name="Rectangle 205">
                <a:extLst>
                  <a:ext uri="{FF2B5EF4-FFF2-40B4-BE49-F238E27FC236}">
                    <a16:creationId xmlns:a16="http://schemas.microsoft.com/office/drawing/2014/main" id="{F1C585D5-1447-20B6-1AEA-0C0F00EAEFF0}"/>
                  </a:ext>
                </a:extLst>
              </p:cNvPr>
              <p:cNvSpPr>
                <a:spLocks noChangeArrowheads="1"/>
              </p:cNvSpPr>
              <p:nvPr/>
            </p:nvSpPr>
            <p:spPr bwMode="auto">
              <a:xfrm rot="1080000">
                <a:off x="2657" y="3675"/>
                <a:ext cx="229" cy="17"/>
              </a:xfrm>
              <a:prstGeom prst="rect">
                <a:avLst/>
              </a:prstGeom>
              <a:gradFill rotWithShape="0">
                <a:gsLst>
                  <a:gs pos="0">
                    <a:srgbClr val="FC0128"/>
                  </a:gs>
                  <a:gs pos="100000">
                    <a:srgbClr val="4B000C"/>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57" name="Oval 206">
                <a:extLst>
                  <a:ext uri="{FF2B5EF4-FFF2-40B4-BE49-F238E27FC236}">
                    <a16:creationId xmlns:a16="http://schemas.microsoft.com/office/drawing/2014/main" id="{8B493F45-E5CC-DF6B-3EAB-E82253A47662}"/>
                  </a:ext>
                </a:extLst>
              </p:cNvPr>
              <p:cNvSpPr>
                <a:spLocks noChangeArrowheads="1"/>
              </p:cNvSpPr>
              <p:nvPr/>
            </p:nvSpPr>
            <p:spPr bwMode="auto">
              <a:xfrm rot="1080000">
                <a:off x="2649" y="3628"/>
                <a:ext cx="27" cy="17"/>
              </a:xfrm>
              <a:prstGeom prst="ellipse">
                <a:avLst/>
              </a:prstGeom>
              <a:gradFill rotWithShape="0">
                <a:gsLst>
                  <a:gs pos="0">
                    <a:srgbClr val="E20124"/>
                  </a:gs>
                  <a:gs pos="100000">
                    <a:srgbClr val="FC012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grpSp>
          <p:nvGrpSpPr>
            <p:cNvPr id="43518" name="Group 211">
              <a:extLst>
                <a:ext uri="{FF2B5EF4-FFF2-40B4-BE49-F238E27FC236}">
                  <a16:creationId xmlns:a16="http://schemas.microsoft.com/office/drawing/2014/main" id="{2DB5C620-1D74-ED2E-59E6-5F0BBBA63E3A}"/>
                </a:ext>
              </a:extLst>
            </p:cNvPr>
            <p:cNvGrpSpPr>
              <a:grpSpLocks/>
            </p:cNvGrpSpPr>
            <p:nvPr/>
          </p:nvGrpSpPr>
          <p:grpSpPr bwMode="auto">
            <a:xfrm>
              <a:off x="2640" y="3655"/>
              <a:ext cx="243" cy="109"/>
              <a:chOff x="2640" y="3655"/>
              <a:chExt cx="243" cy="109"/>
            </a:xfrm>
          </p:grpSpPr>
          <p:sp>
            <p:nvSpPr>
              <p:cNvPr id="43552" name="Oval 208">
                <a:extLst>
                  <a:ext uri="{FF2B5EF4-FFF2-40B4-BE49-F238E27FC236}">
                    <a16:creationId xmlns:a16="http://schemas.microsoft.com/office/drawing/2014/main" id="{21D77738-AFC4-8FE3-2C73-6C850529FC1B}"/>
                  </a:ext>
                </a:extLst>
              </p:cNvPr>
              <p:cNvSpPr>
                <a:spLocks noChangeArrowheads="1"/>
              </p:cNvSpPr>
              <p:nvPr/>
            </p:nvSpPr>
            <p:spPr bwMode="auto">
              <a:xfrm rot="1080000">
                <a:off x="2856" y="3747"/>
                <a:ext cx="27" cy="17"/>
              </a:xfrm>
              <a:prstGeom prst="ellipse">
                <a:avLst/>
              </a:prstGeom>
              <a:gradFill rotWithShape="0">
                <a:gsLst>
                  <a:gs pos="0">
                    <a:srgbClr val="000000"/>
                  </a:gs>
                  <a:gs pos="100000">
                    <a:srgbClr val="3F000B"/>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53" name="Rectangle 209">
                <a:extLst>
                  <a:ext uri="{FF2B5EF4-FFF2-40B4-BE49-F238E27FC236}">
                    <a16:creationId xmlns:a16="http://schemas.microsoft.com/office/drawing/2014/main" id="{D9E3817A-9728-337D-34B2-9DD299084BF8}"/>
                  </a:ext>
                </a:extLst>
              </p:cNvPr>
              <p:cNvSpPr>
                <a:spLocks noChangeArrowheads="1"/>
              </p:cNvSpPr>
              <p:nvPr/>
            </p:nvSpPr>
            <p:spPr bwMode="auto">
              <a:xfrm rot="1080000">
                <a:off x="2647" y="3701"/>
                <a:ext cx="229" cy="17"/>
              </a:xfrm>
              <a:prstGeom prst="rect">
                <a:avLst/>
              </a:prstGeom>
              <a:gradFill rotWithShape="0">
                <a:gsLst>
                  <a:gs pos="0">
                    <a:srgbClr val="FC0128"/>
                  </a:gs>
                  <a:gs pos="100000">
                    <a:srgbClr val="4B000C"/>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54" name="Oval 210">
                <a:extLst>
                  <a:ext uri="{FF2B5EF4-FFF2-40B4-BE49-F238E27FC236}">
                    <a16:creationId xmlns:a16="http://schemas.microsoft.com/office/drawing/2014/main" id="{83F7201E-3128-8756-5449-95EAACEF858E}"/>
                  </a:ext>
                </a:extLst>
              </p:cNvPr>
              <p:cNvSpPr>
                <a:spLocks noChangeArrowheads="1"/>
              </p:cNvSpPr>
              <p:nvPr/>
            </p:nvSpPr>
            <p:spPr bwMode="auto">
              <a:xfrm rot="1080000">
                <a:off x="2640" y="3655"/>
                <a:ext cx="27" cy="17"/>
              </a:xfrm>
              <a:prstGeom prst="ellipse">
                <a:avLst/>
              </a:prstGeom>
              <a:gradFill rotWithShape="0">
                <a:gsLst>
                  <a:gs pos="0">
                    <a:srgbClr val="E20124"/>
                  </a:gs>
                  <a:gs pos="100000">
                    <a:srgbClr val="FC012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grpSp>
          <p:nvGrpSpPr>
            <p:cNvPr id="43519" name="Group 215">
              <a:extLst>
                <a:ext uri="{FF2B5EF4-FFF2-40B4-BE49-F238E27FC236}">
                  <a16:creationId xmlns:a16="http://schemas.microsoft.com/office/drawing/2014/main" id="{EEDB0E66-C4ED-34AF-C329-D9BE2092538F}"/>
                </a:ext>
              </a:extLst>
            </p:cNvPr>
            <p:cNvGrpSpPr>
              <a:grpSpLocks/>
            </p:cNvGrpSpPr>
            <p:nvPr/>
          </p:nvGrpSpPr>
          <p:grpSpPr bwMode="auto">
            <a:xfrm>
              <a:off x="2629" y="3681"/>
              <a:ext cx="245" cy="109"/>
              <a:chOff x="2629" y="3681"/>
              <a:chExt cx="245" cy="109"/>
            </a:xfrm>
          </p:grpSpPr>
          <p:sp>
            <p:nvSpPr>
              <p:cNvPr id="43549" name="Oval 212">
                <a:extLst>
                  <a:ext uri="{FF2B5EF4-FFF2-40B4-BE49-F238E27FC236}">
                    <a16:creationId xmlns:a16="http://schemas.microsoft.com/office/drawing/2014/main" id="{994B4FA9-2E75-50B0-3811-4DBAB759EADB}"/>
                  </a:ext>
                </a:extLst>
              </p:cNvPr>
              <p:cNvSpPr>
                <a:spLocks noChangeArrowheads="1"/>
              </p:cNvSpPr>
              <p:nvPr/>
            </p:nvSpPr>
            <p:spPr bwMode="auto">
              <a:xfrm rot="1080000">
                <a:off x="2846" y="3773"/>
                <a:ext cx="28" cy="17"/>
              </a:xfrm>
              <a:prstGeom prst="ellipse">
                <a:avLst/>
              </a:prstGeom>
              <a:gradFill rotWithShape="0">
                <a:gsLst>
                  <a:gs pos="0">
                    <a:srgbClr val="000000"/>
                  </a:gs>
                  <a:gs pos="100000">
                    <a:srgbClr val="3F000B"/>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50" name="Rectangle 213">
                <a:extLst>
                  <a:ext uri="{FF2B5EF4-FFF2-40B4-BE49-F238E27FC236}">
                    <a16:creationId xmlns:a16="http://schemas.microsoft.com/office/drawing/2014/main" id="{9D000734-B450-C51B-9FA4-45592F8E6774}"/>
                  </a:ext>
                </a:extLst>
              </p:cNvPr>
              <p:cNvSpPr>
                <a:spLocks noChangeArrowheads="1"/>
              </p:cNvSpPr>
              <p:nvPr/>
            </p:nvSpPr>
            <p:spPr bwMode="auto">
              <a:xfrm rot="1080000">
                <a:off x="2638" y="3727"/>
                <a:ext cx="228" cy="17"/>
              </a:xfrm>
              <a:prstGeom prst="rect">
                <a:avLst/>
              </a:prstGeom>
              <a:gradFill rotWithShape="0">
                <a:gsLst>
                  <a:gs pos="0">
                    <a:srgbClr val="FC0128"/>
                  </a:gs>
                  <a:gs pos="100000">
                    <a:srgbClr val="4B000C"/>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51" name="Oval 214">
                <a:extLst>
                  <a:ext uri="{FF2B5EF4-FFF2-40B4-BE49-F238E27FC236}">
                    <a16:creationId xmlns:a16="http://schemas.microsoft.com/office/drawing/2014/main" id="{8C04A89F-2988-E32C-A576-BAA7825CFCC3}"/>
                  </a:ext>
                </a:extLst>
              </p:cNvPr>
              <p:cNvSpPr>
                <a:spLocks noChangeArrowheads="1"/>
              </p:cNvSpPr>
              <p:nvPr/>
            </p:nvSpPr>
            <p:spPr bwMode="auto">
              <a:xfrm rot="1080000">
                <a:off x="2629" y="3681"/>
                <a:ext cx="27" cy="17"/>
              </a:xfrm>
              <a:prstGeom prst="ellipse">
                <a:avLst/>
              </a:prstGeom>
              <a:gradFill rotWithShape="0">
                <a:gsLst>
                  <a:gs pos="0">
                    <a:srgbClr val="E20124"/>
                  </a:gs>
                  <a:gs pos="100000">
                    <a:srgbClr val="FC012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grpSp>
          <p:nvGrpSpPr>
            <p:cNvPr id="43520" name="Group 219">
              <a:extLst>
                <a:ext uri="{FF2B5EF4-FFF2-40B4-BE49-F238E27FC236}">
                  <a16:creationId xmlns:a16="http://schemas.microsoft.com/office/drawing/2014/main" id="{E2EB6EDF-8268-44B6-875C-6639E8190AF5}"/>
                </a:ext>
              </a:extLst>
            </p:cNvPr>
            <p:cNvGrpSpPr>
              <a:grpSpLocks/>
            </p:cNvGrpSpPr>
            <p:nvPr/>
          </p:nvGrpSpPr>
          <p:grpSpPr bwMode="auto">
            <a:xfrm>
              <a:off x="2620" y="3710"/>
              <a:ext cx="244" cy="109"/>
              <a:chOff x="2620" y="3710"/>
              <a:chExt cx="244" cy="109"/>
            </a:xfrm>
          </p:grpSpPr>
          <p:sp>
            <p:nvSpPr>
              <p:cNvPr id="43546" name="Oval 216">
                <a:extLst>
                  <a:ext uri="{FF2B5EF4-FFF2-40B4-BE49-F238E27FC236}">
                    <a16:creationId xmlns:a16="http://schemas.microsoft.com/office/drawing/2014/main" id="{FDBEF53F-A999-0850-8810-A5D8F9EA8C39}"/>
                  </a:ext>
                </a:extLst>
              </p:cNvPr>
              <p:cNvSpPr>
                <a:spLocks noChangeArrowheads="1"/>
              </p:cNvSpPr>
              <p:nvPr/>
            </p:nvSpPr>
            <p:spPr bwMode="auto">
              <a:xfrm rot="1080000">
                <a:off x="2836" y="3802"/>
                <a:ext cx="28" cy="17"/>
              </a:xfrm>
              <a:prstGeom prst="ellipse">
                <a:avLst/>
              </a:prstGeom>
              <a:gradFill rotWithShape="0">
                <a:gsLst>
                  <a:gs pos="0">
                    <a:srgbClr val="000000"/>
                  </a:gs>
                  <a:gs pos="100000">
                    <a:srgbClr val="3F000B"/>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47" name="Rectangle 217">
                <a:extLst>
                  <a:ext uri="{FF2B5EF4-FFF2-40B4-BE49-F238E27FC236}">
                    <a16:creationId xmlns:a16="http://schemas.microsoft.com/office/drawing/2014/main" id="{D66D3F19-4ADB-70F8-5A35-D590541DF3E3}"/>
                  </a:ext>
                </a:extLst>
              </p:cNvPr>
              <p:cNvSpPr>
                <a:spLocks noChangeArrowheads="1"/>
              </p:cNvSpPr>
              <p:nvPr/>
            </p:nvSpPr>
            <p:spPr bwMode="auto">
              <a:xfrm rot="1080000">
                <a:off x="2627" y="3756"/>
                <a:ext cx="229" cy="17"/>
              </a:xfrm>
              <a:prstGeom prst="rect">
                <a:avLst/>
              </a:prstGeom>
              <a:gradFill rotWithShape="0">
                <a:gsLst>
                  <a:gs pos="0">
                    <a:srgbClr val="FC0128"/>
                  </a:gs>
                  <a:gs pos="100000">
                    <a:srgbClr val="4B000C"/>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48" name="Oval 218">
                <a:extLst>
                  <a:ext uri="{FF2B5EF4-FFF2-40B4-BE49-F238E27FC236}">
                    <a16:creationId xmlns:a16="http://schemas.microsoft.com/office/drawing/2014/main" id="{DD7376F3-6511-23BA-21D2-F8468CF357C4}"/>
                  </a:ext>
                </a:extLst>
              </p:cNvPr>
              <p:cNvSpPr>
                <a:spLocks noChangeArrowheads="1"/>
              </p:cNvSpPr>
              <p:nvPr/>
            </p:nvSpPr>
            <p:spPr bwMode="auto">
              <a:xfrm rot="1080000">
                <a:off x="2620" y="3710"/>
                <a:ext cx="27" cy="17"/>
              </a:xfrm>
              <a:prstGeom prst="ellipse">
                <a:avLst/>
              </a:prstGeom>
              <a:gradFill rotWithShape="0">
                <a:gsLst>
                  <a:gs pos="0">
                    <a:srgbClr val="E20124"/>
                  </a:gs>
                  <a:gs pos="100000">
                    <a:srgbClr val="FC012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grpSp>
          <p:nvGrpSpPr>
            <p:cNvPr id="43521" name="Group 223">
              <a:extLst>
                <a:ext uri="{FF2B5EF4-FFF2-40B4-BE49-F238E27FC236}">
                  <a16:creationId xmlns:a16="http://schemas.microsoft.com/office/drawing/2014/main" id="{7ABB4C69-A77C-14C8-72F6-E87DCB0FDB28}"/>
                </a:ext>
              </a:extLst>
            </p:cNvPr>
            <p:cNvGrpSpPr>
              <a:grpSpLocks/>
            </p:cNvGrpSpPr>
            <p:nvPr/>
          </p:nvGrpSpPr>
          <p:grpSpPr bwMode="auto">
            <a:xfrm>
              <a:off x="2617" y="3742"/>
              <a:ext cx="244" cy="110"/>
              <a:chOff x="2617" y="3742"/>
              <a:chExt cx="244" cy="110"/>
            </a:xfrm>
          </p:grpSpPr>
          <p:sp>
            <p:nvSpPr>
              <p:cNvPr id="43543" name="Oval 220">
                <a:extLst>
                  <a:ext uri="{FF2B5EF4-FFF2-40B4-BE49-F238E27FC236}">
                    <a16:creationId xmlns:a16="http://schemas.microsoft.com/office/drawing/2014/main" id="{239A800B-A4F0-519A-3089-1E65FE61B473}"/>
                  </a:ext>
                </a:extLst>
              </p:cNvPr>
              <p:cNvSpPr>
                <a:spLocks noChangeArrowheads="1"/>
              </p:cNvSpPr>
              <p:nvPr/>
            </p:nvSpPr>
            <p:spPr bwMode="auto">
              <a:xfrm rot="1080000">
                <a:off x="2834" y="3835"/>
                <a:ext cx="27" cy="17"/>
              </a:xfrm>
              <a:prstGeom prst="ellipse">
                <a:avLst/>
              </a:prstGeom>
              <a:gradFill rotWithShape="0">
                <a:gsLst>
                  <a:gs pos="0">
                    <a:srgbClr val="000000"/>
                  </a:gs>
                  <a:gs pos="100000">
                    <a:srgbClr val="3F000B"/>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44" name="Rectangle 221">
                <a:extLst>
                  <a:ext uri="{FF2B5EF4-FFF2-40B4-BE49-F238E27FC236}">
                    <a16:creationId xmlns:a16="http://schemas.microsoft.com/office/drawing/2014/main" id="{573340AC-B09B-3AB2-AEFD-0356BA0B0063}"/>
                  </a:ext>
                </a:extLst>
              </p:cNvPr>
              <p:cNvSpPr>
                <a:spLocks noChangeArrowheads="1"/>
              </p:cNvSpPr>
              <p:nvPr/>
            </p:nvSpPr>
            <p:spPr bwMode="auto">
              <a:xfrm rot="1080000">
                <a:off x="2625" y="3788"/>
                <a:ext cx="229" cy="17"/>
              </a:xfrm>
              <a:prstGeom prst="rect">
                <a:avLst/>
              </a:prstGeom>
              <a:gradFill rotWithShape="0">
                <a:gsLst>
                  <a:gs pos="0">
                    <a:srgbClr val="FC0128"/>
                  </a:gs>
                  <a:gs pos="100000">
                    <a:srgbClr val="4B000C"/>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45" name="Oval 222">
                <a:extLst>
                  <a:ext uri="{FF2B5EF4-FFF2-40B4-BE49-F238E27FC236}">
                    <a16:creationId xmlns:a16="http://schemas.microsoft.com/office/drawing/2014/main" id="{676003EB-2ECA-F107-8594-DED9D246842F}"/>
                  </a:ext>
                </a:extLst>
              </p:cNvPr>
              <p:cNvSpPr>
                <a:spLocks noChangeArrowheads="1"/>
              </p:cNvSpPr>
              <p:nvPr/>
            </p:nvSpPr>
            <p:spPr bwMode="auto">
              <a:xfrm rot="1080000">
                <a:off x="2617" y="3742"/>
                <a:ext cx="27" cy="17"/>
              </a:xfrm>
              <a:prstGeom prst="ellipse">
                <a:avLst/>
              </a:prstGeom>
              <a:gradFill rotWithShape="0">
                <a:gsLst>
                  <a:gs pos="0">
                    <a:srgbClr val="E20124"/>
                  </a:gs>
                  <a:gs pos="100000">
                    <a:srgbClr val="FC012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grpSp>
          <p:nvGrpSpPr>
            <p:cNvPr id="43522" name="Group 227">
              <a:extLst>
                <a:ext uri="{FF2B5EF4-FFF2-40B4-BE49-F238E27FC236}">
                  <a16:creationId xmlns:a16="http://schemas.microsoft.com/office/drawing/2014/main" id="{98BD145F-9071-E511-5E3E-0572859E83BB}"/>
                </a:ext>
              </a:extLst>
            </p:cNvPr>
            <p:cNvGrpSpPr>
              <a:grpSpLocks/>
            </p:cNvGrpSpPr>
            <p:nvPr/>
          </p:nvGrpSpPr>
          <p:grpSpPr bwMode="auto">
            <a:xfrm>
              <a:off x="2613" y="3774"/>
              <a:ext cx="245" cy="110"/>
              <a:chOff x="2613" y="3774"/>
              <a:chExt cx="245" cy="110"/>
            </a:xfrm>
          </p:grpSpPr>
          <p:sp>
            <p:nvSpPr>
              <p:cNvPr id="43540" name="Oval 224">
                <a:extLst>
                  <a:ext uri="{FF2B5EF4-FFF2-40B4-BE49-F238E27FC236}">
                    <a16:creationId xmlns:a16="http://schemas.microsoft.com/office/drawing/2014/main" id="{45CC9718-2B63-BB3B-D5C4-F06CD1354AA7}"/>
                  </a:ext>
                </a:extLst>
              </p:cNvPr>
              <p:cNvSpPr>
                <a:spLocks noChangeArrowheads="1"/>
              </p:cNvSpPr>
              <p:nvPr/>
            </p:nvSpPr>
            <p:spPr bwMode="auto">
              <a:xfrm rot="1080000">
                <a:off x="2831" y="3867"/>
                <a:ext cx="27" cy="17"/>
              </a:xfrm>
              <a:prstGeom prst="ellipse">
                <a:avLst/>
              </a:prstGeom>
              <a:gradFill rotWithShape="0">
                <a:gsLst>
                  <a:gs pos="0">
                    <a:srgbClr val="000000"/>
                  </a:gs>
                  <a:gs pos="100000">
                    <a:srgbClr val="3F000B"/>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41" name="Rectangle 225">
                <a:extLst>
                  <a:ext uri="{FF2B5EF4-FFF2-40B4-BE49-F238E27FC236}">
                    <a16:creationId xmlns:a16="http://schemas.microsoft.com/office/drawing/2014/main" id="{2DF3990F-731F-71EE-BDBA-AD48DA5364A2}"/>
                  </a:ext>
                </a:extLst>
              </p:cNvPr>
              <p:cNvSpPr>
                <a:spLocks noChangeArrowheads="1"/>
              </p:cNvSpPr>
              <p:nvPr/>
            </p:nvSpPr>
            <p:spPr bwMode="auto">
              <a:xfrm rot="1080000">
                <a:off x="2622" y="3820"/>
                <a:ext cx="228" cy="18"/>
              </a:xfrm>
              <a:prstGeom prst="rect">
                <a:avLst/>
              </a:prstGeom>
              <a:gradFill rotWithShape="0">
                <a:gsLst>
                  <a:gs pos="0">
                    <a:srgbClr val="FC0128"/>
                  </a:gs>
                  <a:gs pos="100000">
                    <a:srgbClr val="4B000C"/>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42" name="Oval 226">
                <a:extLst>
                  <a:ext uri="{FF2B5EF4-FFF2-40B4-BE49-F238E27FC236}">
                    <a16:creationId xmlns:a16="http://schemas.microsoft.com/office/drawing/2014/main" id="{00430B03-FE90-3882-DE73-943064F7918A}"/>
                  </a:ext>
                </a:extLst>
              </p:cNvPr>
              <p:cNvSpPr>
                <a:spLocks noChangeArrowheads="1"/>
              </p:cNvSpPr>
              <p:nvPr/>
            </p:nvSpPr>
            <p:spPr bwMode="auto">
              <a:xfrm rot="1080000">
                <a:off x="2613" y="3774"/>
                <a:ext cx="28" cy="17"/>
              </a:xfrm>
              <a:prstGeom prst="ellipse">
                <a:avLst/>
              </a:prstGeom>
              <a:gradFill rotWithShape="0">
                <a:gsLst>
                  <a:gs pos="0">
                    <a:srgbClr val="E20124"/>
                  </a:gs>
                  <a:gs pos="100000">
                    <a:srgbClr val="FC012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grpSp>
          <p:nvGrpSpPr>
            <p:cNvPr id="43523" name="Group 231">
              <a:extLst>
                <a:ext uri="{FF2B5EF4-FFF2-40B4-BE49-F238E27FC236}">
                  <a16:creationId xmlns:a16="http://schemas.microsoft.com/office/drawing/2014/main" id="{353FC3DB-BBDF-3C3E-17A7-5C5D3FD33757}"/>
                </a:ext>
              </a:extLst>
            </p:cNvPr>
            <p:cNvGrpSpPr>
              <a:grpSpLocks/>
            </p:cNvGrpSpPr>
            <p:nvPr/>
          </p:nvGrpSpPr>
          <p:grpSpPr bwMode="auto">
            <a:xfrm>
              <a:off x="2611" y="3806"/>
              <a:ext cx="244" cy="110"/>
              <a:chOff x="2611" y="3806"/>
              <a:chExt cx="244" cy="110"/>
            </a:xfrm>
          </p:grpSpPr>
          <p:sp>
            <p:nvSpPr>
              <p:cNvPr id="43537" name="Oval 228">
                <a:extLst>
                  <a:ext uri="{FF2B5EF4-FFF2-40B4-BE49-F238E27FC236}">
                    <a16:creationId xmlns:a16="http://schemas.microsoft.com/office/drawing/2014/main" id="{AAF70A36-53F1-0088-FCF7-E274E279562F}"/>
                  </a:ext>
                </a:extLst>
              </p:cNvPr>
              <p:cNvSpPr>
                <a:spLocks noChangeArrowheads="1"/>
              </p:cNvSpPr>
              <p:nvPr/>
            </p:nvSpPr>
            <p:spPr bwMode="auto">
              <a:xfrm rot="1080000">
                <a:off x="2827" y="3899"/>
                <a:ext cx="28" cy="17"/>
              </a:xfrm>
              <a:prstGeom prst="ellipse">
                <a:avLst/>
              </a:prstGeom>
              <a:gradFill rotWithShape="0">
                <a:gsLst>
                  <a:gs pos="0">
                    <a:srgbClr val="000000"/>
                  </a:gs>
                  <a:gs pos="100000">
                    <a:srgbClr val="3F000B"/>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38" name="Rectangle 229">
                <a:extLst>
                  <a:ext uri="{FF2B5EF4-FFF2-40B4-BE49-F238E27FC236}">
                    <a16:creationId xmlns:a16="http://schemas.microsoft.com/office/drawing/2014/main" id="{567D81BE-F506-28BC-6F3B-558A65219291}"/>
                  </a:ext>
                </a:extLst>
              </p:cNvPr>
              <p:cNvSpPr>
                <a:spLocks noChangeArrowheads="1"/>
              </p:cNvSpPr>
              <p:nvPr/>
            </p:nvSpPr>
            <p:spPr bwMode="auto">
              <a:xfrm rot="1080000">
                <a:off x="2619" y="3852"/>
                <a:ext cx="228" cy="18"/>
              </a:xfrm>
              <a:prstGeom prst="rect">
                <a:avLst/>
              </a:prstGeom>
              <a:gradFill rotWithShape="0">
                <a:gsLst>
                  <a:gs pos="0">
                    <a:srgbClr val="FC0128"/>
                  </a:gs>
                  <a:gs pos="100000">
                    <a:srgbClr val="4B000C"/>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39" name="Oval 230">
                <a:extLst>
                  <a:ext uri="{FF2B5EF4-FFF2-40B4-BE49-F238E27FC236}">
                    <a16:creationId xmlns:a16="http://schemas.microsoft.com/office/drawing/2014/main" id="{372228BC-E74E-1B8D-50EE-CBC814EE3926}"/>
                  </a:ext>
                </a:extLst>
              </p:cNvPr>
              <p:cNvSpPr>
                <a:spLocks noChangeArrowheads="1"/>
              </p:cNvSpPr>
              <p:nvPr/>
            </p:nvSpPr>
            <p:spPr bwMode="auto">
              <a:xfrm rot="1080000">
                <a:off x="2611" y="3806"/>
                <a:ext cx="28" cy="17"/>
              </a:xfrm>
              <a:prstGeom prst="ellipse">
                <a:avLst/>
              </a:prstGeom>
              <a:gradFill rotWithShape="0">
                <a:gsLst>
                  <a:gs pos="0">
                    <a:srgbClr val="E20124"/>
                  </a:gs>
                  <a:gs pos="100000">
                    <a:srgbClr val="FC012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grpSp>
          <p:nvGrpSpPr>
            <p:cNvPr id="43524" name="Group 235">
              <a:extLst>
                <a:ext uri="{FF2B5EF4-FFF2-40B4-BE49-F238E27FC236}">
                  <a16:creationId xmlns:a16="http://schemas.microsoft.com/office/drawing/2014/main" id="{8E0949DB-1BA8-9140-B25F-B1C77E9C8BA8}"/>
                </a:ext>
              </a:extLst>
            </p:cNvPr>
            <p:cNvGrpSpPr>
              <a:grpSpLocks/>
            </p:cNvGrpSpPr>
            <p:nvPr/>
          </p:nvGrpSpPr>
          <p:grpSpPr bwMode="auto">
            <a:xfrm>
              <a:off x="2608" y="3838"/>
              <a:ext cx="244" cy="110"/>
              <a:chOff x="2608" y="3838"/>
              <a:chExt cx="244" cy="110"/>
            </a:xfrm>
          </p:grpSpPr>
          <p:sp>
            <p:nvSpPr>
              <p:cNvPr id="43534" name="Oval 232">
                <a:extLst>
                  <a:ext uri="{FF2B5EF4-FFF2-40B4-BE49-F238E27FC236}">
                    <a16:creationId xmlns:a16="http://schemas.microsoft.com/office/drawing/2014/main" id="{E5725AB5-BBD8-52E4-87CB-C1BF026E605E}"/>
                  </a:ext>
                </a:extLst>
              </p:cNvPr>
              <p:cNvSpPr>
                <a:spLocks noChangeArrowheads="1"/>
              </p:cNvSpPr>
              <p:nvPr/>
            </p:nvSpPr>
            <p:spPr bwMode="auto">
              <a:xfrm rot="1080000">
                <a:off x="2824" y="3931"/>
                <a:ext cx="28" cy="17"/>
              </a:xfrm>
              <a:prstGeom prst="ellipse">
                <a:avLst/>
              </a:prstGeom>
              <a:gradFill rotWithShape="0">
                <a:gsLst>
                  <a:gs pos="0">
                    <a:srgbClr val="000000"/>
                  </a:gs>
                  <a:gs pos="100000">
                    <a:srgbClr val="3F000B"/>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35" name="Rectangle 233">
                <a:extLst>
                  <a:ext uri="{FF2B5EF4-FFF2-40B4-BE49-F238E27FC236}">
                    <a16:creationId xmlns:a16="http://schemas.microsoft.com/office/drawing/2014/main" id="{731BA644-8ED4-7234-0206-66AB8442F9D6}"/>
                  </a:ext>
                </a:extLst>
              </p:cNvPr>
              <p:cNvSpPr>
                <a:spLocks noChangeArrowheads="1"/>
              </p:cNvSpPr>
              <p:nvPr/>
            </p:nvSpPr>
            <p:spPr bwMode="auto">
              <a:xfrm rot="1080000">
                <a:off x="2616" y="3884"/>
                <a:ext cx="228" cy="18"/>
              </a:xfrm>
              <a:prstGeom prst="rect">
                <a:avLst/>
              </a:prstGeom>
              <a:gradFill rotWithShape="0">
                <a:gsLst>
                  <a:gs pos="0">
                    <a:srgbClr val="FC0128"/>
                  </a:gs>
                  <a:gs pos="100000">
                    <a:srgbClr val="4B000C"/>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36" name="Oval 234">
                <a:extLst>
                  <a:ext uri="{FF2B5EF4-FFF2-40B4-BE49-F238E27FC236}">
                    <a16:creationId xmlns:a16="http://schemas.microsoft.com/office/drawing/2014/main" id="{14638F32-20E9-F86F-26B2-9E656B9F3856}"/>
                  </a:ext>
                </a:extLst>
              </p:cNvPr>
              <p:cNvSpPr>
                <a:spLocks noChangeArrowheads="1"/>
              </p:cNvSpPr>
              <p:nvPr/>
            </p:nvSpPr>
            <p:spPr bwMode="auto">
              <a:xfrm rot="1080000">
                <a:off x="2608" y="3838"/>
                <a:ext cx="27" cy="17"/>
              </a:xfrm>
              <a:prstGeom prst="ellipse">
                <a:avLst/>
              </a:prstGeom>
              <a:gradFill rotWithShape="0">
                <a:gsLst>
                  <a:gs pos="0">
                    <a:srgbClr val="E20124"/>
                  </a:gs>
                  <a:gs pos="100000">
                    <a:srgbClr val="FC012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grpSp>
          <p:nvGrpSpPr>
            <p:cNvPr id="43525" name="Group 239">
              <a:extLst>
                <a:ext uri="{FF2B5EF4-FFF2-40B4-BE49-F238E27FC236}">
                  <a16:creationId xmlns:a16="http://schemas.microsoft.com/office/drawing/2014/main" id="{A094D526-6430-494E-9B27-DA36E4390CD4}"/>
                </a:ext>
              </a:extLst>
            </p:cNvPr>
            <p:cNvGrpSpPr>
              <a:grpSpLocks/>
            </p:cNvGrpSpPr>
            <p:nvPr/>
          </p:nvGrpSpPr>
          <p:grpSpPr bwMode="auto">
            <a:xfrm>
              <a:off x="2666" y="3605"/>
              <a:ext cx="243" cy="109"/>
              <a:chOff x="2666" y="3605"/>
              <a:chExt cx="243" cy="109"/>
            </a:xfrm>
          </p:grpSpPr>
          <p:sp>
            <p:nvSpPr>
              <p:cNvPr id="43531" name="Oval 236">
                <a:extLst>
                  <a:ext uri="{FF2B5EF4-FFF2-40B4-BE49-F238E27FC236}">
                    <a16:creationId xmlns:a16="http://schemas.microsoft.com/office/drawing/2014/main" id="{B1DC1070-7245-780D-B438-6B8A8FB22AD8}"/>
                  </a:ext>
                </a:extLst>
              </p:cNvPr>
              <p:cNvSpPr>
                <a:spLocks noChangeArrowheads="1"/>
              </p:cNvSpPr>
              <p:nvPr/>
            </p:nvSpPr>
            <p:spPr bwMode="auto">
              <a:xfrm rot="1080000">
                <a:off x="2882" y="3697"/>
                <a:ext cx="27" cy="17"/>
              </a:xfrm>
              <a:prstGeom prst="ellipse">
                <a:avLst/>
              </a:prstGeom>
              <a:gradFill rotWithShape="0">
                <a:gsLst>
                  <a:gs pos="0">
                    <a:srgbClr val="000000"/>
                  </a:gs>
                  <a:gs pos="100000">
                    <a:srgbClr val="3F000B"/>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32" name="Rectangle 237">
                <a:extLst>
                  <a:ext uri="{FF2B5EF4-FFF2-40B4-BE49-F238E27FC236}">
                    <a16:creationId xmlns:a16="http://schemas.microsoft.com/office/drawing/2014/main" id="{4480FB33-8B08-9DFE-FA41-730CB156B109}"/>
                  </a:ext>
                </a:extLst>
              </p:cNvPr>
              <p:cNvSpPr>
                <a:spLocks noChangeArrowheads="1"/>
              </p:cNvSpPr>
              <p:nvPr/>
            </p:nvSpPr>
            <p:spPr bwMode="auto">
              <a:xfrm rot="1080000">
                <a:off x="2673" y="3651"/>
                <a:ext cx="229" cy="17"/>
              </a:xfrm>
              <a:prstGeom prst="rect">
                <a:avLst/>
              </a:prstGeom>
              <a:gradFill rotWithShape="0">
                <a:gsLst>
                  <a:gs pos="0">
                    <a:srgbClr val="FC0128"/>
                  </a:gs>
                  <a:gs pos="100000">
                    <a:srgbClr val="4B000C"/>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33" name="Oval 238">
                <a:extLst>
                  <a:ext uri="{FF2B5EF4-FFF2-40B4-BE49-F238E27FC236}">
                    <a16:creationId xmlns:a16="http://schemas.microsoft.com/office/drawing/2014/main" id="{A4DBB27B-843A-89A8-8929-0A005BBB51C4}"/>
                  </a:ext>
                </a:extLst>
              </p:cNvPr>
              <p:cNvSpPr>
                <a:spLocks noChangeArrowheads="1"/>
              </p:cNvSpPr>
              <p:nvPr/>
            </p:nvSpPr>
            <p:spPr bwMode="auto">
              <a:xfrm rot="1080000">
                <a:off x="2666" y="3605"/>
                <a:ext cx="27" cy="17"/>
              </a:xfrm>
              <a:prstGeom prst="ellipse">
                <a:avLst/>
              </a:prstGeom>
              <a:gradFill rotWithShape="0">
                <a:gsLst>
                  <a:gs pos="0">
                    <a:srgbClr val="E20124"/>
                  </a:gs>
                  <a:gs pos="100000">
                    <a:srgbClr val="FC012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grpSp>
          <p:nvGrpSpPr>
            <p:cNvPr id="43526" name="Group 244">
              <a:extLst>
                <a:ext uri="{FF2B5EF4-FFF2-40B4-BE49-F238E27FC236}">
                  <a16:creationId xmlns:a16="http://schemas.microsoft.com/office/drawing/2014/main" id="{1A940656-1911-24A1-D650-3204BBBC5B2C}"/>
                </a:ext>
              </a:extLst>
            </p:cNvPr>
            <p:cNvGrpSpPr>
              <a:grpSpLocks/>
            </p:cNvGrpSpPr>
            <p:nvPr/>
          </p:nvGrpSpPr>
          <p:grpSpPr bwMode="auto">
            <a:xfrm>
              <a:off x="2917" y="3719"/>
              <a:ext cx="161" cy="312"/>
              <a:chOff x="2917" y="3719"/>
              <a:chExt cx="161" cy="312"/>
            </a:xfrm>
          </p:grpSpPr>
          <p:grpSp>
            <p:nvGrpSpPr>
              <p:cNvPr id="43527" name="Group 242">
                <a:extLst>
                  <a:ext uri="{FF2B5EF4-FFF2-40B4-BE49-F238E27FC236}">
                    <a16:creationId xmlns:a16="http://schemas.microsoft.com/office/drawing/2014/main" id="{5479B419-6E94-20AD-B883-005C916DC5D5}"/>
                  </a:ext>
                </a:extLst>
              </p:cNvPr>
              <p:cNvGrpSpPr>
                <a:grpSpLocks/>
              </p:cNvGrpSpPr>
              <p:nvPr/>
            </p:nvGrpSpPr>
            <p:grpSpPr bwMode="auto">
              <a:xfrm>
                <a:off x="2934" y="3719"/>
                <a:ext cx="144" cy="312"/>
                <a:chOff x="2934" y="3719"/>
                <a:chExt cx="144" cy="312"/>
              </a:xfrm>
            </p:grpSpPr>
            <p:sp>
              <p:nvSpPr>
                <p:cNvPr id="43529" name="Freeform 240">
                  <a:extLst>
                    <a:ext uri="{FF2B5EF4-FFF2-40B4-BE49-F238E27FC236}">
                      <a16:creationId xmlns:a16="http://schemas.microsoft.com/office/drawing/2014/main" id="{5F3D3A97-03AA-FF4D-6A37-CD1DDB4BC8B2}"/>
                    </a:ext>
                  </a:extLst>
                </p:cNvPr>
                <p:cNvSpPr>
                  <a:spLocks/>
                </p:cNvSpPr>
                <p:nvPr/>
              </p:nvSpPr>
              <p:spPr bwMode="auto">
                <a:xfrm>
                  <a:off x="2934" y="3885"/>
                  <a:ext cx="131" cy="146"/>
                </a:xfrm>
                <a:custGeom>
                  <a:avLst/>
                  <a:gdLst>
                    <a:gd name="T0" fmla="*/ 40 w 131"/>
                    <a:gd name="T1" fmla="*/ 143 h 146"/>
                    <a:gd name="T2" fmla="*/ 43 w 131"/>
                    <a:gd name="T3" fmla="*/ 144 h 146"/>
                    <a:gd name="T4" fmla="*/ 47 w 131"/>
                    <a:gd name="T5" fmla="*/ 145 h 146"/>
                    <a:gd name="T6" fmla="*/ 52 w 131"/>
                    <a:gd name="T7" fmla="*/ 145 h 146"/>
                    <a:gd name="T8" fmla="*/ 56 w 131"/>
                    <a:gd name="T9" fmla="*/ 143 h 146"/>
                    <a:gd name="T10" fmla="*/ 60 w 131"/>
                    <a:gd name="T11" fmla="*/ 140 h 146"/>
                    <a:gd name="T12" fmla="*/ 64 w 131"/>
                    <a:gd name="T13" fmla="*/ 137 h 146"/>
                    <a:gd name="T14" fmla="*/ 67 w 131"/>
                    <a:gd name="T15" fmla="*/ 133 h 146"/>
                    <a:gd name="T16" fmla="*/ 72 w 131"/>
                    <a:gd name="T17" fmla="*/ 128 h 146"/>
                    <a:gd name="T18" fmla="*/ 77 w 131"/>
                    <a:gd name="T19" fmla="*/ 123 h 146"/>
                    <a:gd name="T20" fmla="*/ 81 w 131"/>
                    <a:gd name="T21" fmla="*/ 117 h 146"/>
                    <a:gd name="T22" fmla="*/ 86 w 131"/>
                    <a:gd name="T23" fmla="*/ 110 h 146"/>
                    <a:gd name="T24" fmla="*/ 91 w 131"/>
                    <a:gd name="T25" fmla="*/ 101 h 146"/>
                    <a:gd name="T26" fmla="*/ 94 w 131"/>
                    <a:gd name="T27" fmla="*/ 95 h 146"/>
                    <a:gd name="T28" fmla="*/ 97 w 131"/>
                    <a:gd name="T29" fmla="*/ 88 h 146"/>
                    <a:gd name="T30" fmla="*/ 100 w 131"/>
                    <a:gd name="T31" fmla="*/ 82 h 146"/>
                    <a:gd name="T32" fmla="*/ 103 w 131"/>
                    <a:gd name="T33" fmla="*/ 76 h 146"/>
                    <a:gd name="T34" fmla="*/ 105 w 131"/>
                    <a:gd name="T35" fmla="*/ 72 h 146"/>
                    <a:gd name="T36" fmla="*/ 107 w 131"/>
                    <a:gd name="T37" fmla="*/ 67 h 146"/>
                    <a:gd name="T38" fmla="*/ 110 w 131"/>
                    <a:gd name="T39" fmla="*/ 60 h 146"/>
                    <a:gd name="T40" fmla="*/ 112 w 131"/>
                    <a:gd name="T41" fmla="*/ 52 h 146"/>
                    <a:gd name="T42" fmla="*/ 116 w 131"/>
                    <a:gd name="T43" fmla="*/ 43 h 146"/>
                    <a:gd name="T44" fmla="*/ 130 w 131"/>
                    <a:gd name="T45" fmla="*/ 49 h 146"/>
                    <a:gd name="T46" fmla="*/ 105 w 131"/>
                    <a:gd name="T47" fmla="*/ 0 h 146"/>
                    <a:gd name="T48" fmla="*/ 56 w 131"/>
                    <a:gd name="T49" fmla="*/ 21 h 146"/>
                    <a:gd name="T50" fmla="*/ 72 w 131"/>
                    <a:gd name="T51" fmla="*/ 27 h 146"/>
                    <a:gd name="T52" fmla="*/ 69 w 131"/>
                    <a:gd name="T53" fmla="*/ 33 h 146"/>
                    <a:gd name="T54" fmla="*/ 67 w 131"/>
                    <a:gd name="T55" fmla="*/ 40 h 146"/>
                    <a:gd name="T56" fmla="*/ 63 w 131"/>
                    <a:gd name="T57" fmla="*/ 47 h 146"/>
                    <a:gd name="T58" fmla="*/ 60 w 131"/>
                    <a:gd name="T59" fmla="*/ 55 h 146"/>
                    <a:gd name="T60" fmla="*/ 57 w 131"/>
                    <a:gd name="T61" fmla="*/ 61 h 146"/>
                    <a:gd name="T62" fmla="*/ 55 w 131"/>
                    <a:gd name="T63" fmla="*/ 67 h 146"/>
                    <a:gd name="T64" fmla="*/ 50 w 131"/>
                    <a:gd name="T65" fmla="*/ 77 h 146"/>
                    <a:gd name="T66" fmla="*/ 45 w 131"/>
                    <a:gd name="T67" fmla="*/ 86 h 146"/>
                    <a:gd name="T68" fmla="*/ 42 w 131"/>
                    <a:gd name="T69" fmla="*/ 92 h 146"/>
                    <a:gd name="T70" fmla="*/ 39 w 131"/>
                    <a:gd name="T71" fmla="*/ 97 h 146"/>
                    <a:gd name="T72" fmla="*/ 36 w 131"/>
                    <a:gd name="T73" fmla="*/ 102 h 146"/>
                    <a:gd name="T74" fmla="*/ 33 w 131"/>
                    <a:gd name="T75" fmla="*/ 105 h 146"/>
                    <a:gd name="T76" fmla="*/ 31 w 131"/>
                    <a:gd name="T77" fmla="*/ 109 h 146"/>
                    <a:gd name="T78" fmla="*/ 28 w 131"/>
                    <a:gd name="T79" fmla="*/ 112 h 146"/>
                    <a:gd name="T80" fmla="*/ 26 w 131"/>
                    <a:gd name="T81" fmla="*/ 114 h 146"/>
                    <a:gd name="T82" fmla="*/ 23 w 131"/>
                    <a:gd name="T83" fmla="*/ 117 h 146"/>
                    <a:gd name="T84" fmla="*/ 21 w 131"/>
                    <a:gd name="T85" fmla="*/ 120 h 146"/>
                    <a:gd name="T86" fmla="*/ 18 w 131"/>
                    <a:gd name="T87" fmla="*/ 122 h 146"/>
                    <a:gd name="T88" fmla="*/ 15 w 131"/>
                    <a:gd name="T89" fmla="*/ 124 h 146"/>
                    <a:gd name="T90" fmla="*/ 13 w 131"/>
                    <a:gd name="T91" fmla="*/ 125 h 146"/>
                    <a:gd name="T92" fmla="*/ 11 w 131"/>
                    <a:gd name="T93" fmla="*/ 126 h 146"/>
                    <a:gd name="T94" fmla="*/ 8 w 131"/>
                    <a:gd name="T95" fmla="*/ 127 h 146"/>
                    <a:gd name="T96" fmla="*/ 6 w 131"/>
                    <a:gd name="T97" fmla="*/ 128 h 146"/>
                    <a:gd name="T98" fmla="*/ 4 w 131"/>
                    <a:gd name="T99" fmla="*/ 128 h 146"/>
                    <a:gd name="T100" fmla="*/ 2 w 131"/>
                    <a:gd name="T101" fmla="*/ 128 h 146"/>
                    <a:gd name="T102" fmla="*/ 0 w 131"/>
                    <a:gd name="T103" fmla="*/ 128 h 146"/>
                    <a:gd name="T104" fmla="*/ 40 w 131"/>
                    <a:gd name="T105" fmla="*/ 143 h 14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131" h="146">
                      <a:moveTo>
                        <a:pt x="40" y="143"/>
                      </a:moveTo>
                      <a:lnTo>
                        <a:pt x="43" y="144"/>
                      </a:lnTo>
                      <a:lnTo>
                        <a:pt x="47" y="145"/>
                      </a:lnTo>
                      <a:lnTo>
                        <a:pt x="52" y="145"/>
                      </a:lnTo>
                      <a:lnTo>
                        <a:pt x="56" y="143"/>
                      </a:lnTo>
                      <a:lnTo>
                        <a:pt x="60" y="140"/>
                      </a:lnTo>
                      <a:lnTo>
                        <a:pt x="64" y="137"/>
                      </a:lnTo>
                      <a:lnTo>
                        <a:pt x="67" y="133"/>
                      </a:lnTo>
                      <a:lnTo>
                        <a:pt x="72" y="128"/>
                      </a:lnTo>
                      <a:lnTo>
                        <a:pt x="77" y="123"/>
                      </a:lnTo>
                      <a:lnTo>
                        <a:pt x="81" y="117"/>
                      </a:lnTo>
                      <a:lnTo>
                        <a:pt x="86" y="110"/>
                      </a:lnTo>
                      <a:lnTo>
                        <a:pt x="91" y="101"/>
                      </a:lnTo>
                      <a:lnTo>
                        <a:pt x="94" y="95"/>
                      </a:lnTo>
                      <a:lnTo>
                        <a:pt x="97" y="88"/>
                      </a:lnTo>
                      <a:lnTo>
                        <a:pt x="100" y="82"/>
                      </a:lnTo>
                      <a:lnTo>
                        <a:pt x="103" y="76"/>
                      </a:lnTo>
                      <a:lnTo>
                        <a:pt x="105" y="72"/>
                      </a:lnTo>
                      <a:lnTo>
                        <a:pt x="107" y="67"/>
                      </a:lnTo>
                      <a:lnTo>
                        <a:pt x="110" y="60"/>
                      </a:lnTo>
                      <a:lnTo>
                        <a:pt x="112" y="52"/>
                      </a:lnTo>
                      <a:lnTo>
                        <a:pt x="116" y="43"/>
                      </a:lnTo>
                      <a:lnTo>
                        <a:pt x="130" y="49"/>
                      </a:lnTo>
                      <a:lnTo>
                        <a:pt x="105" y="0"/>
                      </a:lnTo>
                      <a:lnTo>
                        <a:pt x="56" y="21"/>
                      </a:lnTo>
                      <a:lnTo>
                        <a:pt x="72" y="27"/>
                      </a:lnTo>
                      <a:lnTo>
                        <a:pt x="69" y="33"/>
                      </a:lnTo>
                      <a:lnTo>
                        <a:pt x="67" y="40"/>
                      </a:lnTo>
                      <a:lnTo>
                        <a:pt x="63" y="47"/>
                      </a:lnTo>
                      <a:lnTo>
                        <a:pt x="60" y="55"/>
                      </a:lnTo>
                      <a:lnTo>
                        <a:pt x="57" y="61"/>
                      </a:lnTo>
                      <a:lnTo>
                        <a:pt x="55" y="67"/>
                      </a:lnTo>
                      <a:lnTo>
                        <a:pt x="50" y="77"/>
                      </a:lnTo>
                      <a:lnTo>
                        <a:pt x="45" y="86"/>
                      </a:lnTo>
                      <a:lnTo>
                        <a:pt x="42" y="92"/>
                      </a:lnTo>
                      <a:lnTo>
                        <a:pt x="39" y="97"/>
                      </a:lnTo>
                      <a:lnTo>
                        <a:pt x="36" y="102"/>
                      </a:lnTo>
                      <a:lnTo>
                        <a:pt x="33" y="105"/>
                      </a:lnTo>
                      <a:lnTo>
                        <a:pt x="31" y="109"/>
                      </a:lnTo>
                      <a:lnTo>
                        <a:pt x="28" y="112"/>
                      </a:lnTo>
                      <a:lnTo>
                        <a:pt x="26" y="114"/>
                      </a:lnTo>
                      <a:lnTo>
                        <a:pt x="23" y="117"/>
                      </a:lnTo>
                      <a:lnTo>
                        <a:pt x="21" y="120"/>
                      </a:lnTo>
                      <a:lnTo>
                        <a:pt x="18" y="122"/>
                      </a:lnTo>
                      <a:lnTo>
                        <a:pt x="15" y="124"/>
                      </a:lnTo>
                      <a:lnTo>
                        <a:pt x="13" y="125"/>
                      </a:lnTo>
                      <a:lnTo>
                        <a:pt x="11" y="126"/>
                      </a:lnTo>
                      <a:lnTo>
                        <a:pt x="8" y="127"/>
                      </a:lnTo>
                      <a:lnTo>
                        <a:pt x="6" y="128"/>
                      </a:lnTo>
                      <a:lnTo>
                        <a:pt x="4" y="128"/>
                      </a:lnTo>
                      <a:lnTo>
                        <a:pt x="2" y="128"/>
                      </a:lnTo>
                      <a:lnTo>
                        <a:pt x="0" y="128"/>
                      </a:lnTo>
                      <a:lnTo>
                        <a:pt x="40" y="143"/>
                      </a:lnTo>
                    </a:path>
                  </a:pathLst>
                </a:custGeom>
                <a:noFill/>
                <a:ln w="12700" cap="rnd" cmpd="sng">
                  <a:solidFill>
                    <a:schemeClr val="bg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530" name="Freeform 241">
                  <a:extLst>
                    <a:ext uri="{FF2B5EF4-FFF2-40B4-BE49-F238E27FC236}">
                      <a16:creationId xmlns:a16="http://schemas.microsoft.com/office/drawing/2014/main" id="{644440A5-7A6A-54CA-6B6E-69FF56517909}"/>
                    </a:ext>
                  </a:extLst>
                </p:cNvPr>
                <p:cNvSpPr>
                  <a:spLocks/>
                </p:cNvSpPr>
                <p:nvPr/>
              </p:nvSpPr>
              <p:spPr bwMode="auto">
                <a:xfrm>
                  <a:off x="3015" y="3719"/>
                  <a:ext cx="63" cy="180"/>
                </a:xfrm>
                <a:custGeom>
                  <a:avLst/>
                  <a:gdLst>
                    <a:gd name="T0" fmla="*/ 0 w 63"/>
                    <a:gd name="T1" fmla="*/ 164 h 180"/>
                    <a:gd name="T2" fmla="*/ 29 w 63"/>
                    <a:gd name="T3" fmla="*/ 151 h 180"/>
                    <a:gd name="T4" fmla="*/ 45 w 63"/>
                    <a:gd name="T5" fmla="*/ 179 h 180"/>
                    <a:gd name="T6" fmla="*/ 47 w 63"/>
                    <a:gd name="T7" fmla="*/ 170 h 180"/>
                    <a:gd name="T8" fmla="*/ 51 w 63"/>
                    <a:gd name="T9" fmla="*/ 157 h 180"/>
                    <a:gd name="T10" fmla="*/ 53 w 63"/>
                    <a:gd name="T11" fmla="*/ 146 h 180"/>
                    <a:gd name="T12" fmla="*/ 56 w 63"/>
                    <a:gd name="T13" fmla="*/ 133 h 180"/>
                    <a:gd name="T14" fmla="*/ 58 w 63"/>
                    <a:gd name="T15" fmla="*/ 120 h 180"/>
                    <a:gd name="T16" fmla="*/ 60 w 63"/>
                    <a:gd name="T17" fmla="*/ 107 h 180"/>
                    <a:gd name="T18" fmla="*/ 60 w 63"/>
                    <a:gd name="T19" fmla="*/ 99 h 180"/>
                    <a:gd name="T20" fmla="*/ 61 w 63"/>
                    <a:gd name="T21" fmla="*/ 89 h 180"/>
                    <a:gd name="T22" fmla="*/ 62 w 63"/>
                    <a:gd name="T23" fmla="*/ 80 h 180"/>
                    <a:gd name="T24" fmla="*/ 62 w 63"/>
                    <a:gd name="T25" fmla="*/ 73 h 180"/>
                    <a:gd name="T26" fmla="*/ 62 w 63"/>
                    <a:gd name="T27" fmla="*/ 65 h 180"/>
                    <a:gd name="T28" fmla="*/ 62 w 63"/>
                    <a:gd name="T29" fmla="*/ 57 h 180"/>
                    <a:gd name="T30" fmla="*/ 61 w 63"/>
                    <a:gd name="T31" fmla="*/ 51 h 180"/>
                    <a:gd name="T32" fmla="*/ 60 w 63"/>
                    <a:gd name="T33" fmla="*/ 45 h 180"/>
                    <a:gd name="T34" fmla="*/ 59 w 63"/>
                    <a:gd name="T35" fmla="*/ 39 h 180"/>
                    <a:gd name="T36" fmla="*/ 58 w 63"/>
                    <a:gd name="T37" fmla="*/ 35 h 180"/>
                    <a:gd name="T38" fmla="*/ 56 w 63"/>
                    <a:gd name="T39" fmla="*/ 32 h 180"/>
                    <a:gd name="T40" fmla="*/ 55 w 63"/>
                    <a:gd name="T41" fmla="*/ 28 h 180"/>
                    <a:gd name="T42" fmla="*/ 53 w 63"/>
                    <a:gd name="T43" fmla="*/ 24 h 180"/>
                    <a:gd name="T44" fmla="*/ 51 w 63"/>
                    <a:gd name="T45" fmla="*/ 22 h 180"/>
                    <a:gd name="T46" fmla="*/ 49 w 63"/>
                    <a:gd name="T47" fmla="*/ 20 h 180"/>
                    <a:gd name="T48" fmla="*/ 47 w 63"/>
                    <a:gd name="T49" fmla="*/ 18 h 180"/>
                    <a:gd name="T50" fmla="*/ 45 w 63"/>
                    <a:gd name="T51" fmla="*/ 17 h 180"/>
                    <a:gd name="T52" fmla="*/ 43 w 63"/>
                    <a:gd name="T53" fmla="*/ 16 h 180"/>
                    <a:gd name="T54" fmla="*/ 0 w 63"/>
                    <a:gd name="T55" fmla="*/ 0 h 180"/>
                    <a:gd name="T56" fmla="*/ 3 w 63"/>
                    <a:gd name="T57" fmla="*/ 2 h 180"/>
                    <a:gd name="T58" fmla="*/ 5 w 63"/>
                    <a:gd name="T59" fmla="*/ 4 h 180"/>
                    <a:gd name="T60" fmla="*/ 8 w 63"/>
                    <a:gd name="T61" fmla="*/ 6 h 180"/>
                    <a:gd name="T62" fmla="*/ 10 w 63"/>
                    <a:gd name="T63" fmla="*/ 10 h 180"/>
                    <a:gd name="T64" fmla="*/ 12 w 63"/>
                    <a:gd name="T65" fmla="*/ 14 h 180"/>
                    <a:gd name="T66" fmla="*/ 13 w 63"/>
                    <a:gd name="T67" fmla="*/ 18 h 180"/>
                    <a:gd name="T68" fmla="*/ 15 w 63"/>
                    <a:gd name="T69" fmla="*/ 23 h 180"/>
                    <a:gd name="T70" fmla="*/ 16 w 63"/>
                    <a:gd name="T71" fmla="*/ 29 h 180"/>
                    <a:gd name="T72" fmla="*/ 17 w 63"/>
                    <a:gd name="T73" fmla="*/ 37 h 180"/>
                    <a:gd name="T74" fmla="*/ 17 w 63"/>
                    <a:gd name="T75" fmla="*/ 42 h 180"/>
                    <a:gd name="T76" fmla="*/ 17 w 63"/>
                    <a:gd name="T77" fmla="*/ 48 h 180"/>
                    <a:gd name="T78" fmla="*/ 18 w 63"/>
                    <a:gd name="T79" fmla="*/ 54 h 180"/>
                    <a:gd name="T80" fmla="*/ 17 w 63"/>
                    <a:gd name="T81" fmla="*/ 61 h 180"/>
                    <a:gd name="T82" fmla="*/ 17 w 63"/>
                    <a:gd name="T83" fmla="*/ 67 h 180"/>
                    <a:gd name="T84" fmla="*/ 16 w 63"/>
                    <a:gd name="T85" fmla="*/ 78 h 180"/>
                    <a:gd name="T86" fmla="*/ 16 w 63"/>
                    <a:gd name="T87" fmla="*/ 87 h 180"/>
                    <a:gd name="T88" fmla="*/ 14 w 63"/>
                    <a:gd name="T89" fmla="*/ 98 h 180"/>
                    <a:gd name="T90" fmla="*/ 12 w 63"/>
                    <a:gd name="T91" fmla="*/ 111 h 180"/>
                    <a:gd name="T92" fmla="*/ 10 w 63"/>
                    <a:gd name="T93" fmla="*/ 124 h 180"/>
                    <a:gd name="T94" fmla="*/ 8 w 63"/>
                    <a:gd name="T95" fmla="*/ 133 h 180"/>
                    <a:gd name="T96" fmla="*/ 5 w 63"/>
                    <a:gd name="T97" fmla="*/ 144 h 180"/>
                    <a:gd name="T98" fmla="*/ 2 w 63"/>
                    <a:gd name="T99" fmla="*/ 156 h 180"/>
                    <a:gd name="T100" fmla="*/ 0 w 63"/>
                    <a:gd name="T101" fmla="*/ 164 h 18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63" h="180">
                      <a:moveTo>
                        <a:pt x="0" y="164"/>
                      </a:moveTo>
                      <a:lnTo>
                        <a:pt x="29" y="151"/>
                      </a:lnTo>
                      <a:lnTo>
                        <a:pt x="45" y="179"/>
                      </a:lnTo>
                      <a:lnTo>
                        <a:pt x="47" y="170"/>
                      </a:lnTo>
                      <a:lnTo>
                        <a:pt x="51" y="157"/>
                      </a:lnTo>
                      <a:lnTo>
                        <a:pt x="53" y="146"/>
                      </a:lnTo>
                      <a:lnTo>
                        <a:pt x="56" y="133"/>
                      </a:lnTo>
                      <a:lnTo>
                        <a:pt x="58" y="120"/>
                      </a:lnTo>
                      <a:lnTo>
                        <a:pt x="60" y="107"/>
                      </a:lnTo>
                      <a:lnTo>
                        <a:pt x="60" y="99"/>
                      </a:lnTo>
                      <a:lnTo>
                        <a:pt x="61" y="89"/>
                      </a:lnTo>
                      <a:lnTo>
                        <a:pt x="62" y="80"/>
                      </a:lnTo>
                      <a:lnTo>
                        <a:pt x="62" y="73"/>
                      </a:lnTo>
                      <a:lnTo>
                        <a:pt x="62" y="65"/>
                      </a:lnTo>
                      <a:lnTo>
                        <a:pt x="62" y="57"/>
                      </a:lnTo>
                      <a:lnTo>
                        <a:pt x="61" y="51"/>
                      </a:lnTo>
                      <a:lnTo>
                        <a:pt x="60" y="45"/>
                      </a:lnTo>
                      <a:lnTo>
                        <a:pt x="59" y="39"/>
                      </a:lnTo>
                      <a:lnTo>
                        <a:pt x="58" y="35"/>
                      </a:lnTo>
                      <a:lnTo>
                        <a:pt x="56" y="32"/>
                      </a:lnTo>
                      <a:lnTo>
                        <a:pt x="55" y="28"/>
                      </a:lnTo>
                      <a:lnTo>
                        <a:pt x="53" y="24"/>
                      </a:lnTo>
                      <a:lnTo>
                        <a:pt x="51" y="22"/>
                      </a:lnTo>
                      <a:lnTo>
                        <a:pt x="49" y="20"/>
                      </a:lnTo>
                      <a:lnTo>
                        <a:pt x="47" y="18"/>
                      </a:lnTo>
                      <a:lnTo>
                        <a:pt x="45" y="17"/>
                      </a:lnTo>
                      <a:lnTo>
                        <a:pt x="43" y="16"/>
                      </a:lnTo>
                      <a:lnTo>
                        <a:pt x="0" y="0"/>
                      </a:lnTo>
                      <a:lnTo>
                        <a:pt x="3" y="2"/>
                      </a:lnTo>
                      <a:lnTo>
                        <a:pt x="5" y="4"/>
                      </a:lnTo>
                      <a:lnTo>
                        <a:pt x="8" y="6"/>
                      </a:lnTo>
                      <a:lnTo>
                        <a:pt x="10" y="10"/>
                      </a:lnTo>
                      <a:lnTo>
                        <a:pt x="12" y="14"/>
                      </a:lnTo>
                      <a:lnTo>
                        <a:pt x="13" y="18"/>
                      </a:lnTo>
                      <a:lnTo>
                        <a:pt x="15" y="23"/>
                      </a:lnTo>
                      <a:lnTo>
                        <a:pt x="16" y="29"/>
                      </a:lnTo>
                      <a:lnTo>
                        <a:pt x="17" y="37"/>
                      </a:lnTo>
                      <a:lnTo>
                        <a:pt x="17" y="42"/>
                      </a:lnTo>
                      <a:lnTo>
                        <a:pt x="17" y="48"/>
                      </a:lnTo>
                      <a:lnTo>
                        <a:pt x="18" y="54"/>
                      </a:lnTo>
                      <a:lnTo>
                        <a:pt x="17" y="61"/>
                      </a:lnTo>
                      <a:lnTo>
                        <a:pt x="17" y="67"/>
                      </a:lnTo>
                      <a:lnTo>
                        <a:pt x="16" y="78"/>
                      </a:lnTo>
                      <a:lnTo>
                        <a:pt x="16" y="87"/>
                      </a:lnTo>
                      <a:lnTo>
                        <a:pt x="14" y="98"/>
                      </a:lnTo>
                      <a:lnTo>
                        <a:pt x="12" y="111"/>
                      </a:lnTo>
                      <a:lnTo>
                        <a:pt x="10" y="124"/>
                      </a:lnTo>
                      <a:lnTo>
                        <a:pt x="8" y="133"/>
                      </a:lnTo>
                      <a:lnTo>
                        <a:pt x="5" y="144"/>
                      </a:lnTo>
                      <a:lnTo>
                        <a:pt x="2" y="156"/>
                      </a:lnTo>
                      <a:lnTo>
                        <a:pt x="0" y="164"/>
                      </a:lnTo>
                    </a:path>
                  </a:pathLst>
                </a:custGeom>
                <a:noFill/>
                <a:ln w="12700" cap="rnd" cmpd="sng">
                  <a:solidFill>
                    <a:schemeClr val="bg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3528" name="Freeform 243">
                <a:extLst>
                  <a:ext uri="{FF2B5EF4-FFF2-40B4-BE49-F238E27FC236}">
                    <a16:creationId xmlns:a16="http://schemas.microsoft.com/office/drawing/2014/main" id="{1B2B61F2-2D72-536B-6F58-225993F4C7A8}"/>
                  </a:ext>
                </a:extLst>
              </p:cNvPr>
              <p:cNvSpPr>
                <a:spLocks/>
              </p:cNvSpPr>
              <p:nvPr/>
            </p:nvSpPr>
            <p:spPr bwMode="auto">
              <a:xfrm>
                <a:off x="2917" y="3719"/>
                <a:ext cx="143" cy="310"/>
              </a:xfrm>
              <a:custGeom>
                <a:avLst/>
                <a:gdLst>
                  <a:gd name="T0" fmla="*/ 58 w 143"/>
                  <a:gd name="T1" fmla="*/ 309 h 310"/>
                  <a:gd name="T2" fmla="*/ 49 w 143"/>
                  <a:gd name="T3" fmla="*/ 296 h 310"/>
                  <a:gd name="T4" fmla="*/ 45 w 143"/>
                  <a:gd name="T5" fmla="*/ 279 h 310"/>
                  <a:gd name="T6" fmla="*/ 43 w 143"/>
                  <a:gd name="T7" fmla="*/ 253 h 310"/>
                  <a:gd name="T8" fmla="*/ 46 w 143"/>
                  <a:gd name="T9" fmla="*/ 221 h 310"/>
                  <a:gd name="T10" fmla="*/ 50 w 143"/>
                  <a:gd name="T11" fmla="*/ 191 h 310"/>
                  <a:gd name="T12" fmla="*/ 58 w 143"/>
                  <a:gd name="T13" fmla="*/ 157 h 310"/>
                  <a:gd name="T14" fmla="*/ 72 w 143"/>
                  <a:gd name="T15" fmla="*/ 114 h 310"/>
                  <a:gd name="T16" fmla="*/ 86 w 143"/>
                  <a:gd name="T17" fmla="*/ 78 h 310"/>
                  <a:gd name="T18" fmla="*/ 99 w 143"/>
                  <a:gd name="T19" fmla="*/ 53 h 310"/>
                  <a:gd name="T20" fmla="*/ 109 w 143"/>
                  <a:gd name="T21" fmla="*/ 38 h 310"/>
                  <a:gd name="T22" fmla="*/ 119 w 143"/>
                  <a:gd name="T23" fmla="*/ 28 h 310"/>
                  <a:gd name="T24" fmla="*/ 128 w 143"/>
                  <a:gd name="T25" fmla="*/ 20 h 310"/>
                  <a:gd name="T26" fmla="*/ 133 w 143"/>
                  <a:gd name="T27" fmla="*/ 17 h 310"/>
                  <a:gd name="T28" fmla="*/ 142 w 143"/>
                  <a:gd name="T29" fmla="*/ 17 h 310"/>
                  <a:gd name="T30" fmla="*/ 93 w 143"/>
                  <a:gd name="T31" fmla="*/ 0 h 310"/>
                  <a:gd name="T32" fmla="*/ 83 w 143"/>
                  <a:gd name="T33" fmla="*/ 4 h 310"/>
                  <a:gd name="T34" fmla="*/ 76 w 143"/>
                  <a:gd name="T35" fmla="*/ 10 h 310"/>
                  <a:gd name="T36" fmla="*/ 68 w 143"/>
                  <a:gd name="T37" fmla="*/ 18 h 310"/>
                  <a:gd name="T38" fmla="*/ 59 w 143"/>
                  <a:gd name="T39" fmla="*/ 31 h 310"/>
                  <a:gd name="T40" fmla="*/ 49 w 143"/>
                  <a:gd name="T41" fmla="*/ 47 h 310"/>
                  <a:gd name="T42" fmla="*/ 39 w 143"/>
                  <a:gd name="T43" fmla="*/ 70 h 310"/>
                  <a:gd name="T44" fmla="*/ 26 w 143"/>
                  <a:gd name="T45" fmla="*/ 102 h 310"/>
                  <a:gd name="T46" fmla="*/ 14 w 143"/>
                  <a:gd name="T47" fmla="*/ 142 h 310"/>
                  <a:gd name="T48" fmla="*/ 7 w 143"/>
                  <a:gd name="T49" fmla="*/ 173 h 310"/>
                  <a:gd name="T50" fmla="*/ 4 w 143"/>
                  <a:gd name="T51" fmla="*/ 193 h 310"/>
                  <a:gd name="T52" fmla="*/ 2 w 143"/>
                  <a:gd name="T53" fmla="*/ 211 h 310"/>
                  <a:gd name="T54" fmla="*/ 0 w 143"/>
                  <a:gd name="T55" fmla="*/ 231 h 310"/>
                  <a:gd name="T56" fmla="*/ 0 w 143"/>
                  <a:gd name="T57" fmla="*/ 245 h 310"/>
                  <a:gd name="T58" fmla="*/ 1 w 143"/>
                  <a:gd name="T59" fmla="*/ 256 h 310"/>
                  <a:gd name="T60" fmla="*/ 2 w 143"/>
                  <a:gd name="T61" fmla="*/ 268 h 310"/>
                  <a:gd name="T62" fmla="*/ 4 w 143"/>
                  <a:gd name="T63" fmla="*/ 276 h 310"/>
                  <a:gd name="T64" fmla="*/ 7 w 143"/>
                  <a:gd name="T65" fmla="*/ 283 h 310"/>
                  <a:gd name="T66" fmla="*/ 11 w 143"/>
                  <a:gd name="T67" fmla="*/ 290 h 310"/>
                  <a:gd name="T68" fmla="*/ 16 w 143"/>
                  <a:gd name="T69" fmla="*/ 293 h 31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43" h="310">
                    <a:moveTo>
                      <a:pt x="19" y="294"/>
                    </a:moveTo>
                    <a:lnTo>
                      <a:pt x="58" y="309"/>
                    </a:lnTo>
                    <a:lnTo>
                      <a:pt x="53" y="304"/>
                    </a:lnTo>
                    <a:lnTo>
                      <a:pt x="49" y="296"/>
                    </a:lnTo>
                    <a:lnTo>
                      <a:pt x="47" y="288"/>
                    </a:lnTo>
                    <a:lnTo>
                      <a:pt x="45" y="279"/>
                    </a:lnTo>
                    <a:lnTo>
                      <a:pt x="43" y="266"/>
                    </a:lnTo>
                    <a:lnTo>
                      <a:pt x="43" y="253"/>
                    </a:lnTo>
                    <a:lnTo>
                      <a:pt x="44" y="239"/>
                    </a:lnTo>
                    <a:lnTo>
                      <a:pt x="46" y="221"/>
                    </a:lnTo>
                    <a:lnTo>
                      <a:pt x="48" y="206"/>
                    </a:lnTo>
                    <a:lnTo>
                      <a:pt x="50" y="191"/>
                    </a:lnTo>
                    <a:lnTo>
                      <a:pt x="53" y="176"/>
                    </a:lnTo>
                    <a:lnTo>
                      <a:pt x="58" y="157"/>
                    </a:lnTo>
                    <a:lnTo>
                      <a:pt x="64" y="133"/>
                    </a:lnTo>
                    <a:lnTo>
                      <a:pt x="72" y="114"/>
                    </a:lnTo>
                    <a:lnTo>
                      <a:pt x="78" y="96"/>
                    </a:lnTo>
                    <a:lnTo>
                      <a:pt x="86" y="78"/>
                    </a:lnTo>
                    <a:lnTo>
                      <a:pt x="93" y="64"/>
                    </a:lnTo>
                    <a:lnTo>
                      <a:pt x="99" y="53"/>
                    </a:lnTo>
                    <a:lnTo>
                      <a:pt x="105" y="44"/>
                    </a:lnTo>
                    <a:lnTo>
                      <a:pt x="109" y="38"/>
                    </a:lnTo>
                    <a:lnTo>
                      <a:pt x="113" y="33"/>
                    </a:lnTo>
                    <a:lnTo>
                      <a:pt x="119" y="28"/>
                    </a:lnTo>
                    <a:lnTo>
                      <a:pt x="123" y="24"/>
                    </a:lnTo>
                    <a:lnTo>
                      <a:pt x="128" y="20"/>
                    </a:lnTo>
                    <a:lnTo>
                      <a:pt x="130" y="19"/>
                    </a:lnTo>
                    <a:lnTo>
                      <a:pt x="133" y="17"/>
                    </a:lnTo>
                    <a:lnTo>
                      <a:pt x="137" y="17"/>
                    </a:lnTo>
                    <a:lnTo>
                      <a:pt x="142" y="17"/>
                    </a:lnTo>
                    <a:lnTo>
                      <a:pt x="97" y="0"/>
                    </a:lnTo>
                    <a:lnTo>
                      <a:pt x="93" y="0"/>
                    </a:lnTo>
                    <a:lnTo>
                      <a:pt x="88" y="2"/>
                    </a:lnTo>
                    <a:lnTo>
                      <a:pt x="83" y="4"/>
                    </a:lnTo>
                    <a:lnTo>
                      <a:pt x="79" y="7"/>
                    </a:lnTo>
                    <a:lnTo>
                      <a:pt x="76" y="10"/>
                    </a:lnTo>
                    <a:lnTo>
                      <a:pt x="72" y="14"/>
                    </a:lnTo>
                    <a:lnTo>
                      <a:pt x="68" y="18"/>
                    </a:lnTo>
                    <a:lnTo>
                      <a:pt x="64" y="24"/>
                    </a:lnTo>
                    <a:lnTo>
                      <a:pt x="59" y="31"/>
                    </a:lnTo>
                    <a:lnTo>
                      <a:pt x="54" y="38"/>
                    </a:lnTo>
                    <a:lnTo>
                      <a:pt x="49" y="47"/>
                    </a:lnTo>
                    <a:lnTo>
                      <a:pt x="44" y="57"/>
                    </a:lnTo>
                    <a:lnTo>
                      <a:pt x="39" y="70"/>
                    </a:lnTo>
                    <a:lnTo>
                      <a:pt x="33" y="84"/>
                    </a:lnTo>
                    <a:lnTo>
                      <a:pt x="26" y="102"/>
                    </a:lnTo>
                    <a:lnTo>
                      <a:pt x="20" y="120"/>
                    </a:lnTo>
                    <a:lnTo>
                      <a:pt x="14" y="142"/>
                    </a:lnTo>
                    <a:lnTo>
                      <a:pt x="10" y="161"/>
                    </a:lnTo>
                    <a:lnTo>
                      <a:pt x="7" y="173"/>
                    </a:lnTo>
                    <a:lnTo>
                      <a:pt x="5" y="183"/>
                    </a:lnTo>
                    <a:lnTo>
                      <a:pt x="4" y="193"/>
                    </a:lnTo>
                    <a:lnTo>
                      <a:pt x="3" y="201"/>
                    </a:lnTo>
                    <a:lnTo>
                      <a:pt x="2" y="211"/>
                    </a:lnTo>
                    <a:lnTo>
                      <a:pt x="1" y="222"/>
                    </a:lnTo>
                    <a:lnTo>
                      <a:pt x="0" y="231"/>
                    </a:lnTo>
                    <a:lnTo>
                      <a:pt x="0" y="240"/>
                    </a:lnTo>
                    <a:lnTo>
                      <a:pt x="0" y="245"/>
                    </a:lnTo>
                    <a:lnTo>
                      <a:pt x="0" y="251"/>
                    </a:lnTo>
                    <a:lnTo>
                      <a:pt x="1" y="256"/>
                    </a:lnTo>
                    <a:lnTo>
                      <a:pt x="1" y="263"/>
                    </a:lnTo>
                    <a:lnTo>
                      <a:pt x="2" y="268"/>
                    </a:lnTo>
                    <a:lnTo>
                      <a:pt x="3" y="272"/>
                    </a:lnTo>
                    <a:lnTo>
                      <a:pt x="4" y="276"/>
                    </a:lnTo>
                    <a:lnTo>
                      <a:pt x="5" y="280"/>
                    </a:lnTo>
                    <a:lnTo>
                      <a:pt x="7" y="283"/>
                    </a:lnTo>
                    <a:lnTo>
                      <a:pt x="9" y="287"/>
                    </a:lnTo>
                    <a:lnTo>
                      <a:pt x="11" y="290"/>
                    </a:lnTo>
                    <a:lnTo>
                      <a:pt x="14" y="292"/>
                    </a:lnTo>
                    <a:lnTo>
                      <a:pt x="16" y="293"/>
                    </a:lnTo>
                    <a:lnTo>
                      <a:pt x="19" y="294"/>
                    </a:lnTo>
                  </a:path>
                </a:pathLst>
              </a:custGeom>
              <a:noFill/>
              <a:ln w="12700" cap="rnd" cmpd="sng">
                <a:solidFill>
                  <a:schemeClr val="bg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43031" name="Group 278">
            <a:extLst>
              <a:ext uri="{FF2B5EF4-FFF2-40B4-BE49-F238E27FC236}">
                <a16:creationId xmlns:a16="http://schemas.microsoft.com/office/drawing/2014/main" id="{77A6CFF5-86D3-562E-E93F-1F82BCB0BD50}"/>
              </a:ext>
            </a:extLst>
          </p:cNvPr>
          <p:cNvGrpSpPr>
            <a:grpSpLocks/>
          </p:cNvGrpSpPr>
          <p:nvPr/>
        </p:nvGrpSpPr>
        <p:grpSpPr bwMode="auto">
          <a:xfrm>
            <a:off x="1497013" y="5564188"/>
            <a:ext cx="550862" cy="603250"/>
            <a:chOff x="1183" y="3601"/>
            <a:chExt cx="347" cy="380"/>
          </a:xfrm>
        </p:grpSpPr>
        <p:sp>
          <p:nvSpPr>
            <p:cNvPr id="43477" name="Freeform 246">
              <a:extLst>
                <a:ext uri="{FF2B5EF4-FFF2-40B4-BE49-F238E27FC236}">
                  <a16:creationId xmlns:a16="http://schemas.microsoft.com/office/drawing/2014/main" id="{A437DBFA-0BA7-F0BA-D96E-CA2A18DA725B}"/>
                </a:ext>
              </a:extLst>
            </p:cNvPr>
            <p:cNvSpPr>
              <a:spLocks/>
            </p:cNvSpPr>
            <p:nvPr/>
          </p:nvSpPr>
          <p:spPr bwMode="auto">
            <a:xfrm>
              <a:off x="1183" y="3628"/>
              <a:ext cx="327" cy="353"/>
            </a:xfrm>
            <a:custGeom>
              <a:avLst/>
              <a:gdLst>
                <a:gd name="T0" fmla="*/ 0 w 327"/>
                <a:gd name="T1" fmla="*/ 0 h 353"/>
                <a:gd name="T2" fmla="*/ 0 w 327"/>
                <a:gd name="T3" fmla="*/ 352 h 353"/>
                <a:gd name="T4" fmla="*/ 326 w 327"/>
                <a:gd name="T5" fmla="*/ 352 h 353"/>
                <a:gd name="T6" fmla="*/ 326 w 327"/>
                <a:gd name="T7" fmla="*/ 0 h 353"/>
                <a:gd name="T8" fmla="*/ 0 w 327"/>
                <a:gd name="T9" fmla="*/ 0 h 3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7" h="353">
                  <a:moveTo>
                    <a:pt x="0" y="0"/>
                  </a:moveTo>
                  <a:lnTo>
                    <a:pt x="0" y="352"/>
                  </a:lnTo>
                  <a:lnTo>
                    <a:pt x="326" y="352"/>
                  </a:lnTo>
                  <a:lnTo>
                    <a:pt x="326" y="0"/>
                  </a:lnTo>
                  <a:lnTo>
                    <a:pt x="0" y="0"/>
                  </a:lnTo>
                </a:path>
              </a:pathLst>
            </a:custGeom>
            <a:gradFill rotWithShape="0">
              <a:gsLst>
                <a:gs pos="0">
                  <a:srgbClr val="FFFFFF"/>
                </a:gs>
                <a:gs pos="100000">
                  <a:srgbClr val="CECECE"/>
                </a:gs>
              </a:gsLst>
              <a:lin ang="5400000" scaled="1"/>
            </a:gra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478" name="Freeform 247">
              <a:extLst>
                <a:ext uri="{FF2B5EF4-FFF2-40B4-BE49-F238E27FC236}">
                  <a16:creationId xmlns:a16="http://schemas.microsoft.com/office/drawing/2014/main" id="{AC05CE7E-5E0E-1D2F-FA6E-B406F02CBCA6}"/>
                </a:ext>
              </a:extLst>
            </p:cNvPr>
            <p:cNvSpPr>
              <a:spLocks/>
            </p:cNvSpPr>
            <p:nvPr/>
          </p:nvSpPr>
          <p:spPr bwMode="auto">
            <a:xfrm>
              <a:off x="1183" y="3603"/>
              <a:ext cx="347" cy="26"/>
            </a:xfrm>
            <a:custGeom>
              <a:avLst/>
              <a:gdLst>
                <a:gd name="T0" fmla="*/ 0 w 347"/>
                <a:gd name="T1" fmla="*/ 25 h 26"/>
                <a:gd name="T2" fmla="*/ 18 w 347"/>
                <a:gd name="T3" fmla="*/ 0 h 26"/>
                <a:gd name="T4" fmla="*/ 346 w 347"/>
                <a:gd name="T5" fmla="*/ 0 h 26"/>
                <a:gd name="T6" fmla="*/ 329 w 347"/>
                <a:gd name="T7" fmla="*/ 24 h 26"/>
                <a:gd name="T8" fmla="*/ 0 w 347"/>
                <a:gd name="T9" fmla="*/ 25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7" h="26">
                  <a:moveTo>
                    <a:pt x="0" y="25"/>
                  </a:moveTo>
                  <a:lnTo>
                    <a:pt x="18" y="0"/>
                  </a:lnTo>
                  <a:lnTo>
                    <a:pt x="346" y="0"/>
                  </a:lnTo>
                  <a:lnTo>
                    <a:pt x="329" y="24"/>
                  </a:lnTo>
                  <a:lnTo>
                    <a:pt x="0" y="25"/>
                  </a:lnTo>
                </a:path>
              </a:pathLst>
            </a:custGeom>
            <a:solidFill>
              <a:schemeClr val="bg2"/>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479" name="Freeform 248">
              <a:extLst>
                <a:ext uri="{FF2B5EF4-FFF2-40B4-BE49-F238E27FC236}">
                  <a16:creationId xmlns:a16="http://schemas.microsoft.com/office/drawing/2014/main" id="{E3068B86-B9A3-C740-E56C-F6C4361E3F26}"/>
                </a:ext>
              </a:extLst>
            </p:cNvPr>
            <p:cNvSpPr>
              <a:spLocks/>
            </p:cNvSpPr>
            <p:nvPr/>
          </p:nvSpPr>
          <p:spPr bwMode="auto">
            <a:xfrm>
              <a:off x="1509" y="3601"/>
              <a:ext cx="21" cy="380"/>
            </a:xfrm>
            <a:custGeom>
              <a:avLst/>
              <a:gdLst>
                <a:gd name="T0" fmla="*/ 20 w 21"/>
                <a:gd name="T1" fmla="*/ 0 h 380"/>
                <a:gd name="T2" fmla="*/ 20 w 21"/>
                <a:gd name="T3" fmla="*/ 354 h 380"/>
                <a:gd name="T4" fmla="*/ 0 w 21"/>
                <a:gd name="T5" fmla="*/ 379 h 380"/>
                <a:gd name="T6" fmla="*/ 0 w 21"/>
                <a:gd name="T7" fmla="*/ 25 h 380"/>
                <a:gd name="T8" fmla="*/ 20 w 21"/>
                <a:gd name="T9" fmla="*/ 0 h 3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380">
                  <a:moveTo>
                    <a:pt x="20" y="0"/>
                  </a:moveTo>
                  <a:lnTo>
                    <a:pt x="20" y="354"/>
                  </a:lnTo>
                  <a:lnTo>
                    <a:pt x="0" y="379"/>
                  </a:lnTo>
                  <a:lnTo>
                    <a:pt x="0" y="25"/>
                  </a:lnTo>
                  <a:lnTo>
                    <a:pt x="20" y="0"/>
                  </a:lnTo>
                </a:path>
              </a:pathLst>
            </a:custGeom>
            <a:gradFill rotWithShape="0">
              <a:gsLst>
                <a:gs pos="0">
                  <a:srgbClr val="CECECE"/>
                </a:gs>
                <a:gs pos="100000">
                  <a:srgbClr val="B9B9B9"/>
                </a:gs>
              </a:gsLst>
              <a:lin ang="5400000" scaled="1"/>
            </a:gra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480" name="AutoShape 249">
              <a:extLst>
                <a:ext uri="{FF2B5EF4-FFF2-40B4-BE49-F238E27FC236}">
                  <a16:creationId xmlns:a16="http://schemas.microsoft.com/office/drawing/2014/main" id="{1D1FF1A6-5F3C-9059-9AA1-17D96F8BCF3E}"/>
                </a:ext>
              </a:extLst>
            </p:cNvPr>
            <p:cNvSpPr>
              <a:spLocks noChangeArrowheads="1"/>
            </p:cNvSpPr>
            <p:nvPr/>
          </p:nvSpPr>
          <p:spPr bwMode="auto">
            <a:xfrm>
              <a:off x="1203" y="3637"/>
              <a:ext cx="282" cy="94"/>
            </a:xfrm>
            <a:prstGeom prst="roundRect">
              <a:avLst>
                <a:gd name="adj" fmla="val 12486"/>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81" name="Rectangle 250">
              <a:extLst>
                <a:ext uri="{FF2B5EF4-FFF2-40B4-BE49-F238E27FC236}">
                  <a16:creationId xmlns:a16="http://schemas.microsoft.com/office/drawing/2014/main" id="{0B713F26-5744-764C-D0DE-A5A64AAEA8C2}"/>
                </a:ext>
              </a:extLst>
            </p:cNvPr>
            <p:cNvSpPr>
              <a:spLocks noChangeArrowheads="1"/>
            </p:cNvSpPr>
            <p:nvPr/>
          </p:nvSpPr>
          <p:spPr bwMode="auto">
            <a:xfrm>
              <a:off x="1204" y="3743"/>
              <a:ext cx="23" cy="27"/>
            </a:xfrm>
            <a:prstGeom prst="rect">
              <a:avLst/>
            </a:prstGeom>
            <a:solidFill>
              <a:srgbClr val="3333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82" name="Rectangle 251">
              <a:extLst>
                <a:ext uri="{FF2B5EF4-FFF2-40B4-BE49-F238E27FC236}">
                  <a16:creationId xmlns:a16="http://schemas.microsoft.com/office/drawing/2014/main" id="{F395BA11-A17B-04F9-734F-9B016092B393}"/>
                </a:ext>
              </a:extLst>
            </p:cNvPr>
            <p:cNvSpPr>
              <a:spLocks noChangeArrowheads="1"/>
            </p:cNvSpPr>
            <p:nvPr/>
          </p:nvSpPr>
          <p:spPr bwMode="auto">
            <a:xfrm>
              <a:off x="1204" y="3811"/>
              <a:ext cx="23" cy="27"/>
            </a:xfrm>
            <a:prstGeom prst="rect">
              <a:avLst/>
            </a:prstGeom>
            <a:solidFill>
              <a:srgbClr val="3333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83" name="Rectangle 252">
              <a:extLst>
                <a:ext uri="{FF2B5EF4-FFF2-40B4-BE49-F238E27FC236}">
                  <a16:creationId xmlns:a16="http://schemas.microsoft.com/office/drawing/2014/main" id="{C8246BCF-C7AF-0D00-5C6F-19574B77D47D}"/>
                </a:ext>
              </a:extLst>
            </p:cNvPr>
            <p:cNvSpPr>
              <a:spLocks noChangeArrowheads="1"/>
            </p:cNvSpPr>
            <p:nvPr/>
          </p:nvSpPr>
          <p:spPr bwMode="auto">
            <a:xfrm>
              <a:off x="1328" y="3743"/>
              <a:ext cx="25" cy="27"/>
            </a:xfrm>
            <a:prstGeom prst="rect">
              <a:avLst/>
            </a:prstGeom>
            <a:solidFill>
              <a:srgbClr val="3333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84" name="Rectangle 253">
              <a:extLst>
                <a:ext uri="{FF2B5EF4-FFF2-40B4-BE49-F238E27FC236}">
                  <a16:creationId xmlns:a16="http://schemas.microsoft.com/office/drawing/2014/main" id="{EA64B9D7-5EA0-3FD6-B858-4C1DD885A721}"/>
                </a:ext>
              </a:extLst>
            </p:cNvPr>
            <p:cNvSpPr>
              <a:spLocks noChangeArrowheads="1"/>
            </p:cNvSpPr>
            <p:nvPr/>
          </p:nvSpPr>
          <p:spPr bwMode="auto">
            <a:xfrm>
              <a:off x="1328" y="3811"/>
              <a:ext cx="25" cy="27"/>
            </a:xfrm>
            <a:prstGeom prst="rect">
              <a:avLst/>
            </a:prstGeom>
            <a:solidFill>
              <a:srgbClr val="3333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85" name="Rectangle 254">
              <a:extLst>
                <a:ext uri="{FF2B5EF4-FFF2-40B4-BE49-F238E27FC236}">
                  <a16:creationId xmlns:a16="http://schemas.microsoft.com/office/drawing/2014/main" id="{15308459-AE87-52EE-20F8-A74AE82B3F68}"/>
                </a:ext>
              </a:extLst>
            </p:cNvPr>
            <p:cNvSpPr>
              <a:spLocks noChangeArrowheads="1"/>
            </p:cNvSpPr>
            <p:nvPr/>
          </p:nvSpPr>
          <p:spPr bwMode="auto">
            <a:xfrm>
              <a:off x="1392" y="3743"/>
              <a:ext cx="22" cy="27"/>
            </a:xfrm>
            <a:prstGeom prst="rect">
              <a:avLst/>
            </a:prstGeom>
            <a:solidFill>
              <a:srgbClr val="3333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86" name="Rectangle 255">
              <a:extLst>
                <a:ext uri="{FF2B5EF4-FFF2-40B4-BE49-F238E27FC236}">
                  <a16:creationId xmlns:a16="http://schemas.microsoft.com/office/drawing/2014/main" id="{8E1FF66B-3FA9-C323-1AC7-D4C620AF7DEB}"/>
                </a:ext>
              </a:extLst>
            </p:cNvPr>
            <p:cNvSpPr>
              <a:spLocks noChangeArrowheads="1"/>
            </p:cNvSpPr>
            <p:nvPr/>
          </p:nvSpPr>
          <p:spPr bwMode="auto">
            <a:xfrm>
              <a:off x="1392" y="3811"/>
              <a:ext cx="22" cy="27"/>
            </a:xfrm>
            <a:prstGeom prst="rect">
              <a:avLst/>
            </a:prstGeom>
            <a:solidFill>
              <a:srgbClr val="3333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87" name="Rectangle 256">
              <a:extLst>
                <a:ext uri="{FF2B5EF4-FFF2-40B4-BE49-F238E27FC236}">
                  <a16:creationId xmlns:a16="http://schemas.microsoft.com/office/drawing/2014/main" id="{FA58496B-EA24-EEA0-8BBB-BC96B2997161}"/>
                </a:ext>
              </a:extLst>
            </p:cNvPr>
            <p:cNvSpPr>
              <a:spLocks noChangeArrowheads="1"/>
            </p:cNvSpPr>
            <p:nvPr/>
          </p:nvSpPr>
          <p:spPr bwMode="auto">
            <a:xfrm>
              <a:off x="1451" y="3743"/>
              <a:ext cx="24" cy="27"/>
            </a:xfrm>
            <a:prstGeom prst="rect">
              <a:avLst/>
            </a:prstGeom>
            <a:solidFill>
              <a:srgbClr val="3333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88" name="Rectangle 257">
              <a:extLst>
                <a:ext uri="{FF2B5EF4-FFF2-40B4-BE49-F238E27FC236}">
                  <a16:creationId xmlns:a16="http://schemas.microsoft.com/office/drawing/2014/main" id="{55469317-6747-53A5-E661-1D762BD12198}"/>
                </a:ext>
              </a:extLst>
            </p:cNvPr>
            <p:cNvSpPr>
              <a:spLocks noChangeArrowheads="1"/>
            </p:cNvSpPr>
            <p:nvPr/>
          </p:nvSpPr>
          <p:spPr bwMode="auto">
            <a:xfrm>
              <a:off x="1451" y="3811"/>
              <a:ext cx="24" cy="27"/>
            </a:xfrm>
            <a:prstGeom prst="rect">
              <a:avLst/>
            </a:prstGeom>
            <a:solidFill>
              <a:srgbClr val="3333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nvGrpSpPr>
            <p:cNvPr id="43489" name="Group 266">
              <a:extLst>
                <a:ext uri="{FF2B5EF4-FFF2-40B4-BE49-F238E27FC236}">
                  <a16:creationId xmlns:a16="http://schemas.microsoft.com/office/drawing/2014/main" id="{C6E02547-57FF-86C4-296A-69B6E3C0051D}"/>
                </a:ext>
              </a:extLst>
            </p:cNvPr>
            <p:cNvGrpSpPr>
              <a:grpSpLocks/>
            </p:cNvGrpSpPr>
            <p:nvPr/>
          </p:nvGrpSpPr>
          <p:grpSpPr bwMode="auto">
            <a:xfrm>
              <a:off x="1318" y="3881"/>
              <a:ext cx="76" cy="82"/>
              <a:chOff x="1318" y="3881"/>
              <a:chExt cx="76" cy="82"/>
            </a:xfrm>
          </p:grpSpPr>
          <p:sp>
            <p:nvSpPr>
              <p:cNvPr id="43501" name="Rectangle 258">
                <a:extLst>
                  <a:ext uri="{FF2B5EF4-FFF2-40B4-BE49-F238E27FC236}">
                    <a16:creationId xmlns:a16="http://schemas.microsoft.com/office/drawing/2014/main" id="{6D1E597E-2C9F-BD9A-5B22-2B0CB06057A6}"/>
                  </a:ext>
                </a:extLst>
              </p:cNvPr>
              <p:cNvSpPr>
                <a:spLocks noChangeArrowheads="1"/>
              </p:cNvSpPr>
              <p:nvPr/>
            </p:nvSpPr>
            <p:spPr bwMode="auto">
              <a:xfrm>
                <a:off x="1318" y="3910"/>
                <a:ext cx="24" cy="27"/>
              </a:xfrm>
              <a:prstGeom prst="rect">
                <a:avLst/>
              </a:prstGeom>
              <a:solidFill>
                <a:srgbClr val="3333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02" name="Rectangle 259">
                <a:extLst>
                  <a:ext uri="{FF2B5EF4-FFF2-40B4-BE49-F238E27FC236}">
                    <a16:creationId xmlns:a16="http://schemas.microsoft.com/office/drawing/2014/main" id="{FA9FBCAC-5A09-D0E2-D328-3D6F9AA42AFA}"/>
                  </a:ext>
                </a:extLst>
              </p:cNvPr>
              <p:cNvSpPr>
                <a:spLocks noChangeArrowheads="1"/>
              </p:cNvSpPr>
              <p:nvPr/>
            </p:nvSpPr>
            <p:spPr bwMode="auto">
              <a:xfrm>
                <a:off x="1344" y="3881"/>
                <a:ext cx="26" cy="27"/>
              </a:xfrm>
              <a:prstGeom prst="rect">
                <a:avLst/>
              </a:prstGeom>
              <a:solidFill>
                <a:srgbClr val="3333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03" name="Rectangle 260">
                <a:extLst>
                  <a:ext uri="{FF2B5EF4-FFF2-40B4-BE49-F238E27FC236}">
                    <a16:creationId xmlns:a16="http://schemas.microsoft.com/office/drawing/2014/main" id="{523107DD-9F84-DF1B-2043-9C398A895AB4}"/>
                  </a:ext>
                </a:extLst>
              </p:cNvPr>
              <p:cNvSpPr>
                <a:spLocks noChangeArrowheads="1"/>
              </p:cNvSpPr>
              <p:nvPr/>
            </p:nvSpPr>
            <p:spPr bwMode="auto">
              <a:xfrm>
                <a:off x="1370" y="3910"/>
                <a:ext cx="24" cy="28"/>
              </a:xfrm>
              <a:prstGeom prst="rect">
                <a:avLst/>
              </a:prstGeom>
              <a:solidFill>
                <a:srgbClr val="3333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04" name="Rectangle 261">
                <a:extLst>
                  <a:ext uri="{FF2B5EF4-FFF2-40B4-BE49-F238E27FC236}">
                    <a16:creationId xmlns:a16="http://schemas.microsoft.com/office/drawing/2014/main" id="{088F95EB-94D7-EA4E-42C6-1D9E8935F22C}"/>
                  </a:ext>
                </a:extLst>
              </p:cNvPr>
              <p:cNvSpPr>
                <a:spLocks noChangeArrowheads="1"/>
              </p:cNvSpPr>
              <p:nvPr/>
            </p:nvSpPr>
            <p:spPr bwMode="auto">
              <a:xfrm>
                <a:off x="1344" y="3939"/>
                <a:ext cx="26" cy="24"/>
              </a:xfrm>
              <a:prstGeom prst="rect">
                <a:avLst/>
              </a:prstGeom>
              <a:solidFill>
                <a:srgbClr val="3333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05" name="AutoShape 262">
                <a:extLst>
                  <a:ext uri="{FF2B5EF4-FFF2-40B4-BE49-F238E27FC236}">
                    <a16:creationId xmlns:a16="http://schemas.microsoft.com/office/drawing/2014/main" id="{341370E7-C4E2-01C9-3A57-22518C48932A}"/>
                  </a:ext>
                </a:extLst>
              </p:cNvPr>
              <p:cNvSpPr>
                <a:spLocks noChangeArrowheads="1"/>
              </p:cNvSpPr>
              <p:nvPr/>
            </p:nvSpPr>
            <p:spPr bwMode="auto">
              <a:xfrm>
                <a:off x="1351" y="3886"/>
                <a:ext cx="10" cy="13"/>
              </a:xfrm>
              <a:prstGeom prst="triangle">
                <a:avLst>
                  <a:gd name="adj" fmla="val 49986"/>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06" name="AutoShape 263">
                <a:extLst>
                  <a:ext uri="{FF2B5EF4-FFF2-40B4-BE49-F238E27FC236}">
                    <a16:creationId xmlns:a16="http://schemas.microsoft.com/office/drawing/2014/main" id="{8481EB20-B0ED-7744-680E-97938A149D0E}"/>
                  </a:ext>
                </a:extLst>
              </p:cNvPr>
              <p:cNvSpPr>
                <a:spLocks noChangeArrowheads="1"/>
              </p:cNvSpPr>
              <p:nvPr/>
            </p:nvSpPr>
            <p:spPr bwMode="auto">
              <a:xfrm rot="5400000">
                <a:off x="1377" y="3918"/>
                <a:ext cx="16" cy="16"/>
              </a:xfrm>
              <a:prstGeom prst="triangle">
                <a:avLst>
                  <a:gd name="adj" fmla="val 49986"/>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07" name="AutoShape 264">
                <a:extLst>
                  <a:ext uri="{FF2B5EF4-FFF2-40B4-BE49-F238E27FC236}">
                    <a16:creationId xmlns:a16="http://schemas.microsoft.com/office/drawing/2014/main" id="{54149D2D-0811-579B-666A-2C7C6FE94A2E}"/>
                  </a:ext>
                </a:extLst>
              </p:cNvPr>
              <p:cNvSpPr>
                <a:spLocks noChangeArrowheads="1"/>
              </p:cNvSpPr>
              <p:nvPr/>
            </p:nvSpPr>
            <p:spPr bwMode="auto">
              <a:xfrm rot="10800000">
                <a:off x="1352" y="3945"/>
                <a:ext cx="12" cy="12"/>
              </a:xfrm>
              <a:prstGeom prst="triangle">
                <a:avLst>
                  <a:gd name="adj" fmla="val 49986"/>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08" name="AutoShape 265">
                <a:extLst>
                  <a:ext uri="{FF2B5EF4-FFF2-40B4-BE49-F238E27FC236}">
                    <a16:creationId xmlns:a16="http://schemas.microsoft.com/office/drawing/2014/main" id="{4F9A1F88-1BFB-9044-BC0C-9728896F700D}"/>
                  </a:ext>
                </a:extLst>
              </p:cNvPr>
              <p:cNvSpPr>
                <a:spLocks noChangeArrowheads="1"/>
              </p:cNvSpPr>
              <p:nvPr/>
            </p:nvSpPr>
            <p:spPr bwMode="auto">
              <a:xfrm rot="-5400000">
                <a:off x="1324" y="3918"/>
                <a:ext cx="16" cy="16"/>
              </a:xfrm>
              <a:prstGeom prst="triangle">
                <a:avLst>
                  <a:gd name="adj" fmla="val 49986"/>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sp>
          <p:nvSpPr>
            <p:cNvPr id="43490" name="Rectangle 267">
              <a:extLst>
                <a:ext uri="{FF2B5EF4-FFF2-40B4-BE49-F238E27FC236}">
                  <a16:creationId xmlns:a16="http://schemas.microsoft.com/office/drawing/2014/main" id="{AB160E05-3600-BA9B-CDED-3F95047C0D46}"/>
                </a:ext>
              </a:extLst>
            </p:cNvPr>
            <p:cNvSpPr>
              <a:spLocks noChangeArrowheads="1"/>
            </p:cNvSpPr>
            <p:nvPr/>
          </p:nvSpPr>
          <p:spPr bwMode="auto">
            <a:xfrm>
              <a:off x="1197" y="3872"/>
              <a:ext cx="22" cy="26"/>
            </a:xfrm>
            <a:prstGeom prst="rect">
              <a:avLst/>
            </a:prstGeom>
            <a:solidFill>
              <a:srgbClr val="3333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91" name="Rectangle 268">
              <a:extLst>
                <a:ext uri="{FF2B5EF4-FFF2-40B4-BE49-F238E27FC236}">
                  <a16:creationId xmlns:a16="http://schemas.microsoft.com/office/drawing/2014/main" id="{0045EFC0-2A7F-C878-5F43-0B05EB9AB1D7}"/>
                </a:ext>
              </a:extLst>
            </p:cNvPr>
            <p:cNvSpPr>
              <a:spLocks noChangeArrowheads="1"/>
            </p:cNvSpPr>
            <p:nvPr/>
          </p:nvSpPr>
          <p:spPr bwMode="auto">
            <a:xfrm>
              <a:off x="1264" y="3872"/>
              <a:ext cx="24" cy="26"/>
            </a:xfrm>
            <a:prstGeom prst="rect">
              <a:avLst/>
            </a:prstGeom>
            <a:solidFill>
              <a:srgbClr val="3333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92" name="Rectangle 269">
              <a:extLst>
                <a:ext uri="{FF2B5EF4-FFF2-40B4-BE49-F238E27FC236}">
                  <a16:creationId xmlns:a16="http://schemas.microsoft.com/office/drawing/2014/main" id="{B66CBDC2-4161-E807-C6BF-AB90544579F2}"/>
                </a:ext>
              </a:extLst>
            </p:cNvPr>
            <p:cNvSpPr>
              <a:spLocks noChangeArrowheads="1"/>
            </p:cNvSpPr>
            <p:nvPr/>
          </p:nvSpPr>
          <p:spPr bwMode="auto">
            <a:xfrm>
              <a:off x="1197" y="3903"/>
              <a:ext cx="22" cy="27"/>
            </a:xfrm>
            <a:prstGeom prst="rect">
              <a:avLst/>
            </a:prstGeom>
            <a:solidFill>
              <a:srgbClr val="3333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93" name="Rectangle 270">
              <a:extLst>
                <a:ext uri="{FF2B5EF4-FFF2-40B4-BE49-F238E27FC236}">
                  <a16:creationId xmlns:a16="http://schemas.microsoft.com/office/drawing/2014/main" id="{59C328EE-7A6A-1D07-1661-91648F6B2102}"/>
                </a:ext>
              </a:extLst>
            </p:cNvPr>
            <p:cNvSpPr>
              <a:spLocks noChangeArrowheads="1"/>
            </p:cNvSpPr>
            <p:nvPr/>
          </p:nvSpPr>
          <p:spPr bwMode="auto">
            <a:xfrm>
              <a:off x="1264" y="3903"/>
              <a:ext cx="24" cy="27"/>
            </a:xfrm>
            <a:prstGeom prst="rect">
              <a:avLst/>
            </a:prstGeom>
            <a:solidFill>
              <a:srgbClr val="3333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94" name="Rectangle 271">
              <a:extLst>
                <a:ext uri="{FF2B5EF4-FFF2-40B4-BE49-F238E27FC236}">
                  <a16:creationId xmlns:a16="http://schemas.microsoft.com/office/drawing/2014/main" id="{0FDD4D5F-6D28-1F95-C101-0C4867B845D2}"/>
                </a:ext>
              </a:extLst>
            </p:cNvPr>
            <p:cNvSpPr>
              <a:spLocks noChangeArrowheads="1"/>
            </p:cNvSpPr>
            <p:nvPr/>
          </p:nvSpPr>
          <p:spPr bwMode="auto">
            <a:xfrm>
              <a:off x="1197" y="3939"/>
              <a:ext cx="22" cy="24"/>
            </a:xfrm>
            <a:prstGeom prst="rect">
              <a:avLst/>
            </a:prstGeom>
            <a:solidFill>
              <a:srgbClr val="3333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95" name="Rectangle 272">
              <a:extLst>
                <a:ext uri="{FF2B5EF4-FFF2-40B4-BE49-F238E27FC236}">
                  <a16:creationId xmlns:a16="http://schemas.microsoft.com/office/drawing/2014/main" id="{FE09CBC6-8187-4F69-0BB8-60EDE6EB54C5}"/>
                </a:ext>
              </a:extLst>
            </p:cNvPr>
            <p:cNvSpPr>
              <a:spLocks noChangeArrowheads="1"/>
            </p:cNvSpPr>
            <p:nvPr/>
          </p:nvSpPr>
          <p:spPr bwMode="auto">
            <a:xfrm>
              <a:off x="1264" y="3939"/>
              <a:ext cx="24" cy="24"/>
            </a:xfrm>
            <a:prstGeom prst="rect">
              <a:avLst/>
            </a:prstGeom>
            <a:solidFill>
              <a:srgbClr val="3333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96" name="Rectangle 273">
              <a:extLst>
                <a:ext uri="{FF2B5EF4-FFF2-40B4-BE49-F238E27FC236}">
                  <a16:creationId xmlns:a16="http://schemas.microsoft.com/office/drawing/2014/main" id="{1D3D1D10-3E06-6BD2-25BA-5F12CE5E3FE8}"/>
                </a:ext>
              </a:extLst>
            </p:cNvPr>
            <p:cNvSpPr>
              <a:spLocks noChangeArrowheads="1"/>
            </p:cNvSpPr>
            <p:nvPr/>
          </p:nvSpPr>
          <p:spPr bwMode="auto">
            <a:xfrm>
              <a:off x="1433" y="3870"/>
              <a:ext cx="51" cy="3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97" name="Rectangle 274">
              <a:extLst>
                <a:ext uri="{FF2B5EF4-FFF2-40B4-BE49-F238E27FC236}">
                  <a16:creationId xmlns:a16="http://schemas.microsoft.com/office/drawing/2014/main" id="{7F4CF32C-EB80-A911-1D67-56500B6A4AFC}"/>
                </a:ext>
              </a:extLst>
            </p:cNvPr>
            <p:cNvSpPr>
              <a:spLocks noChangeArrowheads="1"/>
            </p:cNvSpPr>
            <p:nvPr/>
          </p:nvSpPr>
          <p:spPr bwMode="auto">
            <a:xfrm>
              <a:off x="1433" y="3939"/>
              <a:ext cx="51" cy="36"/>
            </a:xfrm>
            <a:prstGeom prst="rect">
              <a:avLst/>
            </a:prstGeom>
            <a:solidFill>
              <a:srgbClr val="FE9B0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nvGrpSpPr>
            <p:cNvPr id="43498" name="Group 277">
              <a:extLst>
                <a:ext uri="{FF2B5EF4-FFF2-40B4-BE49-F238E27FC236}">
                  <a16:creationId xmlns:a16="http://schemas.microsoft.com/office/drawing/2014/main" id="{33CE2C19-D234-2E8D-965C-077FCDF8DA42}"/>
                </a:ext>
              </a:extLst>
            </p:cNvPr>
            <p:cNvGrpSpPr>
              <a:grpSpLocks/>
            </p:cNvGrpSpPr>
            <p:nvPr/>
          </p:nvGrpSpPr>
          <p:grpSpPr bwMode="auto">
            <a:xfrm>
              <a:off x="1260" y="3743"/>
              <a:ext cx="26" cy="95"/>
              <a:chOff x="1260" y="3743"/>
              <a:chExt cx="26" cy="95"/>
            </a:xfrm>
          </p:grpSpPr>
          <p:sp>
            <p:nvSpPr>
              <p:cNvPr id="43499" name="Rectangle 275">
                <a:extLst>
                  <a:ext uri="{FF2B5EF4-FFF2-40B4-BE49-F238E27FC236}">
                    <a16:creationId xmlns:a16="http://schemas.microsoft.com/office/drawing/2014/main" id="{DF71788B-1D97-8540-52CC-DF063BBDFA32}"/>
                  </a:ext>
                </a:extLst>
              </p:cNvPr>
              <p:cNvSpPr>
                <a:spLocks noChangeArrowheads="1"/>
              </p:cNvSpPr>
              <p:nvPr/>
            </p:nvSpPr>
            <p:spPr bwMode="auto">
              <a:xfrm>
                <a:off x="1260" y="3743"/>
                <a:ext cx="26" cy="27"/>
              </a:xfrm>
              <a:prstGeom prst="rect">
                <a:avLst/>
              </a:prstGeom>
              <a:solidFill>
                <a:srgbClr val="3333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500" name="Rectangle 276">
                <a:extLst>
                  <a:ext uri="{FF2B5EF4-FFF2-40B4-BE49-F238E27FC236}">
                    <a16:creationId xmlns:a16="http://schemas.microsoft.com/office/drawing/2014/main" id="{7FDA6527-02B5-77E2-71D9-5A9067157E31}"/>
                  </a:ext>
                </a:extLst>
              </p:cNvPr>
              <p:cNvSpPr>
                <a:spLocks noChangeArrowheads="1"/>
              </p:cNvSpPr>
              <p:nvPr/>
            </p:nvSpPr>
            <p:spPr bwMode="auto">
              <a:xfrm>
                <a:off x="1260" y="3811"/>
                <a:ext cx="26" cy="27"/>
              </a:xfrm>
              <a:prstGeom prst="rect">
                <a:avLst/>
              </a:prstGeom>
              <a:solidFill>
                <a:srgbClr val="3333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grpSp>
      <p:grpSp>
        <p:nvGrpSpPr>
          <p:cNvPr id="43032" name="Group 337">
            <a:extLst>
              <a:ext uri="{FF2B5EF4-FFF2-40B4-BE49-F238E27FC236}">
                <a16:creationId xmlns:a16="http://schemas.microsoft.com/office/drawing/2014/main" id="{F5D0EB0A-808C-A6E5-1881-1ED4C883F0AD}"/>
              </a:ext>
            </a:extLst>
          </p:cNvPr>
          <p:cNvGrpSpPr>
            <a:grpSpLocks/>
          </p:cNvGrpSpPr>
          <p:nvPr/>
        </p:nvGrpSpPr>
        <p:grpSpPr bwMode="auto">
          <a:xfrm>
            <a:off x="4797425" y="5638800"/>
            <a:ext cx="827088" cy="496888"/>
            <a:chOff x="3262" y="3648"/>
            <a:chExt cx="521" cy="313"/>
          </a:xfrm>
        </p:grpSpPr>
        <p:sp>
          <p:nvSpPr>
            <p:cNvPr id="43419" name="Freeform 279">
              <a:extLst>
                <a:ext uri="{FF2B5EF4-FFF2-40B4-BE49-F238E27FC236}">
                  <a16:creationId xmlns:a16="http://schemas.microsoft.com/office/drawing/2014/main" id="{666A8E67-3F6C-0E87-8848-2495B3FC1B15}"/>
                </a:ext>
              </a:extLst>
            </p:cNvPr>
            <p:cNvSpPr>
              <a:spLocks/>
            </p:cNvSpPr>
            <p:nvPr/>
          </p:nvSpPr>
          <p:spPr bwMode="auto">
            <a:xfrm>
              <a:off x="3263" y="3685"/>
              <a:ext cx="493" cy="243"/>
            </a:xfrm>
            <a:custGeom>
              <a:avLst/>
              <a:gdLst>
                <a:gd name="T0" fmla="*/ 0 w 493"/>
                <a:gd name="T1" fmla="*/ 242 h 243"/>
                <a:gd name="T2" fmla="*/ 0 w 493"/>
                <a:gd name="T3" fmla="*/ 0 h 243"/>
                <a:gd name="T4" fmla="*/ 492 w 493"/>
                <a:gd name="T5" fmla="*/ 0 h 243"/>
                <a:gd name="T6" fmla="*/ 492 w 493"/>
                <a:gd name="T7" fmla="*/ 242 h 243"/>
                <a:gd name="T8" fmla="*/ 0 w 493"/>
                <a:gd name="T9" fmla="*/ 242 h 2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3" h="243">
                  <a:moveTo>
                    <a:pt x="0" y="242"/>
                  </a:moveTo>
                  <a:lnTo>
                    <a:pt x="0" y="0"/>
                  </a:lnTo>
                  <a:lnTo>
                    <a:pt x="492" y="0"/>
                  </a:lnTo>
                  <a:lnTo>
                    <a:pt x="492" y="242"/>
                  </a:lnTo>
                  <a:lnTo>
                    <a:pt x="0" y="242"/>
                  </a:lnTo>
                </a:path>
              </a:pathLst>
            </a:custGeom>
            <a:noFill/>
            <a:ln w="127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420" name="Freeform 280">
              <a:extLst>
                <a:ext uri="{FF2B5EF4-FFF2-40B4-BE49-F238E27FC236}">
                  <a16:creationId xmlns:a16="http://schemas.microsoft.com/office/drawing/2014/main" id="{73B3C006-3530-049B-9270-3A5B9B6D4978}"/>
                </a:ext>
              </a:extLst>
            </p:cNvPr>
            <p:cNvSpPr>
              <a:spLocks/>
            </p:cNvSpPr>
            <p:nvPr/>
          </p:nvSpPr>
          <p:spPr bwMode="auto">
            <a:xfrm>
              <a:off x="3755" y="3654"/>
              <a:ext cx="27" cy="274"/>
            </a:xfrm>
            <a:custGeom>
              <a:avLst/>
              <a:gdLst>
                <a:gd name="T0" fmla="*/ 1 w 27"/>
                <a:gd name="T1" fmla="*/ 29 h 274"/>
                <a:gd name="T2" fmla="*/ 0 w 27"/>
                <a:gd name="T3" fmla="*/ 273 h 274"/>
                <a:gd name="T4" fmla="*/ 26 w 27"/>
                <a:gd name="T5" fmla="*/ 236 h 274"/>
                <a:gd name="T6" fmla="*/ 26 w 27"/>
                <a:gd name="T7" fmla="*/ 0 h 274"/>
                <a:gd name="T8" fmla="*/ 1 w 27"/>
                <a:gd name="T9" fmla="*/ 29 h 2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274">
                  <a:moveTo>
                    <a:pt x="1" y="29"/>
                  </a:moveTo>
                  <a:lnTo>
                    <a:pt x="0" y="273"/>
                  </a:lnTo>
                  <a:lnTo>
                    <a:pt x="26" y="236"/>
                  </a:lnTo>
                  <a:lnTo>
                    <a:pt x="26" y="0"/>
                  </a:lnTo>
                  <a:lnTo>
                    <a:pt x="1" y="29"/>
                  </a:lnTo>
                </a:path>
              </a:pathLst>
            </a:custGeom>
            <a:gradFill rotWithShape="0">
              <a:gsLst>
                <a:gs pos="0">
                  <a:srgbClr val="CECECE"/>
                </a:gs>
                <a:gs pos="100000">
                  <a:srgbClr val="B9B9B9"/>
                </a:gs>
              </a:gsLst>
              <a:lin ang="18900000" scaled="1"/>
            </a:gradFill>
            <a:ln w="12700" cap="rnd" cmpd="sng">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421" name="Freeform 281">
              <a:extLst>
                <a:ext uri="{FF2B5EF4-FFF2-40B4-BE49-F238E27FC236}">
                  <a16:creationId xmlns:a16="http://schemas.microsoft.com/office/drawing/2014/main" id="{C7F3A307-02B1-6BA5-EE22-F5D2E2D92245}"/>
                </a:ext>
              </a:extLst>
            </p:cNvPr>
            <p:cNvSpPr>
              <a:spLocks/>
            </p:cNvSpPr>
            <p:nvPr/>
          </p:nvSpPr>
          <p:spPr bwMode="auto">
            <a:xfrm>
              <a:off x="3263" y="3652"/>
              <a:ext cx="520" cy="34"/>
            </a:xfrm>
            <a:custGeom>
              <a:avLst/>
              <a:gdLst>
                <a:gd name="T0" fmla="*/ 519 w 520"/>
                <a:gd name="T1" fmla="*/ 0 h 34"/>
                <a:gd name="T2" fmla="*/ 48 w 520"/>
                <a:gd name="T3" fmla="*/ 0 h 34"/>
                <a:gd name="T4" fmla="*/ 0 w 520"/>
                <a:gd name="T5" fmla="*/ 33 h 34"/>
                <a:gd name="T6" fmla="*/ 494 w 520"/>
                <a:gd name="T7" fmla="*/ 33 h 34"/>
                <a:gd name="T8" fmla="*/ 519 w 520"/>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0" h="34">
                  <a:moveTo>
                    <a:pt x="519" y="0"/>
                  </a:moveTo>
                  <a:lnTo>
                    <a:pt x="48" y="0"/>
                  </a:lnTo>
                  <a:lnTo>
                    <a:pt x="0" y="33"/>
                  </a:lnTo>
                  <a:lnTo>
                    <a:pt x="494" y="33"/>
                  </a:lnTo>
                  <a:lnTo>
                    <a:pt x="519" y="0"/>
                  </a:lnTo>
                </a:path>
              </a:pathLst>
            </a:custGeom>
            <a:gradFill rotWithShape="0">
              <a:gsLst>
                <a:gs pos="0">
                  <a:srgbClr val="CECECE"/>
                </a:gs>
                <a:gs pos="100000">
                  <a:srgbClr val="B9B9B9"/>
                </a:gs>
              </a:gsLst>
              <a:lin ang="18900000" scaled="1"/>
            </a:gradFill>
            <a:ln w="12700" cap="rnd" cmpd="sng">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422" name="Freeform 282">
              <a:extLst>
                <a:ext uri="{FF2B5EF4-FFF2-40B4-BE49-F238E27FC236}">
                  <a16:creationId xmlns:a16="http://schemas.microsoft.com/office/drawing/2014/main" id="{900D35FD-E1BF-FE7E-6FC7-682B60F85F23}"/>
                </a:ext>
              </a:extLst>
            </p:cNvPr>
            <p:cNvSpPr>
              <a:spLocks/>
            </p:cNvSpPr>
            <p:nvPr/>
          </p:nvSpPr>
          <p:spPr bwMode="auto">
            <a:xfrm>
              <a:off x="3262" y="3688"/>
              <a:ext cx="493" cy="241"/>
            </a:xfrm>
            <a:custGeom>
              <a:avLst/>
              <a:gdLst>
                <a:gd name="T0" fmla="*/ 0 w 493"/>
                <a:gd name="T1" fmla="*/ 240 h 241"/>
                <a:gd name="T2" fmla="*/ 0 w 493"/>
                <a:gd name="T3" fmla="*/ 0 h 241"/>
                <a:gd name="T4" fmla="*/ 492 w 493"/>
                <a:gd name="T5" fmla="*/ 0 h 241"/>
                <a:gd name="T6" fmla="*/ 492 w 493"/>
                <a:gd name="T7" fmla="*/ 240 h 241"/>
                <a:gd name="T8" fmla="*/ 0 w 493"/>
                <a:gd name="T9" fmla="*/ 240 h 2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3" h="241">
                  <a:moveTo>
                    <a:pt x="0" y="240"/>
                  </a:moveTo>
                  <a:lnTo>
                    <a:pt x="0" y="0"/>
                  </a:lnTo>
                  <a:lnTo>
                    <a:pt x="492" y="0"/>
                  </a:lnTo>
                  <a:lnTo>
                    <a:pt x="492" y="240"/>
                  </a:lnTo>
                  <a:lnTo>
                    <a:pt x="0" y="240"/>
                  </a:lnTo>
                </a:path>
              </a:pathLst>
            </a:custGeom>
            <a:gradFill rotWithShape="0">
              <a:gsLst>
                <a:gs pos="0">
                  <a:srgbClr val="C8C8C8"/>
                </a:gs>
                <a:gs pos="100000">
                  <a:srgbClr val="919191"/>
                </a:gs>
              </a:gsLst>
              <a:lin ang="18900000" scaled="1"/>
            </a:gradFill>
            <a:ln w="12700" cap="rnd" cmpd="sng">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3423" name="Group 292">
              <a:extLst>
                <a:ext uri="{FF2B5EF4-FFF2-40B4-BE49-F238E27FC236}">
                  <a16:creationId xmlns:a16="http://schemas.microsoft.com/office/drawing/2014/main" id="{0F92B227-D22C-76E1-5C00-6B70EFB325C6}"/>
                </a:ext>
              </a:extLst>
            </p:cNvPr>
            <p:cNvGrpSpPr>
              <a:grpSpLocks/>
            </p:cNvGrpSpPr>
            <p:nvPr/>
          </p:nvGrpSpPr>
          <p:grpSpPr bwMode="auto">
            <a:xfrm>
              <a:off x="3441" y="3719"/>
              <a:ext cx="23" cy="192"/>
              <a:chOff x="3441" y="3719"/>
              <a:chExt cx="23" cy="192"/>
            </a:xfrm>
          </p:grpSpPr>
          <p:grpSp>
            <p:nvGrpSpPr>
              <p:cNvPr id="43468" name="Group 285">
                <a:extLst>
                  <a:ext uri="{FF2B5EF4-FFF2-40B4-BE49-F238E27FC236}">
                    <a16:creationId xmlns:a16="http://schemas.microsoft.com/office/drawing/2014/main" id="{3F8B346D-5604-C2F7-1B13-9686CC8E632B}"/>
                  </a:ext>
                </a:extLst>
              </p:cNvPr>
              <p:cNvGrpSpPr>
                <a:grpSpLocks/>
              </p:cNvGrpSpPr>
              <p:nvPr/>
            </p:nvGrpSpPr>
            <p:grpSpPr bwMode="auto">
              <a:xfrm>
                <a:off x="3441" y="3719"/>
                <a:ext cx="23" cy="30"/>
                <a:chOff x="3441" y="3719"/>
                <a:chExt cx="23" cy="30"/>
              </a:xfrm>
            </p:grpSpPr>
            <p:sp>
              <p:nvSpPr>
                <p:cNvPr id="43475" name="Oval 283">
                  <a:extLst>
                    <a:ext uri="{FF2B5EF4-FFF2-40B4-BE49-F238E27FC236}">
                      <a16:creationId xmlns:a16="http://schemas.microsoft.com/office/drawing/2014/main" id="{6EC010C1-E4D2-82CD-B0FC-71525BF8E5FB}"/>
                    </a:ext>
                  </a:extLst>
                </p:cNvPr>
                <p:cNvSpPr>
                  <a:spLocks noChangeArrowheads="1"/>
                </p:cNvSpPr>
                <p:nvPr/>
              </p:nvSpPr>
              <p:spPr bwMode="auto">
                <a:xfrm>
                  <a:off x="3445" y="3719"/>
                  <a:ext cx="19" cy="22"/>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76" name="Oval 284">
                  <a:extLst>
                    <a:ext uri="{FF2B5EF4-FFF2-40B4-BE49-F238E27FC236}">
                      <a16:creationId xmlns:a16="http://schemas.microsoft.com/office/drawing/2014/main" id="{EC03697C-1AF1-F243-B441-1C7FB9B21EC4}"/>
                    </a:ext>
                  </a:extLst>
                </p:cNvPr>
                <p:cNvSpPr>
                  <a:spLocks noChangeArrowheads="1"/>
                </p:cNvSpPr>
                <p:nvPr/>
              </p:nvSpPr>
              <p:spPr bwMode="auto">
                <a:xfrm>
                  <a:off x="3441" y="3726"/>
                  <a:ext cx="19" cy="23"/>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grpSp>
            <p:nvGrpSpPr>
              <p:cNvPr id="43469" name="Group 288">
                <a:extLst>
                  <a:ext uri="{FF2B5EF4-FFF2-40B4-BE49-F238E27FC236}">
                    <a16:creationId xmlns:a16="http://schemas.microsoft.com/office/drawing/2014/main" id="{E95AD678-CC5B-5307-F9D6-8651BB1BF2E9}"/>
                  </a:ext>
                </a:extLst>
              </p:cNvPr>
              <p:cNvGrpSpPr>
                <a:grpSpLocks/>
              </p:cNvGrpSpPr>
              <p:nvPr/>
            </p:nvGrpSpPr>
            <p:grpSpPr bwMode="auto">
              <a:xfrm>
                <a:off x="3441" y="3799"/>
                <a:ext cx="23" cy="29"/>
                <a:chOff x="3441" y="3799"/>
                <a:chExt cx="23" cy="29"/>
              </a:xfrm>
            </p:grpSpPr>
            <p:sp>
              <p:nvSpPr>
                <p:cNvPr id="43473" name="Oval 286">
                  <a:extLst>
                    <a:ext uri="{FF2B5EF4-FFF2-40B4-BE49-F238E27FC236}">
                      <a16:creationId xmlns:a16="http://schemas.microsoft.com/office/drawing/2014/main" id="{A27B0C82-D97D-674E-00A3-2763D5CFB4E2}"/>
                    </a:ext>
                  </a:extLst>
                </p:cNvPr>
                <p:cNvSpPr>
                  <a:spLocks noChangeArrowheads="1"/>
                </p:cNvSpPr>
                <p:nvPr/>
              </p:nvSpPr>
              <p:spPr bwMode="auto">
                <a:xfrm>
                  <a:off x="3445" y="3799"/>
                  <a:ext cx="19" cy="22"/>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74" name="Oval 287">
                  <a:extLst>
                    <a:ext uri="{FF2B5EF4-FFF2-40B4-BE49-F238E27FC236}">
                      <a16:creationId xmlns:a16="http://schemas.microsoft.com/office/drawing/2014/main" id="{BBA52A7F-CD47-1284-A7DE-EE312C973410}"/>
                    </a:ext>
                  </a:extLst>
                </p:cNvPr>
                <p:cNvSpPr>
                  <a:spLocks noChangeArrowheads="1"/>
                </p:cNvSpPr>
                <p:nvPr/>
              </p:nvSpPr>
              <p:spPr bwMode="auto">
                <a:xfrm>
                  <a:off x="3441" y="3806"/>
                  <a:ext cx="19" cy="22"/>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grpSp>
            <p:nvGrpSpPr>
              <p:cNvPr id="43470" name="Group 291">
                <a:extLst>
                  <a:ext uri="{FF2B5EF4-FFF2-40B4-BE49-F238E27FC236}">
                    <a16:creationId xmlns:a16="http://schemas.microsoft.com/office/drawing/2014/main" id="{0DB5FAEA-D5AE-EA85-1DCF-3FD402434680}"/>
                  </a:ext>
                </a:extLst>
              </p:cNvPr>
              <p:cNvGrpSpPr>
                <a:grpSpLocks/>
              </p:cNvGrpSpPr>
              <p:nvPr/>
            </p:nvGrpSpPr>
            <p:grpSpPr bwMode="auto">
              <a:xfrm>
                <a:off x="3441" y="3881"/>
                <a:ext cx="23" cy="30"/>
                <a:chOff x="3441" y="3881"/>
                <a:chExt cx="23" cy="30"/>
              </a:xfrm>
            </p:grpSpPr>
            <p:sp>
              <p:nvSpPr>
                <p:cNvPr id="43471" name="Oval 289">
                  <a:extLst>
                    <a:ext uri="{FF2B5EF4-FFF2-40B4-BE49-F238E27FC236}">
                      <a16:creationId xmlns:a16="http://schemas.microsoft.com/office/drawing/2014/main" id="{019E8D9F-4CBA-534C-52E9-F1994D469879}"/>
                    </a:ext>
                  </a:extLst>
                </p:cNvPr>
                <p:cNvSpPr>
                  <a:spLocks noChangeArrowheads="1"/>
                </p:cNvSpPr>
                <p:nvPr/>
              </p:nvSpPr>
              <p:spPr bwMode="auto">
                <a:xfrm>
                  <a:off x="3445" y="3881"/>
                  <a:ext cx="19" cy="22"/>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72" name="Oval 290">
                  <a:extLst>
                    <a:ext uri="{FF2B5EF4-FFF2-40B4-BE49-F238E27FC236}">
                      <a16:creationId xmlns:a16="http://schemas.microsoft.com/office/drawing/2014/main" id="{F30D2825-9466-7EA6-EA57-469146DD8269}"/>
                    </a:ext>
                  </a:extLst>
                </p:cNvPr>
                <p:cNvSpPr>
                  <a:spLocks noChangeArrowheads="1"/>
                </p:cNvSpPr>
                <p:nvPr/>
              </p:nvSpPr>
              <p:spPr bwMode="auto">
                <a:xfrm>
                  <a:off x="3441" y="3888"/>
                  <a:ext cx="19" cy="23"/>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grpSp>
        <p:sp>
          <p:nvSpPr>
            <p:cNvPr id="43424" name="Freeform 293">
              <a:extLst>
                <a:ext uri="{FF2B5EF4-FFF2-40B4-BE49-F238E27FC236}">
                  <a16:creationId xmlns:a16="http://schemas.microsoft.com/office/drawing/2014/main" id="{BBEA4C3C-E2D4-6310-FC12-3C24C021153D}"/>
                </a:ext>
              </a:extLst>
            </p:cNvPr>
            <p:cNvSpPr>
              <a:spLocks/>
            </p:cNvSpPr>
            <p:nvPr/>
          </p:nvSpPr>
          <p:spPr bwMode="auto">
            <a:xfrm>
              <a:off x="3455" y="3718"/>
              <a:ext cx="130" cy="243"/>
            </a:xfrm>
            <a:custGeom>
              <a:avLst/>
              <a:gdLst>
                <a:gd name="T0" fmla="*/ 0 w 130"/>
                <a:gd name="T1" fmla="*/ 242 h 243"/>
                <a:gd name="T2" fmla="*/ 0 w 130"/>
                <a:gd name="T3" fmla="*/ 0 h 243"/>
                <a:gd name="T4" fmla="*/ 129 w 130"/>
                <a:gd name="T5" fmla="*/ 0 h 243"/>
                <a:gd name="T6" fmla="*/ 129 w 130"/>
                <a:gd name="T7" fmla="*/ 242 h 243"/>
                <a:gd name="T8" fmla="*/ 0 w 130"/>
                <a:gd name="T9" fmla="*/ 242 h 2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0" h="243">
                  <a:moveTo>
                    <a:pt x="0" y="242"/>
                  </a:moveTo>
                  <a:lnTo>
                    <a:pt x="0" y="0"/>
                  </a:lnTo>
                  <a:lnTo>
                    <a:pt x="129" y="0"/>
                  </a:lnTo>
                  <a:lnTo>
                    <a:pt x="129" y="242"/>
                  </a:lnTo>
                  <a:lnTo>
                    <a:pt x="0" y="242"/>
                  </a:lnTo>
                </a:path>
              </a:pathLst>
            </a:custGeom>
            <a:gradFill rotWithShape="0">
              <a:gsLst>
                <a:gs pos="0">
                  <a:srgbClr val="E9E9E9"/>
                </a:gs>
                <a:gs pos="100000">
                  <a:srgbClr val="919191"/>
                </a:gs>
              </a:gsLst>
              <a:lin ang="18900000" scaled="1"/>
            </a:gradFill>
            <a:ln w="12700" cap="rnd" cmpd="sng">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425" name="Freeform 294">
              <a:extLst>
                <a:ext uri="{FF2B5EF4-FFF2-40B4-BE49-F238E27FC236}">
                  <a16:creationId xmlns:a16="http://schemas.microsoft.com/office/drawing/2014/main" id="{E88844A6-4C8A-F64F-0B64-B537F920ACE0}"/>
                </a:ext>
              </a:extLst>
            </p:cNvPr>
            <p:cNvSpPr>
              <a:spLocks/>
            </p:cNvSpPr>
            <p:nvPr/>
          </p:nvSpPr>
          <p:spPr bwMode="auto">
            <a:xfrm>
              <a:off x="3455" y="3685"/>
              <a:ext cx="151" cy="34"/>
            </a:xfrm>
            <a:custGeom>
              <a:avLst/>
              <a:gdLst>
                <a:gd name="T0" fmla="*/ 150 w 151"/>
                <a:gd name="T1" fmla="*/ 1 h 34"/>
                <a:gd name="T2" fmla="*/ 21 w 151"/>
                <a:gd name="T3" fmla="*/ 0 h 34"/>
                <a:gd name="T4" fmla="*/ 0 w 151"/>
                <a:gd name="T5" fmla="*/ 33 h 34"/>
                <a:gd name="T6" fmla="*/ 131 w 151"/>
                <a:gd name="T7" fmla="*/ 33 h 34"/>
                <a:gd name="T8" fmla="*/ 150 w 151"/>
                <a:gd name="T9" fmla="*/ 1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1" h="34">
                  <a:moveTo>
                    <a:pt x="150" y="1"/>
                  </a:moveTo>
                  <a:lnTo>
                    <a:pt x="21" y="0"/>
                  </a:lnTo>
                  <a:lnTo>
                    <a:pt x="0" y="33"/>
                  </a:lnTo>
                  <a:lnTo>
                    <a:pt x="131" y="33"/>
                  </a:lnTo>
                  <a:lnTo>
                    <a:pt x="150" y="1"/>
                  </a:lnTo>
                </a:path>
              </a:pathLst>
            </a:custGeom>
            <a:gradFill rotWithShape="0">
              <a:gsLst>
                <a:gs pos="0">
                  <a:srgbClr val="E9E9E9"/>
                </a:gs>
                <a:gs pos="100000">
                  <a:srgbClr val="919191"/>
                </a:gs>
              </a:gsLst>
              <a:lin ang="18900000" scaled="1"/>
            </a:gradFill>
            <a:ln w="12700" cap="rnd" cmpd="sng">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426" name="Freeform 295">
              <a:extLst>
                <a:ext uri="{FF2B5EF4-FFF2-40B4-BE49-F238E27FC236}">
                  <a16:creationId xmlns:a16="http://schemas.microsoft.com/office/drawing/2014/main" id="{B1F8B4B7-D4B1-8744-24C2-171B3745B20A}"/>
                </a:ext>
              </a:extLst>
            </p:cNvPr>
            <p:cNvSpPr>
              <a:spLocks/>
            </p:cNvSpPr>
            <p:nvPr/>
          </p:nvSpPr>
          <p:spPr bwMode="auto">
            <a:xfrm>
              <a:off x="3583" y="3686"/>
              <a:ext cx="23" cy="275"/>
            </a:xfrm>
            <a:custGeom>
              <a:avLst/>
              <a:gdLst>
                <a:gd name="T0" fmla="*/ 0 w 23"/>
                <a:gd name="T1" fmla="*/ 32 h 275"/>
                <a:gd name="T2" fmla="*/ 0 w 23"/>
                <a:gd name="T3" fmla="*/ 274 h 275"/>
                <a:gd name="T4" fmla="*/ 22 w 23"/>
                <a:gd name="T5" fmla="*/ 238 h 275"/>
                <a:gd name="T6" fmla="*/ 22 w 23"/>
                <a:gd name="T7" fmla="*/ 0 h 275"/>
                <a:gd name="T8" fmla="*/ 0 w 23"/>
                <a:gd name="T9" fmla="*/ 32 h 2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275">
                  <a:moveTo>
                    <a:pt x="0" y="32"/>
                  </a:moveTo>
                  <a:lnTo>
                    <a:pt x="0" y="274"/>
                  </a:lnTo>
                  <a:lnTo>
                    <a:pt x="22" y="238"/>
                  </a:lnTo>
                  <a:lnTo>
                    <a:pt x="22" y="0"/>
                  </a:lnTo>
                  <a:lnTo>
                    <a:pt x="0" y="32"/>
                  </a:lnTo>
                </a:path>
              </a:pathLst>
            </a:custGeom>
            <a:gradFill rotWithShape="0">
              <a:gsLst>
                <a:gs pos="0">
                  <a:srgbClr val="CECECE"/>
                </a:gs>
                <a:gs pos="100000">
                  <a:srgbClr val="B9B9B9"/>
                </a:gs>
              </a:gsLst>
              <a:lin ang="18900000" scaled="1"/>
            </a:gradFill>
            <a:ln w="12700" cap="rnd" cmpd="sng">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427" name="Oval 296">
              <a:extLst>
                <a:ext uri="{FF2B5EF4-FFF2-40B4-BE49-F238E27FC236}">
                  <a16:creationId xmlns:a16="http://schemas.microsoft.com/office/drawing/2014/main" id="{2E4DC7E5-4698-496A-DCB5-2AD7470CA06A}"/>
                </a:ext>
              </a:extLst>
            </p:cNvPr>
            <p:cNvSpPr>
              <a:spLocks noChangeArrowheads="1"/>
            </p:cNvSpPr>
            <p:nvPr/>
          </p:nvSpPr>
          <p:spPr bwMode="auto">
            <a:xfrm>
              <a:off x="3764" y="3701"/>
              <a:ext cx="10" cy="43"/>
            </a:xfrm>
            <a:prstGeom prst="ellipse">
              <a:avLst/>
            </a:prstGeom>
            <a:gradFill rotWithShape="0">
              <a:gsLst>
                <a:gs pos="0">
                  <a:srgbClr val="2B2B2B"/>
                </a:gs>
                <a:gs pos="100000">
                  <a:srgbClr val="919191"/>
                </a:gs>
              </a:gsLst>
              <a:lin ang="27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28" name="Oval 297">
              <a:extLst>
                <a:ext uri="{FF2B5EF4-FFF2-40B4-BE49-F238E27FC236}">
                  <a16:creationId xmlns:a16="http://schemas.microsoft.com/office/drawing/2014/main" id="{0D56E08D-E43A-F865-D00D-4B0A3E3CF551}"/>
                </a:ext>
              </a:extLst>
            </p:cNvPr>
            <p:cNvSpPr>
              <a:spLocks noChangeArrowheads="1"/>
            </p:cNvSpPr>
            <p:nvPr/>
          </p:nvSpPr>
          <p:spPr bwMode="auto">
            <a:xfrm>
              <a:off x="3765" y="3828"/>
              <a:ext cx="10" cy="45"/>
            </a:xfrm>
            <a:prstGeom prst="ellipse">
              <a:avLst/>
            </a:prstGeom>
            <a:gradFill rotWithShape="0">
              <a:gsLst>
                <a:gs pos="0">
                  <a:srgbClr val="2B2B2B"/>
                </a:gs>
                <a:gs pos="100000">
                  <a:srgbClr val="919191"/>
                </a:gs>
              </a:gsLst>
              <a:lin ang="27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nvGrpSpPr>
            <p:cNvPr id="43429" name="Group 307">
              <a:extLst>
                <a:ext uri="{FF2B5EF4-FFF2-40B4-BE49-F238E27FC236}">
                  <a16:creationId xmlns:a16="http://schemas.microsoft.com/office/drawing/2014/main" id="{5DAC006F-54FB-5D4F-EFCA-562384600E13}"/>
                </a:ext>
              </a:extLst>
            </p:cNvPr>
            <p:cNvGrpSpPr>
              <a:grpSpLocks/>
            </p:cNvGrpSpPr>
            <p:nvPr/>
          </p:nvGrpSpPr>
          <p:grpSpPr bwMode="auto">
            <a:xfrm>
              <a:off x="3392" y="3719"/>
              <a:ext cx="24" cy="192"/>
              <a:chOff x="3392" y="3719"/>
              <a:chExt cx="24" cy="192"/>
            </a:xfrm>
          </p:grpSpPr>
          <p:grpSp>
            <p:nvGrpSpPr>
              <p:cNvPr id="43459" name="Group 300">
                <a:extLst>
                  <a:ext uri="{FF2B5EF4-FFF2-40B4-BE49-F238E27FC236}">
                    <a16:creationId xmlns:a16="http://schemas.microsoft.com/office/drawing/2014/main" id="{FF287DFF-2129-D47C-95A1-B77B0875A170}"/>
                  </a:ext>
                </a:extLst>
              </p:cNvPr>
              <p:cNvGrpSpPr>
                <a:grpSpLocks/>
              </p:cNvGrpSpPr>
              <p:nvPr/>
            </p:nvGrpSpPr>
            <p:grpSpPr bwMode="auto">
              <a:xfrm>
                <a:off x="3392" y="3719"/>
                <a:ext cx="24" cy="30"/>
                <a:chOff x="3392" y="3719"/>
                <a:chExt cx="24" cy="30"/>
              </a:xfrm>
            </p:grpSpPr>
            <p:sp>
              <p:nvSpPr>
                <p:cNvPr id="43466" name="Oval 298">
                  <a:extLst>
                    <a:ext uri="{FF2B5EF4-FFF2-40B4-BE49-F238E27FC236}">
                      <a16:creationId xmlns:a16="http://schemas.microsoft.com/office/drawing/2014/main" id="{8AED22E6-08CE-AE18-36C0-B1C8C90CD86E}"/>
                    </a:ext>
                  </a:extLst>
                </p:cNvPr>
                <p:cNvSpPr>
                  <a:spLocks noChangeArrowheads="1"/>
                </p:cNvSpPr>
                <p:nvPr/>
              </p:nvSpPr>
              <p:spPr bwMode="auto">
                <a:xfrm>
                  <a:off x="3397" y="3719"/>
                  <a:ext cx="19" cy="22"/>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67" name="Oval 299">
                  <a:extLst>
                    <a:ext uri="{FF2B5EF4-FFF2-40B4-BE49-F238E27FC236}">
                      <a16:creationId xmlns:a16="http://schemas.microsoft.com/office/drawing/2014/main" id="{6DEEB693-9163-3FCB-F57D-62AE73D79C7B}"/>
                    </a:ext>
                  </a:extLst>
                </p:cNvPr>
                <p:cNvSpPr>
                  <a:spLocks noChangeArrowheads="1"/>
                </p:cNvSpPr>
                <p:nvPr/>
              </p:nvSpPr>
              <p:spPr bwMode="auto">
                <a:xfrm>
                  <a:off x="3392" y="3726"/>
                  <a:ext cx="20" cy="23"/>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grpSp>
            <p:nvGrpSpPr>
              <p:cNvPr id="43460" name="Group 303">
                <a:extLst>
                  <a:ext uri="{FF2B5EF4-FFF2-40B4-BE49-F238E27FC236}">
                    <a16:creationId xmlns:a16="http://schemas.microsoft.com/office/drawing/2014/main" id="{EA653A7B-EB8D-D3FC-0817-1B3C86E9D221}"/>
                  </a:ext>
                </a:extLst>
              </p:cNvPr>
              <p:cNvGrpSpPr>
                <a:grpSpLocks/>
              </p:cNvGrpSpPr>
              <p:nvPr/>
            </p:nvGrpSpPr>
            <p:grpSpPr bwMode="auto">
              <a:xfrm>
                <a:off x="3392" y="3799"/>
                <a:ext cx="24" cy="29"/>
                <a:chOff x="3392" y="3799"/>
                <a:chExt cx="24" cy="29"/>
              </a:xfrm>
            </p:grpSpPr>
            <p:sp>
              <p:nvSpPr>
                <p:cNvPr id="43464" name="Oval 301">
                  <a:extLst>
                    <a:ext uri="{FF2B5EF4-FFF2-40B4-BE49-F238E27FC236}">
                      <a16:creationId xmlns:a16="http://schemas.microsoft.com/office/drawing/2014/main" id="{733F71A0-AFCF-0073-9B1E-FBBCF91E9134}"/>
                    </a:ext>
                  </a:extLst>
                </p:cNvPr>
                <p:cNvSpPr>
                  <a:spLocks noChangeArrowheads="1"/>
                </p:cNvSpPr>
                <p:nvPr/>
              </p:nvSpPr>
              <p:spPr bwMode="auto">
                <a:xfrm>
                  <a:off x="3397" y="3799"/>
                  <a:ext cx="19" cy="22"/>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65" name="Oval 302">
                  <a:extLst>
                    <a:ext uri="{FF2B5EF4-FFF2-40B4-BE49-F238E27FC236}">
                      <a16:creationId xmlns:a16="http://schemas.microsoft.com/office/drawing/2014/main" id="{A41C99C8-5974-F33F-C2A0-7F86847F70E5}"/>
                    </a:ext>
                  </a:extLst>
                </p:cNvPr>
                <p:cNvSpPr>
                  <a:spLocks noChangeArrowheads="1"/>
                </p:cNvSpPr>
                <p:nvPr/>
              </p:nvSpPr>
              <p:spPr bwMode="auto">
                <a:xfrm>
                  <a:off x="3392" y="3806"/>
                  <a:ext cx="20" cy="22"/>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grpSp>
            <p:nvGrpSpPr>
              <p:cNvPr id="43461" name="Group 306">
                <a:extLst>
                  <a:ext uri="{FF2B5EF4-FFF2-40B4-BE49-F238E27FC236}">
                    <a16:creationId xmlns:a16="http://schemas.microsoft.com/office/drawing/2014/main" id="{BFFFD678-83F6-6837-8144-7643822A2AB7}"/>
                  </a:ext>
                </a:extLst>
              </p:cNvPr>
              <p:cNvGrpSpPr>
                <a:grpSpLocks/>
              </p:cNvGrpSpPr>
              <p:nvPr/>
            </p:nvGrpSpPr>
            <p:grpSpPr bwMode="auto">
              <a:xfrm>
                <a:off x="3392" y="3881"/>
                <a:ext cx="24" cy="30"/>
                <a:chOff x="3392" y="3881"/>
                <a:chExt cx="24" cy="30"/>
              </a:xfrm>
            </p:grpSpPr>
            <p:sp>
              <p:nvSpPr>
                <p:cNvPr id="43462" name="Oval 304">
                  <a:extLst>
                    <a:ext uri="{FF2B5EF4-FFF2-40B4-BE49-F238E27FC236}">
                      <a16:creationId xmlns:a16="http://schemas.microsoft.com/office/drawing/2014/main" id="{5D488C83-D545-9681-7DBF-FDCEF3368423}"/>
                    </a:ext>
                  </a:extLst>
                </p:cNvPr>
                <p:cNvSpPr>
                  <a:spLocks noChangeArrowheads="1"/>
                </p:cNvSpPr>
                <p:nvPr/>
              </p:nvSpPr>
              <p:spPr bwMode="auto">
                <a:xfrm>
                  <a:off x="3397" y="3881"/>
                  <a:ext cx="19" cy="22"/>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63" name="Oval 305">
                  <a:extLst>
                    <a:ext uri="{FF2B5EF4-FFF2-40B4-BE49-F238E27FC236}">
                      <a16:creationId xmlns:a16="http://schemas.microsoft.com/office/drawing/2014/main" id="{E61B51D1-867B-793C-B5F5-39182D5219FE}"/>
                    </a:ext>
                  </a:extLst>
                </p:cNvPr>
                <p:cNvSpPr>
                  <a:spLocks noChangeArrowheads="1"/>
                </p:cNvSpPr>
                <p:nvPr/>
              </p:nvSpPr>
              <p:spPr bwMode="auto">
                <a:xfrm>
                  <a:off x="3392" y="3888"/>
                  <a:ext cx="20" cy="23"/>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grpSp>
        <p:sp>
          <p:nvSpPr>
            <p:cNvPr id="43430" name="Oval 308">
              <a:extLst>
                <a:ext uri="{FF2B5EF4-FFF2-40B4-BE49-F238E27FC236}">
                  <a16:creationId xmlns:a16="http://schemas.microsoft.com/office/drawing/2014/main" id="{9F6D5D74-A24B-10A3-4BAC-8299FA152952}"/>
                </a:ext>
              </a:extLst>
            </p:cNvPr>
            <p:cNvSpPr>
              <a:spLocks noChangeArrowheads="1"/>
            </p:cNvSpPr>
            <p:nvPr/>
          </p:nvSpPr>
          <p:spPr bwMode="auto">
            <a:xfrm>
              <a:off x="3289" y="3757"/>
              <a:ext cx="27" cy="34"/>
            </a:xfrm>
            <a:prstGeom prst="ellipse">
              <a:avLst/>
            </a:prstGeom>
            <a:gradFill rotWithShape="0">
              <a:gsLst>
                <a:gs pos="0">
                  <a:srgbClr val="FC0128"/>
                </a:gs>
                <a:gs pos="100000">
                  <a:srgbClr val="E20124"/>
                </a:gs>
              </a:gsLst>
              <a:lin ang="189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31" name="Oval 309">
              <a:extLst>
                <a:ext uri="{FF2B5EF4-FFF2-40B4-BE49-F238E27FC236}">
                  <a16:creationId xmlns:a16="http://schemas.microsoft.com/office/drawing/2014/main" id="{C8F90965-AE7D-84A4-1530-9DBFAE0E3BC3}"/>
                </a:ext>
              </a:extLst>
            </p:cNvPr>
            <p:cNvSpPr>
              <a:spLocks noChangeArrowheads="1"/>
            </p:cNvSpPr>
            <p:nvPr/>
          </p:nvSpPr>
          <p:spPr bwMode="auto">
            <a:xfrm>
              <a:off x="3283" y="3765"/>
              <a:ext cx="26" cy="35"/>
            </a:xfrm>
            <a:prstGeom prst="ellipse">
              <a:avLst/>
            </a:prstGeom>
            <a:gradFill rotWithShape="0">
              <a:gsLst>
                <a:gs pos="0">
                  <a:srgbClr val="FC0128"/>
                </a:gs>
                <a:gs pos="100000">
                  <a:srgbClr val="E20124"/>
                </a:gs>
              </a:gsLst>
              <a:lin ang="189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32" name="Oval 310">
              <a:extLst>
                <a:ext uri="{FF2B5EF4-FFF2-40B4-BE49-F238E27FC236}">
                  <a16:creationId xmlns:a16="http://schemas.microsoft.com/office/drawing/2014/main" id="{FA72E57F-3288-1A8A-15BE-5AD932048317}"/>
                </a:ext>
              </a:extLst>
            </p:cNvPr>
            <p:cNvSpPr>
              <a:spLocks noChangeArrowheads="1"/>
            </p:cNvSpPr>
            <p:nvPr/>
          </p:nvSpPr>
          <p:spPr bwMode="auto">
            <a:xfrm>
              <a:off x="3476" y="3899"/>
              <a:ext cx="27" cy="36"/>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33" name="Oval 311">
              <a:extLst>
                <a:ext uri="{FF2B5EF4-FFF2-40B4-BE49-F238E27FC236}">
                  <a16:creationId xmlns:a16="http://schemas.microsoft.com/office/drawing/2014/main" id="{3D43616C-8305-9220-3D4C-4EDF34A59748}"/>
                </a:ext>
              </a:extLst>
            </p:cNvPr>
            <p:cNvSpPr>
              <a:spLocks noChangeArrowheads="1"/>
            </p:cNvSpPr>
            <p:nvPr/>
          </p:nvSpPr>
          <p:spPr bwMode="auto">
            <a:xfrm>
              <a:off x="3470" y="3904"/>
              <a:ext cx="26" cy="37"/>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34" name="AutoShape 312">
              <a:extLst>
                <a:ext uri="{FF2B5EF4-FFF2-40B4-BE49-F238E27FC236}">
                  <a16:creationId xmlns:a16="http://schemas.microsoft.com/office/drawing/2014/main" id="{B07CD969-1176-9062-1F2D-75DEA7D5066D}"/>
                </a:ext>
              </a:extLst>
            </p:cNvPr>
            <p:cNvSpPr>
              <a:spLocks noChangeArrowheads="1"/>
            </p:cNvSpPr>
            <p:nvPr/>
          </p:nvSpPr>
          <p:spPr bwMode="auto">
            <a:xfrm>
              <a:off x="3289" y="3849"/>
              <a:ext cx="19" cy="54"/>
            </a:xfrm>
            <a:prstGeom prst="cube">
              <a:avLst>
                <a:gd name="adj" fmla="val 24986"/>
              </a:avLst>
            </a:prstGeom>
            <a:gradFill rotWithShape="0">
              <a:gsLst>
                <a:gs pos="0">
                  <a:srgbClr val="9C9C9C"/>
                </a:gs>
                <a:gs pos="100000">
                  <a:srgbClr val="919191"/>
                </a:gs>
              </a:gsLst>
              <a:lin ang="189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35" name="AutoShape 313">
              <a:extLst>
                <a:ext uri="{FF2B5EF4-FFF2-40B4-BE49-F238E27FC236}">
                  <a16:creationId xmlns:a16="http://schemas.microsoft.com/office/drawing/2014/main" id="{3AB5119F-A5B7-5D5F-6076-E91A7ABD244A}"/>
                </a:ext>
              </a:extLst>
            </p:cNvPr>
            <p:cNvSpPr>
              <a:spLocks noChangeArrowheads="1"/>
            </p:cNvSpPr>
            <p:nvPr/>
          </p:nvSpPr>
          <p:spPr bwMode="auto">
            <a:xfrm>
              <a:off x="3477" y="3766"/>
              <a:ext cx="28" cy="96"/>
            </a:xfrm>
            <a:prstGeom prst="cube">
              <a:avLst>
                <a:gd name="adj" fmla="val 24986"/>
              </a:avLst>
            </a:prstGeom>
            <a:gradFill rotWithShape="0">
              <a:gsLst>
                <a:gs pos="0">
                  <a:srgbClr val="B2B2B2"/>
                </a:gs>
                <a:gs pos="100000">
                  <a:srgbClr val="919191"/>
                </a:gs>
              </a:gsLst>
              <a:lin ang="189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nvGrpSpPr>
            <p:cNvPr id="43436" name="Group 316">
              <a:extLst>
                <a:ext uri="{FF2B5EF4-FFF2-40B4-BE49-F238E27FC236}">
                  <a16:creationId xmlns:a16="http://schemas.microsoft.com/office/drawing/2014/main" id="{50397399-EE00-E94A-408F-A4BBF50172D9}"/>
                </a:ext>
              </a:extLst>
            </p:cNvPr>
            <p:cNvGrpSpPr>
              <a:grpSpLocks/>
            </p:cNvGrpSpPr>
            <p:nvPr/>
          </p:nvGrpSpPr>
          <p:grpSpPr bwMode="auto">
            <a:xfrm>
              <a:off x="3547" y="3902"/>
              <a:ext cx="20" cy="33"/>
              <a:chOff x="3547" y="3902"/>
              <a:chExt cx="20" cy="33"/>
            </a:xfrm>
          </p:grpSpPr>
          <p:sp>
            <p:nvSpPr>
              <p:cNvPr id="43457" name="Oval 314">
                <a:extLst>
                  <a:ext uri="{FF2B5EF4-FFF2-40B4-BE49-F238E27FC236}">
                    <a16:creationId xmlns:a16="http://schemas.microsoft.com/office/drawing/2014/main" id="{0E17FF5A-9C6D-94FA-1414-ACE4C4834B9A}"/>
                  </a:ext>
                </a:extLst>
              </p:cNvPr>
              <p:cNvSpPr>
                <a:spLocks noChangeArrowheads="1"/>
              </p:cNvSpPr>
              <p:nvPr/>
            </p:nvSpPr>
            <p:spPr bwMode="auto">
              <a:xfrm>
                <a:off x="3548" y="3902"/>
                <a:ext cx="19" cy="29"/>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58" name="Oval 315">
                <a:extLst>
                  <a:ext uri="{FF2B5EF4-FFF2-40B4-BE49-F238E27FC236}">
                    <a16:creationId xmlns:a16="http://schemas.microsoft.com/office/drawing/2014/main" id="{D69E09E4-BCC1-9CD0-F5C2-D431BED2555B}"/>
                  </a:ext>
                </a:extLst>
              </p:cNvPr>
              <p:cNvSpPr>
                <a:spLocks noChangeArrowheads="1"/>
              </p:cNvSpPr>
              <p:nvPr/>
            </p:nvSpPr>
            <p:spPr bwMode="auto">
              <a:xfrm>
                <a:off x="3547" y="3906"/>
                <a:ext cx="16" cy="29"/>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sp>
          <p:nvSpPr>
            <p:cNvPr id="43437" name="AutoShape 317">
              <a:extLst>
                <a:ext uri="{FF2B5EF4-FFF2-40B4-BE49-F238E27FC236}">
                  <a16:creationId xmlns:a16="http://schemas.microsoft.com/office/drawing/2014/main" id="{33BD5535-AE98-6FAA-D152-C85D85DFE653}"/>
                </a:ext>
              </a:extLst>
            </p:cNvPr>
            <p:cNvSpPr>
              <a:spLocks noChangeArrowheads="1"/>
            </p:cNvSpPr>
            <p:nvPr/>
          </p:nvSpPr>
          <p:spPr bwMode="auto">
            <a:xfrm>
              <a:off x="3599" y="3690"/>
              <a:ext cx="32" cy="242"/>
            </a:xfrm>
            <a:prstGeom prst="cube">
              <a:avLst>
                <a:gd name="adj" fmla="val 24986"/>
              </a:avLst>
            </a:prstGeom>
            <a:gradFill rotWithShape="0">
              <a:gsLst>
                <a:gs pos="0">
                  <a:srgbClr val="E9E9E9"/>
                </a:gs>
                <a:gs pos="100000">
                  <a:srgbClr val="919191"/>
                </a:gs>
              </a:gsLst>
              <a:lin ang="189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38" name="AutoShape 318">
              <a:extLst>
                <a:ext uri="{FF2B5EF4-FFF2-40B4-BE49-F238E27FC236}">
                  <a16:creationId xmlns:a16="http://schemas.microsoft.com/office/drawing/2014/main" id="{01F8C83C-4508-8FBA-1E33-2A9F78CD5A33}"/>
                </a:ext>
              </a:extLst>
            </p:cNvPr>
            <p:cNvSpPr>
              <a:spLocks noChangeArrowheads="1"/>
            </p:cNvSpPr>
            <p:nvPr/>
          </p:nvSpPr>
          <p:spPr bwMode="auto">
            <a:xfrm>
              <a:off x="3631" y="3690"/>
              <a:ext cx="33" cy="242"/>
            </a:xfrm>
            <a:prstGeom prst="cube">
              <a:avLst>
                <a:gd name="adj" fmla="val 24986"/>
              </a:avLst>
            </a:prstGeom>
            <a:gradFill rotWithShape="0">
              <a:gsLst>
                <a:gs pos="0">
                  <a:srgbClr val="E9E9E9"/>
                </a:gs>
                <a:gs pos="100000">
                  <a:srgbClr val="919191"/>
                </a:gs>
              </a:gsLst>
              <a:lin ang="189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39" name="AutoShape 319">
              <a:extLst>
                <a:ext uri="{FF2B5EF4-FFF2-40B4-BE49-F238E27FC236}">
                  <a16:creationId xmlns:a16="http://schemas.microsoft.com/office/drawing/2014/main" id="{4728FA5D-745B-205C-22F9-633A5FA4AB1B}"/>
                </a:ext>
              </a:extLst>
            </p:cNvPr>
            <p:cNvSpPr>
              <a:spLocks noChangeArrowheads="1"/>
            </p:cNvSpPr>
            <p:nvPr/>
          </p:nvSpPr>
          <p:spPr bwMode="auto">
            <a:xfrm>
              <a:off x="3663" y="3690"/>
              <a:ext cx="34" cy="242"/>
            </a:xfrm>
            <a:prstGeom prst="cube">
              <a:avLst>
                <a:gd name="adj" fmla="val 24986"/>
              </a:avLst>
            </a:prstGeom>
            <a:gradFill rotWithShape="0">
              <a:gsLst>
                <a:gs pos="0">
                  <a:srgbClr val="E9E9E9"/>
                </a:gs>
                <a:gs pos="100000">
                  <a:srgbClr val="919191"/>
                </a:gs>
              </a:gsLst>
              <a:lin ang="189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40" name="AutoShape 320">
              <a:extLst>
                <a:ext uri="{FF2B5EF4-FFF2-40B4-BE49-F238E27FC236}">
                  <a16:creationId xmlns:a16="http://schemas.microsoft.com/office/drawing/2014/main" id="{E0F51F7D-3BE1-A2F5-7E5A-9CA47D93F23B}"/>
                </a:ext>
              </a:extLst>
            </p:cNvPr>
            <p:cNvSpPr>
              <a:spLocks noChangeArrowheads="1"/>
            </p:cNvSpPr>
            <p:nvPr/>
          </p:nvSpPr>
          <p:spPr bwMode="auto">
            <a:xfrm>
              <a:off x="3693" y="3690"/>
              <a:ext cx="35" cy="242"/>
            </a:xfrm>
            <a:prstGeom prst="cube">
              <a:avLst>
                <a:gd name="adj" fmla="val 24986"/>
              </a:avLst>
            </a:prstGeom>
            <a:gradFill rotWithShape="0">
              <a:gsLst>
                <a:gs pos="0">
                  <a:srgbClr val="E9E9E9"/>
                </a:gs>
                <a:gs pos="100000">
                  <a:srgbClr val="919191"/>
                </a:gs>
              </a:gsLst>
              <a:lin ang="189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41" name="Line 321">
              <a:extLst>
                <a:ext uri="{FF2B5EF4-FFF2-40B4-BE49-F238E27FC236}">
                  <a16:creationId xmlns:a16="http://schemas.microsoft.com/office/drawing/2014/main" id="{95229424-5A11-FD80-29A1-A1B30771109F}"/>
                </a:ext>
              </a:extLst>
            </p:cNvPr>
            <p:cNvSpPr>
              <a:spLocks noChangeShapeType="1"/>
            </p:cNvSpPr>
            <p:nvPr/>
          </p:nvSpPr>
          <p:spPr bwMode="auto">
            <a:xfrm flipV="1">
              <a:off x="3599" y="3827"/>
              <a:ext cx="118" cy="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442" name="AutoShape 322">
              <a:extLst>
                <a:ext uri="{FF2B5EF4-FFF2-40B4-BE49-F238E27FC236}">
                  <a16:creationId xmlns:a16="http://schemas.microsoft.com/office/drawing/2014/main" id="{EC076651-73AF-F108-6317-FDAB321BDEE1}"/>
                </a:ext>
              </a:extLst>
            </p:cNvPr>
            <p:cNvSpPr>
              <a:spLocks noChangeArrowheads="1"/>
            </p:cNvSpPr>
            <p:nvPr/>
          </p:nvSpPr>
          <p:spPr bwMode="auto">
            <a:xfrm>
              <a:off x="3548" y="3795"/>
              <a:ext cx="18" cy="55"/>
            </a:xfrm>
            <a:prstGeom prst="octagon">
              <a:avLst>
                <a:gd name="adj" fmla="val 29278"/>
              </a:avLst>
            </a:prstGeom>
            <a:gradFill rotWithShape="0">
              <a:gsLst>
                <a:gs pos="0">
                  <a:srgbClr val="E9E9E9"/>
                </a:gs>
                <a:gs pos="100000">
                  <a:srgbClr val="919191"/>
                </a:gs>
              </a:gsLst>
              <a:lin ang="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43" name="Oval 323">
              <a:extLst>
                <a:ext uri="{FF2B5EF4-FFF2-40B4-BE49-F238E27FC236}">
                  <a16:creationId xmlns:a16="http://schemas.microsoft.com/office/drawing/2014/main" id="{0F8A7D27-0212-08B6-57D5-FE2B683948C3}"/>
                </a:ext>
              </a:extLst>
            </p:cNvPr>
            <p:cNvSpPr>
              <a:spLocks noChangeArrowheads="1"/>
            </p:cNvSpPr>
            <p:nvPr/>
          </p:nvSpPr>
          <p:spPr bwMode="auto">
            <a:xfrm>
              <a:off x="3557" y="3780"/>
              <a:ext cx="1" cy="7"/>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44" name="Oval 324">
              <a:extLst>
                <a:ext uri="{FF2B5EF4-FFF2-40B4-BE49-F238E27FC236}">
                  <a16:creationId xmlns:a16="http://schemas.microsoft.com/office/drawing/2014/main" id="{9BDADC05-3584-01F3-D877-75FA147505CA}"/>
                </a:ext>
              </a:extLst>
            </p:cNvPr>
            <p:cNvSpPr>
              <a:spLocks noChangeArrowheads="1"/>
            </p:cNvSpPr>
            <p:nvPr/>
          </p:nvSpPr>
          <p:spPr bwMode="auto">
            <a:xfrm>
              <a:off x="3557" y="3863"/>
              <a:ext cx="1" cy="1"/>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nvGrpSpPr>
            <p:cNvPr id="43445" name="Group 334">
              <a:extLst>
                <a:ext uri="{FF2B5EF4-FFF2-40B4-BE49-F238E27FC236}">
                  <a16:creationId xmlns:a16="http://schemas.microsoft.com/office/drawing/2014/main" id="{64A4FC27-36A6-177E-6111-6CF64CBBFF2A}"/>
                </a:ext>
              </a:extLst>
            </p:cNvPr>
            <p:cNvGrpSpPr>
              <a:grpSpLocks/>
            </p:cNvGrpSpPr>
            <p:nvPr/>
          </p:nvGrpSpPr>
          <p:grpSpPr bwMode="auto">
            <a:xfrm>
              <a:off x="3342" y="3719"/>
              <a:ext cx="24" cy="192"/>
              <a:chOff x="3342" y="3719"/>
              <a:chExt cx="24" cy="192"/>
            </a:xfrm>
          </p:grpSpPr>
          <p:grpSp>
            <p:nvGrpSpPr>
              <p:cNvPr id="43448" name="Group 327">
                <a:extLst>
                  <a:ext uri="{FF2B5EF4-FFF2-40B4-BE49-F238E27FC236}">
                    <a16:creationId xmlns:a16="http://schemas.microsoft.com/office/drawing/2014/main" id="{47DEA012-06C3-4FF4-415D-9EB34D159A02}"/>
                  </a:ext>
                </a:extLst>
              </p:cNvPr>
              <p:cNvGrpSpPr>
                <a:grpSpLocks/>
              </p:cNvGrpSpPr>
              <p:nvPr/>
            </p:nvGrpSpPr>
            <p:grpSpPr bwMode="auto">
              <a:xfrm>
                <a:off x="3342" y="3719"/>
                <a:ext cx="24" cy="30"/>
                <a:chOff x="3342" y="3719"/>
                <a:chExt cx="24" cy="30"/>
              </a:xfrm>
            </p:grpSpPr>
            <p:sp>
              <p:nvSpPr>
                <p:cNvPr id="43455" name="Oval 325">
                  <a:extLst>
                    <a:ext uri="{FF2B5EF4-FFF2-40B4-BE49-F238E27FC236}">
                      <a16:creationId xmlns:a16="http://schemas.microsoft.com/office/drawing/2014/main" id="{E74F2D90-81C8-BBD5-F029-37D121EBC84C}"/>
                    </a:ext>
                  </a:extLst>
                </p:cNvPr>
                <p:cNvSpPr>
                  <a:spLocks noChangeArrowheads="1"/>
                </p:cNvSpPr>
                <p:nvPr/>
              </p:nvSpPr>
              <p:spPr bwMode="auto">
                <a:xfrm>
                  <a:off x="3347" y="3719"/>
                  <a:ext cx="19" cy="22"/>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56" name="Oval 326">
                  <a:extLst>
                    <a:ext uri="{FF2B5EF4-FFF2-40B4-BE49-F238E27FC236}">
                      <a16:creationId xmlns:a16="http://schemas.microsoft.com/office/drawing/2014/main" id="{6B681512-3E7D-9724-0E02-E5AB39190C63}"/>
                    </a:ext>
                  </a:extLst>
                </p:cNvPr>
                <p:cNvSpPr>
                  <a:spLocks noChangeArrowheads="1"/>
                </p:cNvSpPr>
                <p:nvPr/>
              </p:nvSpPr>
              <p:spPr bwMode="auto">
                <a:xfrm>
                  <a:off x="3342" y="3726"/>
                  <a:ext cx="19" cy="23"/>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grpSp>
            <p:nvGrpSpPr>
              <p:cNvPr id="43449" name="Group 330">
                <a:extLst>
                  <a:ext uri="{FF2B5EF4-FFF2-40B4-BE49-F238E27FC236}">
                    <a16:creationId xmlns:a16="http://schemas.microsoft.com/office/drawing/2014/main" id="{01A6E249-3BF4-FFA4-2902-4EE0E506F782}"/>
                  </a:ext>
                </a:extLst>
              </p:cNvPr>
              <p:cNvGrpSpPr>
                <a:grpSpLocks/>
              </p:cNvGrpSpPr>
              <p:nvPr/>
            </p:nvGrpSpPr>
            <p:grpSpPr bwMode="auto">
              <a:xfrm>
                <a:off x="3342" y="3799"/>
                <a:ext cx="24" cy="29"/>
                <a:chOff x="3342" y="3799"/>
                <a:chExt cx="24" cy="29"/>
              </a:xfrm>
            </p:grpSpPr>
            <p:sp>
              <p:nvSpPr>
                <p:cNvPr id="43453" name="Oval 328">
                  <a:extLst>
                    <a:ext uri="{FF2B5EF4-FFF2-40B4-BE49-F238E27FC236}">
                      <a16:creationId xmlns:a16="http://schemas.microsoft.com/office/drawing/2014/main" id="{4EB3040A-2093-9E6D-DAA0-8C183CFCF99B}"/>
                    </a:ext>
                  </a:extLst>
                </p:cNvPr>
                <p:cNvSpPr>
                  <a:spLocks noChangeArrowheads="1"/>
                </p:cNvSpPr>
                <p:nvPr/>
              </p:nvSpPr>
              <p:spPr bwMode="auto">
                <a:xfrm>
                  <a:off x="3347" y="3799"/>
                  <a:ext cx="19" cy="22"/>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54" name="Oval 329">
                  <a:extLst>
                    <a:ext uri="{FF2B5EF4-FFF2-40B4-BE49-F238E27FC236}">
                      <a16:creationId xmlns:a16="http://schemas.microsoft.com/office/drawing/2014/main" id="{9CC067AE-F932-1C3B-79C3-48FE8B40B74E}"/>
                    </a:ext>
                  </a:extLst>
                </p:cNvPr>
                <p:cNvSpPr>
                  <a:spLocks noChangeArrowheads="1"/>
                </p:cNvSpPr>
                <p:nvPr/>
              </p:nvSpPr>
              <p:spPr bwMode="auto">
                <a:xfrm>
                  <a:off x="3342" y="3806"/>
                  <a:ext cx="19" cy="22"/>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grpSp>
            <p:nvGrpSpPr>
              <p:cNvPr id="43450" name="Group 333">
                <a:extLst>
                  <a:ext uri="{FF2B5EF4-FFF2-40B4-BE49-F238E27FC236}">
                    <a16:creationId xmlns:a16="http://schemas.microsoft.com/office/drawing/2014/main" id="{F3B6AF49-4CA0-3D82-1DBA-7F7A20C29153}"/>
                  </a:ext>
                </a:extLst>
              </p:cNvPr>
              <p:cNvGrpSpPr>
                <a:grpSpLocks/>
              </p:cNvGrpSpPr>
              <p:nvPr/>
            </p:nvGrpSpPr>
            <p:grpSpPr bwMode="auto">
              <a:xfrm>
                <a:off x="3342" y="3881"/>
                <a:ext cx="24" cy="30"/>
                <a:chOff x="3342" y="3881"/>
                <a:chExt cx="24" cy="30"/>
              </a:xfrm>
            </p:grpSpPr>
            <p:sp>
              <p:nvSpPr>
                <p:cNvPr id="43451" name="Oval 331">
                  <a:extLst>
                    <a:ext uri="{FF2B5EF4-FFF2-40B4-BE49-F238E27FC236}">
                      <a16:creationId xmlns:a16="http://schemas.microsoft.com/office/drawing/2014/main" id="{9DC02D1E-DD49-3B29-60C3-B12DC2589BAC}"/>
                    </a:ext>
                  </a:extLst>
                </p:cNvPr>
                <p:cNvSpPr>
                  <a:spLocks noChangeArrowheads="1"/>
                </p:cNvSpPr>
                <p:nvPr/>
              </p:nvSpPr>
              <p:spPr bwMode="auto">
                <a:xfrm>
                  <a:off x="3347" y="3881"/>
                  <a:ext cx="19" cy="22"/>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52" name="Oval 332">
                  <a:extLst>
                    <a:ext uri="{FF2B5EF4-FFF2-40B4-BE49-F238E27FC236}">
                      <a16:creationId xmlns:a16="http://schemas.microsoft.com/office/drawing/2014/main" id="{ABB5D831-9A99-DBF9-EEF0-4D18F9A47687}"/>
                    </a:ext>
                  </a:extLst>
                </p:cNvPr>
                <p:cNvSpPr>
                  <a:spLocks noChangeArrowheads="1"/>
                </p:cNvSpPr>
                <p:nvPr/>
              </p:nvSpPr>
              <p:spPr bwMode="auto">
                <a:xfrm>
                  <a:off x="3342" y="3888"/>
                  <a:ext cx="19" cy="23"/>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grpSp>
        <p:sp>
          <p:nvSpPr>
            <p:cNvPr id="43446" name="Line 335">
              <a:extLst>
                <a:ext uri="{FF2B5EF4-FFF2-40B4-BE49-F238E27FC236}">
                  <a16:creationId xmlns:a16="http://schemas.microsoft.com/office/drawing/2014/main" id="{BC6758AB-438F-11E7-14FA-35219DBE54D9}"/>
                </a:ext>
              </a:extLst>
            </p:cNvPr>
            <p:cNvSpPr>
              <a:spLocks noChangeShapeType="1"/>
            </p:cNvSpPr>
            <p:nvPr/>
          </p:nvSpPr>
          <p:spPr bwMode="auto">
            <a:xfrm flipV="1">
              <a:off x="3481" y="3648"/>
              <a:ext cx="14" cy="41"/>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447" name="Line 336">
              <a:extLst>
                <a:ext uri="{FF2B5EF4-FFF2-40B4-BE49-F238E27FC236}">
                  <a16:creationId xmlns:a16="http://schemas.microsoft.com/office/drawing/2014/main" id="{819D136C-AA0E-3CF5-9E9B-D1DE2BD0D922}"/>
                </a:ext>
              </a:extLst>
            </p:cNvPr>
            <p:cNvSpPr>
              <a:spLocks noChangeShapeType="1"/>
            </p:cNvSpPr>
            <p:nvPr/>
          </p:nvSpPr>
          <p:spPr bwMode="auto">
            <a:xfrm flipV="1">
              <a:off x="3610" y="3648"/>
              <a:ext cx="11" cy="41"/>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3033" name="Group 459">
            <a:extLst>
              <a:ext uri="{FF2B5EF4-FFF2-40B4-BE49-F238E27FC236}">
                <a16:creationId xmlns:a16="http://schemas.microsoft.com/office/drawing/2014/main" id="{E0084057-D167-A02F-9A13-3785BB5C6273}"/>
              </a:ext>
            </a:extLst>
          </p:cNvPr>
          <p:cNvGrpSpPr>
            <a:grpSpLocks/>
          </p:cNvGrpSpPr>
          <p:nvPr/>
        </p:nvGrpSpPr>
        <p:grpSpPr bwMode="auto">
          <a:xfrm>
            <a:off x="2347913" y="5659438"/>
            <a:ext cx="1058862" cy="350837"/>
            <a:chOff x="1719" y="3661"/>
            <a:chExt cx="666" cy="221"/>
          </a:xfrm>
        </p:grpSpPr>
        <p:grpSp>
          <p:nvGrpSpPr>
            <p:cNvPr id="43298" name="Group 343">
              <a:extLst>
                <a:ext uri="{FF2B5EF4-FFF2-40B4-BE49-F238E27FC236}">
                  <a16:creationId xmlns:a16="http://schemas.microsoft.com/office/drawing/2014/main" id="{ECAFF4D0-8C4B-3729-3988-9C9287855B74}"/>
                </a:ext>
              </a:extLst>
            </p:cNvPr>
            <p:cNvGrpSpPr>
              <a:grpSpLocks/>
            </p:cNvGrpSpPr>
            <p:nvPr/>
          </p:nvGrpSpPr>
          <p:grpSpPr bwMode="auto">
            <a:xfrm>
              <a:off x="2255" y="3703"/>
              <a:ext cx="130" cy="80"/>
              <a:chOff x="2255" y="3703"/>
              <a:chExt cx="130" cy="80"/>
            </a:xfrm>
          </p:grpSpPr>
          <p:sp>
            <p:nvSpPr>
              <p:cNvPr id="43414" name="Rectangle 338">
                <a:extLst>
                  <a:ext uri="{FF2B5EF4-FFF2-40B4-BE49-F238E27FC236}">
                    <a16:creationId xmlns:a16="http://schemas.microsoft.com/office/drawing/2014/main" id="{603D627A-1C9C-0AEC-E2E3-DCF2D110CA11}"/>
                  </a:ext>
                </a:extLst>
              </p:cNvPr>
              <p:cNvSpPr>
                <a:spLocks noChangeArrowheads="1"/>
              </p:cNvSpPr>
              <p:nvPr/>
            </p:nvSpPr>
            <p:spPr bwMode="auto">
              <a:xfrm>
                <a:off x="2255" y="3761"/>
                <a:ext cx="129" cy="12"/>
              </a:xfrm>
              <a:prstGeom prst="rect">
                <a:avLst/>
              </a:prstGeom>
              <a:gradFill rotWithShape="0">
                <a:gsLst>
                  <a:gs pos="0">
                    <a:srgbClr val="767900"/>
                  </a:gs>
                  <a:gs pos="100000">
                    <a:srgbClr val="232400"/>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15" name="Rectangle 339">
                <a:extLst>
                  <a:ext uri="{FF2B5EF4-FFF2-40B4-BE49-F238E27FC236}">
                    <a16:creationId xmlns:a16="http://schemas.microsoft.com/office/drawing/2014/main" id="{0CC48785-B292-3C9E-831F-8F4A7A82C417}"/>
                  </a:ext>
                </a:extLst>
              </p:cNvPr>
              <p:cNvSpPr>
                <a:spLocks noChangeArrowheads="1"/>
              </p:cNvSpPr>
              <p:nvPr/>
            </p:nvSpPr>
            <p:spPr bwMode="auto">
              <a:xfrm>
                <a:off x="2255" y="3703"/>
                <a:ext cx="130" cy="12"/>
              </a:xfrm>
              <a:prstGeom prst="rect">
                <a:avLst/>
              </a:prstGeom>
              <a:gradFill rotWithShape="0">
                <a:gsLst>
                  <a:gs pos="0">
                    <a:srgbClr val="FFFFFF"/>
                  </a:gs>
                  <a:gs pos="100000">
                    <a:srgbClr val="767900"/>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16" name="Rectangle 340">
                <a:extLst>
                  <a:ext uri="{FF2B5EF4-FFF2-40B4-BE49-F238E27FC236}">
                    <a16:creationId xmlns:a16="http://schemas.microsoft.com/office/drawing/2014/main" id="{90ECA759-7CF3-B291-414D-DF9FDB4342BB}"/>
                  </a:ext>
                </a:extLst>
              </p:cNvPr>
              <p:cNvSpPr>
                <a:spLocks noChangeArrowheads="1"/>
              </p:cNvSpPr>
              <p:nvPr/>
            </p:nvSpPr>
            <p:spPr bwMode="auto">
              <a:xfrm>
                <a:off x="2255" y="3716"/>
                <a:ext cx="130" cy="49"/>
              </a:xfrm>
              <a:prstGeom prst="rect">
                <a:avLst/>
              </a:prstGeom>
              <a:gradFill rotWithShape="0">
                <a:gsLst>
                  <a:gs pos="0">
                    <a:srgbClr val="C8C999"/>
                  </a:gs>
                  <a:gs pos="50000">
                    <a:srgbClr val="767900"/>
                  </a:gs>
                  <a:gs pos="100000">
                    <a:srgbClr val="C8C999"/>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17" name="Rectangle 341">
                <a:extLst>
                  <a:ext uri="{FF2B5EF4-FFF2-40B4-BE49-F238E27FC236}">
                    <a16:creationId xmlns:a16="http://schemas.microsoft.com/office/drawing/2014/main" id="{4267BB57-5830-DD78-75FA-5C5C43F1BB09}"/>
                  </a:ext>
                </a:extLst>
              </p:cNvPr>
              <p:cNvSpPr>
                <a:spLocks noChangeArrowheads="1"/>
              </p:cNvSpPr>
              <p:nvPr/>
            </p:nvSpPr>
            <p:spPr bwMode="auto">
              <a:xfrm>
                <a:off x="2255" y="3770"/>
                <a:ext cx="129" cy="13"/>
              </a:xfrm>
              <a:prstGeom prst="rect">
                <a:avLst/>
              </a:prstGeom>
              <a:gradFill rotWithShape="0">
                <a:gsLst>
                  <a:gs pos="0">
                    <a:srgbClr val="767900"/>
                  </a:gs>
                  <a:gs pos="100000">
                    <a:srgbClr val="E4E4CC"/>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18" name="Line 342">
                <a:extLst>
                  <a:ext uri="{FF2B5EF4-FFF2-40B4-BE49-F238E27FC236}">
                    <a16:creationId xmlns:a16="http://schemas.microsoft.com/office/drawing/2014/main" id="{0693E2C9-8686-DD29-5DE4-0193671A7F9E}"/>
                  </a:ext>
                </a:extLst>
              </p:cNvPr>
              <p:cNvSpPr>
                <a:spLocks noChangeShapeType="1"/>
              </p:cNvSpPr>
              <p:nvPr/>
            </p:nvSpPr>
            <p:spPr bwMode="auto">
              <a:xfrm>
                <a:off x="2260" y="3716"/>
                <a:ext cx="121"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3299" name="Rectangle 344">
              <a:extLst>
                <a:ext uri="{FF2B5EF4-FFF2-40B4-BE49-F238E27FC236}">
                  <a16:creationId xmlns:a16="http://schemas.microsoft.com/office/drawing/2014/main" id="{F61C3B3E-B6AB-7C90-084A-DB3596E2A776}"/>
                </a:ext>
              </a:extLst>
            </p:cNvPr>
            <p:cNvSpPr>
              <a:spLocks noChangeArrowheads="1"/>
            </p:cNvSpPr>
            <p:nvPr/>
          </p:nvSpPr>
          <p:spPr bwMode="auto">
            <a:xfrm>
              <a:off x="1719" y="3703"/>
              <a:ext cx="112" cy="14"/>
            </a:xfrm>
            <a:prstGeom prst="rect">
              <a:avLst/>
            </a:prstGeom>
            <a:gradFill rotWithShape="0">
              <a:gsLst>
                <a:gs pos="0">
                  <a:srgbClr val="C8C999"/>
                </a:gs>
                <a:gs pos="100000">
                  <a:srgbClr val="767900"/>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00" name="Rectangle 345">
              <a:extLst>
                <a:ext uri="{FF2B5EF4-FFF2-40B4-BE49-F238E27FC236}">
                  <a16:creationId xmlns:a16="http://schemas.microsoft.com/office/drawing/2014/main" id="{A353FBF9-7638-0F39-878E-D45C5B86E861}"/>
                </a:ext>
              </a:extLst>
            </p:cNvPr>
            <p:cNvSpPr>
              <a:spLocks noChangeArrowheads="1"/>
            </p:cNvSpPr>
            <p:nvPr/>
          </p:nvSpPr>
          <p:spPr bwMode="auto">
            <a:xfrm>
              <a:off x="1731" y="3717"/>
              <a:ext cx="99" cy="52"/>
            </a:xfrm>
            <a:prstGeom prst="rect">
              <a:avLst/>
            </a:prstGeom>
            <a:gradFill rotWithShape="0">
              <a:gsLst>
                <a:gs pos="0">
                  <a:srgbClr val="D6D7B2"/>
                </a:gs>
                <a:gs pos="50000">
                  <a:srgbClr val="767900"/>
                </a:gs>
                <a:gs pos="100000">
                  <a:srgbClr val="D6D7B2"/>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01" name="Freeform 346">
              <a:extLst>
                <a:ext uri="{FF2B5EF4-FFF2-40B4-BE49-F238E27FC236}">
                  <a16:creationId xmlns:a16="http://schemas.microsoft.com/office/drawing/2014/main" id="{0651C5E2-A420-CFD5-5532-4517B96883EB}"/>
                </a:ext>
              </a:extLst>
            </p:cNvPr>
            <p:cNvSpPr>
              <a:spLocks/>
            </p:cNvSpPr>
            <p:nvPr/>
          </p:nvSpPr>
          <p:spPr bwMode="auto">
            <a:xfrm>
              <a:off x="1723" y="3769"/>
              <a:ext cx="108" cy="17"/>
            </a:xfrm>
            <a:custGeom>
              <a:avLst/>
              <a:gdLst>
                <a:gd name="T0" fmla="*/ 9 w 108"/>
                <a:gd name="T1" fmla="*/ 0 h 17"/>
                <a:gd name="T2" fmla="*/ 0 w 108"/>
                <a:gd name="T3" fmla="*/ 16 h 17"/>
                <a:gd name="T4" fmla="*/ 107 w 108"/>
                <a:gd name="T5" fmla="*/ 16 h 17"/>
                <a:gd name="T6" fmla="*/ 107 w 108"/>
                <a:gd name="T7" fmla="*/ 0 h 17"/>
                <a:gd name="T8" fmla="*/ 9 w 10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17">
                  <a:moveTo>
                    <a:pt x="9" y="0"/>
                  </a:moveTo>
                  <a:lnTo>
                    <a:pt x="0" y="16"/>
                  </a:lnTo>
                  <a:lnTo>
                    <a:pt x="107" y="16"/>
                  </a:lnTo>
                  <a:lnTo>
                    <a:pt x="107" y="0"/>
                  </a:lnTo>
                  <a:lnTo>
                    <a:pt x="9" y="0"/>
                  </a:lnTo>
                </a:path>
              </a:pathLst>
            </a:custGeom>
            <a:gradFill rotWithShape="0">
              <a:gsLst>
                <a:gs pos="0">
                  <a:srgbClr val="BABC7F"/>
                </a:gs>
                <a:gs pos="100000">
                  <a:srgbClr val="767900"/>
                </a:gs>
              </a:gsLst>
              <a:lin ang="18900000" scaled="1"/>
            </a:gra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302" name="Rectangle 347">
              <a:extLst>
                <a:ext uri="{FF2B5EF4-FFF2-40B4-BE49-F238E27FC236}">
                  <a16:creationId xmlns:a16="http://schemas.microsoft.com/office/drawing/2014/main" id="{22841A1C-788A-25A1-AE6E-C3C3FC0ABEDE}"/>
                </a:ext>
              </a:extLst>
            </p:cNvPr>
            <p:cNvSpPr>
              <a:spLocks noChangeArrowheads="1"/>
            </p:cNvSpPr>
            <p:nvPr/>
          </p:nvSpPr>
          <p:spPr bwMode="auto">
            <a:xfrm>
              <a:off x="1723" y="3777"/>
              <a:ext cx="112" cy="12"/>
            </a:xfrm>
            <a:prstGeom prst="rect">
              <a:avLst/>
            </a:prstGeom>
            <a:gradFill rotWithShape="0">
              <a:gsLst>
                <a:gs pos="0">
                  <a:srgbClr val="767900"/>
                </a:gs>
                <a:gs pos="100000">
                  <a:srgbClr val="C8C999"/>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03" name="AutoShape 348">
              <a:extLst>
                <a:ext uri="{FF2B5EF4-FFF2-40B4-BE49-F238E27FC236}">
                  <a16:creationId xmlns:a16="http://schemas.microsoft.com/office/drawing/2014/main" id="{A3A1E12D-7322-C401-4145-2A00E9700EBA}"/>
                </a:ext>
              </a:extLst>
            </p:cNvPr>
            <p:cNvSpPr>
              <a:spLocks noChangeArrowheads="1"/>
            </p:cNvSpPr>
            <p:nvPr/>
          </p:nvSpPr>
          <p:spPr bwMode="auto">
            <a:xfrm>
              <a:off x="1822" y="3661"/>
              <a:ext cx="439" cy="221"/>
            </a:xfrm>
            <a:prstGeom prst="cube">
              <a:avLst>
                <a:gd name="adj" fmla="val 24986"/>
              </a:avLst>
            </a:prstGeom>
            <a:gradFill rotWithShape="0">
              <a:gsLst>
                <a:gs pos="0">
                  <a:srgbClr val="DDDDDD"/>
                </a:gs>
                <a:gs pos="100000">
                  <a:srgbClr val="CECECE"/>
                </a:gs>
              </a:gsLst>
              <a:lin ang="189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04" name="Rectangle 349">
              <a:extLst>
                <a:ext uri="{FF2B5EF4-FFF2-40B4-BE49-F238E27FC236}">
                  <a16:creationId xmlns:a16="http://schemas.microsoft.com/office/drawing/2014/main" id="{9677B736-496D-4DC8-A6F2-C56A12CDF691}"/>
                </a:ext>
              </a:extLst>
            </p:cNvPr>
            <p:cNvSpPr>
              <a:spLocks noChangeArrowheads="1"/>
            </p:cNvSpPr>
            <p:nvPr/>
          </p:nvSpPr>
          <p:spPr bwMode="auto">
            <a:xfrm>
              <a:off x="1835" y="3733"/>
              <a:ext cx="340" cy="6"/>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05" name="Rectangle 350">
              <a:extLst>
                <a:ext uri="{FF2B5EF4-FFF2-40B4-BE49-F238E27FC236}">
                  <a16:creationId xmlns:a16="http://schemas.microsoft.com/office/drawing/2014/main" id="{3C1180CA-C6D3-EAC0-9DE6-F403C8C3F9C4}"/>
                </a:ext>
              </a:extLst>
            </p:cNvPr>
            <p:cNvSpPr>
              <a:spLocks noChangeArrowheads="1"/>
            </p:cNvSpPr>
            <p:nvPr/>
          </p:nvSpPr>
          <p:spPr bwMode="auto">
            <a:xfrm>
              <a:off x="1835" y="3773"/>
              <a:ext cx="340" cy="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06" name="Rectangle 351">
              <a:extLst>
                <a:ext uri="{FF2B5EF4-FFF2-40B4-BE49-F238E27FC236}">
                  <a16:creationId xmlns:a16="http://schemas.microsoft.com/office/drawing/2014/main" id="{6991842D-136A-3F4B-3A8A-7A0052D14093}"/>
                </a:ext>
              </a:extLst>
            </p:cNvPr>
            <p:cNvSpPr>
              <a:spLocks noChangeArrowheads="1"/>
            </p:cNvSpPr>
            <p:nvPr/>
          </p:nvSpPr>
          <p:spPr bwMode="auto">
            <a:xfrm>
              <a:off x="1835" y="3811"/>
              <a:ext cx="340" cy="6"/>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07" name="Oval 352">
              <a:extLst>
                <a:ext uri="{FF2B5EF4-FFF2-40B4-BE49-F238E27FC236}">
                  <a16:creationId xmlns:a16="http://schemas.microsoft.com/office/drawing/2014/main" id="{177218A2-4EAE-7EB4-D6BC-E75312ECFF07}"/>
                </a:ext>
              </a:extLst>
            </p:cNvPr>
            <p:cNvSpPr>
              <a:spLocks noChangeArrowheads="1"/>
            </p:cNvSpPr>
            <p:nvPr/>
          </p:nvSpPr>
          <p:spPr bwMode="auto">
            <a:xfrm>
              <a:off x="1886" y="3857"/>
              <a:ext cx="13" cy="13"/>
            </a:xfrm>
            <a:prstGeom prst="ellipse">
              <a:avLst/>
            </a:prstGeom>
            <a:solidFill>
              <a:srgbClr val="7FFF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08" name="Oval 353">
              <a:extLst>
                <a:ext uri="{FF2B5EF4-FFF2-40B4-BE49-F238E27FC236}">
                  <a16:creationId xmlns:a16="http://schemas.microsoft.com/office/drawing/2014/main" id="{E9088F9A-40C0-6E13-4097-31AE78497073}"/>
                </a:ext>
              </a:extLst>
            </p:cNvPr>
            <p:cNvSpPr>
              <a:spLocks noChangeArrowheads="1"/>
            </p:cNvSpPr>
            <p:nvPr/>
          </p:nvSpPr>
          <p:spPr bwMode="auto">
            <a:xfrm>
              <a:off x="1937" y="3857"/>
              <a:ext cx="12" cy="13"/>
            </a:xfrm>
            <a:prstGeom prst="ellipse">
              <a:avLst/>
            </a:prstGeom>
            <a:solidFill>
              <a:srgbClr val="7FFF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09" name="Oval 354">
              <a:extLst>
                <a:ext uri="{FF2B5EF4-FFF2-40B4-BE49-F238E27FC236}">
                  <a16:creationId xmlns:a16="http://schemas.microsoft.com/office/drawing/2014/main" id="{37661E6E-2098-C282-8E08-8735D4261547}"/>
                </a:ext>
              </a:extLst>
            </p:cNvPr>
            <p:cNvSpPr>
              <a:spLocks noChangeArrowheads="1"/>
            </p:cNvSpPr>
            <p:nvPr/>
          </p:nvSpPr>
          <p:spPr bwMode="auto">
            <a:xfrm>
              <a:off x="1986" y="3857"/>
              <a:ext cx="12" cy="13"/>
            </a:xfrm>
            <a:prstGeom prst="ellipse">
              <a:avLst/>
            </a:prstGeom>
            <a:solidFill>
              <a:srgbClr val="7FFF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10" name="Oval 355">
              <a:extLst>
                <a:ext uri="{FF2B5EF4-FFF2-40B4-BE49-F238E27FC236}">
                  <a16:creationId xmlns:a16="http://schemas.microsoft.com/office/drawing/2014/main" id="{37D3DA81-E871-93C7-51B3-AB34708B70F7}"/>
                </a:ext>
              </a:extLst>
            </p:cNvPr>
            <p:cNvSpPr>
              <a:spLocks noChangeArrowheads="1"/>
            </p:cNvSpPr>
            <p:nvPr/>
          </p:nvSpPr>
          <p:spPr bwMode="auto">
            <a:xfrm>
              <a:off x="2039" y="3857"/>
              <a:ext cx="13" cy="13"/>
            </a:xfrm>
            <a:prstGeom prst="ellipse">
              <a:avLst/>
            </a:prstGeom>
            <a:solidFill>
              <a:srgbClr val="7FFF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11" name="Oval 356">
              <a:extLst>
                <a:ext uri="{FF2B5EF4-FFF2-40B4-BE49-F238E27FC236}">
                  <a16:creationId xmlns:a16="http://schemas.microsoft.com/office/drawing/2014/main" id="{3EEA726E-893C-F68D-0C4E-BF0DDB6E7144}"/>
                </a:ext>
              </a:extLst>
            </p:cNvPr>
            <p:cNvSpPr>
              <a:spLocks noChangeArrowheads="1"/>
            </p:cNvSpPr>
            <p:nvPr/>
          </p:nvSpPr>
          <p:spPr bwMode="auto">
            <a:xfrm>
              <a:off x="1842" y="3857"/>
              <a:ext cx="11" cy="13"/>
            </a:xfrm>
            <a:prstGeom prst="ellipse">
              <a:avLst/>
            </a:prstGeom>
            <a:solidFill>
              <a:srgbClr val="7FFF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12" name="Oval 357">
              <a:extLst>
                <a:ext uri="{FF2B5EF4-FFF2-40B4-BE49-F238E27FC236}">
                  <a16:creationId xmlns:a16="http://schemas.microsoft.com/office/drawing/2014/main" id="{FFE72EB6-8D2A-504E-E8A0-E0E80C428254}"/>
                </a:ext>
              </a:extLst>
            </p:cNvPr>
            <p:cNvSpPr>
              <a:spLocks noChangeArrowheads="1"/>
            </p:cNvSpPr>
            <p:nvPr/>
          </p:nvSpPr>
          <p:spPr bwMode="auto">
            <a:xfrm>
              <a:off x="2087" y="3857"/>
              <a:ext cx="12" cy="13"/>
            </a:xfrm>
            <a:prstGeom prst="ellipse">
              <a:avLst/>
            </a:prstGeom>
            <a:solidFill>
              <a:srgbClr val="7FFF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13" name="Oval 358">
              <a:extLst>
                <a:ext uri="{FF2B5EF4-FFF2-40B4-BE49-F238E27FC236}">
                  <a16:creationId xmlns:a16="http://schemas.microsoft.com/office/drawing/2014/main" id="{C15BD620-1A88-E881-CB2C-EE7E3E2B1BEC}"/>
                </a:ext>
              </a:extLst>
            </p:cNvPr>
            <p:cNvSpPr>
              <a:spLocks noChangeArrowheads="1"/>
            </p:cNvSpPr>
            <p:nvPr/>
          </p:nvSpPr>
          <p:spPr bwMode="auto">
            <a:xfrm>
              <a:off x="2136" y="3857"/>
              <a:ext cx="12" cy="13"/>
            </a:xfrm>
            <a:prstGeom prst="ellipse">
              <a:avLst/>
            </a:prstGeom>
            <a:solidFill>
              <a:srgbClr val="7FFF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14" name="Oval 359">
              <a:extLst>
                <a:ext uri="{FF2B5EF4-FFF2-40B4-BE49-F238E27FC236}">
                  <a16:creationId xmlns:a16="http://schemas.microsoft.com/office/drawing/2014/main" id="{DAA9CE3C-1E59-E96F-2A04-C167A31D9D08}"/>
                </a:ext>
              </a:extLst>
            </p:cNvPr>
            <p:cNvSpPr>
              <a:spLocks noChangeArrowheads="1"/>
            </p:cNvSpPr>
            <p:nvPr/>
          </p:nvSpPr>
          <p:spPr bwMode="auto">
            <a:xfrm>
              <a:off x="1968" y="3857"/>
              <a:ext cx="13" cy="13"/>
            </a:xfrm>
            <a:prstGeom prst="ellipse">
              <a:avLst/>
            </a:prstGeom>
            <a:solidFill>
              <a:schemeClr va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15" name="Oval 360">
              <a:extLst>
                <a:ext uri="{FF2B5EF4-FFF2-40B4-BE49-F238E27FC236}">
                  <a16:creationId xmlns:a16="http://schemas.microsoft.com/office/drawing/2014/main" id="{76445073-249B-B977-3238-F81C102B6B62}"/>
                </a:ext>
              </a:extLst>
            </p:cNvPr>
            <p:cNvSpPr>
              <a:spLocks noChangeArrowheads="1"/>
            </p:cNvSpPr>
            <p:nvPr/>
          </p:nvSpPr>
          <p:spPr bwMode="auto">
            <a:xfrm>
              <a:off x="2019" y="3859"/>
              <a:ext cx="14" cy="13"/>
            </a:xfrm>
            <a:prstGeom prst="ellipse">
              <a:avLst/>
            </a:prstGeom>
            <a:solidFill>
              <a:schemeClr va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nvGrpSpPr>
            <p:cNvPr id="43316" name="Group 383">
              <a:extLst>
                <a:ext uri="{FF2B5EF4-FFF2-40B4-BE49-F238E27FC236}">
                  <a16:creationId xmlns:a16="http://schemas.microsoft.com/office/drawing/2014/main" id="{953508B8-91FA-F899-CC9C-AC122F7B345A}"/>
                </a:ext>
              </a:extLst>
            </p:cNvPr>
            <p:cNvGrpSpPr>
              <a:grpSpLocks/>
            </p:cNvGrpSpPr>
            <p:nvPr/>
          </p:nvGrpSpPr>
          <p:grpSpPr bwMode="auto">
            <a:xfrm>
              <a:off x="1844" y="3722"/>
              <a:ext cx="333" cy="4"/>
              <a:chOff x="1844" y="3722"/>
              <a:chExt cx="333" cy="4"/>
            </a:xfrm>
          </p:grpSpPr>
          <p:sp>
            <p:nvSpPr>
              <p:cNvPr id="43392" name="Oval 361">
                <a:extLst>
                  <a:ext uri="{FF2B5EF4-FFF2-40B4-BE49-F238E27FC236}">
                    <a16:creationId xmlns:a16="http://schemas.microsoft.com/office/drawing/2014/main" id="{4D592BCB-C0E7-5BB0-2187-B24F3DB1BFEC}"/>
                  </a:ext>
                </a:extLst>
              </p:cNvPr>
              <p:cNvSpPr>
                <a:spLocks noChangeArrowheads="1"/>
              </p:cNvSpPr>
              <p:nvPr/>
            </p:nvSpPr>
            <p:spPr bwMode="auto">
              <a:xfrm>
                <a:off x="1844" y="3722"/>
                <a:ext cx="5"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93" name="Oval 362">
                <a:extLst>
                  <a:ext uri="{FF2B5EF4-FFF2-40B4-BE49-F238E27FC236}">
                    <a16:creationId xmlns:a16="http://schemas.microsoft.com/office/drawing/2014/main" id="{B3F56D81-C72F-5490-A365-E24AF89EDAD4}"/>
                  </a:ext>
                </a:extLst>
              </p:cNvPr>
              <p:cNvSpPr>
                <a:spLocks noChangeArrowheads="1"/>
              </p:cNvSpPr>
              <p:nvPr/>
            </p:nvSpPr>
            <p:spPr bwMode="auto">
              <a:xfrm>
                <a:off x="1860" y="3722"/>
                <a:ext cx="5"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94" name="Oval 363">
                <a:extLst>
                  <a:ext uri="{FF2B5EF4-FFF2-40B4-BE49-F238E27FC236}">
                    <a16:creationId xmlns:a16="http://schemas.microsoft.com/office/drawing/2014/main" id="{0E1BC6F2-02CC-C842-8988-04FEC29BB0D0}"/>
                  </a:ext>
                </a:extLst>
              </p:cNvPr>
              <p:cNvSpPr>
                <a:spLocks noChangeArrowheads="1"/>
              </p:cNvSpPr>
              <p:nvPr/>
            </p:nvSpPr>
            <p:spPr bwMode="auto">
              <a:xfrm>
                <a:off x="1873" y="3722"/>
                <a:ext cx="6"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95" name="Oval 364">
                <a:extLst>
                  <a:ext uri="{FF2B5EF4-FFF2-40B4-BE49-F238E27FC236}">
                    <a16:creationId xmlns:a16="http://schemas.microsoft.com/office/drawing/2014/main" id="{800E9A10-517C-34F9-4E39-AE7881E6DED5}"/>
                  </a:ext>
                </a:extLst>
              </p:cNvPr>
              <p:cNvSpPr>
                <a:spLocks noChangeArrowheads="1"/>
              </p:cNvSpPr>
              <p:nvPr/>
            </p:nvSpPr>
            <p:spPr bwMode="auto">
              <a:xfrm>
                <a:off x="1889" y="3722"/>
                <a:ext cx="7"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96" name="Oval 365">
                <a:extLst>
                  <a:ext uri="{FF2B5EF4-FFF2-40B4-BE49-F238E27FC236}">
                    <a16:creationId xmlns:a16="http://schemas.microsoft.com/office/drawing/2014/main" id="{7EA9E2B2-D825-8324-3FB6-0A563C0DAA43}"/>
                  </a:ext>
                </a:extLst>
              </p:cNvPr>
              <p:cNvSpPr>
                <a:spLocks noChangeArrowheads="1"/>
              </p:cNvSpPr>
              <p:nvPr/>
            </p:nvSpPr>
            <p:spPr bwMode="auto">
              <a:xfrm>
                <a:off x="1905" y="3722"/>
                <a:ext cx="5"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97" name="Oval 366">
                <a:extLst>
                  <a:ext uri="{FF2B5EF4-FFF2-40B4-BE49-F238E27FC236}">
                    <a16:creationId xmlns:a16="http://schemas.microsoft.com/office/drawing/2014/main" id="{910607C1-F011-7F81-94DF-438F311A24C7}"/>
                  </a:ext>
                </a:extLst>
              </p:cNvPr>
              <p:cNvSpPr>
                <a:spLocks noChangeArrowheads="1"/>
              </p:cNvSpPr>
              <p:nvPr/>
            </p:nvSpPr>
            <p:spPr bwMode="auto">
              <a:xfrm>
                <a:off x="1921" y="3722"/>
                <a:ext cx="5"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98" name="Oval 367">
                <a:extLst>
                  <a:ext uri="{FF2B5EF4-FFF2-40B4-BE49-F238E27FC236}">
                    <a16:creationId xmlns:a16="http://schemas.microsoft.com/office/drawing/2014/main" id="{E80B1416-D38C-B972-BC6F-3E980EC07453}"/>
                  </a:ext>
                </a:extLst>
              </p:cNvPr>
              <p:cNvSpPr>
                <a:spLocks noChangeArrowheads="1"/>
              </p:cNvSpPr>
              <p:nvPr/>
            </p:nvSpPr>
            <p:spPr bwMode="auto">
              <a:xfrm>
                <a:off x="1937" y="3722"/>
                <a:ext cx="4"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99" name="Oval 368">
                <a:extLst>
                  <a:ext uri="{FF2B5EF4-FFF2-40B4-BE49-F238E27FC236}">
                    <a16:creationId xmlns:a16="http://schemas.microsoft.com/office/drawing/2014/main" id="{D6811C52-351F-397D-DDD0-17CF1FF083FD}"/>
                  </a:ext>
                </a:extLst>
              </p:cNvPr>
              <p:cNvSpPr>
                <a:spLocks noChangeArrowheads="1"/>
              </p:cNvSpPr>
              <p:nvPr/>
            </p:nvSpPr>
            <p:spPr bwMode="auto">
              <a:xfrm>
                <a:off x="1952" y="3722"/>
                <a:ext cx="5"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00" name="Oval 369">
                <a:extLst>
                  <a:ext uri="{FF2B5EF4-FFF2-40B4-BE49-F238E27FC236}">
                    <a16:creationId xmlns:a16="http://schemas.microsoft.com/office/drawing/2014/main" id="{09F98452-4CD7-B745-BD37-86B085341E5E}"/>
                  </a:ext>
                </a:extLst>
              </p:cNvPr>
              <p:cNvSpPr>
                <a:spLocks noChangeArrowheads="1"/>
              </p:cNvSpPr>
              <p:nvPr/>
            </p:nvSpPr>
            <p:spPr bwMode="auto">
              <a:xfrm>
                <a:off x="1968" y="3722"/>
                <a:ext cx="5"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01" name="Oval 370">
                <a:extLst>
                  <a:ext uri="{FF2B5EF4-FFF2-40B4-BE49-F238E27FC236}">
                    <a16:creationId xmlns:a16="http://schemas.microsoft.com/office/drawing/2014/main" id="{9292C083-DE7F-660A-C958-FB5E01BB1E1E}"/>
                  </a:ext>
                </a:extLst>
              </p:cNvPr>
              <p:cNvSpPr>
                <a:spLocks noChangeArrowheads="1"/>
              </p:cNvSpPr>
              <p:nvPr/>
            </p:nvSpPr>
            <p:spPr bwMode="auto">
              <a:xfrm>
                <a:off x="1983" y="3722"/>
                <a:ext cx="7"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02" name="Oval 371">
                <a:extLst>
                  <a:ext uri="{FF2B5EF4-FFF2-40B4-BE49-F238E27FC236}">
                    <a16:creationId xmlns:a16="http://schemas.microsoft.com/office/drawing/2014/main" id="{7AD73670-B3D9-4F27-4D18-4A110589BDFB}"/>
                  </a:ext>
                </a:extLst>
              </p:cNvPr>
              <p:cNvSpPr>
                <a:spLocks noChangeArrowheads="1"/>
              </p:cNvSpPr>
              <p:nvPr/>
            </p:nvSpPr>
            <p:spPr bwMode="auto">
              <a:xfrm>
                <a:off x="2000" y="3722"/>
                <a:ext cx="5"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03" name="Oval 372">
                <a:extLst>
                  <a:ext uri="{FF2B5EF4-FFF2-40B4-BE49-F238E27FC236}">
                    <a16:creationId xmlns:a16="http://schemas.microsoft.com/office/drawing/2014/main" id="{909FD3D7-5971-E977-42EF-2BD546E2E108}"/>
                  </a:ext>
                </a:extLst>
              </p:cNvPr>
              <p:cNvSpPr>
                <a:spLocks noChangeArrowheads="1"/>
              </p:cNvSpPr>
              <p:nvPr/>
            </p:nvSpPr>
            <p:spPr bwMode="auto">
              <a:xfrm>
                <a:off x="2016" y="3722"/>
                <a:ext cx="3"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04" name="Oval 373">
                <a:extLst>
                  <a:ext uri="{FF2B5EF4-FFF2-40B4-BE49-F238E27FC236}">
                    <a16:creationId xmlns:a16="http://schemas.microsoft.com/office/drawing/2014/main" id="{BCA33CEC-5B6A-E3BF-82AA-F0F91BCF6E1D}"/>
                  </a:ext>
                </a:extLst>
              </p:cNvPr>
              <p:cNvSpPr>
                <a:spLocks noChangeArrowheads="1"/>
              </p:cNvSpPr>
              <p:nvPr/>
            </p:nvSpPr>
            <p:spPr bwMode="auto">
              <a:xfrm>
                <a:off x="2030" y="3722"/>
                <a:ext cx="5"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05" name="Oval 374">
                <a:extLst>
                  <a:ext uri="{FF2B5EF4-FFF2-40B4-BE49-F238E27FC236}">
                    <a16:creationId xmlns:a16="http://schemas.microsoft.com/office/drawing/2014/main" id="{9D863958-8706-28A3-0187-CE9CF839A7D1}"/>
                  </a:ext>
                </a:extLst>
              </p:cNvPr>
              <p:cNvSpPr>
                <a:spLocks noChangeArrowheads="1"/>
              </p:cNvSpPr>
              <p:nvPr/>
            </p:nvSpPr>
            <p:spPr bwMode="auto">
              <a:xfrm>
                <a:off x="2047" y="3722"/>
                <a:ext cx="5"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06" name="Oval 375">
                <a:extLst>
                  <a:ext uri="{FF2B5EF4-FFF2-40B4-BE49-F238E27FC236}">
                    <a16:creationId xmlns:a16="http://schemas.microsoft.com/office/drawing/2014/main" id="{B3C0A864-C97C-4FC6-3614-D8886AA1EDF9}"/>
                  </a:ext>
                </a:extLst>
              </p:cNvPr>
              <p:cNvSpPr>
                <a:spLocks noChangeArrowheads="1"/>
              </p:cNvSpPr>
              <p:nvPr/>
            </p:nvSpPr>
            <p:spPr bwMode="auto">
              <a:xfrm>
                <a:off x="2063" y="3722"/>
                <a:ext cx="5"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07" name="Oval 376">
                <a:extLst>
                  <a:ext uri="{FF2B5EF4-FFF2-40B4-BE49-F238E27FC236}">
                    <a16:creationId xmlns:a16="http://schemas.microsoft.com/office/drawing/2014/main" id="{D0D9E5A9-D91E-9FB8-B6A8-9EFB079E7336}"/>
                  </a:ext>
                </a:extLst>
              </p:cNvPr>
              <p:cNvSpPr>
                <a:spLocks noChangeArrowheads="1"/>
              </p:cNvSpPr>
              <p:nvPr/>
            </p:nvSpPr>
            <p:spPr bwMode="auto">
              <a:xfrm>
                <a:off x="2076" y="3722"/>
                <a:ext cx="7"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08" name="Oval 377">
                <a:extLst>
                  <a:ext uri="{FF2B5EF4-FFF2-40B4-BE49-F238E27FC236}">
                    <a16:creationId xmlns:a16="http://schemas.microsoft.com/office/drawing/2014/main" id="{72CF00AE-45F3-1D51-C43C-4F33D723A8C4}"/>
                  </a:ext>
                </a:extLst>
              </p:cNvPr>
              <p:cNvSpPr>
                <a:spLocks noChangeArrowheads="1"/>
              </p:cNvSpPr>
              <p:nvPr/>
            </p:nvSpPr>
            <p:spPr bwMode="auto">
              <a:xfrm>
                <a:off x="2093" y="3722"/>
                <a:ext cx="5"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09" name="Oval 378">
                <a:extLst>
                  <a:ext uri="{FF2B5EF4-FFF2-40B4-BE49-F238E27FC236}">
                    <a16:creationId xmlns:a16="http://schemas.microsoft.com/office/drawing/2014/main" id="{01E79FE8-E006-3BDB-93C9-EAD2BF31FAA9}"/>
                  </a:ext>
                </a:extLst>
              </p:cNvPr>
              <p:cNvSpPr>
                <a:spLocks noChangeArrowheads="1"/>
              </p:cNvSpPr>
              <p:nvPr/>
            </p:nvSpPr>
            <p:spPr bwMode="auto">
              <a:xfrm>
                <a:off x="2109" y="3722"/>
                <a:ext cx="5"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10" name="Oval 379">
                <a:extLst>
                  <a:ext uri="{FF2B5EF4-FFF2-40B4-BE49-F238E27FC236}">
                    <a16:creationId xmlns:a16="http://schemas.microsoft.com/office/drawing/2014/main" id="{3366C0D5-291E-207F-DBD3-EFDF56883031}"/>
                  </a:ext>
                </a:extLst>
              </p:cNvPr>
              <p:cNvSpPr>
                <a:spLocks noChangeArrowheads="1"/>
              </p:cNvSpPr>
              <p:nvPr/>
            </p:nvSpPr>
            <p:spPr bwMode="auto">
              <a:xfrm>
                <a:off x="2125" y="3722"/>
                <a:ext cx="4"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11" name="Oval 380">
                <a:extLst>
                  <a:ext uri="{FF2B5EF4-FFF2-40B4-BE49-F238E27FC236}">
                    <a16:creationId xmlns:a16="http://schemas.microsoft.com/office/drawing/2014/main" id="{9E7B783C-361C-7A05-0B61-DEB156BC1741}"/>
                  </a:ext>
                </a:extLst>
              </p:cNvPr>
              <p:cNvSpPr>
                <a:spLocks noChangeArrowheads="1"/>
              </p:cNvSpPr>
              <p:nvPr/>
            </p:nvSpPr>
            <p:spPr bwMode="auto">
              <a:xfrm>
                <a:off x="2141" y="3722"/>
                <a:ext cx="4"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12" name="Oval 381">
                <a:extLst>
                  <a:ext uri="{FF2B5EF4-FFF2-40B4-BE49-F238E27FC236}">
                    <a16:creationId xmlns:a16="http://schemas.microsoft.com/office/drawing/2014/main" id="{9F477EFD-70F4-0212-0B8D-BFDA77B0E4FE}"/>
                  </a:ext>
                </a:extLst>
              </p:cNvPr>
              <p:cNvSpPr>
                <a:spLocks noChangeArrowheads="1"/>
              </p:cNvSpPr>
              <p:nvPr/>
            </p:nvSpPr>
            <p:spPr bwMode="auto">
              <a:xfrm>
                <a:off x="2157" y="3722"/>
                <a:ext cx="4"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413" name="Oval 382">
                <a:extLst>
                  <a:ext uri="{FF2B5EF4-FFF2-40B4-BE49-F238E27FC236}">
                    <a16:creationId xmlns:a16="http://schemas.microsoft.com/office/drawing/2014/main" id="{043D3A2A-85A0-2DCB-5C6C-D1EBCFEEBEED}"/>
                  </a:ext>
                </a:extLst>
              </p:cNvPr>
              <p:cNvSpPr>
                <a:spLocks noChangeArrowheads="1"/>
              </p:cNvSpPr>
              <p:nvPr/>
            </p:nvSpPr>
            <p:spPr bwMode="auto">
              <a:xfrm>
                <a:off x="2171" y="3722"/>
                <a:ext cx="6"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grpSp>
          <p:nvGrpSpPr>
            <p:cNvPr id="43317" name="Group 406">
              <a:extLst>
                <a:ext uri="{FF2B5EF4-FFF2-40B4-BE49-F238E27FC236}">
                  <a16:creationId xmlns:a16="http://schemas.microsoft.com/office/drawing/2014/main" id="{75780AD8-B7E3-DEA8-591D-550DE494CDCB}"/>
                </a:ext>
              </a:extLst>
            </p:cNvPr>
            <p:cNvGrpSpPr>
              <a:grpSpLocks/>
            </p:cNvGrpSpPr>
            <p:nvPr/>
          </p:nvGrpSpPr>
          <p:grpSpPr bwMode="auto">
            <a:xfrm>
              <a:off x="1844" y="3742"/>
              <a:ext cx="356" cy="15"/>
              <a:chOff x="1844" y="3742"/>
              <a:chExt cx="356" cy="15"/>
            </a:xfrm>
          </p:grpSpPr>
          <p:sp>
            <p:nvSpPr>
              <p:cNvPr id="43370" name="Oval 384">
                <a:extLst>
                  <a:ext uri="{FF2B5EF4-FFF2-40B4-BE49-F238E27FC236}">
                    <a16:creationId xmlns:a16="http://schemas.microsoft.com/office/drawing/2014/main" id="{59A52ED1-D022-91FE-5674-B921D3506B90}"/>
                  </a:ext>
                </a:extLst>
              </p:cNvPr>
              <p:cNvSpPr>
                <a:spLocks noChangeArrowheads="1"/>
              </p:cNvSpPr>
              <p:nvPr/>
            </p:nvSpPr>
            <p:spPr bwMode="auto">
              <a:xfrm>
                <a:off x="1844" y="3742"/>
                <a:ext cx="5" cy="1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71" name="Oval 385">
                <a:extLst>
                  <a:ext uri="{FF2B5EF4-FFF2-40B4-BE49-F238E27FC236}">
                    <a16:creationId xmlns:a16="http://schemas.microsoft.com/office/drawing/2014/main" id="{437A800C-0A46-0C8F-37EC-51D2C0CB838D}"/>
                  </a:ext>
                </a:extLst>
              </p:cNvPr>
              <p:cNvSpPr>
                <a:spLocks noChangeArrowheads="1"/>
              </p:cNvSpPr>
              <p:nvPr/>
            </p:nvSpPr>
            <p:spPr bwMode="auto">
              <a:xfrm>
                <a:off x="1861" y="3742"/>
                <a:ext cx="5" cy="1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72" name="Oval 386">
                <a:extLst>
                  <a:ext uri="{FF2B5EF4-FFF2-40B4-BE49-F238E27FC236}">
                    <a16:creationId xmlns:a16="http://schemas.microsoft.com/office/drawing/2014/main" id="{A7BB6BC1-5555-621D-50CA-DAD7DD98A9BF}"/>
                  </a:ext>
                </a:extLst>
              </p:cNvPr>
              <p:cNvSpPr>
                <a:spLocks noChangeArrowheads="1"/>
              </p:cNvSpPr>
              <p:nvPr/>
            </p:nvSpPr>
            <p:spPr bwMode="auto">
              <a:xfrm>
                <a:off x="1873" y="3742"/>
                <a:ext cx="7" cy="1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73" name="Oval 387">
                <a:extLst>
                  <a:ext uri="{FF2B5EF4-FFF2-40B4-BE49-F238E27FC236}">
                    <a16:creationId xmlns:a16="http://schemas.microsoft.com/office/drawing/2014/main" id="{9062830A-3BDE-4ACD-AABF-C40794BD95E4}"/>
                  </a:ext>
                </a:extLst>
              </p:cNvPr>
              <p:cNvSpPr>
                <a:spLocks noChangeArrowheads="1"/>
              </p:cNvSpPr>
              <p:nvPr/>
            </p:nvSpPr>
            <p:spPr bwMode="auto">
              <a:xfrm>
                <a:off x="1891" y="3742"/>
                <a:ext cx="5" cy="1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74" name="Oval 388">
                <a:extLst>
                  <a:ext uri="{FF2B5EF4-FFF2-40B4-BE49-F238E27FC236}">
                    <a16:creationId xmlns:a16="http://schemas.microsoft.com/office/drawing/2014/main" id="{6F2775F2-928A-5875-BF06-E84C97171A57}"/>
                  </a:ext>
                </a:extLst>
              </p:cNvPr>
              <p:cNvSpPr>
                <a:spLocks noChangeArrowheads="1"/>
              </p:cNvSpPr>
              <p:nvPr/>
            </p:nvSpPr>
            <p:spPr bwMode="auto">
              <a:xfrm>
                <a:off x="1909" y="3742"/>
                <a:ext cx="3" cy="1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75" name="Oval 389">
                <a:extLst>
                  <a:ext uri="{FF2B5EF4-FFF2-40B4-BE49-F238E27FC236}">
                    <a16:creationId xmlns:a16="http://schemas.microsoft.com/office/drawing/2014/main" id="{E57AE2BA-D1A0-DE95-8838-705A4FE0DF4D}"/>
                  </a:ext>
                </a:extLst>
              </p:cNvPr>
              <p:cNvSpPr>
                <a:spLocks noChangeArrowheads="1"/>
              </p:cNvSpPr>
              <p:nvPr/>
            </p:nvSpPr>
            <p:spPr bwMode="auto">
              <a:xfrm>
                <a:off x="1925" y="3742"/>
                <a:ext cx="6" cy="1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76" name="Oval 390">
                <a:extLst>
                  <a:ext uri="{FF2B5EF4-FFF2-40B4-BE49-F238E27FC236}">
                    <a16:creationId xmlns:a16="http://schemas.microsoft.com/office/drawing/2014/main" id="{E4AC6E55-C4FE-57EF-17CF-BAC65F51C6D6}"/>
                  </a:ext>
                </a:extLst>
              </p:cNvPr>
              <p:cNvSpPr>
                <a:spLocks noChangeArrowheads="1"/>
              </p:cNvSpPr>
              <p:nvPr/>
            </p:nvSpPr>
            <p:spPr bwMode="auto">
              <a:xfrm>
                <a:off x="1942" y="3742"/>
                <a:ext cx="5" cy="1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77" name="Oval 391">
                <a:extLst>
                  <a:ext uri="{FF2B5EF4-FFF2-40B4-BE49-F238E27FC236}">
                    <a16:creationId xmlns:a16="http://schemas.microsoft.com/office/drawing/2014/main" id="{FBA56A03-8CB7-68DB-248E-DCF1E0004BD0}"/>
                  </a:ext>
                </a:extLst>
              </p:cNvPr>
              <p:cNvSpPr>
                <a:spLocks noChangeArrowheads="1"/>
              </p:cNvSpPr>
              <p:nvPr/>
            </p:nvSpPr>
            <p:spPr bwMode="auto">
              <a:xfrm>
                <a:off x="1958" y="3742"/>
                <a:ext cx="5" cy="1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78" name="Oval 392">
                <a:extLst>
                  <a:ext uri="{FF2B5EF4-FFF2-40B4-BE49-F238E27FC236}">
                    <a16:creationId xmlns:a16="http://schemas.microsoft.com/office/drawing/2014/main" id="{43844A96-0F25-715D-975B-DAB7247B228C}"/>
                  </a:ext>
                </a:extLst>
              </p:cNvPr>
              <p:cNvSpPr>
                <a:spLocks noChangeArrowheads="1"/>
              </p:cNvSpPr>
              <p:nvPr/>
            </p:nvSpPr>
            <p:spPr bwMode="auto">
              <a:xfrm>
                <a:off x="1975" y="3742"/>
                <a:ext cx="6" cy="1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79" name="Oval 393">
                <a:extLst>
                  <a:ext uri="{FF2B5EF4-FFF2-40B4-BE49-F238E27FC236}">
                    <a16:creationId xmlns:a16="http://schemas.microsoft.com/office/drawing/2014/main" id="{F85F2817-008C-B435-0B7C-097C4F61C1E2}"/>
                  </a:ext>
                </a:extLst>
              </p:cNvPr>
              <p:cNvSpPr>
                <a:spLocks noChangeArrowheads="1"/>
              </p:cNvSpPr>
              <p:nvPr/>
            </p:nvSpPr>
            <p:spPr bwMode="auto">
              <a:xfrm>
                <a:off x="1992" y="3742"/>
                <a:ext cx="5" cy="1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80" name="Oval 394">
                <a:extLst>
                  <a:ext uri="{FF2B5EF4-FFF2-40B4-BE49-F238E27FC236}">
                    <a16:creationId xmlns:a16="http://schemas.microsoft.com/office/drawing/2014/main" id="{A0E4D548-6A1B-7A49-891D-0313A7065621}"/>
                  </a:ext>
                </a:extLst>
              </p:cNvPr>
              <p:cNvSpPr>
                <a:spLocks noChangeArrowheads="1"/>
              </p:cNvSpPr>
              <p:nvPr/>
            </p:nvSpPr>
            <p:spPr bwMode="auto">
              <a:xfrm>
                <a:off x="2010" y="3742"/>
                <a:ext cx="5" cy="1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81" name="Oval 395">
                <a:extLst>
                  <a:ext uri="{FF2B5EF4-FFF2-40B4-BE49-F238E27FC236}">
                    <a16:creationId xmlns:a16="http://schemas.microsoft.com/office/drawing/2014/main" id="{2FD81411-068D-56A8-9E18-BE9C10347A86}"/>
                  </a:ext>
                </a:extLst>
              </p:cNvPr>
              <p:cNvSpPr>
                <a:spLocks noChangeArrowheads="1"/>
              </p:cNvSpPr>
              <p:nvPr/>
            </p:nvSpPr>
            <p:spPr bwMode="auto">
              <a:xfrm>
                <a:off x="2026" y="3742"/>
                <a:ext cx="4" cy="1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82" name="Oval 396">
                <a:extLst>
                  <a:ext uri="{FF2B5EF4-FFF2-40B4-BE49-F238E27FC236}">
                    <a16:creationId xmlns:a16="http://schemas.microsoft.com/office/drawing/2014/main" id="{9754628C-46BA-1999-687C-53CF6DA930DA}"/>
                  </a:ext>
                </a:extLst>
              </p:cNvPr>
              <p:cNvSpPr>
                <a:spLocks noChangeArrowheads="1"/>
              </p:cNvSpPr>
              <p:nvPr/>
            </p:nvSpPr>
            <p:spPr bwMode="auto">
              <a:xfrm>
                <a:off x="2042" y="3742"/>
                <a:ext cx="6" cy="1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83" name="Oval 397">
                <a:extLst>
                  <a:ext uri="{FF2B5EF4-FFF2-40B4-BE49-F238E27FC236}">
                    <a16:creationId xmlns:a16="http://schemas.microsoft.com/office/drawing/2014/main" id="{EC026FCC-4D89-D055-5503-77A48C8D038C}"/>
                  </a:ext>
                </a:extLst>
              </p:cNvPr>
              <p:cNvSpPr>
                <a:spLocks noChangeArrowheads="1"/>
              </p:cNvSpPr>
              <p:nvPr/>
            </p:nvSpPr>
            <p:spPr bwMode="auto">
              <a:xfrm>
                <a:off x="2061" y="3742"/>
                <a:ext cx="5" cy="1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84" name="Oval 398">
                <a:extLst>
                  <a:ext uri="{FF2B5EF4-FFF2-40B4-BE49-F238E27FC236}">
                    <a16:creationId xmlns:a16="http://schemas.microsoft.com/office/drawing/2014/main" id="{F3D08723-E8E0-CA39-DA43-DCCA991FF30F}"/>
                  </a:ext>
                </a:extLst>
              </p:cNvPr>
              <p:cNvSpPr>
                <a:spLocks noChangeArrowheads="1"/>
              </p:cNvSpPr>
              <p:nvPr/>
            </p:nvSpPr>
            <p:spPr bwMode="auto">
              <a:xfrm>
                <a:off x="2077" y="3742"/>
                <a:ext cx="4" cy="1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85" name="Oval 399">
                <a:extLst>
                  <a:ext uri="{FF2B5EF4-FFF2-40B4-BE49-F238E27FC236}">
                    <a16:creationId xmlns:a16="http://schemas.microsoft.com/office/drawing/2014/main" id="{28219225-62D1-F913-A044-49660A64E370}"/>
                  </a:ext>
                </a:extLst>
              </p:cNvPr>
              <p:cNvSpPr>
                <a:spLocks noChangeArrowheads="1"/>
              </p:cNvSpPr>
              <p:nvPr/>
            </p:nvSpPr>
            <p:spPr bwMode="auto">
              <a:xfrm>
                <a:off x="2094" y="3742"/>
                <a:ext cx="5" cy="1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86" name="Oval 400">
                <a:extLst>
                  <a:ext uri="{FF2B5EF4-FFF2-40B4-BE49-F238E27FC236}">
                    <a16:creationId xmlns:a16="http://schemas.microsoft.com/office/drawing/2014/main" id="{B97B18FF-6478-74F2-A6EF-BF08761B5CD9}"/>
                  </a:ext>
                </a:extLst>
              </p:cNvPr>
              <p:cNvSpPr>
                <a:spLocks noChangeArrowheads="1"/>
              </p:cNvSpPr>
              <p:nvPr/>
            </p:nvSpPr>
            <p:spPr bwMode="auto">
              <a:xfrm>
                <a:off x="2110" y="3742"/>
                <a:ext cx="6" cy="1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87" name="Oval 401">
                <a:extLst>
                  <a:ext uri="{FF2B5EF4-FFF2-40B4-BE49-F238E27FC236}">
                    <a16:creationId xmlns:a16="http://schemas.microsoft.com/office/drawing/2014/main" id="{3CBB9B77-4D7C-5F96-2616-E5706C4D69E4}"/>
                  </a:ext>
                </a:extLst>
              </p:cNvPr>
              <p:cNvSpPr>
                <a:spLocks noChangeArrowheads="1"/>
              </p:cNvSpPr>
              <p:nvPr/>
            </p:nvSpPr>
            <p:spPr bwMode="auto">
              <a:xfrm>
                <a:off x="2129" y="3742"/>
                <a:ext cx="1" cy="1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88" name="Oval 402">
                <a:extLst>
                  <a:ext uri="{FF2B5EF4-FFF2-40B4-BE49-F238E27FC236}">
                    <a16:creationId xmlns:a16="http://schemas.microsoft.com/office/drawing/2014/main" id="{969F214C-1E33-45D6-659A-569EED3C2D53}"/>
                  </a:ext>
                </a:extLst>
              </p:cNvPr>
              <p:cNvSpPr>
                <a:spLocks noChangeArrowheads="1"/>
              </p:cNvSpPr>
              <p:nvPr/>
            </p:nvSpPr>
            <p:spPr bwMode="auto">
              <a:xfrm>
                <a:off x="2145" y="3742"/>
                <a:ext cx="4" cy="1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89" name="Oval 403">
                <a:extLst>
                  <a:ext uri="{FF2B5EF4-FFF2-40B4-BE49-F238E27FC236}">
                    <a16:creationId xmlns:a16="http://schemas.microsoft.com/office/drawing/2014/main" id="{2C71E936-E257-ABEF-B848-E862AB147A76}"/>
                  </a:ext>
                </a:extLst>
              </p:cNvPr>
              <p:cNvSpPr>
                <a:spLocks noChangeArrowheads="1"/>
              </p:cNvSpPr>
              <p:nvPr/>
            </p:nvSpPr>
            <p:spPr bwMode="auto">
              <a:xfrm>
                <a:off x="2161" y="3742"/>
                <a:ext cx="4" cy="1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90" name="Oval 404">
                <a:extLst>
                  <a:ext uri="{FF2B5EF4-FFF2-40B4-BE49-F238E27FC236}">
                    <a16:creationId xmlns:a16="http://schemas.microsoft.com/office/drawing/2014/main" id="{8C0EFA7B-5497-6AA5-6465-26A574AED082}"/>
                  </a:ext>
                </a:extLst>
              </p:cNvPr>
              <p:cNvSpPr>
                <a:spLocks noChangeArrowheads="1"/>
              </p:cNvSpPr>
              <p:nvPr/>
            </p:nvSpPr>
            <p:spPr bwMode="auto">
              <a:xfrm>
                <a:off x="2179" y="3742"/>
                <a:ext cx="4" cy="1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91" name="Oval 405">
                <a:extLst>
                  <a:ext uri="{FF2B5EF4-FFF2-40B4-BE49-F238E27FC236}">
                    <a16:creationId xmlns:a16="http://schemas.microsoft.com/office/drawing/2014/main" id="{F2B55A48-A84E-E75F-BF0C-BA84971C4C77}"/>
                  </a:ext>
                </a:extLst>
              </p:cNvPr>
              <p:cNvSpPr>
                <a:spLocks noChangeArrowheads="1"/>
              </p:cNvSpPr>
              <p:nvPr/>
            </p:nvSpPr>
            <p:spPr bwMode="auto">
              <a:xfrm>
                <a:off x="2196" y="3742"/>
                <a:ext cx="4" cy="1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grpSp>
          <p:nvGrpSpPr>
            <p:cNvPr id="43318" name="Group 429">
              <a:extLst>
                <a:ext uri="{FF2B5EF4-FFF2-40B4-BE49-F238E27FC236}">
                  <a16:creationId xmlns:a16="http://schemas.microsoft.com/office/drawing/2014/main" id="{C797D4B3-BBE6-165F-576B-068BDEFCCB3C}"/>
                </a:ext>
              </a:extLst>
            </p:cNvPr>
            <p:cNvGrpSpPr>
              <a:grpSpLocks/>
            </p:cNvGrpSpPr>
            <p:nvPr/>
          </p:nvGrpSpPr>
          <p:grpSpPr bwMode="auto">
            <a:xfrm>
              <a:off x="1842" y="3798"/>
              <a:ext cx="329" cy="4"/>
              <a:chOff x="1842" y="3798"/>
              <a:chExt cx="329" cy="4"/>
            </a:xfrm>
          </p:grpSpPr>
          <p:sp>
            <p:nvSpPr>
              <p:cNvPr id="43348" name="Oval 407">
                <a:extLst>
                  <a:ext uri="{FF2B5EF4-FFF2-40B4-BE49-F238E27FC236}">
                    <a16:creationId xmlns:a16="http://schemas.microsoft.com/office/drawing/2014/main" id="{3E0D4E7E-596E-4D5C-E758-81335501C4F3}"/>
                  </a:ext>
                </a:extLst>
              </p:cNvPr>
              <p:cNvSpPr>
                <a:spLocks noChangeArrowheads="1"/>
              </p:cNvSpPr>
              <p:nvPr/>
            </p:nvSpPr>
            <p:spPr bwMode="auto">
              <a:xfrm>
                <a:off x="1842" y="3798"/>
                <a:ext cx="4"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49" name="Oval 408">
                <a:extLst>
                  <a:ext uri="{FF2B5EF4-FFF2-40B4-BE49-F238E27FC236}">
                    <a16:creationId xmlns:a16="http://schemas.microsoft.com/office/drawing/2014/main" id="{EBD6760A-B0F4-C802-4A08-21FEF6DAB50C}"/>
                  </a:ext>
                </a:extLst>
              </p:cNvPr>
              <p:cNvSpPr>
                <a:spLocks noChangeArrowheads="1"/>
              </p:cNvSpPr>
              <p:nvPr/>
            </p:nvSpPr>
            <p:spPr bwMode="auto">
              <a:xfrm>
                <a:off x="1856" y="3798"/>
                <a:ext cx="5"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50" name="Oval 409">
                <a:extLst>
                  <a:ext uri="{FF2B5EF4-FFF2-40B4-BE49-F238E27FC236}">
                    <a16:creationId xmlns:a16="http://schemas.microsoft.com/office/drawing/2014/main" id="{B0F374E1-DC9E-C65A-A609-D6984AD26E5E}"/>
                  </a:ext>
                </a:extLst>
              </p:cNvPr>
              <p:cNvSpPr>
                <a:spLocks noChangeArrowheads="1"/>
              </p:cNvSpPr>
              <p:nvPr/>
            </p:nvSpPr>
            <p:spPr bwMode="auto">
              <a:xfrm>
                <a:off x="1869" y="3798"/>
                <a:ext cx="4"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51" name="Oval 410">
                <a:extLst>
                  <a:ext uri="{FF2B5EF4-FFF2-40B4-BE49-F238E27FC236}">
                    <a16:creationId xmlns:a16="http://schemas.microsoft.com/office/drawing/2014/main" id="{BA7A60F9-B366-92CF-7241-A154541B7511}"/>
                  </a:ext>
                </a:extLst>
              </p:cNvPr>
              <p:cNvSpPr>
                <a:spLocks noChangeArrowheads="1"/>
              </p:cNvSpPr>
              <p:nvPr/>
            </p:nvSpPr>
            <p:spPr bwMode="auto">
              <a:xfrm>
                <a:off x="1885" y="3798"/>
                <a:ext cx="4"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52" name="Oval 411">
                <a:extLst>
                  <a:ext uri="{FF2B5EF4-FFF2-40B4-BE49-F238E27FC236}">
                    <a16:creationId xmlns:a16="http://schemas.microsoft.com/office/drawing/2014/main" id="{4B22D925-2229-664B-5160-21DF453F577D}"/>
                  </a:ext>
                </a:extLst>
              </p:cNvPr>
              <p:cNvSpPr>
                <a:spLocks noChangeArrowheads="1"/>
              </p:cNvSpPr>
              <p:nvPr/>
            </p:nvSpPr>
            <p:spPr bwMode="auto">
              <a:xfrm>
                <a:off x="1900" y="3798"/>
                <a:ext cx="5"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53" name="Oval 412">
                <a:extLst>
                  <a:ext uri="{FF2B5EF4-FFF2-40B4-BE49-F238E27FC236}">
                    <a16:creationId xmlns:a16="http://schemas.microsoft.com/office/drawing/2014/main" id="{B67B201D-E7F1-3247-D990-0FDEDFF3766C}"/>
                  </a:ext>
                </a:extLst>
              </p:cNvPr>
              <p:cNvSpPr>
                <a:spLocks noChangeArrowheads="1"/>
              </p:cNvSpPr>
              <p:nvPr/>
            </p:nvSpPr>
            <p:spPr bwMode="auto">
              <a:xfrm>
                <a:off x="1915" y="3798"/>
                <a:ext cx="6"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54" name="Oval 413">
                <a:extLst>
                  <a:ext uri="{FF2B5EF4-FFF2-40B4-BE49-F238E27FC236}">
                    <a16:creationId xmlns:a16="http://schemas.microsoft.com/office/drawing/2014/main" id="{E97F5C82-D651-BBE2-1456-B33C3E160B42}"/>
                  </a:ext>
                </a:extLst>
              </p:cNvPr>
              <p:cNvSpPr>
                <a:spLocks noChangeArrowheads="1"/>
              </p:cNvSpPr>
              <p:nvPr/>
            </p:nvSpPr>
            <p:spPr bwMode="auto">
              <a:xfrm>
                <a:off x="1933" y="3798"/>
                <a:ext cx="4"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55" name="Oval 414">
                <a:extLst>
                  <a:ext uri="{FF2B5EF4-FFF2-40B4-BE49-F238E27FC236}">
                    <a16:creationId xmlns:a16="http://schemas.microsoft.com/office/drawing/2014/main" id="{C3FA29E1-77D6-3A4F-B17A-43002327A500}"/>
                  </a:ext>
                </a:extLst>
              </p:cNvPr>
              <p:cNvSpPr>
                <a:spLocks noChangeArrowheads="1"/>
              </p:cNvSpPr>
              <p:nvPr/>
            </p:nvSpPr>
            <p:spPr bwMode="auto">
              <a:xfrm>
                <a:off x="1947" y="3798"/>
                <a:ext cx="5"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56" name="Oval 415">
                <a:extLst>
                  <a:ext uri="{FF2B5EF4-FFF2-40B4-BE49-F238E27FC236}">
                    <a16:creationId xmlns:a16="http://schemas.microsoft.com/office/drawing/2014/main" id="{3673B902-9F04-BEFC-901B-9E0487110ABD}"/>
                  </a:ext>
                </a:extLst>
              </p:cNvPr>
              <p:cNvSpPr>
                <a:spLocks noChangeArrowheads="1"/>
              </p:cNvSpPr>
              <p:nvPr/>
            </p:nvSpPr>
            <p:spPr bwMode="auto">
              <a:xfrm>
                <a:off x="1963" y="3798"/>
                <a:ext cx="5"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57" name="Oval 416">
                <a:extLst>
                  <a:ext uri="{FF2B5EF4-FFF2-40B4-BE49-F238E27FC236}">
                    <a16:creationId xmlns:a16="http://schemas.microsoft.com/office/drawing/2014/main" id="{DFCAC0C5-058A-F66F-CA77-4E62D70AEBD8}"/>
                  </a:ext>
                </a:extLst>
              </p:cNvPr>
              <p:cNvSpPr>
                <a:spLocks noChangeArrowheads="1"/>
              </p:cNvSpPr>
              <p:nvPr/>
            </p:nvSpPr>
            <p:spPr bwMode="auto">
              <a:xfrm>
                <a:off x="1980" y="3798"/>
                <a:ext cx="3"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58" name="Oval 417">
                <a:extLst>
                  <a:ext uri="{FF2B5EF4-FFF2-40B4-BE49-F238E27FC236}">
                    <a16:creationId xmlns:a16="http://schemas.microsoft.com/office/drawing/2014/main" id="{5285B18C-0C02-64CF-8A44-C406639C9A8B}"/>
                  </a:ext>
                </a:extLst>
              </p:cNvPr>
              <p:cNvSpPr>
                <a:spLocks noChangeArrowheads="1"/>
              </p:cNvSpPr>
              <p:nvPr/>
            </p:nvSpPr>
            <p:spPr bwMode="auto">
              <a:xfrm>
                <a:off x="1994" y="3798"/>
                <a:ext cx="6"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59" name="Oval 418">
                <a:extLst>
                  <a:ext uri="{FF2B5EF4-FFF2-40B4-BE49-F238E27FC236}">
                    <a16:creationId xmlns:a16="http://schemas.microsoft.com/office/drawing/2014/main" id="{2D720983-5D64-0ACD-287D-6C14C6F94815}"/>
                  </a:ext>
                </a:extLst>
              </p:cNvPr>
              <p:cNvSpPr>
                <a:spLocks noChangeArrowheads="1"/>
              </p:cNvSpPr>
              <p:nvPr/>
            </p:nvSpPr>
            <p:spPr bwMode="auto">
              <a:xfrm>
                <a:off x="2011" y="3798"/>
                <a:ext cx="5"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60" name="Oval 419">
                <a:extLst>
                  <a:ext uri="{FF2B5EF4-FFF2-40B4-BE49-F238E27FC236}">
                    <a16:creationId xmlns:a16="http://schemas.microsoft.com/office/drawing/2014/main" id="{8126CC4E-C4C3-1D6B-601F-5B27B647DB8D}"/>
                  </a:ext>
                </a:extLst>
              </p:cNvPr>
              <p:cNvSpPr>
                <a:spLocks noChangeArrowheads="1"/>
              </p:cNvSpPr>
              <p:nvPr/>
            </p:nvSpPr>
            <p:spPr bwMode="auto">
              <a:xfrm>
                <a:off x="2026" y="3798"/>
                <a:ext cx="4"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61" name="Oval 420">
                <a:extLst>
                  <a:ext uri="{FF2B5EF4-FFF2-40B4-BE49-F238E27FC236}">
                    <a16:creationId xmlns:a16="http://schemas.microsoft.com/office/drawing/2014/main" id="{EF0BFD77-D49F-4C00-05ED-5184666CD8F6}"/>
                  </a:ext>
                </a:extLst>
              </p:cNvPr>
              <p:cNvSpPr>
                <a:spLocks noChangeArrowheads="1"/>
              </p:cNvSpPr>
              <p:nvPr/>
            </p:nvSpPr>
            <p:spPr bwMode="auto">
              <a:xfrm>
                <a:off x="2041" y="3798"/>
                <a:ext cx="6"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62" name="Oval 421">
                <a:extLst>
                  <a:ext uri="{FF2B5EF4-FFF2-40B4-BE49-F238E27FC236}">
                    <a16:creationId xmlns:a16="http://schemas.microsoft.com/office/drawing/2014/main" id="{0A8B5D9F-26AB-C52B-CC40-E373048DD1FE}"/>
                  </a:ext>
                </a:extLst>
              </p:cNvPr>
              <p:cNvSpPr>
                <a:spLocks noChangeArrowheads="1"/>
              </p:cNvSpPr>
              <p:nvPr/>
            </p:nvSpPr>
            <p:spPr bwMode="auto">
              <a:xfrm>
                <a:off x="2058" y="3798"/>
                <a:ext cx="5"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63" name="Oval 422">
                <a:extLst>
                  <a:ext uri="{FF2B5EF4-FFF2-40B4-BE49-F238E27FC236}">
                    <a16:creationId xmlns:a16="http://schemas.microsoft.com/office/drawing/2014/main" id="{7F77C752-7994-2204-40DA-7C0B98A3B1DB}"/>
                  </a:ext>
                </a:extLst>
              </p:cNvPr>
              <p:cNvSpPr>
                <a:spLocks noChangeArrowheads="1"/>
              </p:cNvSpPr>
              <p:nvPr/>
            </p:nvSpPr>
            <p:spPr bwMode="auto">
              <a:xfrm>
                <a:off x="2073" y="3798"/>
                <a:ext cx="3"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64" name="Oval 423">
                <a:extLst>
                  <a:ext uri="{FF2B5EF4-FFF2-40B4-BE49-F238E27FC236}">
                    <a16:creationId xmlns:a16="http://schemas.microsoft.com/office/drawing/2014/main" id="{7DB394E1-8C9E-4B11-9BD9-E1DF940DEA9D}"/>
                  </a:ext>
                </a:extLst>
              </p:cNvPr>
              <p:cNvSpPr>
                <a:spLocks noChangeArrowheads="1"/>
              </p:cNvSpPr>
              <p:nvPr/>
            </p:nvSpPr>
            <p:spPr bwMode="auto">
              <a:xfrm>
                <a:off x="2089" y="3798"/>
                <a:ext cx="4"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65" name="Oval 424">
                <a:extLst>
                  <a:ext uri="{FF2B5EF4-FFF2-40B4-BE49-F238E27FC236}">
                    <a16:creationId xmlns:a16="http://schemas.microsoft.com/office/drawing/2014/main" id="{2B3ABF37-D5C0-1929-0843-24DB600B8332}"/>
                  </a:ext>
                </a:extLst>
              </p:cNvPr>
              <p:cNvSpPr>
                <a:spLocks noChangeArrowheads="1"/>
              </p:cNvSpPr>
              <p:nvPr/>
            </p:nvSpPr>
            <p:spPr bwMode="auto">
              <a:xfrm>
                <a:off x="2104" y="3798"/>
                <a:ext cx="5"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66" name="Oval 425">
                <a:extLst>
                  <a:ext uri="{FF2B5EF4-FFF2-40B4-BE49-F238E27FC236}">
                    <a16:creationId xmlns:a16="http://schemas.microsoft.com/office/drawing/2014/main" id="{9B614A7A-D2D4-9786-2814-FA8502121A52}"/>
                  </a:ext>
                </a:extLst>
              </p:cNvPr>
              <p:cNvSpPr>
                <a:spLocks noChangeArrowheads="1"/>
              </p:cNvSpPr>
              <p:nvPr/>
            </p:nvSpPr>
            <p:spPr bwMode="auto">
              <a:xfrm>
                <a:off x="2120" y="3798"/>
                <a:ext cx="5"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67" name="Oval 426">
                <a:extLst>
                  <a:ext uri="{FF2B5EF4-FFF2-40B4-BE49-F238E27FC236}">
                    <a16:creationId xmlns:a16="http://schemas.microsoft.com/office/drawing/2014/main" id="{F364CE29-C424-DD8A-4886-7A9F110F2FA8}"/>
                  </a:ext>
                </a:extLst>
              </p:cNvPr>
              <p:cNvSpPr>
                <a:spLocks noChangeArrowheads="1"/>
              </p:cNvSpPr>
              <p:nvPr/>
            </p:nvSpPr>
            <p:spPr bwMode="auto">
              <a:xfrm>
                <a:off x="2136" y="3798"/>
                <a:ext cx="5"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68" name="Oval 427">
                <a:extLst>
                  <a:ext uri="{FF2B5EF4-FFF2-40B4-BE49-F238E27FC236}">
                    <a16:creationId xmlns:a16="http://schemas.microsoft.com/office/drawing/2014/main" id="{731519FB-EE3F-A9F1-1040-40086B81FE94}"/>
                  </a:ext>
                </a:extLst>
              </p:cNvPr>
              <p:cNvSpPr>
                <a:spLocks noChangeArrowheads="1"/>
              </p:cNvSpPr>
              <p:nvPr/>
            </p:nvSpPr>
            <p:spPr bwMode="auto">
              <a:xfrm>
                <a:off x="2151" y="3798"/>
                <a:ext cx="6"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69" name="Oval 428">
                <a:extLst>
                  <a:ext uri="{FF2B5EF4-FFF2-40B4-BE49-F238E27FC236}">
                    <a16:creationId xmlns:a16="http://schemas.microsoft.com/office/drawing/2014/main" id="{7D2E7047-DA92-07C5-548D-D6A199DD4B06}"/>
                  </a:ext>
                </a:extLst>
              </p:cNvPr>
              <p:cNvSpPr>
                <a:spLocks noChangeArrowheads="1"/>
              </p:cNvSpPr>
              <p:nvPr/>
            </p:nvSpPr>
            <p:spPr bwMode="auto">
              <a:xfrm>
                <a:off x="2167" y="3798"/>
                <a:ext cx="4"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grpSp>
          <p:nvGrpSpPr>
            <p:cNvPr id="43319" name="Group 452">
              <a:extLst>
                <a:ext uri="{FF2B5EF4-FFF2-40B4-BE49-F238E27FC236}">
                  <a16:creationId xmlns:a16="http://schemas.microsoft.com/office/drawing/2014/main" id="{4FF2EA83-D1AF-3629-C2DA-9F69FBF26F84}"/>
                </a:ext>
              </a:extLst>
            </p:cNvPr>
            <p:cNvGrpSpPr>
              <a:grpSpLocks/>
            </p:cNvGrpSpPr>
            <p:nvPr/>
          </p:nvGrpSpPr>
          <p:grpSpPr bwMode="auto">
            <a:xfrm>
              <a:off x="1842" y="3837"/>
              <a:ext cx="331" cy="5"/>
              <a:chOff x="1842" y="3837"/>
              <a:chExt cx="331" cy="5"/>
            </a:xfrm>
          </p:grpSpPr>
          <p:sp>
            <p:nvSpPr>
              <p:cNvPr id="43326" name="Oval 430">
                <a:extLst>
                  <a:ext uri="{FF2B5EF4-FFF2-40B4-BE49-F238E27FC236}">
                    <a16:creationId xmlns:a16="http://schemas.microsoft.com/office/drawing/2014/main" id="{666AD553-9DEB-91C7-4EBB-2AF3A6E2522B}"/>
                  </a:ext>
                </a:extLst>
              </p:cNvPr>
              <p:cNvSpPr>
                <a:spLocks noChangeArrowheads="1"/>
              </p:cNvSpPr>
              <p:nvPr/>
            </p:nvSpPr>
            <p:spPr bwMode="auto">
              <a:xfrm>
                <a:off x="1842" y="3837"/>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27" name="Oval 431">
                <a:extLst>
                  <a:ext uri="{FF2B5EF4-FFF2-40B4-BE49-F238E27FC236}">
                    <a16:creationId xmlns:a16="http://schemas.microsoft.com/office/drawing/2014/main" id="{0AC86451-B983-E840-02D5-209F8E5BD0A5}"/>
                  </a:ext>
                </a:extLst>
              </p:cNvPr>
              <p:cNvSpPr>
                <a:spLocks noChangeArrowheads="1"/>
              </p:cNvSpPr>
              <p:nvPr/>
            </p:nvSpPr>
            <p:spPr bwMode="auto">
              <a:xfrm>
                <a:off x="1859" y="3837"/>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28" name="Oval 432">
                <a:extLst>
                  <a:ext uri="{FF2B5EF4-FFF2-40B4-BE49-F238E27FC236}">
                    <a16:creationId xmlns:a16="http://schemas.microsoft.com/office/drawing/2014/main" id="{621C88D8-FBC6-82BD-9771-08534B7E737A}"/>
                  </a:ext>
                </a:extLst>
              </p:cNvPr>
              <p:cNvSpPr>
                <a:spLocks noChangeArrowheads="1"/>
              </p:cNvSpPr>
              <p:nvPr/>
            </p:nvSpPr>
            <p:spPr bwMode="auto">
              <a:xfrm>
                <a:off x="1871" y="3837"/>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29" name="Oval 433">
                <a:extLst>
                  <a:ext uri="{FF2B5EF4-FFF2-40B4-BE49-F238E27FC236}">
                    <a16:creationId xmlns:a16="http://schemas.microsoft.com/office/drawing/2014/main" id="{5833560A-1512-E6E1-B65C-EFBD9ACDC4ED}"/>
                  </a:ext>
                </a:extLst>
              </p:cNvPr>
              <p:cNvSpPr>
                <a:spLocks noChangeArrowheads="1"/>
              </p:cNvSpPr>
              <p:nvPr/>
            </p:nvSpPr>
            <p:spPr bwMode="auto">
              <a:xfrm>
                <a:off x="1886" y="3837"/>
                <a:ext cx="4"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30" name="Oval 434">
                <a:extLst>
                  <a:ext uri="{FF2B5EF4-FFF2-40B4-BE49-F238E27FC236}">
                    <a16:creationId xmlns:a16="http://schemas.microsoft.com/office/drawing/2014/main" id="{CAAF9D40-B4C7-7C0B-1F14-0CA353DA2C12}"/>
                  </a:ext>
                </a:extLst>
              </p:cNvPr>
              <p:cNvSpPr>
                <a:spLocks noChangeArrowheads="1"/>
              </p:cNvSpPr>
              <p:nvPr/>
            </p:nvSpPr>
            <p:spPr bwMode="auto">
              <a:xfrm>
                <a:off x="1902" y="3837"/>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31" name="Oval 435">
                <a:extLst>
                  <a:ext uri="{FF2B5EF4-FFF2-40B4-BE49-F238E27FC236}">
                    <a16:creationId xmlns:a16="http://schemas.microsoft.com/office/drawing/2014/main" id="{D33ADF42-0A7E-8286-AAF9-47BACE321E17}"/>
                  </a:ext>
                </a:extLst>
              </p:cNvPr>
              <p:cNvSpPr>
                <a:spLocks noChangeArrowheads="1"/>
              </p:cNvSpPr>
              <p:nvPr/>
            </p:nvSpPr>
            <p:spPr bwMode="auto">
              <a:xfrm>
                <a:off x="1918" y="3837"/>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32" name="Oval 436">
                <a:extLst>
                  <a:ext uri="{FF2B5EF4-FFF2-40B4-BE49-F238E27FC236}">
                    <a16:creationId xmlns:a16="http://schemas.microsoft.com/office/drawing/2014/main" id="{DA5B612C-5F4B-BD67-4941-0C2CC10F6F58}"/>
                  </a:ext>
                </a:extLst>
              </p:cNvPr>
              <p:cNvSpPr>
                <a:spLocks noChangeArrowheads="1"/>
              </p:cNvSpPr>
              <p:nvPr/>
            </p:nvSpPr>
            <p:spPr bwMode="auto">
              <a:xfrm>
                <a:off x="1933" y="3837"/>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33" name="Oval 437">
                <a:extLst>
                  <a:ext uri="{FF2B5EF4-FFF2-40B4-BE49-F238E27FC236}">
                    <a16:creationId xmlns:a16="http://schemas.microsoft.com/office/drawing/2014/main" id="{F6A0904F-8006-642E-1A17-F84DB76FCDF1}"/>
                  </a:ext>
                </a:extLst>
              </p:cNvPr>
              <p:cNvSpPr>
                <a:spLocks noChangeArrowheads="1"/>
              </p:cNvSpPr>
              <p:nvPr/>
            </p:nvSpPr>
            <p:spPr bwMode="auto">
              <a:xfrm>
                <a:off x="1949" y="3837"/>
                <a:ext cx="6"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34" name="Oval 438">
                <a:extLst>
                  <a:ext uri="{FF2B5EF4-FFF2-40B4-BE49-F238E27FC236}">
                    <a16:creationId xmlns:a16="http://schemas.microsoft.com/office/drawing/2014/main" id="{C91E0D8A-5853-A5A4-031D-255E03194779}"/>
                  </a:ext>
                </a:extLst>
              </p:cNvPr>
              <p:cNvSpPr>
                <a:spLocks noChangeArrowheads="1"/>
              </p:cNvSpPr>
              <p:nvPr/>
            </p:nvSpPr>
            <p:spPr bwMode="auto">
              <a:xfrm>
                <a:off x="1965" y="3837"/>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35" name="Oval 439">
                <a:extLst>
                  <a:ext uri="{FF2B5EF4-FFF2-40B4-BE49-F238E27FC236}">
                    <a16:creationId xmlns:a16="http://schemas.microsoft.com/office/drawing/2014/main" id="{37F9E216-9EED-E700-8B3F-AB392E4D4E18}"/>
                  </a:ext>
                </a:extLst>
              </p:cNvPr>
              <p:cNvSpPr>
                <a:spLocks noChangeArrowheads="1"/>
              </p:cNvSpPr>
              <p:nvPr/>
            </p:nvSpPr>
            <p:spPr bwMode="auto">
              <a:xfrm>
                <a:off x="1981" y="3837"/>
                <a:ext cx="3"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36" name="Oval 440">
                <a:extLst>
                  <a:ext uri="{FF2B5EF4-FFF2-40B4-BE49-F238E27FC236}">
                    <a16:creationId xmlns:a16="http://schemas.microsoft.com/office/drawing/2014/main" id="{8A48BB44-7DF9-6A96-09C2-172D81F5F9CC}"/>
                  </a:ext>
                </a:extLst>
              </p:cNvPr>
              <p:cNvSpPr>
                <a:spLocks noChangeArrowheads="1"/>
              </p:cNvSpPr>
              <p:nvPr/>
            </p:nvSpPr>
            <p:spPr bwMode="auto">
              <a:xfrm>
                <a:off x="1996" y="3837"/>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37" name="Oval 441">
                <a:extLst>
                  <a:ext uri="{FF2B5EF4-FFF2-40B4-BE49-F238E27FC236}">
                    <a16:creationId xmlns:a16="http://schemas.microsoft.com/office/drawing/2014/main" id="{1D77D2FE-E34E-D845-FA80-D163C9496349}"/>
                  </a:ext>
                </a:extLst>
              </p:cNvPr>
              <p:cNvSpPr>
                <a:spLocks noChangeArrowheads="1"/>
              </p:cNvSpPr>
              <p:nvPr/>
            </p:nvSpPr>
            <p:spPr bwMode="auto">
              <a:xfrm>
                <a:off x="2011" y="3837"/>
                <a:ext cx="6"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38" name="Oval 442">
                <a:extLst>
                  <a:ext uri="{FF2B5EF4-FFF2-40B4-BE49-F238E27FC236}">
                    <a16:creationId xmlns:a16="http://schemas.microsoft.com/office/drawing/2014/main" id="{7D1186A2-5FFE-F0C6-E006-EE65C251D11D}"/>
                  </a:ext>
                </a:extLst>
              </p:cNvPr>
              <p:cNvSpPr>
                <a:spLocks noChangeArrowheads="1"/>
              </p:cNvSpPr>
              <p:nvPr/>
            </p:nvSpPr>
            <p:spPr bwMode="auto">
              <a:xfrm>
                <a:off x="2028" y="3837"/>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39" name="Oval 443">
                <a:extLst>
                  <a:ext uri="{FF2B5EF4-FFF2-40B4-BE49-F238E27FC236}">
                    <a16:creationId xmlns:a16="http://schemas.microsoft.com/office/drawing/2014/main" id="{02ACCAB2-8905-3435-436C-D4A280A2C999}"/>
                  </a:ext>
                </a:extLst>
              </p:cNvPr>
              <p:cNvSpPr>
                <a:spLocks noChangeArrowheads="1"/>
              </p:cNvSpPr>
              <p:nvPr/>
            </p:nvSpPr>
            <p:spPr bwMode="auto">
              <a:xfrm>
                <a:off x="2043" y="3837"/>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40" name="Oval 444">
                <a:extLst>
                  <a:ext uri="{FF2B5EF4-FFF2-40B4-BE49-F238E27FC236}">
                    <a16:creationId xmlns:a16="http://schemas.microsoft.com/office/drawing/2014/main" id="{F79A8FD0-BEFF-E148-271D-EE4C2B811D5C}"/>
                  </a:ext>
                </a:extLst>
              </p:cNvPr>
              <p:cNvSpPr>
                <a:spLocks noChangeArrowheads="1"/>
              </p:cNvSpPr>
              <p:nvPr/>
            </p:nvSpPr>
            <p:spPr bwMode="auto">
              <a:xfrm>
                <a:off x="2058" y="3837"/>
                <a:ext cx="6"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41" name="Oval 445">
                <a:extLst>
                  <a:ext uri="{FF2B5EF4-FFF2-40B4-BE49-F238E27FC236}">
                    <a16:creationId xmlns:a16="http://schemas.microsoft.com/office/drawing/2014/main" id="{84B9F4DE-B990-DB7A-C477-8FBAFE95F14A}"/>
                  </a:ext>
                </a:extLst>
              </p:cNvPr>
              <p:cNvSpPr>
                <a:spLocks noChangeArrowheads="1"/>
              </p:cNvSpPr>
              <p:nvPr/>
            </p:nvSpPr>
            <p:spPr bwMode="auto">
              <a:xfrm>
                <a:off x="2075" y="3837"/>
                <a:ext cx="3"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42" name="Oval 446">
                <a:extLst>
                  <a:ext uri="{FF2B5EF4-FFF2-40B4-BE49-F238E27FC236}">
                    <a16:creationId xmlns:a16="http://schemas.microsoft.com/office/drawing/2014/main" id="{29BBF04E-E1FE-539B-D85E-C9534EED6F47}"/>
                  </a:ext>
                </a:extLst>
              </p:cNvPr>
              <p:cNvSpPr>
                <a:spLocks noChangeArrowheads="1"/>
              </p:cNvSpPr>
              <p:nvPr/>
            </p:nvSpPr>
            <p:spPr bwMode="auto">
              <a:xfrm>
                <a:off x="2089" y="3837"/>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43" name="Oval 447">
                <a:extLst>
                  <a:ext uri="{FF2B5EF4-FFF2-40B4-BE49-F238E27FC236}">
                    <a16:creationId xmlns:a16="http://schemas.microsoft.com/office/drawing/2014/main" id="{681FC601-3F5E-6FFD-A536-084774EE1DFE}"/>
                  </a:ext>
                </a:extLst>
              </p:cNvPr>
              <p:cNvSpPr>
                <a:spLocks noChangeArrowheads="1"/>
              </p:cNvSpPr>
              <p:nvPr/>
            </p:nvSpPr>
            <p:spPr bwMode="auto">
              <a:xfrm>
                <a:off x="2106" y="3837"/>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44" name="Oval 448">
                <a:extLst>
                  <a:ext uri="{FF2B5EF4-FFF2-40B4-BE49-F238E27FC236}">
                    <a16:creationId xmlns:a16="http://schemas.microsoft.com/office/drawing/2014/main" id="{C874D413-5564-9DE6-4C5E-68DC81E2A7E8}"/>
                  </a:ext>
                </a:extLst>
              </p:cNvPr>
              <p:cNvSpPr>
                <a:spLocks noChangeArrowheads="1"/>
              </p:cNvSpPr>
              <p:nvPr/>
            </p:nvSpPr>
            <p:spPr bwMode="auto">
              <a:xfrm>
                <a:off x="2122" y="3837"/>
                <a:ext cx="4"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45" name="Oval 449">
                <a:extLst>
                  <a:ext uri="{FF2B5EF4-FFF2-40B4-BE49-F238E27FC236}">
                    <a16:creationId xmlns:a16="http://schemas.microsoft.com/office/drawing/2014/main" id="{6D00AC4E-907D-0DA3-1F4B-A81344A61E8E}"/>
                  </a:ext>
                </a:extLst>
              </p:cNvPr>
              <p:cNvSpPr>
                <a:spLocks noChangeArrowheads="1"/>
              </p:cNvSpPr>
              <p:nvPr/>
            </p:nvSpPr>
            <p:spPr bwMode="auto">
              <a:xfrm>
                <a:off x="2137" y="3837"/>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46" name="Oval 450">
                <a:extLst>
                  <a:ext uri="{FF2B5EF4-FFF2-40B4-BE49-F238E27FC236}">
                    <a16:creationId xmlns:a16="http://schemas.microsoft.com/office/drawing/2014/main" id="{60385FD7-826F-C0C0-0895-63ED92BA0E51}"/>
                  </a:ext>
                </a:extLst>
              </p:cNvPr>
              <p:cNvSpPr>
                <a:spLocks noChangeArrowheads="1"/>
              </p:cNvSpPr>
              <p:nvPr/>
            </p:nvSpPr>
            <p:spPr bwMode="auto">
              <a:xfrm>
                <a:off x="2155" y="3837"/>
                <a:ext cx="2"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47" name="Oval 451">
                <a:extLst>
                  <a:ext uri="{FF2B5EF4-FFF2-40B4-BE49-F238E27FC236}">
                    <a16:creationId xmlns:a16="http://schemas.microsoft.com/office/drawing/2014/main" id="{006CDC31-52BF-E222-1094-1B246D59F584}"/>
                  </a:ext>
                </a:extLst>
              </p:cNvPr>
              <p:cNvSpPr>
                <a:spLocks noChangeArrowheads="1"/>
              </p:cNvSpPr>
              <p:nvPr/>
            </p:nvSpPr>
            <p:spPr bwMode="auto">
              <a:xfrm>
                <a:off x="2168" y="3837"/>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sp>
          <p:nvSpPr>
            <p:cNvPr id="43320" name="AutoShape 453">
              <a:extLst>
                <a:ext uri="{FF2B5EF4-FFF2-40B4-BE49-F238E27FC236}">
                  <a16:creationId xmlns:a16="http://schemas.microsoft.com/office/drawing/2014/main" id="{437033D9-6FA7-38B9-0FC5-94DCCE85FA1E}"/>
                </a:ext>
              </a:extLst>
            </p:cNvPr>
            <p:cNvSpPr>
              <a:spLocks noChangeArrowheads="1"/>
            </p:cNvSpPr>
            <p:nvPr/>
          </p:nvSpPr>
          <p:spPr bwMode="auto">
            <a:xfrm>
              <a:off x="2252" y="3661"/>
              <a:ext cx="67" cy="179"/>
            </a:xfrm>
            <a:prstGeom prst="cube">
              <a:avLst>
                <a:gd name="adj" fmla="val 24986"/>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21" name="AutoShape 454">
              <a:extLst>
                <a:ext uri="{FF2B5EF4-FFF2-40B4-BE49-F238E27FC236}">
                  <a16:creationId xmlns:a16="http://schemas.microsoft.com/office/drawing/2014/main" id="{BC16C686-B42F-5158-D7D0-0724857C7DCA}"/>
                </a:ext>
              </a:extLst>
            </p:cNvPr>
            <p:cNvSpPr>
              <a:spLocks noChangeArrowheads="1"/>
            </p:cNvSpPr>
            <p:nvPr/>
          </p:nvSpPr>
          <p:spPr bwMode="auto">
            <a:xfrm>
              <a:off x="2266" y="3787"/>
              <a:ext cx="17" cy="36"/>
            </a:xfrm>
            <a:prstGeom prst="octagon">
              <a:avLst>
                <a:gd name="adj" fmla="val 29278"/>
              </a:avLst>
            </a:prstGeom>
            <a:solidFill>
              <a:schemeClr val="bg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22" name="Rectangle 455">
              <a:extLst>
                <a:ext uri="{FF2B5EF4-FFF2-40B4-BE49-F238E27FC236}">
                  <a16:creationId xmlns:a16="http://schemas.microsoft.com/office/drawing/2014/main" id="{DACFF58A-2FFF-E47E-5AEB-9B850901830E}"/>
                </a:ext>
              </a:extLst>
            </p:cNvPr>
            <p:cNvSpPr>
              <a:spLocks noChangeArrowheads="1"/>
            </p:cNvSpPr>
            <p:nvPr/>
          </p:nvSpPr>
          <p:spPr bwMode="auto">
            <a:xfrm>
              <a:off x="2265" y="3718"/>
              <a:ext cx="22" cy="15"/>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23" name="Rectangle 456">
              <a:extLst>
                <a:ext uri="{FF2B5EF4-FFF2-40B4-BE49-F238E27FC236}">
                  <a16:creationId xmlns:a16="http://schemas.microsoft.com/office/drawing/2014/main" id="{F3C05B68-9354-592C-1975-3897C8D106E1}"/>
                </a:ext>
              </a:extLst>
            </p:cNvPr>
            <p:cNvSpPr>
              <a:spLocks noChangeArrowheads="1"/>
            </p:cNvSpPr>
            <p:nvPr/>
          </p:nvSpPr>
          <p:spPr bwMode="auto">
            <a:xfrm>
              <a:off x="2265" y="3686"/>
              <a:ext cx="23" cy="15"/>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324" name="Line 457">
              <a:extLst>
                <a:ext uri="{FF2B5EF4-FFF2-40B4-BE49-F238E27FC236}">
                  <a16:creationId xmlns:a16="http://schemas.microsoft.com/office/drawing/2014/main" id="{272EA851-9282-A0C9-3801-759757AE72A4}"/>
                </a:ext>
              </a:extLst>
            </p:cNvPr>
            <p:cNvSpPr>
              <a:spLocks noChangeShapeType="1"/>
            </p:cNvSpPr>
            <p:nvPr/>
          </p:nvSpPr>
          <p:spPr bwMode="auto">
            <a:xfrm>
              <a:off x="1736" y="3717"/>
              <a:ext cx="7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325" name="Line 458">
              <a:extLst>
                <a:ext uri="{FF2B5EF4-FFF2-40B4-BE49-F238E27FC236}">
                  <a16:creationId xmlns:a16="http://schemas.microsoft.com/office/drawing/2014/main" id="{C96C08AF-8829-ACCF-5FA5-F03BE7E81E66}"/>
                </a:ext>
              </a:extLst>
            </p:cNvPr>
            <p:cNvSpPr>
              <a:spLocks noChangeShapeType="1"/>
            </p:cNvSpPr>
            <p:nvPr/>
          </p:nvSpPr>
          <p:spPr bwMode="auto">
            <a:xfrm>
              <a:off x="1736" y="3769"/>
              <a:ext cx="7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3034" name="Line 460">
            <a:extLst>
              <a:ext uri="{FF2B5EF4-FFF2-40B4-BE49-F238E27FC236}">
                <a16:creationId xmlns:a16="http://schemas.microsoft.com/office/drawing/2014/main" id="{F7EFAB7F-5E49-F50D-7D96-D4AB00B97289}"/>
              </a:ext>
            </a:extLst>
          </p:cNvPr>
          <p:cNvSpPr>
            <a:spLocks noChangeShapeType="1"/>
          </p:cNvSpPr>
          <p:nvPr/>
        </p:nvSpPr>
        <p:spPr bwMode="auto">
          <a:xfrm flipV="1">
            <a:off x="6634163" y="5145088"/>
            <a:ext cx="0" cy="611187"/>
          </a:xfrm>
          <a:prstGeom prst="line">
            <a:avLst/>
          </a:prstGeom>
          <a:noFill/>
          <a:ln w="76200">
            <a:solidFill>
              <a:srgbClr val="114FFB"/>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35" name="Line 461">
            <a:extLst>
              <a:ext uri="{FF2B5EF4-FFF2-40B4-BE49-F238E27FC236}">
                <a16:creationId xmlns:a16="http://schemas.microsoft.com/office/drawing/2014/main" id="{3731ACD6-95C4-8D88-6457-74D4C030D04C}"/>
              </a:ext>
            </a:extLst>
          </p:cNvPr>
          <p:cNvSpPr>
            <a:spLocks noChangeShapeType="1"/>
          </p:cNvSpPr>
          <p:nvPr/>
        </p:nvSpPr>
        <p:spPr bwMode="auto">
          <a:xfrm>
            <a:off x="2232025" y="1951038"/>
            <a:ext cx="4772025" cy="0"/>
          </a:xfrm>
          <a:prstGeom prst="line">
            <a:avLst/>
          </a:prstGeom>
          <a:noFill/>
          <a:ln w="127000">
            <a:solidFill>
              <a:srgbClr val="EF91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36" name="Line 462">
            <a:extLst>
              <a:ext uri="{FF2B5EF4-FFF2-40B4-BE49-F238E27FC236}">
                <a16:creationId xmlns:a16="http://schemas.microsoft.com/office/drawing/2014/main" id="{9BFDD821-E633-2F3A-DCA6-57F81DB98283}"/>
              </a:ext>
            </a:extLst>
          </p:cNvPr>
          <p:cNvSpPr>
            <a:spLocks noChangeShapeType="1"/>
          </p:cNvSpPr>
          <p:nvPr/>
        </p:nvSpPr>
        <p:spPr bwMode="auto">
          <a:xfrm>
            <a:off x="1436688" y="5126038"/>
            <a:ext cx="4411662" cy="0"/>
          </a:xfrm>
          <a:prstGeom prst="line">
            <a:avLst/>
          </a:prstGeom>
          <a:noFill/>
          <a:ln w="1270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37" name="AutoShape 463">
            <a:extLst>
              <a:ext uri="{FF2B5EF4-FFF2-40B4-BE49-F238E27FC236}">
                <a16:creationId xmlns:a16="http://schemas.microsoft.com/office/drawing/2014/main" id="{8216C083-FAAE-8C3B-53E6-A0190076EB07}"/>
              </a:ext>
            </a:extLst>
          </p:cNvPr>
          <p:cNvSpPr>
            <a:spLocks noChangeArrowheads="1"/>
          </p:cNvSpPr>
          <p:nvPr/>
        </p:nvSpPr>
        <p:spPr bwMode="auto">
          <a:xfrm rot="-5400000">
            <a:off x="1767682" y="1712118"/>
            <a:ext cx="444500" cy="481013"/>
          </a:xfrm>
          <a:prstGeom prst="triangle">
            <a:avLst>
              <a:gd name="adj" fmla="val 49986"/>
            </a:avLst>
          </a:prstGeom>
          <a:solidFill>
            <a:srgbClr val="EF91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038" name="AutoShape 464">
            <a:extLst>
              <a:ext uri="{FF2B5EF4-FFF2-40B4-BE49-F238E27FC236}">
                <a16:creationId xmlns:a16="http://schemas.microsoft.com/office/drawing/2014/main" id="{35645A78-C84A-EDEE-A5CB-6E2075A87277}"/>
              </a:ext>
            </a:extLst>
          </p:cNvPr>
          <p:cNvSpPr>
            <a:spLocks noChangeArrowheads="1"/>
          </p:cNvSpPr>
          <p:nvPr/>
        </p:nvSpPr>
        <p:spPr bwMode="auto">
          <a:xfrm rot="5400000">
            <a:off x="7097713" y="1712912"/>
            <a:ext cx="444500" cy="479425"/>
          </a:xfrm>
          <a:prstGeom prst="triangle">
            <a:avLst>
              <a:gd name="adj" fmla="val 49986"/>
            </a:avLst>
          </a:prstGeom>
          <a:solidFill>
            <a:srgbClr val="EF91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039" name="Line 465">
            <a:extLst>
              <a:ext uri="{FF2B5EF4-FFF2-40B4-BE49-F238E27FC236}">
                <a16:creationId xmlns:a16="http://schemas.microsoft.com/office/drawing/2014/main" id="{D8A3B067-53ED-0918-CF39-6E30DA15C2D2}"/>
              </a:ext>
            </a:extLst>
          </p:cNvPr>
          <p:cNvSpPr>
            <a:spLocks noChangeShapeType="1"/>
          </p:cNvSpPr>
          <p:nvPr/>
        </p:nvSpPr>
        <p:spPr bwMode="auto">
          <a:xfrm>
            <a:off x="2232025" y="2001838"/>
            <a:ext cx="4772025" cy="0"/>
          </a:xfrm>
          <a:prstGeom prst="line">
            <a:avLst/>
          </a:prstGeom>
          <a:noFill/>
          <a:ln w="127000">
            <a:solidFill>
              <a:srgbClr val="EF91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3040" name="Group 596">
            <a:extLst>
              <a:ext uri="{FF2B5EF4-FFF2-40B4-BE49-F238E27FC236}">
                <a16:creationId xmlns:a16="http://schemas.microsoft.com/office/drawing/2014/main" id="{35048C94-D6A2-DB22-47ED-8C940D887334}"/>
              </a:ext>
            </a:extLst>
          </p:cNvPr>
          <p:cNvGrpSpPr>
            <a:grpSpLocks/>
          </p:cNvGrpSpPr>
          <p:nvPr/>
        </p:nvGrpSpPr>
        <p:grpSpPr bwMode="auto">
          <a:xfrm>
            <a:off x="4075113" y="1350963"/>
            <a:ext cx="1039812" cy="1044575"/>
            <a:chOff x="2807" y="947"/>
            <a:chExt cx="655" cy="658"/>
          </a:xfrm>
        </p:grpSpPr>
        <p:sp>
          <p:nvSpPr>
            <p:cNvPr id="43168" name="Freeform 466">
              <a:extLst>
                <a:ext uri="{FF2B5EF4-FFF2-40B4-BE49-F238E27FC236}">
                  <a16:creationId xmlns:a16="http://schemas.microsoft.com/office/drawing/2014/main" id="{D7F1B6EA-A751-CFED-F1BE-EEB5EB3DA603}"/>
                </a:ext>
              </a:extLst>
            </p:cNvPr>
            <p:cNvSpPr>
              <a:spLocks/>
            </p:cNvSpPr>
            <p:nvPr/>
          </p:nvSpPr>
          <p:spPr bwMode="auto">
            <a:xfrm>
              <a:off x="3091" y="950"/>
              <a:ext cx="90" cy="655"/>
            </a:xfrm>
            <a:custGeom>
              <a:avLst/>
              <a:gdLst>
                <a:gd name="T0" fmla="*/ 89 w 90"/>
                <a:gd name="T1" fmla="*/ 0 h 655"/>
                <a:gd name="T2" fmla="*/ 89 w 90"/>
                <a:gd name="T3" fmla="*/ 575 h 655"/>
                <a:gd name="T4" fmla="*/ 30 w 90"/>
                <a:gd name="T5" fmla="*/ 654 h 655"/>
                <a:gd name="T6" fmla="*/ 30 w 90"/>
                <a:gd name="T7" fmla="*/ 121 h 655"/>
                <a:gd name="T8" fmla="*/ 0 w 90"/>
                <a:gd name="T9" fmla="*/ 156 h 655"/>
                <a:gd name="T10" fmla="*/ 0 w 90"/>
                <a:gd name="T11" fmla="*/ 117 h 655"/>
                <a:gd name="T12" fmla="*/ 32 w 90"/>
                <a:gd name="T13" fmla="*/ 57 h 655"/>
                <a:gd name="T14" fmla="*/ 89 w 90"/>
                <a:gd name="T15" fmla="*/ 0 h 65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0" h="655">
                  <a:moveTo>
                    <a:pt x="89" y="0"/>
                  </a:moveTo>
                  <a:lnTo>
                    <a:pt x="89" y="575"/>
                  </a:lnTo>
                  <a:lnTo>
                    <a:pt x="30" y="654"/>
                  </a:lnTo>
                  <a:lnTo>
                    <a:pt x="30" y="121"/>
                  </a:lnTo>
                  <a:lnTo>
                    <a:pt x="0" y="156"/>
                  </a:lnTo>
                  <a:lnTo>
                    <a:pt x="0" y="117"/>
                  </a:lnTo>
                  <a:lnTo>
                    <a:pt x="32" y="57"/>
                  </a:lnTo>
                  <a:lnTo>
                    <a:pt x="89" y="0"/>
                  </a:lnTo>
                </a:path>
              </a:pathLst>
            </a:custGeom>
            <a:solidFill>
              <a:srgbClr val="7F7F7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69" name="Freeform 467">
              <a:extLst>
                <a:ext uri="{FF2B5EF4-FFF2-40B4-BE49-F238E27FC236}">
                  <a16:creationId xmlns:a16="http://schemas.microsoft.com/office/drawing/2014/main" id="{EB166DB6-B2B0-B9F5-EA38-7D6322D5F518}"/>
                </a:ext>
              </a:extLst>
            </p:cNvPr>
            <p:cNvSpPr>
              <a:spLocks/>
            </p:cNvSpPr>
            <p:nvPr/>
          </p:nvSpPr>
          <p:spPr bwMode="auto">
            <a:xfrm>
              <a:off x="2809" y="1069"/>
              <a:ext cx="597" cy="534"/>
            </a:xfrm>
            <a:custGeom>
              <a:avLst/>
              <a:gdLst>
                <a:gd name="T0" fmla="*/ 596 w 597"/>
                <a:gd name="T1" fmla="*/ 0 h 534"/>
                <a:gd name="T2" fmla="*/ 0 w 597"/>
                <a:gd name="T3" fmla="*/ 0 h 534"/>
                <a:gd name="T4" fmla="*/ 0 w 597"/>
                <a:gd name="T5" fmla="*/ 533 h 534"/>
                <a:gd name="T6" fmla="*/ 596 w 597"/>
                <a:gd name="T7" fmla="*/ 533 h 534"/>
                <a:gd name="T8" fmla="*/ 596 w 597"/>
                <a:gd name="T9" fmla="*/ 0 h 5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97" h="534">
                  <a:moveTo>
                    <a:pt x="596" y="0"/>
                  </a:moveTo>
                  <a:lnTo>
                    <a:pt x="0" y="0"/>
                  </a:lnTo>
                  <a:lnTo>
                    <a:pt x="0" y="533"/>
                  </a:lnTo>
                  <a:lnTo>
                    <a:pt x="596" y="533"/>
                  </a:lnTo>
                  <a:lnTo>
                    <a:pt x="596" y="0"/>
                  </a:lnTo>
                </a:path>
              </a:pathLst>
            </a:custGeom>
            <a:solidFill>
              <a:srgbClr val="BFBFB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70" name="Freeform 468">
              <a:extLst>
                <a:ext uri="{FF2B5EF4-FFF2-40B4-BE49-F238E27FC236}">
                  <a16:creationId xmlns:a16="http://schemas.microsoft.com/office/drawing/2014/main" id="{1C870B3E-F2DF-09E2-700E-73BDC2AD3D5D}"/>
                </a:ext>
              </a:extLst>
            </p:cNvPr>
            <p:cNvSpPr>
              <a:spLocks/>
            </p:cNvSpPr>
            <p:nvPr/>
          </p:nvSpPr>
          <p:spPr bwMode="auto">
            <a:xfrm>
              <a:off x="3375" y="947"/>
              <a:ext cx="87" cy="655"/>
            </a:xfrm>
            <a:custGeom>
              <a:avLst/>
              <a:gdLst>
                <a:gd name="T0" fmla="*/ 86 w 87"/>
                <a:gd name="T1" fmla="*/ 0 h 655"/>
                <a:gd name="T2" fmla="*/ 86 w 87"/>
                <a:gd name="T3" fmla="*/ 575 h 655"/>
                <a:gd name="T4" fmla="*/ 29 w 87"/>
                <a:gd name="T5" fmla="*/ 654 h 655"/>
                <a:gd name="T6" fmla="*/ 29 w 87"/>
                <a:gd name="T7" fmla="*/ 121 h 655"/>
                <a:gd name="T8" fmla="*/ 0 w 87"/>
                <a:gd name="T9" fmla="*/ 156 h 655"/>
                <a:gd name="T10" fmla="*/ 0 w 87"/>
                <a:gd name="T11" fmla="*/ 117 h 655"/>
                <a:gd name="T12" fmla="*/ 31 w 87"/>
                <a:gd name="T13" fmla="*/ 57 h 655"/>
                <a:gd name="T14" fmla="*/ 86 w 87"/>
                <a:gd name="T15" fmla="*/ 0 h 65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7" h="655">
                  <a:moveTo>
                    <a:pt x="86" y="0"/>
                  </a:moveTo>
                  <a:lnTo>
                    <a:pt x="86" y="575"/>
                  </a:lnTo>
                  <a:lnTo>
                    <a:pt x="29" y="654"/>
                  </a:lnTo>
                  <a:lnTo>
                    <a:pt x="29" y="121"/>
                  </a:lnTo>
                  <a:lnTo>
                    <a:pt x="0" y="156"/>
                  </a:lnTo>
                  <a:lnTo>
                    <a:pt x="0" y="117"/>
                  </a:lnTo>
                  <a:lnTo>
                    <a:pt x="31" y="57"/>
                  </a:lnTo>
                  <a:lnTo>
                    <a:pt x="86" y="0"/>
                  </a:lnTo>
                </a:path>
              </a:pathLst>
            </a:custGeom>
            <a:solidFill>
              <a:srgbClr val="7F7F7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3171" name="Group 531">
              <a:extLst>
                <a:ext uri="{FF2B5EF4-FFF2-40B4-BE49-F238E27FC236}">
                  <a16:creationId xmlns:a16="http://schemas.microsoft.com/office/drawing/2014/main" id="{52F96F02-34F2-CA0F-B4AB-B2BDD85B372D}"/>
                </a:ext>
              </a:extLst>
            </p:cNvPr>
            <p:cNvGrpSpPr>
              <a:grpSpLocks/>
            </p:cNvGrpSpPr>
            <p:nvPr/>
          </p:nvGrpSpPr>
          <p:grpSpPr bwMode="auto">
            <a:xfrm>
              <a:off x="3070" y="947"/>
              <a:ext cx="391" cy="155"/>
              <a:chOff x="3070" y="947"/>
              <a:chExt cx="391" cy="155"/>
            </a:xfrm>
          </p:grpSpPr>
          <p:grpSp>
            <p:nvGrpSpPr>
              <p:cNvPr id="43236" name="Group 471">
                <a:extLst>
                  <a:ext uri="{FF2B5EF4-FFF2-40B4-BE49-F238E27FC236}">
                    <a16:creationId xmlns:a16="http://schemas.microsoft.com/office/drawing/2014/main" id="{5C3457AC-CE9B-2E5A-0771-7AF79F7B5107}"/>
                  </a:ext>
                </a:extLst>
              </p:cNvPr>
              <p:cNvGrpSpPr>
                <a:grpSpLocks/>
              </p:cNvGrpSpPr>
              <p:nvPr/>
            </p:nvGrpSpPr>
            <p:grpSpPr bwMode="auto">
              <a:xfrm>
                <a:off x="3070" y="947"/>
                <a:ext cx="391" cy="155"/>
                <a:chOff x="3070" y="947"/>
                <a:chExt cx="391" cy="155"/>
              </a:xfrm>
            </p:grpSpPr>
            <p:sp>
              <p:nvSpPr>
                <p:cNvPr id="43296" name="Rectangle 469">
                  <a:extLst>
                    <a:ext uri="{FF2B5EF4-FFF2-40B4-BE49-F238E27FC236}">
                      <a16:creationId xmlns:a16="http://schemas.microsoft.com/office/drawing/2014/main" id="{EEB65EE7-06B5-B1DD-932B-1DC1F2F5BFA9}"/>
                    </a:ext>
                  </a:extLst>
                </p:cNvPr>
                <p:cNvSpPr>
                  <a:spLocks noChangeArrowheads="1"/>
                </p:cNvSpPr>
                <p:nvPr/>
              </p:nvSpPr>
              <p:spPr bwMode="auto">
                <a:xfrm>
                  <a:off x="3070" y="1064"/>
                  <a:ext cx="301" cy="38"/>
                </a:xfrm>
                <a:prstGeom prst="rect">
                  <a:avLst/>
                </a:prstGeom>
                <a:solidFill>
                  <a:srgbClr val="9F9F9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297" name="Freeform 470">
                  <a:extLst>
                    <a:ext uri="{FF2B5EF4-FFF2-40B4-BE49-F238E27FC236}">
                      <a16:creationId xmlns:a16="http://schemas.microsoft.com/office/drawing/2014/main" id="{56828F20-C6B5-00D2-68C2-9521F471A37F}"/>
                    </a:ext>
                  </a:extLst>
                </p:cNvPr>
                <p:cNvSpPr>
                  <a:spLocks/>
                </p:cNvSpPr>
                <p:nvPr/>
              </p:nvSpPr>
              <p:spPr bwMode="auto">
                <a:xfrm>
                  <a:off x="3070" y="947"/>
                  <a:ext cx="391" cy="115"/>
                </a:xfrm>
                <a:custGeom>
                  <a:avLst/>
                  <a:gdLst>
                    <a:gd name="T0" fmla="*/ 0 w 391"/>
                    <a:gd name="T1" fmla="*/ 114 h 115"/>
                    <a:gd name="T2" fmla="*/ 43 w 391"/>
                    <a:gd name="T3" fmla="*/ 56 h 115"/>
                    <a:gd name="T4" fmla="*/ 131 w 391"/>
                    <a:gd name="T5" fmla="*/ 0 h 115"/>
                    <a:gd name="T6" fmla="*/ 390 w 391"/>
                    <a:gd name="T7" fmla="*/ 0 h 115"/>
                    <a:gd name="T8" fmla="*/ 333 w 391"/>
                    <a:gd name="T9" fmla="*/ 56 h 115"/>
                    <a:gd name="T10" fmla="*/ 300 w 391"/>
                    <a:gd name="T11" fmla="*/ 114 h 115"/>
                    <a:gd name="T12" fmla="*/ 0 w 391"/>
                    <a:gd name="T13" fmla="*/ 114 h 11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91" h="115">
                      <a:moveTo>
                        <a:pt x="0" y="114"/>
                      </a:moveTo>
                      <a:lnTo>
                        <a:pt x="43" y="56"/>
                      </a:lnTo>
                      <a:lnTo>
                        <a:pt x="131" y="0"/>
                      </a:lnTo>
                      <a:lnTo>
                        <a:pt x="390" y="0"/>
                      </a:lnTo>
                      <a:lnTo>
                        <a:pt x="333" y="56"/>
                      </a:lnTo>
                      <a:lnTo>
                        <a:pt x="300" y="114"/>
                      </a:lnTo>
                      <a:lnTo>
                        <a:pt x="0" y="114"/>
                      </a:lnTo>
                    </a:path>
                  </a:pathLst>
                </a:custGeom>
                <a:solidFill>
                  <a:srgbClr val="BFBFB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237" name="Group 474">
                <a:extLst>
                  <a:ext uri="{FF2B5EF4-FFF2-40B4-BE49-F238E27FC236}">
                    <a16:creationId xmlns:a16="http://schemas.microsoft.com/office/drawing/2014/main" id="{A0BE0534-9494-3116-21AB-8CFC0ED47B0D}"/>
                  </a:ext>
                </a:extLst>
              </p:cNvPr>
              <p:cNvGrpSpPr>
                <a:grpSpLocks/>
              </p:cNvGrpSpPr>
              <p:nvPr/>
            </p:nvGrpSpPr>
            <p:grpSpPr bwMode="auto">
              <a:xfrm>
                <a:off x="3177" y="957"/>
                <a:ext cx="235" cy="32"/>
                <a:chOff x="3177" y="957"/>
                <a:chExt cx="235" cy="32"/>
              </a:xfrm>
            </p:grpSpPr>
            <p:sp>
              <p:nvSpPr>
                <p:cNvPr id="43294" name="Freeform 472">
                  <a:extLst>
                    <a:ext uri="{FF2B5EF4-FFF2-40B4-BE49-F238E27FC236}">
                      <a16:creationId xmlns:a16="http://schemas.microsoft.com/office/drawing/2014/main" id="{7E278EE1-051D-4CDA-353B-2AC3933203FA}"/>
                    </a:ext>
                  </a:extLst>
                </p:cNvPr>
                <p:cNvSpPr>
                  <a:spLocks/>
                </p:cNvSpPr>
                <p:nvPr/>
              </p:nvSpPr>
              <p:spPr bwMode="auto">
                <a:xfrm>
                  <a:off x="3177" y="958"/>
                  <a:ext cx="235" cy="31"/>
                </a:xfrm>
                <a:custGeom>
                  <a:avLst/>
                  <a:gdLst>
                    <a:gd name="T0" fmla="*/ 48 w 235"/>
                    <a:gd name="T1" fmla="*/ 0 h 31"/>
                    <a:gd name="T2" fmla="*/ 234 w 235"/>
                    <a:gd name="T3" fmla="*/ 0 h 31"/>
                    <a:gd name="T4" fmla="*/ 197 w 235"/>
                    <a:gd name="T5" fmla="*/ 30 h 31"/>
                    <a:gd name="T6" fmla="*/ 0 w 235"/>
                    <a:gd name="T7" fmla="*/ 30 h 31"/>
                    <a:gd name="T8" fmla="*/ 48 w 235"/>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5" h="31">
                      <a:moveTo>
                        <a:pt x="48" y="0"/>
                      </a:moveTo>
                      <a:lnTo>
                        <a:pt x="234" y="0"/>
                      </a:lnTo>
                      <a:lnTo>
                        <a:pt x="197" y="30"/>
                      </a:lnTo>
                      <a:lnTo>
                        <a:pt x="0" y="30"/>
                      </a:lnTo>
                      <a:lnTo>
                        <a:pt x="48"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95" name="Freeform 473">
                  <a:extLst>
                    <a:ext uri="{FF2B5EF4-FFF2-40B4-BE49-F238E27FC236}">
                      <a16:creationId xmlns:a16="http://schemas.microsoft.com/office/drawing/2014/main" id="{5EA84B1A-C348-F48B-3547-C449A2FAACA6}"/>
                    </a:ext>
                  </a:extLst>
                </p:cNvPr>
                <p:cNvSpPr>
                  <a:spLocks/>
                </p:cNvSpPr>
                <p:nvPr/>
              </p:nvSpPr>
              <p:spPr bwMode="auto">
                <a:xfrm>
                  <a:off x="3228" y="957"/>
                  <a:ext cx="184" cy="32"/>
                </a:xfrm>
                <a:custGeom>
                  <a:avLst/>
                  <a:gdLst>
                    <a:gd name="T0" fmla="*/ 0 w 184"/>
                    <a:gd name="T1" fmla="*/ 0 h 32"/>
                    <a:gd name="T2" fmla="*/ 183 w 184"/>
                    <a:gd name="T3" fmla="*/ 0 h 32"/>
                    <a:gd name="T4" fmla="*/ 146 w 184"/>
                    <a:gd name="T5" fmla="*/ 31 h 32"/>
                    <a:gd name="T6" fmla="*/ 24 w 184"/>
                    <a:gd name="T7" fmla="*/ 31 h 32"/>
                    <a:gd name="T8" fmla="*/ 0 w 184"/>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32">
                      <a:moveTo>
                        <a:pt x="0" y="0"/>
                      </a:moveTo>
                      <a:lnTo>
                        <a:pt x="183" y="0"/>
                      </a:lnTo>
                      <a:lnTo>
                        <a:pt x="146" y="31"/>
                      </a:lnTo>
                      <a:lnTo>
                        <a:pt x="24" y="31"/>
                      </a:lnTo>
                      <a:lnTo>
                        <a:pt x="0" y="0"/>
                      </a:lnTo>
                    </a:path>
                  </a:pathLst>
                </a:custGeom>
                <a:solidFill>
                  <a:srgbClr val="5F5F5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238" name="Group 530">
                <a:extLst>
                  <a:ext uri="{FF2B5EF4-FFF2-40B4-BE49-F238E27FC236}">
                    <a16:creationId xmlns:a16="http://schemas.microsoft.com/office/drawing/2014/main" id="{B242EF06-B330-1D2D-FB2A-80867B2BFFA0}"/>
                  </a:ext>
                </a:extLst>
              </p:cNvPr>
              <p:cNvGrpSpPr>
                <a:grpSpLocks/>
              </p:cNvGrpSpPr>
              <p:nvPr/>
            </p:nvGrpSpPr>
            <p:grpSpPr bwMode="auto">
              <a:xfrm>
                <a:off x="3122" y="1020"/>
                <a:ext cx="236" cy="37"/>
                <a:chOff x="3122" y="1020"/>
                <a:chExt cx="236" cy="37"/>
              </a:xfrm>
            </p:grpSpPr>
            <p:grpSp>
              <p:nvGrpSpPr>
                <p:cNvPr id="43239" name="Group 479">
                  <a:extLst>
                    <a:ext uri="{FF2B5EF4-FFF2-40B4-BE49-F238E27FC236}">
                      <a16:creationId xmlns:a16="http://schemas.microsoft.com/office/drawing/2014/main" id="{8FB874D1-BB1B-FEEF-702B-482C066DB4E1}"/>
                    </a:ext>
                  </a:extLst>
                </p:cNvPr>
                <p:cNvGrpSpPr>
                  <a:grpSpLocks/>
                </p:cNvGrpSpPr>
                <p:nvPr/>
              </p:nvGrpSpPr>
              <p:grpSpPr bwMode="auto">
                <a:xfrm>
                  <a:off x="3122" y="1020"/>
                  <a:ext cx="37" cy="37"/>
                  <a:chOff x="3122" y="1020"/>
                  <a:chExt cx="37" cy="37"/>
                </a:xfrm>
              </p:grpSpPr>
              <p:sp>
                <p:nvSpPr>
                  <p:cNvPr id="43290" name="Freeform 475">
                    <a:extLst>
                      <a:ext uri="{FF2B5EF4-FFF2-40B4-BE49-F238E27FC236}">
                        <a16:creationId xmlns:a16="http://schemas.microsoft.com/office/drawing/2014/main" id="{D568B13B-9742-6601-6659-5FB921DE880F}"/>
                      </a:ext>
                    </a:extLst>
                  </p:cNvPr>
                  <p:cNvSpPr>
                    <a:spLocks/>
                  </p:cNvSpPr>
                  <p:nvPr/>
                </p:nvSpPr>
                <p:spPr bwMode="auto">
                  <a:xfrm>
                    <a:off x="3139" y="1020"/>
                    <a:ext cx="20" cy="17"/>
                  </a:xfrm>
                  <a:custGeom>
                    <a:avLst/>
                    <a:gdLst>
                      <a:gd name="T0" fmla="*/ 2 w 20"/>
                      <a:gd name="T1" fmla="*/ 0 h 17"/>
                      <a:gd name="T2" fmla="*/ 19 w 20"/>
                      <a:gd name="T3" fmla="*/ 0 h 17"/>
                      <a:gd name="T4" fmla="*/ 17 w 20"/>
                      <a:gd name="T5" fmla="*/ 16 h 17"/>
                      <a:gd name="T6" fmla="*/ 0 w 20"/>
                      <a:gd name="T7" fmla="*/ 16 h 17"/>
                      <a:gd name="T8" fmla="*/ 2 w 20"/>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17">
                        <a:moveTo>
                          <a:pt x="2" y="0"/>
                        </a:moveTo>
                        <a:lnTo>
                          <a:pt x="19" y="0"/>
                        </a:lnTo>
                        <a:lnTo>
                          <a:pt x="17" y="16"/>
                        </a:lnTo>
                        <a:lnTo>
                          <a:pt x="0" y="16"/>
                        </a:lnTo>
                        <a:lnTo>
                          <a:pt x="2"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91" name="Freeform 476">
                    <a:extLst>
                      <a:ext uri="{FF2B5EF4-FFF2-40B4-BE49-F238E27FC236}">
                        <a16:creationId xmlns:a16="http://schemas.microsoft.com/office/drawing/2014/main" id="{F9244BF8-0075-4E8C-7377-140853CB7A73}"/>
                      </a:ext>
                    </a:extLst>
                  </p:cNvPr>
                  <p:cNvSpPr>
                    <a:spLocks/>
                  </p:cNvSpPr>
                  <p:nvPr/>
                </p:nvSpPr>
                <p:spPr bwMode="auto">
                  <a:xfrm>
                    <a:off x="3132" y="1027"/>
                    <a:ext cx="25" cy="17"/>
                  </a:xfrm>
                  <a:custGeom>
                    <a:avLst/>
                    <a:gdLst>
                      <a:gd name="T0" fmla="*/ 4 w 25"/>
                      <a:gd name="T1" fmla="*/ 0 h 17"/>
                      <a:gd name="T2" fmla="*/ 24 w 25"/>
                      <a:gd name="T3" fmla="*/ 0 h 17"/>
                      <a:gd name="T4" fmla="*/ 21 w 25"/>
                      <a:gd name="T5" fmla="*/ 16 h 17"/>
                      <a:gd name="T6" fmla="*/ 0 w 25"/>
                      <a:gd name="T7" fmla="*/ 16 h 17"/>
                      <a:gd name="T8" fmla="*/ 4 w 25"/>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17">
                        <a:moveTo>
                          <a:pt x="4" y="0"/>
                        </a:moveTo>
                        <a:lnTo>
                          <a:pt x="24" y="0"/>
                        </a:lnTo>
                        <a:lnTo>
                          <a:pt x="21" y="16"/>
                        </a:lnTo>
                        <a:lnTo>
                          <a:pt x="0" y="16"/>
                        </a:lnTo>
                        <a:lnTo>
                          <a:pt x="4"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92" name="Freeform 477">
                    <a:extLst>
                      <a:ext uri="{FF2B5EF4-FFF2-40B4-BE49-F238E27FC236}">
                        <a16:creationId xmlns:a16="http://schemas.microsoft.com/office/drawing/2014/main" id="{D9A7E893-C2A6-B35B-3C4E-6A90D86B4B58}"/>
                      </a:ext>
                    </a:extLst>
                  </p:cNvPr>
                  <p:cNvSpPr>
                    <a:spLocks/>
                  </p:cNvSpPr>
                  <p:nvPr/>
                </p:nvSpPr>
                <p:spPr bwMode="auto">
                  <a:xfrm>
                    <a:off x="3128" y="1034"/>
                    <a:ext cx="23" cy="17"/>
                  </a:xfrm>
                  <a:custGeom>
                    <a:avLst/>
                    <a:gdLst>
                      <a:gd name="T0" fmla="*/ 3 w 23"/>
                      <a:gd name="T1" fmla="*/ 0 h 17"/>
                      <a:gd name="T2" fmla="*/ 22 w 23"/>
                      <a:gd name="T3" fmla="*/ 0 h 17"/>
                      <a:gd name="T4" fmla="*/ 19 w 23"/>
                      <a:gd name="T5" fmla="*/ 16 h 17"/>
                      <a:gd name="T6" fmla="*/ 0 w 23"/>
                      <a:gd name="T7" fmla="*/ 16 h 17"/>
                      <a:gd name="T8" fmla="*/ 3 w 2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17">
                        <a:moveTo>
                          <a:pt x="3" y="0"/>
                        </a:moveTo>
                        <a:lnTo>
                          <a:pt x="22" y="0"/>
                        </a:lnTo>
                        <a:lnTo>
                          <a:pt x="19"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93" name="Freeform 478">
                    <a:extLst>
                      <a:ext uri="{FF2B5EF4-FFF2-40B4-BE49-F238E27FC236}">
                        <a16:creationId xmlns:a16="http://schemas.microsoft.com/office/drawing/2014/main" id="{1B6E330E-1D04-AC80-D0F3-24822E654C01}"/>
                      </a:ext>
                    </a:extLst>
                  </p:cNvPr>
                  <p:cNvSpPr>
                    <a:spLocks/>
                  </p:cNvSpPr>
                  <p:nvPr/>
                </p:nvSpPr>
                <p:spPr bwMode="auto">
                  <a:xfrm>
                    <a:off x="3122" y="1040"/>
                    <a:ext cx="24" cy="17"/>
                  </a:xfrm>
                  <a:custGeom>
                    <a:avLst/>
                    <a:gdLst>
                      <a:gd name="T0" fmla="*/ 4 w 24"/>
                      <a:gd name="T1" fmla="*/ 0 h 17"/>
                      <a:gd name="T2" fmla="*/ 23 w 24"/>
                      <a:gd name="T3" fmla="*/ 0 h 17"/>
                      <a:gd name="T4" fmla="*/ 19 w 24"/>
                      <a:gd name="T5" fmla="*/ 16 h 17"/>
                      <a:gd name="T6" fmla="*/ 0 w 24"/>
                      <a:gd name="T7" fmla="*/ 16 h 17"/>
                      <a:gd name="T8" fmla="*/ 4 w 24"/>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17">
                        <a:moveTo>
                          <a:pt x="4" y="0"/>
                        </a:moveTo>
                        <a:lnTo>
                          <a:pt x="23" y="0"/>
                        </a:lnTo>
                        <a:lnTo>
                          <a:pt x="19" y="16"/>
                        </a:lnTo>
                        <a:lnTo>
                          <a:pt x="0" y="16"/>
                        </a:lnTo>
                        <a:lnTo>
                          <a:pt x="4"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240" name="Group 484">
                  <a:extLst>
                    <a:ext uri="{FF2B5EF4-FFF2-40B4-BE49-F238E27FC236}">
                      <a16:creationId xmlns:a16="http://schemas.microsoft.com/office/drawing/2014/main" id="{F5A4E99C-A54F-DC59-68E6-8C97446244CC}"/>
                    </a:ext>
                  </a:extLst>
                </p:cNvPr>
                <p:cNvGrpSpPr>
                  <a:grpSpLocks/>
                </p:cNvGrpSpPr>
                <p:nvPr/>
              </p:nvGrpSpPr>
              <p:grpSpPr bwMode="auto">
                <a:xfrm>
                  <a:off x="3149" y="1020"/>
                  <a:ext cx="32" cy="37"/>
                  <a:chOff x="3149" y="1020"/>
                  <a:chExt cx="32" cy="37"/>
                </a:xfrm>
              </p:grpSpPr>
              <p:sp>
                <p:nvSpPr>
                  <p:cNvPr id="43286" name="Freeform 480">
                    <a:extLst>
                      <a:ext uri="{FF2B5EF4-FFF2-40B4-BE49-F238E27FC236}">
                        <a16:creationId xmlns:a16="http://schemas.microsoft.com/office/drawing/2014/main" id="{CD0BD5A6-E327-4D3F-27E6-0E5B99AB31E1}"/>
                      </a:ext>
                    </a:extLst>
                  </p:cNvPr>
                  <p:cNvSpPr>
                    <a:spLocks/>
                  </p:cNvSpPr>
                  <p:nvPr/>
                </p:nvSpPr>
                <p:spPr bwMode="auto">
                  <a:xfrm>
                    <a:off x="3164" y="1020"/>
                    <a:ext cx="17" cy="17"/>
                  </a:xfrm>
                  <a:custGeom>
                    <a:avLst/>
                    <a:gdLst>
                      <a:gd name="T0" fmla="*/ 2 w 17"/>
                      <a:gd name="T1" fmla="*/ 0 h 17"/>
                      <a:gd name="T2" fmla="*/ 16 w 17"/>
                      <a:gd name="T3" fmla="*/ 0 h 17"/>
                      <a:gd name="T4" fmla="*/ 13 w 17"/>
                      <a:gd name="T5" fmla="*/ 16 h 17"/>
                      <a:gd name="T6" fmla="*/ 0 w 17"/>
                      <a:gd name="T7" fmla="*/ 16 h 17"/>
                      <a:gd name="T8" fmla="*/ 2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2" y="0"/>
                        </a:moveTo>
                        <a:lnTo>
                          <a:pt x="16" y="0"/>
                        </a:lnTo>
                        <a:lnTo>
                          <a:pt x="13" y="16"/>
                        </a:lnTo>
                        <a:lnTo>
                          <a:pt x="0" y="16"/>
                        </a:lnTo>
                        <a:lnTo>
                          <a:pt x="2"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87" name="Freeform 481">
                    <a:extLst>
                      <a:ext uri="{FF2B5EF4-FFF2-40B4-BE49-F238E27FC236}">
                        <a16:creationId xmlns:a16="http://schemas.microsoft.com/office/drawing/2014/main" id="{45731399-5631-2436-6876-E96E2D813591}"/>
                      </a:ext>
                    </a:extLst>
                  </p:cNvPr>
                  <p:cNvSpPr>
                    <a:spLocks/>
                  </p:cNvSpPr>
                  <p:nvPr/>
                </p:nvSpPr>
                <p:spPr bwMode="auto">
                  <a:xfrm>
                    <a:off x="3158" y="1027"/>
                    <a:ext cx="18" cy="17"/>
                  </a:xfrm>
                  <a:custGeom>
                    <a:avLst/>
                    <a:gdLst>
                      <a:gd name="T0" fmla="*/ 3 w 18"/>
                      <a:gd name="T1" fmla="*/ 0 h 17"/>
                      <a:gd name="T2" fmla="*/ 17 w 18"/>
                      <a:gd name="T3" fmla="*/ 0 h 17"/>
                      <a:gd name="T4" fmla="*/ 14 w 18"/>
                      <a:gd name="T5" fmla="*/ 16 h 17"/>
                      <a:gd name="T6" fmla="*/ 0 w 18"/>
                      <a:gd name="T7" fmla="*/ 16 h 17"/>
                      <a:gd name="T8" fmla="*/ 3 w 1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17">
                        <a:moveTo>
                          <a:pt x="3" y="0"/>
                        </a:moveTo>
                        <a:lnTo>
                          <a:pt x="17" y="0"/>
                        </a:lnTo>
                        <a:lnTo>
                          <a:pt x="14"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88" name="Freeform 482">
                    <a:extLst>
                      <a:ext uri="{FF2B5EF4-FFF2-40B4-BE49-F238E27FC236}">
                        <a16:creationId xmlns:a16="http://schemas.microsoft.com/office/drawing/2014/main" id="{1051741D-55D3-3491-5DF9-BC5820960914}"/>
                      </a:ext>
                    </a:extLst>
                  </p:cNvPr>
                  <p:cNvSpPr>
                    <a:spLocks/>
                  </p:cNvSpPr>
                  <p:nvPr/>
                </p:nvSpPr>
                <p:spPr bwMode="auto">
                  <a:xfrm>
                    <a:off x="3155" y="1034"/>
                    <a:ext cx="19" cy="17"/>
                  </a:xfrm>
                  <a:custGeom>
                    <a:avLst/>
                    <a:gdLst>
                      <a:gd name="T0" fmla="*/ 3 w 19"/>
                      <a:gd name="T1" fmla="*/ 0 h 17"/>
                      <a:gd name="T2" fmla="*/ 18 w 19"/>
                      <a:gd name="T3" fmla="*/ 0 h 17"/>
                      <a:gd name="T4" fmla="*/ 14 w 19"/>
                      <a:gd name="T5" fmla="*/ 16 h 17"/>
                      <a:gd name="T6" fmla="*/ 0 w 19"/>
                      <a:gd name="T7" fmla="*/ 16 h 17"/>
                      <a:gd name="T8" fmla="*/ 3 w 19"/>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7">
                        <a:moveTo>
                          <a:pt x="3" y="0"/>
                        </a:moveTo>
                        <a:lnTo>
                          <a:pt x="18" y="0"/>
                        </a:lnTo>
                        <a:lnTo>
                          <a:pt x="14"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89" name="Freeform 483">
                    <a:extLst>
                      <a:ext uri="{FF2B5EF4-FFF2-40B4-BE49-F238E27FC236}">
                        <a16:creationId xmlns:a16="http://schemas.microsoft.com/office/drawing/2014/main" id="{7B9CAE9D-F3FD-818B-55B8-95A1C7DBC957}"/>
                      </a:ext>
                    </a:extLst>
                  </p:cNvPr>
                  <p:cNvSpPr>
                    <a:spLocks/>
                  </p:cNvSpPr>
                  <p:nvPr/>
                </p:nvSpPr>
                <p:spPr bwMode="auto">
                  <a:xfrm>
                    <a:off x="3149" y="1040"/>
                    <a:ext cx="17" cy="17"/>
                  </a:xfrm>
                  <a:custGeom>
                    <a:avLst/>
                    <a:gdLst>
                      <a:gd name="T0" fmla="*/ 3 w 17"/>
                      <a:gd name="T1" fmla="*/ 0 h 17"/>
                      <a:gd name="T2" fmla="*/ 16 w 17"/>
                      <a:gd name="T3" fmla="*/ 0 h 17"/>
                      <a:gd name="T4" fmla="*/ 12 w 17"/>
                      <a:gd name="T5" fmla="*/ 16 h 17"/>
                      <a:gd name="T6" fmla="*/ 0 w 17"/>
                      <a:gd name="T7" fmla="*/ 16 h 17"/>
                      <a:gd name="T8" fmla="*/ 3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3" y="0"/>
                        </a:moveTo>
                        <a:lnTo>
                          <a:pt x="16" y="0"/>
                        </a:lnTo>
                        <a:lnTo>
                          <a:pt x="12"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241" name="Group 489">
                  <a:extLst>
                    <a:ext uri="{FF2B5EF4-FFF2-40B4-BE49-F238E27FC236}">
                      <a16:creationId xmlns:a16="http://schemas.microsoft.com/office/drawing/2014/main" id="{07A672F0-20D5-6FC1-F563-3AE0E634AEE3}"/>
                    </a:ext>
                  </a:extLst>
                </p:cNvPr>
                <p:cNvGrpSpPr>
                  <a:grpSpLocks/>
                </p:cNvGrpSpPr>
                <p:nvPr/>
              </p:nvGrpSpPr>
              <p:grpSpPr bwMode="auto">
                <a:xfrm>
                  <a:off x="3167" y="1020"/>
                  <a:ext cx="34" cy="37"/>
                  <a:chOff x="3167" y="1020"/>
                  <a:chExt cx="34" cy="37"/>
                </a:xfrm>
              </p:grpSpPr>
              <p:sp>
                <p:nvSpPr>
                  <p:cNvPr id="43282" name="Freeform 485">
                    <a:extLst>
                      <a:ext uri="{FF2B5EF4-FFF2-40B4-BE49-F238E27FC236}">
                        <a16:creationId xmlns:a16="http://schemas.microsoft.com/office/drawing/2014/main" id="{DC644CE7-D8FE-3556-06C4-D2E5B3F59BFF}"/>
                      </a:ext>
                    </a:extLst>
                  </p:cNvPr>
                  <p:cNvSpPr>
                    <a:spLocks/>
                  </p:cNvSpPr>
                  <p:nvPr/>
                </p:nvSpPr>
                <p:spPr bwMode="auto">
                  <a:xfrm>
                    <a:off x="3183" y="1020"/>
                    <a:ext cx="18" cy="17"/>
                  </a:xfrm>
                  <a:custGeom>
                    <a:avLst/>
                    <a:gdLst>
                      <a:gd name="T0" fmla="*/ 3 w 18"/>
                      <a:gd name="T1" fmla="*/ 0 h 17"/>
                      <a:gd name="T2" fmla="*/ 17 w 18"/>
                      <a:gd name="T3" fmla="*/ 0 h 17"/>
                      <a:gd name="T4" fmla="*/ 14 w 18"/>
                      <a:gd name="T5" fmla="*/ 16 h 17"/>
                      <a:gd name="T6" fmla="*/ 0 w 18"/>
                      <a:gd name="T7" fmla="*/ 16 h 17"/>
                      <a:gd name="T8" fmla="*/ 3 w 1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17">
                        <a:moveTo>
                          <a:pt x="3" y="0"/>
                        </a:moveTo>
                        <a:lnTo>
                          <a:pt x="17" y="0"/>
                        </a:lnTo>
                        <a:lnTo>
                          <a:pt x="14"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83" name="Freeform 486">
                    <a:extLst>
                      <a:ext uri="{FF2B5EF4-FFF2-40B4-BE49-F238E27FC236}">
                        <a16:creationId xmlns:a16="http://schemas.microsoft.com/office/drawing/2014/main" id="{7E21FD6C-47A4-7400-6E4D-60BD1ECB7268}"/>
                      </a:ext>
                    </a:extLst>
                  </p:cNvPr>
                  <p:cNvSpPr>
                    <a:spLocks/>
                  </p:cNvSpPr>
                  <p:nvPr/>
                </p:nvSpPr>
                <p:spPr bwMode="auto">
                  <a:xfrm>
                    <a:off x="3179" y="1027"/>
                    <a:ext cx="17" cy="17"/>
                  </a:xfrm>
                  <a:custGeom>
                    <a:avLst/>
                    <a:gdLst>
                      <a:gd name="T0" fmla="*/ 3 w 17"/>
                      <a:gd name="T1" fmla="*/ 0 h 17"/>
                      <a:gd name="T2" fmla="*/ 16 w 17"/>
                      <a:gd name="T3" fmla="*/ 0 h 17"/>
                      <a:gd name="T4" fmla="*/ 13 w 17"/>
                      <a:gd name="T5" fmla="*/ 16 h 17"/>
                      <a:gd name="T6" fmla="*/ 0 w 17"/>
                      <a:gd name="T7" fmla="*/ 16 h 17"/>
                      <a:gd name="T8" fmla="*/ 3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3" y="0"/>
                        </a:moveTo>
                        <a:lnTo>
                          <a:pt x="16" y="0"/>
                        </a:lnTo>
                        <a:lnTo>
                          <a:pt x="13"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84" name="Freeform 487">
                    <a:extLst>
                      <a:ext uri="{FF2B5EF4-FFF2-40B4-BE49-F238E27FC236}">
                        <a16:creationId xmlns:a16="http://schemas.microsoft.com/office/drawing/2014/main" id="{577B7857-838A-95EF-8B89-9394E7615FB1}"/>
                      </a:ext>
                    </a:extLst>
                  </p:cNvPr>
                  <p:cNvSpPr>
                    <a:spLocks/>
                  </p:cNvSpPr>
                  <p:nvPr/>
                </p:nvSpPr>
                <p:spPr bwMode="auto">
                  <a:xfrm>
                    <a:off x="3174" y="1034"/>
                    <a:ext cx="17" cy="17"/>
                  </a:xfrm>
                  <a:custGeom>
                    <a:avLst/>
                    <a:gdLst>
                      <a:gd name="T0" fmla="*/ 3 w 17"/>
                      <a:gd name="T1" fmla="*/ 0 h 17"/>
                      <a:gd name="T2" fmla="*/ 16 w 17"/>
                      <a:gd name="T3" fmla="*/ 0 h 17"/>
                      <a:gd name="T4" fmla="*/ 12 w 17"/>
                      <a:gd name="T5" fmla="*/ 16 h 17"/>
                      <a:gd name="T6" fmla="*/ 0 w 17"/>
                      <a:gd name="T7" fmla="*/ 16 h 17"/>
                      <a:gd name="T8" fmla="*/ 3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3" y="0"/>
                        </a:moveTo>
                        <a:lnTo>
                          <a:pt x="16" y="0"/>
                        </a:lnTo>
                        <a:lnTo>
                          <a:pt x="12"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85" name="Freeform 488">
                    <a:extLst>
                      <a:ext uri="{FF2B5EF4-FFF2-40B4-BE49-F238E27FC236}">
                        <a16:creationId xmlns:a16="http://schemas.microsoft.com/office/drawing/2014/main" id="{00715D8A-914A-14CB-D6D6-0D08BC20D00E}"/>
                      </a:ext>
                    </a:extLst>
                  </p:cNvPr>
                  <p:cNvSpPr>
                    <a:spLocks/>
                  </p:cNvSpPr>
                  <p:nvPr/>
                </p:nvSpPr>
                <p:spPr bwMode="auto">
                  <a:xfrm>
                    <a:off x="3167" y="1040"/>
                    <a:ext cx="17" cy="17"/>
                  </a:xfrm>
                  <a:custGeom>
                    <a:avLst/>
                    <a:gdLst>
                      <a:gd name="T0" fmla="*/ 3 w 17"/>
                      <a:gd name="T1" fmla="*/ 0 h 17"/>
                      <a:gd name="T2" fmla="*/ 16 w 17"/>
                      <a:gd name="T3" fmla="*/ 0 h 17"/>
                      <a:gd name="T4" fmla="*/ 13 w 17"/>
                      <a:gd name="T5" fmla="*/ 16 h 17"/>
                      <a:gd name="T6" fmla="*/ 0 w 17"/>
                      <a:gd name="T7" fmla="*/ 16 h 17"/>
                      <a:gd name="T8" fmla="*/ 3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3" y="0"/>
                        </a:moveTo>
                        <a:lnTo>
                          <a:pt x="16" y="0"/>
                        </a:lnTo>
                        <a:lnTo>
                          <a:pt x="13"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242" name="Group 494">
                  <a:extLst>
                    <a:ext uri="{FF2B5EF4-FFF2-40B4-BE49-F238E27FC236}">
                      <a16:creationId xmlns:a16="http://schemas.microsoft.com/office/drawing/2014/main" id="{DF96C732-36D6-9B1D-8F2D-D2A6A972FD6C}"/>
                    </a:ext>
                  </a:extLst>
                </p:cNvPr>
                <p:cNvGrpSpPr>
                  <a:grpSpLocks/>
                </p:cNvGrpSpPr>
                <p:nvPr/>
              </p:nvGrpSpPr>
              <p:grpSpPr bwMode="auto">
                <a:xfrm>
                  <a:off x="3188" y="1020"/>
                  <a:ext cx="32" cy="37"/>
                  <a:chOff x="3188" y="1020"/>
                  <a:chExt cx="32" cy="37"/>
                </a:xfrm>
              </p:grpSpPr>
              <p:sp>
                <p:nvSpPr>
                  <p:cNvPr id="43278" name="Freeform 490">
                    <a:extLst>
                      <a:ext uri="{FF2B5EF4-FFF2-40B4-BE49-F238E27FC236}">
                        <a16:creationId xmlns:a16="http://schemas.microsoft.com/office/drawing/2014/main" id="{A6B808BE-CC97-6EEC-2D43-F51A516FD2B9}"/>
                      </a:ext>
                    </a:extLst>
                  </p:cNvPr>
                  <p:cNvSpPr>
                    <a:spLocks/>
                  </p:cNvSpPr>
                  <p:nvPr/>
                </p:nvSpPr>
                <p:spPr bwMode="auto">
                  <a:xfrm>
                    <a:off x="3203" y="1020"/>
                    <a:ext cx="17" cy="17"/>
                  </a:xfrm>
                  <a:custGeom>
                    <a:avLst/>
                    <a:gdLst>
                      <a:gd name="T0" fmla="*/ 3 w 17"/>
                      <a:gd name="T1" fmla="*/ 0 h 17"/>
                      <a:gd name="T2" fmla="*/ 16 w 17"/>
                      <a:gd name="T3" fmla="*/ 0 h 17"/>
                      <a:gd name="T4" fmla="*/ 12 w 17"/>
                      <a:gd name="T5" fmla="*/ 16 h 17"/>
                      <a:gd name="T6" fmla="*/ 0 w 17"/>
                      <a:gd name="T7" fmla="*/ 16 h 17"/>
                      <a:gd name="T8" fmla="*/ 3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3" y="0"/>
                        </a:moveTo>
                        <a:lnTo>
                          <a:pt x="16" y="0"/>
                        </a:lnTo>
                        <a:lnTo>
                          <a:pt x="12"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79" name="Freeform 491">
                    <a:extLst>
                      <a:ext uri="{FF2B5EF4-FFF2-40B4-BE49-F238E27FC236}">
                        <a16:creationId xmlns:a16="http://schemas.microsoft.com/office/drawing/2014/main" id="{70105719-9532-1628-737A-357DC839992C}"/>
                      </a:ext>
                    </a:extLst>
                  </p:cNvPr>
                  <p:cNvSpPr>
                    <a:spLocks/>
                  </p:cNvSpPr>
                  <p:nvPr/>
                </p:nvSpPr>
                <p:spPr bwMode="auto">
                  <a:xfrm>
                    <a:off x="3198" y="1027"/>
                    <a:ext cx="18" cy="17"/>
                  </a:xfrm>
                  <a:custGeom>
                    <a:avLst/>
                    <a:gdLst>
                      <a:gd name="T0" fmla="*/ 4 w 18"/>
                      <a:gd name="T1" fmla="*/ 0 h 17"/>
                      <a:gd name="T2" fmla="*/ 17 w 18"/>
                      <a:gd name="T3" fmla="*/ 0 h 17"/>
                      <a:gd name="T4" fmla="*/ 14 w 18"/>
                      <a:gd name="T5" fmla="*/ 16 h 17"/>
                      <a:gd name="T6" fmla="*/ 0 w 18"/>
                      <a:gd name="T7" fmla="*/ 16 h 17"/>
                      <a:gd name="T8" fmla="*/ 4 w 1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17">
                        <a:moveTo>
                          <a:pt x="4" y="0"/>
                        </a:moveTo>
                        <a:lnTo>
                          <a:pt x="17" y="0"/>
                        </a:lnTo>
                        <a:lnTo>
                          <a:pt x="14" y="16"/>
                        </a:lnTo>
                        <a:lnTo>
                          <a:pt x="0" y="16"/>
                        </a:lnTo>
                        <a:lnTo>
                          <a:pt x="4"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80" name="Freeform 492">
                    <a:extLst>
                      <a:ext uri="{FF2B5EF4-FFF2-40B4-BE49-F238E27FC236}">
                        <a16:creationId xmlns:a16="http://schemas.microsoft.com/office/drawing/2014/main" id="{885B875B-F077-D8B9-3E14-185E63A10E16}"/>
                      </a:ext>
                    </a:extLst>
                  </p:cNvPr>
                  <p:cNvSpPr>
                    <a:spLocks/>
                  </p:cNvSpPr>
                  <p:nvPr/>
                </p:nvSpPr>
                <p:spPr bwMode="auto">
                  <a:xfrm>
                    <a:off x="3193" y="1034"/>
                    <a:ext cx="18" cy="17"/>
                  </a:xfrm>
                  <a:custGeom>
                    <a:avLst/>
                    <a:gdLst>
                      <a:gd name="T0" fmla="*/ 3 w 18"/>
                      <a:gd name="T1" fmla="*/ 0 h 17"/>
                      <a:gd name="T2" fmla="*/ 17 w 18"/>
                      <a:gd name="T3" fmla="*/ 0 h 17"/>
                      <a:gd name="T4" fmla="*/ 14 w 18"/>
                      <a:gd name="T5" fmla="*/ 16 h 17"/>
                      <a:gd name="T6" fmla="*/ 0 w 18"/>
                      <a:gd name="T7" fmla="*/ 16 h 17"/>
                      <a:gd name="T8" fmla="*/ 3 w 1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17">
                        <a:moveTo>
                          <a:pt x="3" y="0"/>
                        </a:moveTo>
                        <a:lnTo>
                          <a:pt x="17" y="0"/>
                        </a:lnTo>
                        <a:lnTo>
                          <a:pt x="14"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81" name="Freeform 493">
                    <a:extLst>
                      <a:ext uri="{FF2B5EF4-FFF2-40B4-BE49-F238E27FC236}">
                        <a16:creationId xmlns:a16="http://schemas.microsoft.com/office/drawing/2014/main" id="{C0F0A490-CC54-BC22-3118-0C1D5E3A68C9}"/>
                      </a:ext>
                    </a:extLst>
                  </p:cNvPr>
                  <p:cNvSpPr>
                    <a:spLocks/>
                  </p:cNvSpPr>
                  <p:nvPr/>
                </p:nvSpPr>
                <p:spPr bwMode="auto">
                  <a:xfrm>
                    <a:off x="3188" y="1040"/>
                    <a:ext cx="18" cy="17"/>
                  </a:xfrm>
                  <a:custGeom>
                    <a:avLst/>
                    <a:gdLst>
                      <a:gd name="T0" fmla="*/ 4 w 18"/>
                      <a:gd name="T1" fmla="*/ 0 h 17"/>
                      <a:gd name="T2" fmla="*/ 17 w 18"/>
                      <a:gd name="T3" fmla="*/ 0 h 17"/>
                      <a:gd name="T4" fmla="*/ 13 w 18"/>
                      <a:gd name="T5" fmla="*/ 16 h 17"/>
                      <a:gd name="T6" fmla="*/ 0 w 18"/>
                      <a:gd name="T7" fmla="*/ 16 h 17"/>
                      <a:gd name="T8" fmla="*/ 4 w 1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17">
                        <a:moveTo>
                          <a:pt x="4" y="0"/>
                        </a:moveTo>
                        <a:lnTo>
                          <a:pt x="17" y="0"/>
                        </a:lnTo>
                        <a:lnTo>
                          <a:pt x="13" y="16"/>
                        </a:lnTo>
                        <a:lnTo>
                          <a:pt x="0" y="16"/>
                        </a:lnTo>
                        <a:lnTo>
                          <a:pt x="4"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243" name="Group 499">
                  <a:extLst>
                    <a:ext uri="{FF2B5EF4-FFF2-40B4-BE49-F238E27FC236}">
                      <a16:creationId xmlns:a16="http://schemas.microsoft.com/office/drawing/2014/main" id="{4D0CB769-BED2-7A4C-E359-A7699195AC92}"/>
                    </a:ext>
                  </a:extLst>
                </p:cNvPr>
                <p:cNvGrpSpPr>
                  <a:grpSpLocks/>
                </p:cNvGrpSpPr>
                <p:nvPr/>
              </p:nvGrpSpPr>
              <p:grpSpPr bwMode="auto">
                <a:xfrm>
                  <a:off x="3207" y="1020"/>
                  <a:ext cx="32" cy="37"/>
                  <a:chOff x="3207" y="1020"/>
                  <a:chExt cx="32" cy="37"/>
                </a:xfrm>
              </p:grpSpPr>
              <p:sp>
                <p:nvSpPr>
                  <p:cNvPr id="43274" name="Freeform 495">
                    <a:extLst>
                      <a:ext uri="{FF2B5EF4-FFF2-40B4-BE49-F238E27FC236}">
                        <a16:creationId xmlns:a16="http://schemas.microsoft.com/office/drawing/2014/main" id="{67D48CDB-E708-9504-9F37-7D8C2C7B08AE}"/>
                      </a:ext>
                    </a:extLst>
                  </p:cNvPr>
                  <p:cNvSpPr>
                    <a:spLocks/>
                  </p:cNvSpPr>
                  <p:nvPr/>
                </p:nvSpPr>
                <p:spPr bwMode="auto">
                  <a:xfrm>
                    <a:off x="3222" y="1020"/>
                    <a:ext cx="17" cy="17"/>
                  </a:xfrm>
                  <a:custGeom>
                    <a:avLst/>
                    <a:gdLst>
                      <a:gd name="T0" fmla="*/ 3 w 17"/>
                      <a:gd name="T1" fmla="*/ 0 h 17"/>
                      <a:gd name="T2" fmla="*/ 16 w 17"/>
                      <a:gd name="T3" fmla="*/ 0 h 17"/>
                      <a:gd name="T4" fmla="*/ 14 w 17"/>
                      <a:gd name="T5" fmla="*/ 16 h 17"/>
                      <a:gd name="T6" fmla="*/ 0 w 17"/>
                      <a:gd name="T7" fmla="*/ 16 h 17"/>
                      <a:gd name="T8" fmla="*/ 3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3" y="0"/>
                        </a:moveTo>
                        <a:lnTo>
                          <a:pt x="16" y="0"/>
                        </a:lnTo>
                        <a:lnTo>
                          <a:pt x="14"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75" name="Freeform 496">
                    <a:extLst>
                      <a:ext uri="{FF2B5EF4-FFF2-40B4-BE49-F238E27FC236}">
                        <a16:creationId xmlns:a16="http://schemas.microsoft.com/office/drawing/2014/main" id="{DC6EF85E-21A0-5B47-EA43-F670309857B3}"/>
                      </a:ext>
                    </a:extLst>
                  </p:cNvPr>
                  <p:cNvSpPr>
                    <a:spLocks/>
                  </p:cNvSpPr>
                  <p:nvPr/>
                </p:nvSpPr>
                <p:spPr bwMode="auto">
                  <a:xfrm>
                    <a:off x="3217" y="1027"/>
                    <a:ext cx="17" cy="17"/>
                  </a:xfrm>
                  <a:custGeom>
                    <a:avLst/>
                    <a:gdLst>
                      <a:gd name="T0" fmla="*/ 3 w 17"/>
                      <a:gd name="T1" fmla="*/ 0 h 17"/>
                      <a:gd name="T2" fmla="*/ 16 w 17"/>
                      <a:gd name="T3" fmla="*/ 0 h 17"/>
                      <a:gd name="T4" fmla="*/ 13 w 17"/>
                      <a:gd name="T5" fmla="*/ 16 h 17"/>
                      <a:gd name="T6" fmla="*/ 0 w 17"/>
                      <a:gd name="T7" fmla="*/ 16 h 17"/>
                      <a:gd name="T8" fmla="*/ 3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3" y="0"/>
                        </a:moveTo>
                        <a:lnTo>
                          <a:pt x="16" y="0"/>
                        </a:lnTo>
                        <a:lnTo>
                          <a:pt x="13"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76" name="Freeform 497">
                    <a:extLst>
                      <a:ext uri="{FF2B5EF4-FFF2-40B4-BE49-F238E27FC236}">
                        <a16:creationId xmlns:a16="http://schemas.microsoft.com/office/drawing/2014/main" id="{7C625523-EF4B-68A6-8ADA-2F05623176DD}"/>
                      </a:ext>
                    </a:extLst>
                  </p:cNvPr>
                  <p:cNvSpPr>
                    <a:spLocks/>
                  </p:cNvSpPr>
                  <p:nvPr/>
                </p:nvSpPr>
                <p:spPr bwMode="auto">
                  <a:xfrm>
                    <a:off x="3211" y="1034"/>
                    <a:ext cx="18" cy="17"/>
                  </a:xfrm>
                  <a:custGeom>
                    <a:avLst/>
                    <a:gdLst>
                      <a:gd name="T0" fmla="*/ 3 w 18"/>
                      <a:gd name="T1" fmla="*/ 0 h 17"/>
                      <a:gd name="T2" fmla="*/ 17 w 18"/>
                      <a:gd name="T3" fmla="*/ 0 h 17"/>
                      <a:gd name="T4" fmla="*/ 15 w 18"/>
                      <a:gd name="T5" fmla="*/ 16 h 17"/>
                      <a:gd name="T6" fmla="*/ 0 w 18"/>
                      <a:gd name="T7" fmla="*/ 16 h 17"/>
                      <a:gd name="T8" fmla="*/ 3 w 1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17">
                        <a:moveTo>
                          <a:pt x="3" y="0"/>
                        </a:moveTo>
                        <a:lnTo>
                          <a:pt x="17" y="0"/>
                        </a:lnTo>
                        <a:lnTo>
                          <a:pt x="15"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77" name="Freeform 498">
                    <a:extLst>
                      <a:ext uri="{FF2B5EF4-FFF2-40B4-BE49-F238E27FC236}">
                        <a16:creationId xmlns:a16="http://schemas.microsoft.com/office/drawing/2014/main" id="{59A93E6C-C9E3-7469-58FF-CAD22F40EA35}"/>
                      </a:ext>
                    </a:extLst>
                  </p:cNvPr>
                  <p:cNvSpPr>
                    <a:spLocks/>
                  </p:cNvSpPr>
                  <p:nvPr/>
                </p:nvSpPr>
                <p:spPr bwMode="auto">
                  <a:xfrm>
                    <a:off x="3207" y="1040"/>
                    <a:ext cx="17" cy="17"/>
                  </a:xfrm>
                  <a:custGeom>
                    <a:avLst/>
                    <a:gdLst>
                      <a:gd name="T0" fmla="*/ 3 w 17"/>
                      <a:gd name="T1" fmla="*/ 0 h 17"/>
                      <a:gd name="T2" fmla="*/ 16 w 17"/>
                      <a:gd name="T3" fmla="*/ 0 h 17"/>
                      <a:gd name="T4" fmla="*/ 13 w 17"/>
                      <a:gd name="T5" fmla="*/ 16 h 17"/>
                      <a:gd name="T6" fmla="*/ 0 w 17"/>
                      <a:gd name="T7" fmla="*/ 16 h 17"/>
                      <a:gd name="T8" fmla="*/ 3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3" y="0"/>
                        </a:moveTo>
                        <a:lnTo>
                          <a:pt x="16" y="0"/>
                        </a:lnTo>
                        <a:lnTo>
                          <a:pt x="13"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244" name="Group 504">
                  <a:extLst>
                    <a:ext uri="{FF2B5EF4-FFF2-40B4-BE49-F238E27FC236}">
                      <a16:creationId xmlns:a16="http://schemas.microsoft.com/office/drawing/2014/main" id="{79092FD9-3FE8-E1D1-1F08-A073E6915E48}"/>
                    </a:ext>
                  </a:extLst>
                </p:cNvPr>
                <p:cNvGrpSpPr>
                  <a:grpSpLocks/>
                </p:cNvGrpSpPr>
                <p:nvPr/>
              </p:nvGrpSpPr>
              <p:grpSpPr bwMode="auto">
                <a:xfrm>
                  <a:off x="3226" y="1020"/>
                  <a:ext cx="34" cy="37"/>
                  <a:chOff x="3226" y="1020"/>
                  <a:chExt cx="34" cy="37"/>
                </a:xfrm>
              </p:grpSpPr>
              <p:sp>
                <p:nvSpPr>
                  <p:cNvPr id="43270" name="Freeform 500">
                    <a:extLst>
                      <a:ext uri="{FF2B5EF4-FFF2-40B4-BE49-F238E27FC236}">
                        <a16:creationId xmlns:a16="http://schemas.microsoft.com/office/drawing/2014/main" id="{0E98E754-8ABB-2FE2-7511-B322FA8DAE39}"/>
                      </a:ext>
                    </a:extLst>
                  </p:cNvPr>
                  <p:cNvSpPr>
                    <a:spLocks/>
                  </p:cNvSpPr>
                  <p:nvPr/>
                </p:nvSpPr>
                <p:spPr bwMode="auto">
                  <a:xfrm>
                    <a:off x="3242" y="1020"/>
                    <a:ext cx="18" cy="17"/>
                  </a:xfrm>
                  <a:custGeom>
                    <a:avLst/>
                    <a:gdLst>
                      <a:gd name="T0" fmla="*/ 2 w 18"/>
                      <a:gd name="T1" fmla="*/ 0 h 17"/>
                      <a:gd name="T2" fmla="*/ 17 w 18"/>
                      <a:gd name="T3" fmla="*/ 0 h 17"/>
                      <a:gd name="T4" fmla="*/ 14 w 18"/>
                      <a:gd name="T5" fmla="*/ 16 h 17"/>
                      <a:gd name="T6" fmla="*/ 0 w 18"/>
                      <a:gd name="T7" fmla="*/ 16 h 17"/>
                      <a:gd name="T8" fmla="*/ 2 w 1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17">
                        <a:moveTo>
                          <a:pt x="2" y="0"/>
                        </a:moveTo>
                        <a:lnTo>
                          <a:pt x="17" y="0"/>
                        </a:lnTo>
                        <a:lnTo>
                          <a:pt x="14" y="16"/>
                        </a:lnTo>
                        <a:lnTo>
                          <a:pt x="0" y="16"/>
                        </a:lnTo>
                        <a:lnTo>
                          <a:pt x="2"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71" name="Freeform 501">
                    <a:extLst>
                      <a:ext uri="{FF2B5EF4-FFF2-40B4-BE49-F238E27FC236}">
                        <a16:creationId xmlns:a16="http://schemas.microsoft.com/office/drawing/2014/main" id="{2CA2813A-5DB9-BA5E-9E7B-6A788BAA9178}"/>
                      </a:ext>
                    </a:extLst>
                  </p:cNvPr>
                  <p:cNvSpPr>
                    <a:spLocks/>
                  </p:cNvSpPr>
                  <p:nvPr/>
                </p:nvSpPr>
                <p:spPr bwMode="auto">
                  <a:xfrm>
                    <a:off x="3238" y="1027"/>
                    <a:ext cx="17" cy="17"/>
                  </a:xfrm>
                  <a:custGeom>
                    <a:avLst/>
                    <a:gdLst>
                      <a:gd name="T0" fmla="*/ 3 w 17"/>
                      <a:gd name="T1" fmla="*/ 0 h 17"/>
                      <a:gd name="T2" fmla="*/ 16 w 17"/>
                      <a:gd name="T3" fmla="*/ 0 h 17"/>
                      <a:gd name="T4" fmla="*/ 13 w 17"/>
                      <a:gd name="T5" fmla="*/ 16 h 17"/>
                      <a:gd name="T6" fmla="*/ 0 w 17"/>
                      <a:gd name="T7" fmla="*/ 16 h 17"/>
                      <a:gd name="T8" fmla="*/ 3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3" y="0"/>
                        </a:moveTo>
                        <a:lnTo>
                          <a:pt x="16" y="0"/>
                        </a:lnTo>
                        <a:lnTo>
                          <a:pt x="13"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72" name="Freeform 502">
                    <a:extLst>
                      <a:ext uri="{FF2B5EF4-FFF2-40B4-BE49-F238E27FC236}">
                        <a16:creationId xmlns:a16="http://schemas.microsoft.com/office/drawing/2014/main" id="{3E5B8C11-F646-74CE-4E3D-2AFF8A5DEDAD}"/>
                      </a:ext>
                    </a:extLst>
                  </p:cNvPr>
                  <p:cNvSpPr>
                    <a:spLocks/>
                  </p:cNvSpPr>
                  <p:nvPr/>
                </p:nvSpPr>
                <p:spPr bwMode="auto">
                  <a:xfrm>
                    <a:off x="3231" y="1034"/>
                    <a:ext cx="19" cy="17"/>
                  </a:xfrm>
                  <a:custGeom>
                    <a:avLst/>
                    <a:gdLst>
                      <a:gd name="T0" fmla="*/ 3 w 19"/>
                      <a:gd name="T1" fmla="*/ 0 h 17"/>
                      <a:gd name="T2" fmla="*/ 18 w 19"/>
                      <a:gd name="T3" fmla="*/ 0 h 17"/>
                      <a:gd name="T4" fmla="*/ 15 w 19"/>
                      <a:gd name="T5" fmla="*/ 16 h 17"/>
                      <a:gd name="T6" fmla="*/ 0 w 19"/>
                      <a:gd name="T7" fmla="*/ 16 h 17"/>
                      <a:gd name="T8" fmla="*/ 3 w 19"/>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7">
                        <a:moveTo>
                          <a:pt x="3" y="0"/>
                        </a:moveTo>
                        <a:lnTo>
                          <a:pt x="18" y="0"/>
                        </a:lnTo>
                        <a:lnTo>
                          <a:pt x="15"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73" name="Freeform 503">
                    <a:extLst>
                      <a:ext uri="{FF2B5EF4-FFF2-40B4-BE49-F238E27FC236}">
                        <a16:creationId xmlns:a16="http://schemas.microsoft.com/office/drawing/2014/main" id="{5190AA59-7E57-B352-46AB-F0F4FEFF9FC4}"/>
                      </a:ext>
                    </a:extLst>
                  </p:cNvPr>
                  <p:cNvSpPr>
                    <a:spLocks/>
                  </p:cNvSpPr>
                  <p:nvPr/>
                </p:nvSpPr>
                <p:spPr bwMode="auto">
                  <a:xfrm>
                    <a:off x="3226" y="1040"/>
                    <a:ext cx="18" cy="17"/>
                  </a:xfrm>
                  <a:custGeom>
                    <a:avLst/>
                    <a:gdLst>
                      <a:gd name="T0" fmla="*/ 3 w 18"/>
                      <a:gd name="T1" fmla="*/ 0 h 17"/>
                      <a:gd name="T2" fmla="*/ 17 w 18"/>
                      <a:gd name="T3" fmla="*/ 0 h 17"/>
                      <a:gd name="T4" fmla="*/ 14 w 18"/>
                      <a:gd name="T5" fmla="*/ 16 h 17"/>
                      <a:gd name="T6" fmla="*/ 0 w 18"/>
                      <a:gd name="T7" fmla="*/ 16 h 17"/>
                      <a:gd name="T8" fmla="*/ 3 w 1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17">
                        <a:moveTo>
                          <a:pt x="3" y="0"/>
                        </a:moveTo>
                        <a:lnTo>
                          <a:pt x="17" y="0"/>
                        </a:lnTo>
                        <a:lnTo>
                          <a:pt x="14"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245" name="Group 509">
                  <a:extLst>
                    <a:ext uri="{FF2B5EF4-FFF2-40B4-BE49-F238E27FC236}">
                      <a16:creationId xmlns:a16="http://schemas.microsoft.com/office/drawing/2014/main" id="{1E824705-8A05-9E60-5EAD-E7DAD6DE3B4A}"/>
                    </a:ext>
                  </a:extLst>
                </p:cNvPr>
                <p:cNvGrpSpPr>
                  <a:grpSpLocks/>
                </p:cNvGrpSpPr>
                <p:nvPr/>
              </p:nvGrpSpPr>
              <p:grpSpPr bwMode="auto">
                <a:xfrm>
                  <a:off x="3247" y="1020"/>
                  <a:ext cx="32" cy="37"/>
                  <a:chOff x="3247" y="1020"/>
                  <a:chExt cx="32" cy="37"/>
                </a:xfrm>
              </p:grpSpPr>
              <p:sp>
                <p:nvSpPr>
                  <p:cNvPr id="43266" name="Freeform 505">
                    <a:extLst>
                      <a:ext uri="{FF2B5EF4-FFF2-40B4-BE49-F238E27FC236}">
                        <a16:creationId xmlns:a16="http://schemas.microsoft.com/office/drawing/2014/main" id="{701B60A8-22EB-E096-C3B0-C7C364EA6C4A}"/>
                      </a:ext>
                    </a:extLst>
                  </p:cNvPr>
                  <p:cNvSpPr>
                    <a:spLocks/>
                  </p:cNvSpPr>
                  <p:nvPr/>
                </p:nvSpPr>
                <p:spPr bwMode="auto">
                  <a:xfrm>
                    <a:off x="3262" y="1020"/>
                    <a:ext cx="17" cy="17"/>
                  </a:xfrm>
                  <a:custGeom>
                    <a:avLst/>
                    <a:gdLst>
                      <a:gd name="T0" fmla="*/ 2 w 17"/>
                      <a:gd name="T1" fmla="*/ 0 h 17"/>
                      <a:gd name="T2" fmla="*/ 16 w 17"/>
                      <a:gd name="T3" fmla="*/ 0 h 17"/>
                      <a:gd name="T4" fmla="*/ 13 w 17"/>
                      <a:gd name="T5" fmla="*/ 16 h 17"/>
                      <a:gd name="T6" fmla="*/ 0 w 17"/>
                      <a:gd name="T7" fmla="*/ 16 h 17"/>
                      <a:gd name="T8" fmla="*/ 2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2" y="0"/>
                        </a:moveTo>
                        <a:lnTo>
                          <a:pt x="16" y="0"/>
                        </a:lnTo>
                        <a:lnTo>
                          <a:pt x="13" y="16"/>
                        </a:lnTo>
                        <a:lnTo>
                          <a:pt x="0" y="16"/>
                        </a:lnTo>
                        <a:lnTo>
                          <a:pt x="2"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67" name="Freeform 506">
                    <a:extLst>
                      <a:ext uri="{FF2B5EF4-FFF2-40B4-BE49-F238E27FC236}">
                        <a16:creationId xmlns:a16="http://schemas.microsoft.com/office/drawing/2014/main" id="{B064ED44-C0CE-5A06-41CD-23D2EB868C8B}"/>
                      </a:ext>
                    </a:extLst>
                  </p:cNvPr>
                  <p:cNvSpPr>
                    <a:spLocks/>
                  </p:cNvSpPr>
                  <p:nvPr/>
                </p:nvSpPr>
                <p:spPr bwMode="auto">
                  <a:xfrm>
                    <a:off x="3257" y="1027"/>
                    <a:ext cx="17" cy="17"/>
                  </a:xfrm>
                  <a:custGeom>
                    <a:avLst/>
                    <a:gdLst>
                      <a:gd name="T0" fmla="*/ 3 w 17"/>
                      <a:gd name="T1" fmla="*/ 0 h 17"/>
                      <a:gd name="T2" fmla="*/ 16 w 17"/>
                      <a:gd name="T3" fmla="*/ 0 h 17"/>
                      <a:gd name="T4" fmla="*/ 13 w 17"/>
                      <a:gd name="T5" fmla="*/ 16 h 17"/>
                      <a:gd name="T6" fmla="*/ 0 w 17"/>
                      <a:gd name="T7" fmla="*/ 16 h 17"/>
                      <a:gd name="T8" fmla="*/ 3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3" y="0"/>
                        </a:moveTo>
                        <a:lnTo>
                          <a:pt x="16" y="0"/>
                        </a:lnTo>
                        <a:lnTo>
                          <a:pt x="13"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68" name="Freeform 507">
                    <a:extLst>
                      <a:ext uri="{FF2B5EF4-FFF2-40B4-BE49-F238E27FC236}">
                        <a16:creationId xmlns:a16="http://schemas.microsoft.com/office/drawing/2014/main" id="{E3B2AB4F-A715-F886-077C-89EA8BA01DB0}"/>
                      </a:ext>
                    </a:extLst>
                  </p:cNvPr>
                  <p:cNvSpPr>
                    <a:spLocks/>
                  </p:cNvSpPr>
                  <p:nvPr/>
                </p:nvSpPr>
                <p:spPr bwMode="auto">
                  <a:xfrm>
                    <a:off x="3252" y="1034"/>
                    <a:ext cx="17" cy="17"/>
                  </a:xfrm>
                  <a:custGeom>
                    <a:avLst/>
                    <a:gdLst>
                      <a:gd name="T0" fmla="*/ 3 w 17"/>
                      <a:gd name="T1" fmla="*/ 0 h 17"/>
                      <a:gd name="T2" fmla="*/ 16 w 17"/>
                      <a:gd name="T3" fmla="*/ 0 h 17"/>
                      <a:gd name="T4" fmla="*/ 13 w 17"/>
                      <a:gd name="T5" fmla="*/ 16 h 17"/>
                      <a:gd name="T6" fmla="*/ 0 w 17"/>
                      <a:gd name="T7" fmla="*/ 16 h 17"/>
                      <a:gd name="T8" fmla="*/ 3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3" y="0"/>
                        </a:moveTo>
                        <a:lnTo>
                          <a:pt x="16" y="0"/>
                        </a:lnTo>
                        <a:lnTo>
                          <a:pt x="13"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69" name="Freeform 508">
                    <a:extLst>
                      <a:ext uri="{FF2B5EF4-FFF2-40B4-BE49-F238E27FC236}">
                        <a16:creationId xmlns:a16="http://schemas.microsoft.com/office/drawing/2014/main" id="{09597BB4-6744-9B9F-62C1-452EA10253E3}"/>
                      </a:ext>
                    </a:extLst>
                  </p:cNvPr>
                  <p:cNvSpPr>
                    <a:spLocks/>
                  </p:cNvSpPr>
                  <p:nvPr/>
                </p:nvSpPr>
                <p:spPr bwMode="auto">
                  <a:xfrm>
                    <a:off x="3247" y="1040"/>
                    <a:ext cx="17" cy="17"/>
                  </a:xfrm>
                  <a:custGeom>
                    <a:avLst/>
                    <a:gdLst>
                      <a:gd name="T0" fmla="*/ 3 w 17"/>
                      <a:gd name="T1" fmla="*/ 0 h 17"/>
                      <a:gd name="T2" fmla="*/ 16 w 17"/>
                      <a:gd name="T3" fmla="*/ 0 h 17"/>
                      <a:gd name="T4" fmla="*/ 12 w 17"/>
                      <a:gd name="T5" fmla="*/ 16 h 17"/>
                      <a:gd name="T6" fmla="*/ 0 w 17"/>
                      <a:gd name="T7" fmla="*/ 16 h 17"/>
                      <a:gd name="T8" fmla="*/ 3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3" y="0"/>
                        </a:moveTo>
                        <a:lnTo>
                          <a:pt x="16" y="0"/>
                        </a:lnTo>
                        <a:lnTo>
                          <a:pt x="12"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246" name="Group 514">
                  <a:extLst>
                    <a:ext uri="{FF2B5EF4-FFF2-40B4-BE49-F238E27FC236}">
                      <a16:creationId xmlns:a16="http://schemas.microsoft.com/office/drawing/2014/main" id="{F4E4D4AF-3D10-176A-6108-9A126FF0423E}"/>
                    </a:ext>
                  </a:extLst>
                </p:cNvPr>
                <p:cNvGrpSpPr>
                  <a:grpSpLocks/>
                </p:cNvGrpSpPr>
                <p:nvPr/>
              </p:nvGrpSpPr>
              <p:grpSpPr bwMode="auto">
                <a:xfrm>
                  <a:off x="3265" y="1020"/>
                  <a:ext cx="34" cy="37"/>
                  <a:chOff x="3265" y="1020"/>
                  <a:chExt cx="34" cy="37"/>
                </a:xfrm>
              </p:grpSpPr>
              <p:sp>
                <p:nvSpPr>
                  <p:cNvPr id="43262" name="Freeform 510">
                    <a:extLst>
                      <a:ext uri="{FF2B5EF4-FFF2-40B4-BE49-F238E27FC236}">
                        <a16:creationId xmlns:a16="http://schemas.microsoft.com/office/drawing/2014/main" id="{55073F97-F439-5B69-C3DE-756989DECA8A}"/>
                      </a:ext>
                    </a:extLst>
                  </p:cNvPr>
                  <p:cNvSpPr>
                    <a:spLocks/>
                  </p:cNvSpPr>
                  <p:nvPr/>
                </p:nvSpPr>
                <p:spPr bwMode="auto">
                  <a:xfrm>
                    <a:off x="3282" y="1020"/>
                    <a:ext cx="17" cy="17"/>
                  </a:xfrm>
                  <a:custGeom>
                    <a:avLst/>
                    <a:gdLst>
                      <a:gd name="T0" fmla="*/ 2 w 17"/>
                      <a:gd name="T1" fmla="*/ 0 h 17"/>
                      <a:gd name="T2" fmla="*/ 16 w 17"/>
                      <a:gd name="T3" fmla="*/ 0 h 17"/>
                      <a:gd name="T4" fmla="*/ 13 w 17"/>
                      <a:gd name="T5" fmla="*/ 16 h 17"/>
                      <a:gd name="T6" fmla="*/ 0 w 17"/>
                      <a:gd name="T7" fmla="*/ 16 h 17"/>
                      <a:gd name="T8" fmla="*/ 2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2" y="0"/>
                        </a:moveTo>
                        <a:lnTo>
                          <a:pt x="16" y="0"/>
                        </a:lnTo>
                        <a:lnTo>
                          <a:pt x="13" y="16"/>
                        </a:lnTo>
                        <a:lnTo>
                          <a:pt x="0" y="16"/>
                        </a:lnTo>
                        <a:lnTo>
                          <a:pt x="2"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63" name="Freeform 511">
                    <a:extLst>
                      <a:ext uri="{FF2B5EF4-FFF2-40B4-BE49-F238E27FC236}">
                        <a16:creationId xmlns:a16="http://schemas.microsoft.com/office/drawing/2014/main" id="{2A19D061-0063-5497-58A0-E6850F748210}"/>
                      </a:ext>
                    </a:extLst>
                  </p:cNvPr>
                  <p:cNvSpPr>
                    <a:spLocks/>
                  </p:cNvSpPr>
                  <p:nvPr/>
                </p:nvSpPr>
                <p:spPr bwMode="auto">
                  <a:xfrm>
                    <a:off x="3276" y="1027"/>
                    <a:ext cx="17" cy="17"/>
                  </a:xfrm>
                  <a:custGeom>
                    <a:avLst/>
                    <a:gdLst>
                      <a:gd name="T0" fmla="*/ 3 w 17"/>
                      <a:gd name="T1" fmla="*/ 0 h 17"/>
                      <a:gd name="T2" fmla="*/ 16 w 17"/>
                      <a:gd name="T3" fmla="*/ 0 h 17"/>
                      <a:gd name="T4" fmla="*/ 13 w 17"/>
                      <a:gd name="T5" fmla="*/ 16 h 17"/>
                      <a:gd name="T6" fmla="*/ 0 w 17"/>
                      <a:gd name="T7" fmla="*/ 16 h 17"/>
                      <a:gd name="T8" fmla="*/ 3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3" y="0"/>
                        </a:moveTo>
                        <a:lnTo>
                          <a:pt x="16" y="0"/>
                        </a:lnTo>
                        <a:lnTo>
                          <a:pt x="13"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64" name="Freeform 512">
                    <a:extLst>
                      <a:ext uri="{FF2B5EF4-FFF2-40B4-BE49-F238E27FC236}">
                        <a16:creationId xmlns:a16="http://schemas.microsoft.com/office/drawing/2014/main" id="{D6D3F86E-85E2-C6EF-DEAD-C535A14EEF2E}"/>
                      </a:ext>
                    </a:extLst>
                  </p:cNvPr>
                  <p:cNvSpPr>
                    <a:spLocks/>
                  </p:cNvSpPr>
                  <p:nvPr/>
                </p:nvSpPr>
                <p:spPr bwMode="auto">
                  <a:xfrm>
                    <a:off x="3272" y="1034"/>
                    <a:ext cx="19" cy="17"/>
                  </a:xfrm>
                  <a:custGeom>
                    <a:avLst/>
                    <a:gdLst>
                      <a:gd name="T0" fmla="*/ 3 w 19"/>
                      <a:gd name="T1" fmla="*/ 0 h 17"/>
                      <a:gd name="T2" fmla="*/ 18 w 19"/>
                      <a:gd name="T3" fmla="*/ 0 h 17"/>
                      <a:gd name="T4" fmla="*/ 15 w 19"/>
                      <a:gd name="T5" fmla="*/ 16 h 17"/>
                      <a:gd name="T6" fmla="*/ 0 w 19"/>
                      <a:gd name="T7" fmla="*/ 16 h 17"/>
                      <a:gd name="T8" fmla="*/ 3 w 19"/>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7">
                        <a:moveTo>
                          <a:pt x="3" y="0"/>
                        </a:moveTo>
                        <a:lnTo>
                          <a:pt x="18" y="0"/>
                        </a:lnTo>
                        <a:lnTo>
                          <a:pt x="15"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65" name="Freeform 513">
                    <a:extLst>
                      <a:ext uri="{FF2B5EF4-FFF2-40B4-BE49-F238E27FC236}">
                        <a16:creationId xmlns:a16="http://schemas.microsoft.com/office/drawing/2014/main" id="{AEDEDB33-3879-7BEA-7E0B-3113F40BB10A}"/>
                      </a:ext>
                    </a:extLst>
                  </p:cNvPr>
                  <p:cNvSpPr>
                    <a:spLocks/>
                  </p:cNvSpPr>
                  <p:nvPr/>
                </p:nvSpPr>
                <p:spPr bwMode="auto">
                  <a:xfrm>
                    <a:off x="3265" y="1040"/>
                    <a:ext cx="19" cy="17"/>
                  </a:xfrm>
                  <a:custGeom>
                    <a:avLst/>
                    <a:gdLst>
                      <a:gd name="T0" fmla="*/ 3 w 19"/>
                      <a:gd name="T1" fmla="*/ 0 h 17"/>
                      <a:gd name="T2" fmla="*/ 18 w 19"/>
                      <a:gd name="T3" fmla="*/ 0 h 17"/>
                      <a:gd name="T4" fmla="*/ 14 w 19"/>
                      <a:gd name="T5" fmla="*/ 16 h 17"/>
                      <a:gd name="T6" fmla="*/ 0 w 19"/>
                      <a:gd name="T7" fmla="*/ 16 h 17"/>
                      <a:gd name="T8" fmla="*/ 3 w 19"/>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7">
                        <a:moveTo>
                          <a:pt x="3" y="0"/>
                        </a:moveTo>
                        <a:lnTo>
                          <a:pt x="18" y="0"/>
                        </a:lnTo>
                        <a:lnTo>
                          <a:pt x="14"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247" name="Group 519">
                  <a:extLst>
                    <a:ext uri="{FF2B5EF4-FFF2-40B4-BE49-F238E27FC236}">
                      <a16:creationId xmlns:a16="http://schemas.microsoft.com/office/drawing/2014/main" id="{7A581710-055D-E6E9-C565-90D8B308B40D}"/>
                    </a:ext>
                  </a:extLst>
                </p:cNvPr>
                <p:cNvGrpSpPr>
                  <a:grpSpLocks/>
                </p:cNvGrpSpPr>
                <p:nvPr/>
              </p:nvGrpSpPr>
              <p:grpSpPr bwMode="auto">
                <a:xfrm>
                  <a:off x="3284" y="1020"/>
                  <a:ext cx="34" cy="37"/>
                  <a:chOff x="3284" y="1020"/>
                  <a:chExt cx="34" cy="37"/>
                </a:xfrm>
              </p:grpSpPr>
              <p:sp>
                <p:nvSpPr>
                  <p:cNvPr id="43258" name="Freeform 515">
                    <a:extLst>
                      <a:ext uri="{FF2B5EF4-FFF2-40B4-BE49-F238E27FC236}">
                        <a16:creationId xmlns:a16="http://schemas.microsoft.com/office/drawing/2014/main" id="{76E7F9C4-4DF5-8783-C90A-130DE62812B0}"/>
                      </a:ext>
                    </a:extLst>
                  </p:cNvPr>
                  <p:cNvSpPr>
                    <a:spLocks/>
                  </p:cNvSpPr>
                  <p:nvPr/>
                </p:nvSpPr>
                <p:spPr bwMode="auto">
                  <a:xfrm>
                    <a:off x="3301" y="1020"/>
                    <a:ext cx="17" cy="17"/>
                  </a:xfrm>
                  <a:custGeom>
                    <a:avLst/>
                    <a:gdLst>
                      <a:gd name="T0" fmla="*/ 3 w 17"/>
                      <a:gd name="T1" fmla="*/ 0 h 17"/>
                      <a:gd name="T2" fmla="*/ 16 w 17"/>
                      <a:gd name="T3" fmla="*/ 0 h 17"/>
                      <a:gd name="T4" fmla="*/ 13 w 17"/>
                      <a:gd name="T5" fmla="*/ 16 h 17"/>
                      <a:gd name="T6" fmla="*/ 0 w 17"/>
                      <a:gd name="T7" fmla="*/ 16 h 17"/>
                      <a:gd name="T8" fmla="*/ 3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3" y="0"/>
                        </a:moveTo>
                        <a:lnTo>
                          <a:pt x="16" y="0"/>
                        </a:lnTo>
                        <a:lnTo>
                          <a:pt x="13"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59" name="Freeform 516">
                    <a:extLst>
                      <a:ext uri="{FF2B5EF4-FFF2-40B4-BE49-F238E27FC236}">
                        <a16:creationId xmlns:a16="http://schemas.microsoft.com/office/drawing/2014/main" id="{475CB14A-4563-9FC0-02D0-CBAD5D44EA97}"/>
                      </a:ext>
                    </a:extLst>
                  </p:cNvPr>
                  <p:cNvSpPr>
                    <a:spLocks/>
                  </p:cNvSpPr>
                  <p:nvPr/>
                </p:nvSpPr>
                <p:spPr bwMode="auto">
                  <a:xfrm>
                    <a:off x="3296" y="1027"/>
                    <a:ext cx="17" cy="17"/>
                  </a:xfrm>
                  <a:custGeom>
                    <a:avLst/>
                    <a:gdLst>
                      <a:gd name="T0" fmla="*/ 3 w 17"/>
                      <a:gd name="T1" fmla="*/ 0 h 17"/>
                      <a:gd name="T2" fmla="*/ 16 w 17"/>
                      <a:gd name="T3" fmla="*/ 0 h 17"/>
                      <a:gd name="T4" fmla="*/ 13 w 17"/>
                      <a:gd name="T5" fmla="*/ 16 h 17"/>
                      <a:gd name="T6" fmla="*/ 0 w 17"/>
                      <a:gd name="T7" fmla="*/ 16 h 17"/>
                      <a:gd name="T8" fmla="*/ 3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3" y="0"/>
                        </a:moveTo>
                        <a:lnTo>
                          <a:pt x="16" y="0"/>
                        </a:lnTo>
                        <a:lnTo>
                          <a:pt x="13"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60" name="Freeform 517">
                    <a:extLst>
                      <a:ext uri="{FF2B5EF4-FFF2-40B4-BE49-F238E27FC236}">
                        <a16:creationId xmlns:a16="http://schemas.microsoft.com/office/drawing/2014/main" id="{C8ADE9FD-DF24-1D6A-DE6C-35A4F3619E94}"/>
                      </a:ext>
                    </a:extLst>
                  </p:cNvPr>
                  <p:cNvSpPr>
                    <a:spLocks/>
                  </p:cNvSpPr>
                  <p:nvPr/>
                </p:nvSpPr>
                <p:spPr bwMode="auto">
                  <a:xfrm>
                    <a:off x="3292" y="1034"/>
                    <a:ext cx="17" cy="17"/>
                  </a:xfrm>
                  <a:custGeom>
                    <a:avLst/>
                    <a:gdLst>
                      <a:gd name="T0" fmla="*/ 3 w 17"/>
                      <a:gd name="T1" fmla="*/ 0 h 17"/>
                      <a:gd name="T2" fmla="*/ 16 w 17"/>
                      <a:gd name="T3" fmla="*/ 0 h 17"/>
                      <a:gd name="T4" fmla="*/ 13 w 17"/>
                      <a:gd name="T5" fmla="*/ 16 h 17"/>
                      <a:gd name="T6" fmla="*/ 0 w 17"/>
                      <a:gd name="T7" fmla="*/ 16 h 17"/>
                      <a:gd name="T8" fmla="*/ 3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3" y="0"/>
                        </a:moveTo>
                        <a:lnTo>
                          <a:pt x="16" y="0"/>
                        </a:lnTo>
                        <a:lnTo>
                          <a:pt x="13"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61" name="Freeform 518">
                    <a:extLst>
                      <a:ext uri="{FF2B5EF4-FFF2-40B4-BE49-F238E27FC236}">
                        <a16:creationId xmlns:a16="http://schemas.microsoft.com/office/drawing/2014/main" id="{9A0FC5CB-7351-EB2F-F8E8-2FDE6A35D76B}"/>
                      </a:ext>
                    </a:extLst>
                  </p:cNvPr>
                  <p:cNvSpPr>
                    <a:spLocks/>
                  </p:cNvSpPr>
                  <p:nvPr/>
                </p:nvSpPr>
                <p:spPr bwMode="auto">
                  <a:xfrm>
                    <a:off x="3284" y="1040"/>
                    <a:ext cx="18" cy="17"/>
                  </a:xfrm>
                  <a:custGeom>
                    <a:avLst/>
                    <a:gdLst>
                      <a:gd name="T0" fmla="*/ 3 w 18"/>
                      <a:gd name="T1" fmla="*/ 0 h 17"/>
                      <a:gd name="T2" fmla="*/ 17 w 18"/>
                      <a:gd name="T3" fmla="*/ 0 h 17"/>
                      <a:gd name="T4" fmla="*/ 13 w 18"/>
                      <a:gd name="T5" fmla="*/ 16 h 17"/>
                      <a:gd name="T6" fmla="*/ 0 w 18"/>
                      <a:gd name="T7" fmla="*/ 16 h 17"/>
                      <a:gd name="T8" fmla="*/ 3 w 1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17">
                        <a:moveTo>
                          <a:pt x="3" y="0"/>
                        </a:moveTo>
                        <a:lnTo>
                          <a:pt x="17" y="0"/>
                        </a:lnTo>
                        <a:lnTo>
                          <a:pt x="13"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248" name="Group 524">
                  <a:extLst>
                    <a:ext uri="{FF2B5EF4-FFF2-40B4-BE49-F238E27FC236}">
                      <a16:creationId xmlns:a16="http://schemas.microsoft.com/office/drawing/2014/main" id="{0220B962-6F75-9DE4-C6F4-DCD5740C3DE5}"/>
                    </a:ext>
                  </a:extLst>
                </p:cNvPr>
                <p:cNvGrpSpPr>
                  <a:grpSpLocks/>
                </p:cNvGrpSpPr>
                <p:nvPr/>
              </p:nvGrpSpPr>
              <p:grpSpPr bwMode="auto">
                <a:xfrm>
                  <a:off x="3304" y="1020"/>
                  <a:ext cx="35" cy="37"/>
                  <a:chOff x="3304" y="1020"/>
                  <a:chExt cx="35" cy="37"/>
                </a:xfrm>
              </p:grpSpPr>
              <p:sp>
                <p:nvSpPr>
                  <p:cNvPr id="43254" name="Freeform 520">
                    <a:extLst>
                      <a:ext uri="{FF2B5EF4-FFF2-40B4-BE49-F238E27FC236}">
                        <a16:creationId xmlns:a16="http://schemas.microsoft.com/office/drawing/2014/main" id="{20637162-1459-D5C3-7FA5-D4DC29631D2B}"/>
                      </a:ext>
                    </a:extLst>
                  </p:cNvPr>
                  <p:cNvSpPr>
                    <a:spLocks/>
                  </p:cNvSpPr>
                  <p:nvPr/>
                </p:nvSpPr>
                <p:spPr bwMode="auto">
                  <a:xfrm>
                    <a:off x="3319" y="1020"/>
                    <a:ext cx="20" cy="17"/>
                  </a:xfrm>
                  <a:custGeom>
                    <a:avLst/>
                    <a:gdLst>
                      <a:gd name="T0" fmla="*/ 3 w 20"/>
                      <a:gd name="T1" fmla="*/ 0 h 17"/>
                      <a:gd name="T2" fmla="*/ 19 w 20"/>
                      <a:gd name="T3" fmla="*/ 0 h 17"/>
                      <a:gd name="T4" fmla="*/ 16 w 20"/>
                      <a:gd name="T5" fmla="*/ 16 h 17"/>
                      <a:gd name="T6" fmla="*/ 0 w 20"/>
                      <a:gd name="T7" fmla="*/ 16 h 17"/>
                      <a:gd name="T8" fmla="*/ 3 w 20"/>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17">
                        <a:moveTo>
                          <a:pt x="3" y="0"/>
                        </a:moveTo>
                        <a:lnTo>
                          <a:pt x="19" y="0"/>
                        </a:lnTo>
                        <a:lnTo>
                          <a:pt x="16"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55" name="Freeform 521">
                    <a:extLst>
                      <a:ext uri="{FF2B5EF4-FFF2-40B4-BE49-F238E27FC236}">
                        <a16:creationId xmlns:a16="http://schemas.microsoft.com/office/drawing/2014/main" id="{FCA60A93-526C-AA89-B29B-B30235D8C548}"/>
                      </a:ext>
                    </a:extLst>
                  </p:cNvPr>
                  <p:cNvSpPr>
                    <a:spLocks/>
                  </p:cNvSpPr>
                  <p:nvPr/>
                </p:nvSpPr>
                <p:spPr bwMode="auto">
                  <a:xfrm>
                    <a:off x="3315" y="1027"/>
                    <a:ext cx="18" cy="17"/>
                  </a:xfrm>
                  <a:custGeom>
                    <a:avLst/>
                    <a:gdLst>
                      <a:gd name="T0" fmla="*/ 3 w 18"/>
                      <a:gd name="T1" fmla="*/ 0 h 17"/>
                      <a:gd name="T2" fmla="*/ 17 w 18"/>
                      <a:gd name="T3" fmla="*/ 0 h 17"/>
                      <a:gd name="T4" fmla="*/ 14 w 18"/>
                      <a:gd name="T5" fmla="*/ 16 h 17"/>
                      <a:gd name="T6" fmla="*/ 0 w 18"/>
                      <a:gd name="T7" fmla="*/ 16 h 17"/>
                      <a:gd name="T8" fmla="*/ 3 w 1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17">
                        <a:moveTo>
                          <a:pt x="3" y="0"/>
                        </a:moveTo>
                        <a:lnTo>
                          <a:pt x="17" y="0"/>
                        </a:lnTo>
                        <a:lnTo>
                          <a:pt x="14"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56" name="Freeform 522">
                    <a:extLst>
                      <a:ext uri="{FF2B5EF4-FFF2-40B4-BE49-F238E27FC236}">
                        <a16:creationId xmlns:a16="http://schemas.microsoft.com/office/drawing/2014/main" id="{D9CF7DA8-F9A7-08DF-4834-2ED683A2B575}"/>
                      </a:ext>
                    </a:extLst>
                  </p:cNvPr>
                  <p:cNvSpPr>
                    <a:spLocks/>
                  </p:cNvSpPr>
                  <p:nvPr/>
                </p:nvSpPr>
                <p:spPr bwMode="auto">
                  <a:xfrm>
                    <a:off x="3310" y="1034"/>
                    <a:ext cx="19" cy="17"/>
                  </a:xfrm>
                  <a:custGeom>
                    <a:avLst/>
                    <a:gdLst>
                      <a:gd name="T0" fmla="*/ 3 w 19"/>
                      <a:gd name="T1" fmla="*/ 0 h 17"/>
                      <a:gd name="T2" fmla="*/ 18 w 19"/>
                      <a:gd name="T3" fmla="*/ 0 h 17"/>
                      <a:gd name="T4" fmla="*/ 14 w 19"/>
                      <a:gd name="T5" fmla="*/ 16 h 17"/>
                      <a:gd name="T6" fmla="*/ 0 w 19"/>
                      <a:gd name="T7" fmla="*/ 16 h 17"/>
                      <a:gd name="T8" fmla="*/ 3 w 19"/>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7">
                        <a:moveTo>
                          <a:pt x="3" y="0"/>
                        </a:moveTo>
                        <a:lnTo>
                          <a:pt x="18" y="0"/>
                        </a:lnTo>
                        <a:lnTo>
                          <a:pt x="14"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57" name="Freeform 523">
                    <a:extLst>
                      <a:ext uri="{FF2B5EF4-FFF2-40B4-BE49-F238E27FC236}">
                        <a16:creationId xmlns:a16="http://schemas.microsoft.com/office/drawing/2014/main" id="{1FA95A53-D0D7-87ED-F9C2-5DE1BD4DA0A2}"/>
                      </a:ext>
                    </a:extLst>
                  </p:cNvPr>
                  <p:cNvSpPr>
                    <a:spLocks/>
                  </p:cNvSpPr>
                  <p:nvPr/>
                </p:nvSpPr>
                <p:spPr bwMode="auto">
                  <a:xfrm>
                    <a:off x="3304" y="1040"/>
                    <a:ext cx="19" cy="17"/>
                  </a:xfrm>
                  <a:custGeom>
                    <a:avLst/>
                    <a:gdLst>
                      <a:gd name="T0" fmla="*/ 4 w 19"/>
                      <a:gd name="T1" fmla="*/ 0 h 17"/>
                      <a:gd name="T2" fmla="*/ 18 w 19"/>
                      <a:gd name="T3" fmla="*/ 0 h 17"/>
                      <a:gd name="T4" fmla="*/ 15 w 19"/>
                      <a:gd name="T5" fmla="*/ 16 h 17"/>
                      <a:gd name="T6" fmla="*/ 0 w 19"/>
                      <a:gd name="T7" fmla="*/ 16 h 17"/>
                      <a:gd name="T8" fmla="*/ 4 w 19"/>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7">
                        <a:moveTo>
                          <a:pt x="4" y="0"/>
                        </a:moveTo>
                        <a:lnTo>
                          <a:pt x="18" y="0"/>
                        </a:lnTo>
                        <a:lnTo>
                          <a:pt x="15" y="16"/>
                        </a:lnTo>
                        <a:lnTo>
                          <a:pt x="0" y="16"/>
                        </a:lnTo>
                        <a:lnTo>
                          <a:pt x="4"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249" name="Group 529">
                  <a:extLst>
                    <a:ext uri="{FF2B5EF4-FFF2-40B4-BE49-F238E27FC236}">
                      <a16:creationId xmlns:a16="http://schemas.microsoft.com/office/drawing/2014/main" id="{4A056CF7-C826-79E5-A076-8254B626D7CE}"/>
                    </a:ext>
                  </a:extLst>
                </p:cNvPr>
                <p:cNvGrpSpPr>
                  <a:grpSpLocks/>
                </p:cNvGrpSpPr>
                <p:nvPr/>
              </p:nvGrpSpPr>
              <p:grpSpPr bwMode="auto">
                <a:xfrm>
                  <a:off x="3325" y="1020"/>
                  <a:ext cx="33" cy="37"/>
                  <a:chOff x="3325" y="1020"/>
                  <a:chExt cx="33" cy="37"/>
                </a:xfrm>
              </p:grpSpPr>
              <p:sp>
                <p:nvSpPr>
                  <p:cNvPr id="43250" name="Freeform 525">
                    <a:extLst>
                      <a:ext uri="{FF2B5EF4-FFF2-40B4-BE49-F238E27FC236}">
                        <a16:creationId xmlns:a16="http://schemas.microsoft.com/office/drawing/2014/main" id="{0A85F129-467F-8FC1-5845-68BDE6DC4811}"/>
                      </a:ext>
                    </a:extLst>
                  </p:cNvPr>
                  <p:cNvSpPr>
                    <a:spLocks/>
                  </p:cNvSpPr>
                  <p:nvPr/>
                </p:nvSpPr>
                <p:spPr bwMode="auto">
                  <a:xfrm>
                    <a:off x="3340" y="1020"/>
                    <a:ext cx="18" cy="17"/>
                  </a:xfrm>
                  <a:custGeom>
                    <a:avLst/>
                    <a:gdLst>
                      <a:gd name="T0" fmla="*/ 2 w 18"/>
                      <a:gd name="T1" fmla="*/ 0 h 17"/>
                      <a:gd name="T2" fmla="*/ 17 w 18"/>
                      <a:gd name="T3" fmla="*/ 0 h 17"/>
                      <a:gd name="T4" fmla="*/ 15 w 18"/>
                      <a:gd name="T5" fmla="*/ 16 h 17"/>
                      <a:gd name="T6" fmla="*/ 0 w 18"/>
                      <a:gd name="T7" fmla="*/ 16 h 17"/>
                      <a:gd name="T8" fmla="*/ 2 w 1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17">
                        <a:moveTo>
                          <a:pt x="2" y="0"/>
                        </a:moveTo>
                        <a:lnTo>
                          <a:pt x="17" y="0"/>
                        </a:lnTo>
                        <a:lnTo>
                          <a:pt x="15" y="16"/>
                        </a:lnTo>
                        <a:lnTo>
                          <a:pt x="0" y="16"/>
                        </a:lnTo>
                        <a:lnTo>
                          <a:pt x="2"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51" name="Freeform 526">
                    <a:extLst>
                      <a:ext uri="{FF2B5EF4-FFF2-40B4-BE49-F238E27FC236}">
                        <a16:creationId xmlns:a16="http://schemas.microsoft.com/office/drawing/2014/main" id="{59B0095F-2889-1FA9-AEED-61D3A5234076}"/>
                      </a:ext>
                    </a:extLst>
                  </p:cNvPr>
                  <p:cNvSpPr>
                    <a:spLocks/>
                  </p:cNvSpPr>
                  <p:nvPr/>
                </p:nvSpPr>
                <p:spPr bwMode="auto">
                  <a:xfrm>
                    <a:off x="3336" y="1027"/>
                    <a:ext cx="19" cy="17"/>
                  </a:xfrm>
                  <a:custGeom>
                    <a:avLst/>
                    <a:gdLst>
                      <a:gd name="T0" fmla="*/ 3 w 19"/>
                      <a:gd name="T1" fmla="*/ 0 h 17"/>
                      <a:gd name="T2" fmla="*/ 18 w 19"/>
                      <a:gd name="T3" fmla="*/ 0 h 17"/>
                      <a:gd name="T4" fmla="*/ 14 w 19"/>
                      <a:gd name="T5" fmla="*/ 16 h 17"/>
                      <a:gd name="T6" fmla="*/ 0 w 19"/>
                      <a:gd name="T7" fmla="*/ 16 h 17"/>
                      <a:gd name="T8" fmla="*/ 3 w 19"/>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7">
                        <a:moveTo>
                          <a:pt x="3" y="0"/>
                        </a:moveTo>
                        <a:lnTo>
                          <a:pt x="18" y="0"/>
                        </a:lnTo>
                        <a:lnTo>
                          <a:pt x="14"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52" name="Freeform 527">
                    <a:extLst>
                      <a:ext uri="{FF2B5EF4-FFF2-40B4-BE49-F238E27FC236}">
                        <a16:creationId xmlns:a16="http://schemas.microsoft.com/office/drawing/2014/main" id="{FD319EB0-B324-B98E-6829-0EC639BB8B87}"/>
                      </a:ext>
                    </a:extLst>
                  </p:cNvPr>
                  <p:cNvSpPr>
                    <a:spLocks/>
                  </p:cNvSpPr>
                  <p:nvPr/>
                </p:nvSpPr>
                <p:spPr bwMode="auto">
                  <a:xfrm>
                    <a:off x="3330" y="1034"/>
                    <a:ext cx="18" cy="17"/>
                  </a:xfrm>
                  <a:custGeom>
                    <a:avLst/>
                    <a:gdLst>
                      <a:gd name="T0" fmla="*/ 3 w 18"/>
                      <a:gd name="T1" fmla="*/ 0 h 17"/>
                      <a:gd name="T2" fmla="*/ 17 w 18"/>
                      <a:gd name="T3" fmla="*/ 0 h 17"/>
                      <a:gd name="T4" fmla="*/ 14 w 18"/>
                      <a:gd name="T5" fmla="*/ 16 h 17"/>
                      <a:gd name="T6" fmla="*/ 0 w 18"/>
                      <a:gd name="T7" fmla="*/ 16 h 17"/>
                      <a:gd name="T8" fmla="*/ 3 w 1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17">
                        <a:moveTo>
                          <a:pt x="3" y="0"/>
                        </a:moveTo>
                        <a:lnTo>
                          <a:pt x="17" y="0"/>
                        </a:lnTo>
                        <a:lnTo>
                          <a:pt x="14"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53" name="Freeform 528">
                    <a:extLst>
                      <a:ext uri="{FF2B5EF4-FFF2-40B4-BE49-F238E27FC236}">
                        <a16:creationId xmlns:a16="http://schemas.microsoft.com/office/drawing/2014/main" id="{4718F075-9045-0DCA-F475-63196CAA2194}"/>
                      </a:ext>
                    </a:extLst>
                  </p:cNvPr>
                  <p:cNvSpPr>
                    <a:spLocks/>
                  </p:cNvSpPr>
                  <p:nvPr/>
                </p:nvSpPr>
                <p:spPr bwMode="auto">
                  <a:xfrm>
                    <a:off x="3325" y="1040"/>
                    <a:ext cx="17" cy="17"/>
                  </a:xfrm>
                  <a:custGeom>
                    <a:avLst/>
                    <a:gdLst>
                      <a:gd name="T0" fmla="*/ 3 w 17"/>
                      <a:gd name="T1" fmla="*/ 0 h 17"/>
                      <a:gd name="T2" fmla="*/ 16 w 17"/>
                      <a:gd name="T3" fmla="*/ 0 h 17"/>
                      <a:gd name="T4" fmla="*/ 13 w 17"/>
                      <a:gd name="T5" fmla="*/ 16 h 17"/>
                      <a:gd name="T6" fmla="*/ 0 w 17"/>
                      <a:gd name="T7" fmla="*/ 16 h 17"/>
                      <a:gd name="T8" fmla="*/ 3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3" y="0"/>
                        </a:moveTo>
                        <a:lnTo>
                          <a:pt x="16" y="0"/>
                        </a:lnTo>
                        <a:lnTo>
                          <a:pt x="13"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nvGrpSpPr>
            <p:cNvPr id="43172" name="Group 594">
              <a:extLst>
                <a:ext uri="{FF2B5EF4-FFF2-40B4-BE49-F238E27FC236}">
                  <a16:creationId xmlns:a16="http://schemas.microsoft.com/office/drawing/2014/main" id="{51D42411-E6BD-BEDA-54F9-0B31FE8FE584}"/>
                </a:ext>
              </a:extLst>
            </p:cNvPr>
            <p:cNvGrpSpPr>
              <a:grpSpLocks/>
            </p:cNvGrpSpPr>
            <p:nvPr/>
          </p:nvGrpSpPr>
          <p:grpSpPr bwMode="auto">
            <a:xfrm>
              <a:off x="2807" y="949"/>
              <a:ext cx="391" cy="154"/>
              <a:chOff x="2807" y="949"/>
              <a:chExt cx="391" cy="154"/>
            </a:xfrm>
          </p:grpSpPr>
          <p:grpSp>
            <p:nvGrpSpPr>
              <p:cNvPr id="43174" name="Group 534">
                <a:extLst>
                  <a:ext uri="{FF2B5EF4-FFF2-40B4-BE49-F238E27FC236}">
                    <a16:creationId xmlns:a16="http://schemas.microsoft.com/office/drawing/2014/main" id="{931211C5-8131-653A-5A0A-866956BD6E8B}"/>
                  </a:ext>
                </a:extLst>
              </p:cNvPr>
              <p:cNvGrpSpPr>
                <a:grpSpLocks/>
              </p:cNvGrpSpPr>
              <p:nvPr/>
            </p:nvGrpSpPr>
            <p:grpSpPr bwMode="auto">
              <a:xfrm>
                <a:off x="2807" y="949"/>
                <a:ext cx="391" cy="154"/>
                <a:chOff x="2807" y="949"/>
                <a:chExt cx="391" cy="154"/>
              </a:xfrm>
            </p:grpSpPr>
            <p:sp>
              <p:nvSpPr>
                <p:cNvPr id="43234" name="Rectangle 532">
                  <a:extLst>
                    <a:ext uri="{FF2B5EF4-FFF2-40B4-BE49-F238E27FC236}">
                      <a16:creationId xmlns:a16="http://schemas.microsoft.com/office/drawing/2014/main" id="{F28B2848-ED35-5F09-8F8F-740E65D19921}"/>
                    </a:ext>
                  </a:extLst>
                </p:cNvPr>
                <p:cNvSpPr>
                  <a:spLocks noChangeArrowheads="1"/>
                </p:cNvSpPr>
                <p:nvPr/>
              </p:nvSpPr>
              <p:spPr bwMode="auto">
                <a:xfrm>
                  <a:off x="2807" y="1066"/>
                  <a:ext cx="300" cy="37"/>
                </a:xfrm>
                <a:prstGeom prst="rect">
                  <a:avLst/>
                </a:prstGeom>
                <a:solidFill>
                  <a:srgbClr val="9F9F9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235" name="Freeform 533">
                  <a:extLst>
                    <a:ext uri="{FF2B5EF4-FFF2-40B4-BE49-F238E27FC236}">
                      <a16:creationId xmlns:a16="http://schemas.microsoft.com/office/drawing/2014/main" id="{95271BE9-362C-C925-30BC-6409EE8F407A}"/>
                    </a:ext>
                  </a:extLst>
                </p:cNvPr>
                <p:cNvSpPr>
                  <a:spLocks/>
                </p:cNvSpPr>
                <p:nvPr/>
              </p:nvSpPr>
              <p:spPr bwMode="auto">
                <a:xfrm>
                  <a:off x="2807" y="949"/>
                  <a:ext cx="391" cy="114"/>
                </a:xfrm>
                <a:custGeom>
                  <a:avLst/>
                  <a:gdLst>
                    <a:gd name="T0" fmla="*/ 0 w 391"/>
                    <a:gd name="T1" fmla="*/ 113 h 114"/>
                    <a:gd name="T2" fmla="*/ 43 w 391"/>
                    <a:gd name="T3" fmla="*/ 56 h 114"/>
                    <a:gd name="T4" fmla="*/ 131 w 391"/>
                    <a:gd name="T5" fmla="*/ 0 h 114"/>
                    <a:gd name="T6" fmla="*/ 390 w 391"/>
                    <a:gd name="T7" fmla="*/ 0 h 114"/>
                    <a:gd name="T8" fmla="*/ 333 w 391"/>
                    <a:gd name="T9" fmla="*/ 55 h 114"/>
                    <a:gd name="T10" fmla="*/ 300 w 391"/>
                    <a:gd name="T11" fmla="*/ 113 h 114"/>
                    <a:gd name="T12" fmla="*/ 0 w 391"/>
                    <a:gd name="T13" fmla="*/ 113 h 11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91" h="114">
                      <a:moveTo>
                        <a:pt x="0" y="113"/>
                      </a:moveTo>
                      <a:lnTo>
                        <a:pt x="43" y="56"/>
                      </a:lnTo>
                      <a:lnTo>
                        <a:pt x="131" y="0"/>
                      </a:lnTo>
                      <a:lnTo>
                        <a:pt x="390" y="0"/>
                      </a:lnTo>
                      <a:lnTo>
                        <a:pt x="333" y="55"/>
                      </a:lnTo>
                      <a:lnTo>
                        <a:pt x="300" y="113"/>
                      </a:lnTo>
                      <a:lnTo>
                        <a:pt x="0" y="113"/>
                      </a:lnTo>
                    </a:path>
                  </a:pathLst>
                </a:custGeom>
                <a:solidFill>
                  <a:srgbClr val="BFBFB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175" name="Group 537">
                <a:extLst>
                  <a:ext uri="{FF2B5EF4-FFF2-40B4-BE49-F238E27FC236}">
                    <a16:creationId xmlns:a16="http://schemas.microsoft.com/office/drawing/2014/main" id="{39D91443-8989-56F9-A93C-7318A99CED0F}"/>
                  </a:ext>
                </a:extLst>
              </p:cNvPr>
              <p:cNvGrpSpPr>
                <a:grpSpLocks/>
              </p:cNvGrpSpPr>
              <p:nvPr/>
            </p:nvGrpSpPr>
            <p:grpSpPr bwMode="auto">
              <a:xfrm>
                <a:off x="2915" y="959"/>
                <a:ext cx="231" cy="31"/>
                <a:chOff x="2915" y="959"/>
                <a:chExt cx="231" cy="31"/>
              </a:xfrm>
            </p:grpSpPr>
            <p:sp>
              <p:nvSpPr>
                <p:cNvPr id="43232" name="Freeform 535">
                  <a:extLst>
                    <a:ext uri="{FF2B5EF4-FFF2-40B4-BE49-F238E27FC236}">
                      <a16:creationId xmlns:a16="http://schemas.microsoft.com/office/drawing/2014/main" id="{A95E7FBC-D30B-4F8C-2466-AA316A326C03}"/>
                    </a:ext>
                  </a:extLst>
                </p:cNvPr>
                <p:cNvSpPr>
                  <a:spLocks/>
                </p:cNvSpPr>
                <p:nvPr/>
              </p:nvSpPr>
              <p:spPr bwMode="auto">
                <a:xfrm>
                  <a:off x="2915" y="959"/>
                  <a:ext cx="231" cy="31"/>
                </a:xfrm>
                <a:custGeom>
                  <a:avLst/>
                  <a:gdLst>
                    <a:gd name="T0" fmla="*/ 47 w 231"/>
                    <a:gd name="T1" fmla="*/ 0 h 31"/>
                    <a:gd name="T2" fmla="*/ 230 w 231"/>
                    <a:gd name="T3" fmla="*/ 0 h 31"/>
                    <a:gd name="T4" fmla="*/ 193 w 231"/>
                    <a:gd name="T5" fmla="*/ 30 h 31"/>
                    <a:gd name="T6" fmla="*/ 0 w 231"/>
                    <a:gd name="T7" fmla="*/ 30 h 31"/>
                    <a:gd name="T8" fmla="*/ 47 w 231"/>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1" h="31">
                      <a:moveTo>
                        <a:pt x="47" y="0"/>
                      </a:moveTo>
                      <a:lnTo>
                        <a:pt x="230" y="0"/>
                      </a:lnTo>
                      <a:lnTo>
                        <a:pt x="193" y="30"/>
                      </a:lnTo>
                      <a:lnTo>
                        <a:pt x="0" y="30"/>
                      </a:lnTo>
                      <a:lnTo>
                        <a:pt x="47"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33" name="Freeform 536">
                  <a:extLst>
                    <a:ext uri="{FF2B5EF4-FFF2-40B4-BE49-F238E27FC236}">
                      <a16:creationId xmlns:a16="http://schemas.microsoft.com/office/drawing/2014/main" id="{F5CBC421-3C41-68DF-65E0-B6C4295D6D1C}"/>
                    </a:ext>
                  </a:extLst>
                </p:cNvPr>
                <p:cNvSpPr>
                  <a:spLocks/>
                </p:cNvSpPr>
                <p:nvPr/>
              </p:nvSpPr>
              <p:spPr bwMode="auto">
                <a:xfrm>
                  <a:off x="2963" y="959"/>
                  <a:ext cx="183" cy="30"/>
                </a:xfrm>
                <a:custGeom>
                  <a:avLst/>
                  <a:gdLst>
                    <a:gd name="T0" fmla="*/ 0 w 183"/>
                    <a:gd name="T1" fmla="*/ 0 h 30"/>
                    <a:gd name="T2" fmla="*/ 182 w 183"/>
                    <a:gd name="T3" fmla="*/ 0 h 30"/>
                    <a:gd name="T4" fmla="*/ 145 w 183"/>
                    <a:gd name="T5" fmla="*/ 29 h 30"/>
                    <a:gd name="T6" fmla="*/ 24 w 183"/>
                    <a:gd name="T7" fmla="*/ 29 h 30"/>
                    <a:gd name="T8" fmla="*/ 0 w 183"/>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30">
                      <a:moveTo>
                        <a:pt x="0" y="0"/>
                      </a:moveTo>
                      <a:lnTo>
                        <a:pt x="182" y="0"/>
                      </a:lnTo>
                      <a:lnTo>
                        <a:pt x="145" y="29"/>
                      </a:lnTo>
                      <a:lnTo>
                        <a:pt x="24" y="29"/>
                      </a:lnTo>
                      <a:lnTo>
                        <a:pt x="0" y="0"/>
                      </a:lnTo>
                    </a:path>
                  </a:pathLst>
                </a:custGeom>
                <a:solidFill>
                  <a:srgbClr val="5F5F5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176" name="Group 593">
                <a:extLst>
                  <a:ext uri="{FF2B5EF4-FFF2-40B4-BE49-F238E27FC236}">
                    <a16:creationId xmlns:a16="http://schemas.microsoft.com/office/drawing/2014/main" id="{028A207C-2B4D-0FB9-5FE4-CB18AF9FB655}"/>
                  </a:ext>
                </a:extLst>
              </p:cNvPr>
              <p:cNvGrpSpPr>
                <a:grpSpLocks/>
              </p:cNvGrpSpPr>
              <p:nvPr/>
            </p:nvGrpSpPr>
            <p:grpSpPr bwMode="auto">
              <a:xfrm>
                <a:off x="2858" y="1022"/>
                <a:ext cx="236" cy="36"/>
                <a:chOff x="2858" y="1022"/>
                <a:chExt cx="236" cy="36"/>
              </a:xfrm>
            </p:grpSpPr>
            <p:grpSp>
              <p:nvGrpSpPr>
                <p:cNvPr id="43177" name="Group 542">
                  <a:extLst>
                    <a:ext uri="{FF2B5EF4-FFF2-40B4-BE49-F238E27FC236}">
                      <a16:creationId xmlns:a16="http://schemas.microsoft.com/office/drawing/2014/main" id="{F96E499F-7402-5D93-B1D1-C933CCF077C7}"/>
                    </a:ext>
                  </a:extLst>
                </p:cNvPr>
                <p:cNvGrpSpPr>
                  <a:grpSpLocks/>
                </p:cNvGrpSpPr>
                <p:nvPr/>
              </p:nvGrpSpPr>
              <p:grpSpPr bwMode="auto">
                <a:xfrm>
                  <a:off x="2858" y="1022"/>
                  <a:ext cx="39" cy="36"/>
                  <a:chOff x="2858" y="1022"/>
                  <a:chExt cx="39" cy="36"/>
                </a:xfrm>
              </p:grpSpPr>
              <p:sp>
                <p:nvSpPr>
                  <p:cNvPr id="43228" name="Freeform 538">
                    <a:extLst>
                      <a:ext uri="{FF2B5EF4-FFF2-40B4-BE49-F238E27FC236}">
                        <a16:creationId xmlns:a16="http://schemas.microsoft.com/office/drawing/2014/main" id="{F95DB2BF-3025-7DA8-9369-18DABC0BC505}"/>
                      </a:ext>
                    </a:extLst>
                  </p:cNvPr>
                  <p:cNvSpPr>
                    <a:spLocks/>
                  </p:cNvSpPr>
                  <p:nvPr/>
                </p:nvSpPr>
                <p:spPr bwMode="auto">
                  <a:xfrm>
                    <a:off x="2876" y="1022"/>
                    <a:ext cx="21" cy="17"/>
                  </a:xfrm>
                  <a:custGeom>
                    <a:avLst/>
                    <a:gdLst>
                      <a:gd name="T0" fmla="*/ 2 w 21"/>
                      <a:gd name="T1" fmla="*/ 0 h 17"/>
                      <a:gd name="T2" fmla="*/ 20 w 21"/>
                      <a:gd name="T3" fmla="*/ 0 h 17"/>
                      <a:gd name="T4" fmla="*/ 18 w 21"/>
                      <a:gd name="T5" fmla="*/ 16 h 17"/>
                      <a:gd name="T6" fmla="*/ 0 w 21"/>
                      <a:gd name="T7" fmla="*/ 16 h 17"/>
                      <a:gd name="T8" fmla="*/ 2 w 2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17">
                        <a:moveTo>
                          <a:pt x="2" y="0"/>
                        </a:moveTo>
                        <a:lnTo>
                          <a:pt x="20" y="0"/>
                        </a:lnTo>
                        <a:lnTo>
                          <a:pt x="18" y="16"/>
                        </a:lnTo>
                        <a:lnTo>
                          <a:pt x="0" y="16"/>
                        </a:lnTo>
                        <a:lnTo>
                          <a:pt x="2"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29" name="Freeform 539">
                    <a:extLst>
                      <a:ext uri="{FF2B5EF4-FFF2-40B4-BE49-F238E27FC236}">
                        <a16:creationId xmlns:a16="http://schemas.microsoft.com/office/drawing/2014/main" id="{4BA63CBC-7A61-7AB5-1803-CFD40743B2D0}"/>
                      </a:ext>
                    </a:extLst>
                  </p:cNvPr>
                  <p:cNvSpPr>
                    <a:spLocks/>
                  </p:cNvSpPr>
                  <p:nvPr/>
                </p:nvSpPr>
                <p:spPr bwMode="auto">
                  <a:xfrm>
                    <a:off x="2869" y="1028"/>
                    <a:ext cx="23" cy="17"/>
                  </a:xfrm>
                  <a:custGeom>
                    <a:avLst/>
                    <a:gdLst>
                      <a:gd name="T0" fmla="*/ 4 w 23"/>
                      <a:gd name="T1" fmla="*/ 0 h 17"/>
                      <a:gd name="T2" fmla="*/ 22 w 23"/>
                      <a:gd name="T3" fmla="*/ 0 h 17"/>
                      <a:gd name="T4" fmla="*/ 19 w 23"/>
                      <a:gd name="T5" fmla="*/ 16 h 17"/>
                      <a:gd name="T6" fmla="*/ 0 w 23"/>
                      <a:gd name="T7" fmla="*/ 16 h 17"/>
                      <a:gd name="T8" fmla="*/ 4 w 2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17">
                        <a:moveTo>
                          <a:pt x="4" y="0"/>
                        </a:moveTo>
                        <a:lnTo>
                          <a:pt x="22" y="0"/>
                        </a:lnTo>
                        <a:lnTo>
                          <a:pt x="19" y="16"/>
                        </a:lnTo>
                        <a:lnTo>
                          <a:pt x="0" y="16"/>
                        </a:lnTo>
                        <a:lnTo>
                          <a:pt x="4"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30" name="Freeform 540">
                    <a:extLst>
                      <a:ext uri="{FF2B5EF4-FFF2-40B4-BE49-F238E27FC236}">
                        <a16:creationId xmlns:a16="http://schemas.microsoft.com/office/drawing/2014/main" id="{58C76CF6-886F-5D13-837B-FA1FC134598C}"/>
                      </a:ext>
                    </a:extLst>
                  </p:cNvPr>
                  <p:cNvSpPr>
                    <a:spLocks/>
                  </p:cNvSpPr>
                  <p:nvPr/>
                </p:nvSpPr>
                <p:spPr bwMode="auto">
                  <a:xfrm>
                    <a:off x="2863" y="1035"/>
                    <a:ext cx="24" cy="17"/>
                  </a:xfrm>
                  <a:custGeom>
                    <a:avLst/>
                    <a:gdLst>
                      <a:gd name="T0" fmla="*/ 3 w 24"/>
                      <a:gd name="T1" fmla="*/ 0 h 17"/>
                      <a:gd name="T2" fmla="*/ 23 w 24"/>
                      <a:gd name="T3" fmla="*/ 0 h 17"/>
                      <a:gd name="T4" fmla="*/ 20 w 24"/>
                      <a:gd name="T5" fmla="*/ 16 h 17"/>
                      <a:gd name="T6" fmla="*/ 0 w 24"/>
                      <a:gd name="T7" fmla="*/ 16 h 17"/>
                      <a:gd name="T8" fmla="*/ 3 w 24"/>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17">
                        <a:moveTo>
                          <a:pt x="3" y="0"/>
                        </a:moveTo>
                        <a:lnTo>
                          <a:pt x="23" y="0"/>
                        </a:lnTo>
                        <a:lnTo>
                          <a:pt x="20"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31" name="Freeform 541">
                    <a:extLst>
                      <a:ext uri="{FF2B5EF4-FFF2-40B4-BE49-F238E27FC236}">
                        <a16:creationId xmlns:a16="http://schemas.microsoft.com/office/drawing/2014/main" id="{2FDBE280-3078-6E11-C4B6-A7993905AA9C}"/>
                      </a:ext>
                    </a:extLst>
                  </p:cNvPr>
                  <p:cNvSpPr>
                    <a:spLocks/>
                  </p:cNvSpPr>
                  <p:nvPr/>
                </p:nvSpPr>
                <p:spPr bwMode="auto">
                  <a:xfrm>
                    <a:off x="2858" y="1041"/>
                    <a:ext cx="25" cy="17"/>
                  </a:xfrm>
                  <a:custGeom>
                    <a:avLst/>
                    <a:gdLst>
                      <a:gd name="T0" fmla="*/ 4 w 25"/>
                      <a:gd name="T1" fmla="*/ 0 h 17"/>
                      <a:gd name="T2" fmla="*/ 24 w 25"/>
                      <a:gd name="T3" fmla="*/ 0 h 17"/>
                      <a:gd name="T4" fmla="*/ 20 w 25"/>
                      <a:gd name="T5" fmla="*/ 16 h 17"/>
                      <a:gd name="T6" fmla="*/ 0 w 25"/>
                      <a:gd name="T7" fmla="*/ 16 h 17"/>
                      <a:gd name="T8" fmla="*/ 4 w 25"/>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17">
                        <a:moveTo>
                          <a:pt x="4" y="0"/>
                        </a:moveTo>
                        <a:lnTo>
                          <a:pt x="24" y="0"/>
                        </a:lnTo>
                        <a:lnTo>
                          <a:pt x="20" y="16"/>
                        </a:lnTo>
                        <a:lnTo>
                          <a:pt x="0" y="16"/>
                        </a:lnTo>
                        <a:lnTo>
                          <a:pt x="4"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178" name="Group 547">
                  <a:extLst>
                    <a:ext uri="{FF2B5EF4-FFF2-40B4-BE49-F238E27FC236}">
                      <a16:creationId xmlns:a16="http://schemas.microsoft.com/office/drawing/2014/main" id="{9765D52E-D3A6-616C-434E-060217305262}"/>
                    </a:ext>
                  </a:extLst>
                </p:cNvPr>
                <p:cNvGrpSpPr>
                  <a:grpSpLocks/>
                </p:cNvGrpSpPr>
                <p:nvPr/>
              </p:nvGrpSpPr>
              <p:grpSpPr bwMode="auto">
                <a:xfrm>
                  <a:off x="2884" y="1022"/>
                  <a:ext cx="34" cy="36"/>
                  <a:chOff x="2884" y="1022"/>
                  <a:chExt cx="34" cy="36"/>
                </a:xfrm>
              </p:grpSpPr>
              <p:sp>
                <p:nvSpPr>
                  <p:cNvPr id="43224" name="Freeform 543">
                    <a:extLst>
                      <a:ext uri="{FF2B5EF4-FFF2-40B4-BE49-F238E27FC236}">
                        <a16:creationId xmlns:a16="http://schemas.microsoft.com/office/drawing/2014/main" id="{7A0F3AA6-3DCB-76BD-B86D-6315F363A48F}"/>
                      </a:ext>
                    </a:extLst>
                  </p:cNvPr>
                  <p:cNvSpPr>
                    <a:spLocks/>
                  </p:cNvSpPr>
                  <p:nvPr/>
                </p:nvSpPr>
                <p:spPr bwMode="auto">
                  <a:xfrm>
                    <a:off x="2900" y="1022"/>
                    <a:ext cx="18" cy="17"/>
                  </a:xfrm>
                  <a:custGeom>
                    <a:avLst/>
                    <a:gdLst>
                      <a:gd name="T0" fmla="*/ 2 w 18"/>
                      <a:gd name="T1" fmla="*/ 0 h 17"/>
                      <a:gd name="T2" fmla="*/ 17 w 18"/>
                      <a:gd name="T3" fmla="*/ 0 h 17"/>
                      <a:gd name="T4" fmla="*/ 14 w 18"/>
                      <a:gd name="T5" fmla="*/ 16 h 17"/>
                      <a:gd name="T6" fmla="*/ 0 w 18"/>
                      <a:gd name="T7" fmla="*/ 16 h 17"/>
                      <a:gd name="T8" fmla="*/ 2 w 1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17">
                        <a:moveTo>
                          <a:pt x="2" y="0"/>
                        </a:moveTo>
                        <a:lnTo>
                          <a:pt x="17" y="0"/>
                        </a:lnTo>
                        <a:lnTo>
                          <a:pt x="14" y="16"/>
                        </a:lnTo>
                        <a:lnTo>
                          <a:pt x="0" y="16"/>
                        </a:lnTo>
                        <a:lnTo>
                          <a:pt x="2"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25" name="Freeform 544">
                    <a:extLst>
                      <a:ext uri="{FF2B5EF4-FFF2-40B4-BE49-F238E27FC236}">
                        <a16:creationId xmlns:a16="http://schemas.microsoft.com/office/drawing/2014/main" id="{2AA2AFB9-3E3A-BFA9-5430-59D1910F6586}"/>
                      </a:ext>
                    </a:extLst>
                  </p:cNvPr>
                  <p:cNvSpPr>
                    <a:spLocks/>
                  </p:cNvSpPr>
                  <p:nvPr/>
                </p:nvSpPr>
                <p:spPr bwMode="auto">
                  <a:xfrm>
                    <a:off x="2895" y="1028"/>
                    <a:ext cx="18" cy="17"/>
                  </a:xfrm>
                  <a:custGeom>
                    <a:avLst/>
                    <a:gdLst>
                      <a:gd name="T0" fmla="*/ 3 w 18"/>
                      <a:gd name="T1" fmla="*/ 0 h 17"/>
                      <a:gd name="T2" fmla="*/ 17 w 18"/>
                      <a:gd name="T3" fmla="*/ 0 h 17"/>
                      <a:gd name="T4" fmla="*/ 14 w 18"/>
                      <a:gd name="T5" fmla="*/ 16 h 17"/>
                      <a:gd name="T6" fmla="*/ 0 w 18"/>
                      <a:gd name="T7" fmla="*/ 16 h 17"/>
                      <a:gd name="T8" fmla="*/ 3 w 1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17">
                        <a:moveTo>
                          <a:pt x="3" y="0"/>
                        </a:moveTo>
                        <a:lnTo>
                          <a:pt x="17" y="0"/>
                        </a:lnTo>
                        <a:lnTo>
                          <a:pt x="14"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26" name="Freeform 545">
                    <a:extLst>
                      <a:ext uri="{FF2B5EF4-FFF2-40B4-BE49-F238E27FC236}">
                        <a16:creationId xmlns:a16="http://schemas.microsoft.com/office/drawing/2014/main" id="{9B0683C3-C7A1-B429-6255-AE11A7FE3FF6}"/>
                      </a:ext>
                    </a:extLst>
                  </p:cNvPr>
                  <p:cNvSpPr>
                    <a:spLocks/>
                  </p:cNvSpPr>
                  <p:nvPr/>
                </p:nvSpPr>
                <p:spPr bwMode="auto">
                  <a:xfrm>
                    <a:off x="2890" y="1035"/>
                    <a:ext cx="18" cy="17"/>
                  </a:xfrm>
                  <a:custGeom>
                    <a:avLst/>
                    <a:gdLst>
                      <a:gd name="T0" fmla="*/ 3 w 18"/>
                      <a:gd name="T1" fmla="*/ 0 h 17"/>
                      <a:gd name="T2" fmla="*/ 17 w 18"/>
                      <a:gd name="T3" fmla="*/ 0 h 17"/>
                      <a:gd name="T4" fmla="*/ 13 w 18"/>
                      <a:gd name="T5" fmla="*/ 16 h 17"/>
                      <a:gd name="T6" fmla="*/ 0 w 18"/>
                      <a:gd name="T7" fmla="*/ 16 h 17"/>
                      <a:gd name="T8" fmla="*/ 3 w 1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17">
                        <a:moveTo>
                          <a:pt x="3" y="0"/>
                        </a:moveTo>
                        <a:lnTo>
                          <a:pt x="17" y="0"/>
                        </a:lnTo>
                        <a:lnTo>
                          <a:pt x="13"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27" name="Freeform 546">
                    <a:extLst>
                      <a:ext uri="{FF2B5EF4-FFF2-40B4-BE49-F238E27FC236}">
                        <a16:creationId xmlns:a16="http://schemas.microsoft.com/office/drawing/2014/main" id="{EA780F05-1070-3C9A-9F56-9B7E213951C4}"/>
                      </a:ext>
                    </a:extLst>
                  </p:cNvPr>
                  <p:cNvSpPr>
                    <a:spLocks/>
                  </p:cNvSpPr>
                  <p:nvPr/>
                </p:nvSpPr>
                <p:spPr bwMode="auto">
                  <a:xfrm>
                    <a:off x="2884" y="1041"/>
                    <a:ext cx="17" cy="17"/>
                  </a:xfrm>
                  <a:custGeom>
                    <a:avLst/>
                    <a:gdLst>
                      <a:gd name="T0" fmla="*/ 3 w 17"/>
                      <a:gd name="T1" fmla="*/ 0 h 17"/>
                      <a:gd name="T2" fmla="*/ 16 w 17"/>
                      <a:gd name="T3" fmla="*/ 0 h 17"/>
                      <a:gd name="T4" fmla="*/ 13 w 17"/>
                      <a:gd name="T5" fmla="*/ 16 h 17"/>
                      <a:gd name="T6" fmla="*/ 0 w 17"/>
                      <a:gd name="T7" fmla="*/ 16 h 17"/>
                      <a:gd name="T8" fmla="*/ 3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3" y="0"/>
                        </a:moveTo>
                        <a:lnTo>
                          <a:pt x="16" y="0"/>
                        </a:lnTo>
                        <a:lnTo>
                          <a:pt x="13"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179" name="Group 552">
                  <a:extLst>
                    <a:ext uri="{FF2B5EF4-FFF2-40B4-BE49-F238E27FC236}">
                      <a16:creationId xmlns:a16="http://schemas.microsoft.com/office/drawing/2014/main" id="{3D6ECDA4-5397-F77F-4FDF-3D82F3AE30C3}"/>
                    </a:ext>
                  </a:extLst>
                </p:cNvPr>
                <p:cNvGrpSpPr>
                  <a:grpSpLocks/>
                </p:cNvGrpSpPr>
                <p:nvPr/>
              </p:nvGrpSpPr>
              <p:grpSpPr bwMode="auto">
                <a:xfrm>
                  <a:off x="2906" y="1022"/>
                  <a:ext cx="31" cy="36"/>
                  <a:chOff x="2906" y="1022"/>
                  <a:chExt cx="31" cy="36"/>
                </a:xfrm>
              </p:grpSpPr>
              <p:sp>
                <p:nvSpPr>
                  <p:cNvPr id="43220" name="Freeform 548">
                    <a:extLst>
                      <a:ext uri="{FF2B5EF4-FFF2-40B4-BE49-F238E27FC236}">
                        <a16:creationId xmlns:a16="http://schemas.microsoft.com/office/drawing/2014/main" id="{35E80F2B-A6D6-AF97-DFF8-BB54F5C676BA}"/>
                      </a:ext>
                    </a:extLst>
                  </p:cNvPr>
                  <p:cNvSpPr>
                    <a:spLocks/>
                  </p:cNvSpPr>
                  <p:nvPr/>
                </p:nvSpPr>
                <p:spPr bwMode="auto">
                  <a:xfrm>
                    <a:off x="2919" y="1022"/>
                    <a:ext cx="18" cy="17"/>
                  </a:xfrm>
                  <a:custGeom>
                    <a:avLst/>
                    <a:gdLst>
                      <a:gd name="T0" fmla="*/ 3 w 18"/>
                      <a:gd name="T1" fmla="*/ 0 h 17"/>
                      <a:gd name="T2" fmla="*/ 17 w 18"/>
                      <a:gd name="T3" fmla="*/ 0 h 17"/>
                      <a:gd name="T4" fmla="*/ 14 w 18"/>
                      <a:gd name="T5" fmla="*/ 16 h 17"/>
                      <a:gd name="T6" fmla="*/ 0 w 18"/>
                      <a:gd name="T7" fmla="*/ 16 h 17"/>
                      <a:gd name="T8" fmla="*/ 3 w 1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17">
                        <a:moveTo>
                          <a:pt x="3" y="0"/>
                        </a:moveTo>
                        <a:lnTo>
                          <a:pt x="17" y="0"/>
                        </a:lnTo>
                        <a:lnTo>
                          <a:pt x="14"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21" name="Freeform 549">
                    <a:extLst>
                      <a:ext uri="{FF2B5EF4-FFF2-40B4-BE49-F238E27FC236}">
                        <a16:creationId xmlns:a16="http://schemas.microsoft.com/office/drawing/2014/main" id="{6BAFAB37-D162-1969-F1CD-90AFE26C42A1}"/>
                      </a:ext>
                    </a:extLst>
                  </p:cNvPr>
                  <p:cNvSpPr>
                    <a:spLocks/>
                  </p:cNvSpPr>
                  <p:nvPr/>
                </p:nvSpPr>
                <p:spPr bwMode="auto">
                  <a:xfrm>
                    <a:off x="2915" y="1028"/>
                    <a:ext cx="17" cy="17"/>
                  </a:xfrm>
                  <a:custGeom>
                    <a:avLst/>
                    <a:gdLst>
                      <a:gd name="T0" fmla="*/ 3 w 17"/>
                      <a:gd name="T1" fmla="*/ 0 h 17"/>
                      <a:gd name="T2" fmla="*/ 16 w 17"/>
                      <a:gd name="T3" fmla="*/ 0 h 17"/>
                      <a:gd name="T4" fmla="*/ 13 w 17"/>
                      <a:gd name="T5" fmla="*/ 16 h 17"/>
                      <a:gd name="T6" fmla="*/ 0 w 17"/>
                      <a:gd name="T7" fmla="*/ 16 h 17"/>
                      <a:gd name="T8" fmla="*/ 3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3" y="0"/>
                        </a:moveTo>
                        <a:lnTo>
                          <a:pt x="16" y="0"/>
                        </a:lnTo>
                        <a:lnTo>
                          <a:pt x="13"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22" name="Freeform 550">
                    <a:extLst>
                      <a:ext uri="{FF2B5EF4-FFF2-40B4-BE49-F238E27FC236}">
                        <a16:creationId xmlns:a16="http://schemas.microsoft.com/office/drawing/2014/main" id="{59D7A3D4-6953-5B24-16CF-5A79ECBEBBEA}"/>
                      </a:ext>
                    </a:extLst>
                  </p:cNvPr>
                  <p:cNvSpPr>
                    <a:spLocks/>
                  </p:cNvSpPr>
                  <p:nvPr/>
                </p:nvSpPr>
                <p:spPr bwMode="auto">
                  <a:xfrm>
                    <a:off x="2909" y="1035"/>
                    <a:ext cx="19" cy="17"/>
                  </a:xfrm>
                  <a:custGeom>
                    <a:avLst/>
                    <a:gdLst>
                      <a:gd name="T0" fmla="*/ 4 w 19"/>
                      <a:gd name="T1" fmla="*/ 0 h 17"/>
                      <a:gd name="T2" fmla="*/ 18 w 19"/>
                      <a:gd name="T3" fmla="*/ 0 h 17"/>
                      <a:gd name="T4" fmla="*/ 15 w 19"/>
                      <a:gd name="T5" fmla="*/ 16 h 17"/>
                      <a:gd name="T6" fmla="*/ 0 w 19"/>
                      <a:gd name="T7" fmla="*/ 16 h 17"/>
                      <a:gd name="T8" fmla="*/ 4 w 19"/>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7">
                        <a:moveTo>
                          <a:pt x="4" y="0"/>
                        </a:moveTo>
                        <a:lnTo>
                          <a:pt x="18" y="0"/>
                        </a:lnTo>
                        <a:lnTo>
                          <a:pt x="15" y="16"/>
                        </a:lnTo>
                        <a:lnTo>
                          <a:pt x="0" y="16"/>
                        </a:lnTo>
                        <a:lnTo>
                          <a:pt x="4"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23" name="Freeform 551">
                    <a:extLst>
                      <a:ext uri="{FF2B5EF4-FFF2-40B4-BE49-F238E27FC236}">
                        <a16:creationId xmlns:a16="http://schemas.microsoft.com/office/drawing/2014/main" id="{67B10B2F-667B-BF4B-7AFD-6B4C9DEB695A}"/>
                      </a:ext>
                    </a:extLst>
                  </p:cNvPr>
                  <p:cNvSpPr>
                    <a:spLocks/>
                  </p:cNvSpPr>
                  <p:nvPr/>
                </p:nvSpPr>
                <p:spPr bwMode="auto">
                  <a:xfrm>
                    <a:off x="2906" y="1041"/>
                    <a:ext cx="17" cy="17"/>
                  </a:xfrm>
                  <a:custGeom>
                    <a:avLst/>
                    <a:gdLst>
                      <a:gd name="T0" fmla="*/ 3 w 17"/>
                      <a:gd name="T1" fmla="*/ 0 h 17"/>
                      <a:gd name="T2" fmla="*/ 16 w 17"/>
                      <a:gd name="T3" fmla="*/ 0 h 17"/>
                      <a:gd name="T4" fmla="*/ 12 w 17"/>
                      <a:gd name="T5" fmla="*/ 16 h 17"/>
                      <a:gd name="T6" fmla="*/ 0 w 17"/>
                      <a:gd name="T7" fmla="*/ 16 h 17"/>
                      <a:gd name="T8" fmla="*/ 3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3" y="0"/>
                        </a:moveTo>
                        <a:lnTo>
                          <a:pt x="16" y="0"/>
                        </a:lnTo>
                        <a:lnTo>
                          <a:pt x="12"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180" name="Group 557">
                  <a:extLst>
                    <a:ext uri="{FF2B5EF4-FFF2-40B4-BE49-F238E27FC236}">
                      <a16:creationId xmlns:a16="http://schemas.microsoft.com/office/drawing/2014/main" id="{FEA7463E-B9FB-C3CE-936A-5A270D26F863}"/>
                    </a:ext>
                  </a:extLst>
                </p:cNvPr>
                <p:cNvGrpSpPr>
                  <a:grpSpLocks/>
                </p:cNvGrpSpPr>
                <p:nvPr/>
              </p:nvGrpSpPr>
              <p:grpSpPr bwMode="auto">
                <a:xfrm>
                  <a:off x="2925" y="1022"/>
                  <a:ext cx="31" cy="36"/>
                  <a:chOff x="2925" y="1022"/>
                  <a:chExt cx="31" cy="36"/>
                </a:xfrm>
              </p:grpSpPr>
              <p:sp>
                <p:nvSpPr>
                  <p:cNvPr id="43216" name="Freeform 553">
                    <a:extLst>
                      <a:ext uri="{FF2B5EF4-FFF2-40B4-BE49-F238E27FC236}">
                        <a16:creationId xmlns:a16="http://schemas.microsoft.com/office/drawing/2014/main" id="{54F6F494-6526-A3E2-919F-54D1AA9C0FC1}"/>
                      </a:ext>
                    </a:extLst>
                  </p:cNvPr>
                  <p:cNvSpPr>
                    <a:spLocks/>
                  </p:cNvSpPr>
                  <p:nvPr/>
                </p:nvSpPr>
                <p:spPr bwMode="auto">
                  <a:xfrm>
                    <a:off x="2939" y="1022"/>
                    <a:ext cx="17" cy="17"/>
                  </a:xfrm>
                  <a:custGeom>
                    <a:avLst/>
                    <a:gdLst>
                      <a:gd name="T0" fmla="*/ 3 w 17"/>
                      <a:gd name="T1" fmla="*/ 0 h 17"/>
                      <a:gd name="T2" fmla="*/ 16 w 17"/>
                      <a:gd name="T3" fmla="*/ 0 h 17"/>
                      <a:gd name="T4" fmla="*/ 12 w 17"/>
                      <a:gd name="T5" fmla="*/ 16 h 17"/>
                      <a:gd name="T6" fmla="*/ 0 w 17"/>
                      <a:gd name="T7" fmla="*/ 16 h 17"/>
                      <a:gd name="T8" fmla="*/ 3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3" y="0"/>
                        </a:moveTo>
                        <a:lnTo>
                          <a:pt x="16" y="0"/>
                        </a:lnTo>
                        <a:lnTo>
                          <a:pt x="12"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17" name="Freeform 554">
                    <a:extLst>
                      <a:ext uri="{FF2B5EF4-FFF2-40B4-BE49-F238E27FC236}">
                        <a16:creationId xmlns:a16="http://schemas.microsoft.com/office/drawing/2014/main" id="{963237D6-6736-7CF5-51FA-DFE9B5228FF2}"/>
                      </a:ext>
                    </a:extLst>
                  </p:cNvPr>
                  <p:cNvSpPr>
                    <a:spLocks/>
                  </p:cNvSpPr>
                  <p:nvPr/>
                </p:nvSpPr>
                <p:spPr bwMode="auto">
                  <a:xfrm>
                    <a:off x="2933" y="1028"/>
                    <a:ext cx="17" cy="17"/>
                  </a:xfrm>
                  <a:custGeom>
                    <a:avLst/>
                    <a:gdLst>
                      <a:gd name="T0" fmla="*/ 4 w 17"/>
                      <a:gd name="T1" fmla="*/ 0 h 17"/>
                      <a:gd name="T2" fmla="*/ 16 w 17"/>
                      <a:gd name="T3" fmla="*/ 0 h 17"/>
                      <a:gd name="T4" fmla="*/ 13 w 17"/>
                      <a:gd name="T5" fmla="*/ 16 h 17"/>
                      <a:gd name="T6" fmla="*/ 0 w 17"/>
                      <a:gd name="T7" fmla="*/ 16 h 17"/>
                      <a:gd name="T8" fmla="*/ 4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4" y="0"/>
                        </a:moveTo>
                        <a:lnTo>
                          <a:pt x="16" y="0"/>
                        </a:lnTo>
                        <a:lnTo>
                          <a:pt x="13" y="16"/>
                        </a:lnTo>
                        <a:lnTo>
                          <a:pt x="0" y="16"/>
                        </a:lnTo>
                        <a:lnTo>
                          <a:pt x="4"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18" name="Freeform 555">
                    <a:extLst>
                      <a:ext uri="{FF2B5EF4-FFF2-40B4-BE49-F238E27FC236}">
                        <a16:creationId xmlns:a16="http://schemas.microsoft.com/office/drawing/2014/main" id="{5B1CC572-1B60-095F-04D4-25BB2BAEE06E}"/>
                      </a:ext>
                    </a:extLst>
                  </p:cNvPr>
                  <p:cNvSpPr>
                    <a:spLocks/>
                  </p:cNvSpPr>
                  <p:nvPr/>
                </p:nvSpPr>
                <p:spPr bwMode="auto">
                  <a:xfrm>
                    <a:off x="2928" y="1035"/>
                    <a:ext cx="17" cy="17"/>
                  </a:xfrm>
                  <a:custGeom>
                    <a:avLst/>
                    <a:gdLst>
                      <a:gd name="T0" fmla="*/ 3 w 17"/>
                      <a:gd name="T1" fmla="*/ 0 h 17"/>
                      <a:gd name="T2" fmla="*/ 16 w 17"/>
                      <a:gd name="T3" fmla="*/ 0 h 17"/>
                      <a:gd name="T4" fmla="*/ 13 w 17"/>
                      <a:gd name="T5" fmla="*/ 16 h 17"/>
                      <a:gd name="T6" fmla="*/ 0 w 17"/>
                      <a:gd name="T7" fmla="*/ 16 h 17"/>
                      <a:gd name="T8" fmla="*/ 3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3" y="0"/>
                        </a:moveTo>
                        <a:lnTo>
                          <a:pt x="16" y="0"/>
                        </a:lnTo>
                        <a:lnTo>
                          <a:pt x="13"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19" name="Freeform 556">
                    <a:extLst>
                      <a:ext uri="{FF2B5EF4-FFF2-40B4-BE49-F238E27FC236}">
                        <a16:creationId xmlns:a16="http://schemas.microsoft.com/office/drawing/2014/main" id="{32315AF2-57CB-131E-534A-EBECEE4C04FE}"/>
                      </a:ext>
                    </a:extLst>
                  </p:cNvPr>
                  <p:cNvSpPr>
                    <a:spLocks/>
                  </p:cNvSpPr>
                  <p:nvPr/>
                </p:nvSpPr>
                <p:spPr bwMode="auto">
                  <a:xfrm>
                    <a:off x="2925" y="1041"/>
                    <a:ext cx="17" cy="17"/>
                  </a:xfrm>
                  <a:custGeom>
                    <a:avLst/>
                    <a:gdLst>
                      <a:gd name="T0" fmla="*/ 3 w 17"/>
                      <a:gd name="T1" fmla="*/ 0 h 17"/>
                      <a:gd name="T2" fmla="*/ 16 w 17"/>
                      <a:gd name="T3" fmla="*/ 0 h 17"/>
                      <a:gd name="T4" fmla="*/ 12 w 17"/>
                      <a:gd name="T5" fmla="*/ 16 h 17"/>
                      <a:gd name="T6" fmla="*/ 0 w 17"/>
                      <a:gd name="T7" fmla="*/ 16 h 17"/>
                      <a:gd name="T8" fmla="*/ 3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3" y="0"/>
                        </a:moveTo>
                        <a:lnTo>
                          <a:pt x="16" y="0"/>
                        </a:lnTo>
                        <a:lnTo>
                          <a:pt x="12"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181" name="Group 562">
                  <a:extLst>
                    <a:ext uri="{FF2B5EF4-FFF2-40B4-BE49-F238E27FC236}">
                      <a16:creationId xmlns:a16="http://schemas.microsoft.com/office/drawing/2014/main" id="{633E69D0-9532-2F81-55E4-775DA8007FF9}"/>
                    </a:ext>
                  </a:extLst>
                </p:cNvPr>
                <p:cNvGrpSpPr>
                  <a:grpSpLocks/>
                </p:cNvGrpSpPr>
                <p:nvPr/>
              </p:nvGrpSpPr>
              <p:grpSpPr bwMode="auto">
                <a:xfrm>
                  <a:off x="2944" y="1022"/>
                  <a:ext cx="31" cy="36"/>
                  <a:chOff x="2944" y="1022"/>
                  <a:chExt cx="31" cy="36"/>
                </a:xfrm>
              </p:grpSpPr>
              <p:sp>
                <p:nvSpPr>
                  <p:cNvPr id="43212" name="Freeform 558">
                    <a:extLst>
                      <a:ext uri="{FF2B5EF4-FFF2-40B4-BE49-F238E27FC236}">
                        <a16:creationId xmlns:a16="http://schemas.microsoft.com/office/drawing/2014/main" id="{61F92F34-C41E-D6D9-74FE-06AA4D4751EA}"/>
                      </a:ext>
                    </a:extLst>
                  </p:cNvPr>
                  <p:cNvSpPr>
                    <a:spLocks/>
                  </p:cNvSpPr>
                  <p:nvPr/>
                </p:nvSpPr>
                <p:spPr bwMode="auto">
                  <a:xfrm>
                    <a:off x="2958" y="1022"/>
                    <a:ext cx="17" cy="17"/>
                  </a:xfrm>
                  <a:custGeom>
                    <a:avLst/>
                    <a:gdLst>
                      <a:gd name="T0" fmla="*/ 3 w 17"/>
                      <a:gd name="T1" fmla="*/ 0 h 17"/>
                      <a:gd name="T2" fmla="*/ 16 w 17"/>
                      <a:gd name="T3" fmla="*/ 0 h 17"/>
                      <a:gd name="T4" fmla="*/ 14 w 17"/>
                      <a:gd name="T5" fmla="*/ 16 h 17"/>
                      <a:gd name="T6" fmla="*/ 0 w 17"/>
                      <a:gd name="T7" fmla="*/ 16 h 17"/>
                      <a:gd name="T8" fmla="*/ 3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3" y="0"/>
                        </a:moveTo>
                        <a:lnTo>
                          <a:pt x="16" y="0"/>
                        </a:lnTo>
                        <a:lnTo>
                          <a:pt x="14"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13" name="Freeform 559">
                    <a:extLst>
                      <a:ext uri="{FF2B5EF4-FFF2-40B4-BE49-F238E27FC236}">
                        <a16:creationId xmlns:a16="http://schemas.microsoft.com/office/drawing/2014/main" id="{44391B19-FC96-0981-9049-11F0C63BAE20}"/>
                      </a:ext>
                    </a:extLst>
                  </p:cNvPr>
                  <p:cNvSpPr>
                    <a:spLocks/>
                  </p:cNvSpPr>
                  <p:nvPr/>
                </p:nvSpPr>
                <p:spPr bwMode="auto">
                  <a:xfrm>
                    <a:off x="2954" y="1028"/>
                    <a:ext cx="17" cy="17"/>
                  </a:xfrm>
                  <a:custGeom>
                    <a:avLst/>
                    <a:gdLst>
                      <a:gd name="T0" fmla="*/ 3 w 17"/>
                      <a:gd name="T1" fmla="*/ 0 h 17"/>
                      <a:gd name="T2" fmla="*/ 16 w 17"/>
                      <a:gd name="T3" fmla="*/ 0 h 17"/>
                      <a:gd name="T4" fmla="*/ 13 w 17"/>
                      <a:gd name="T5" fmla="*/ 16 h 17"/>
                      <a:gd name="T6" fmla="*/ 0 w 17"/>
                      <a:gd name="T7" fmla="*/ 16 h 17"/>
                      <a:gd name="T8" fmla="*/ 3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3" y="0"/>
                        </a:moveTo>
                        <a:lnTo>
                          <a:pt x="16" y="0"/>
                        </a:lnTo>
                        <a:lnTo>
                          <a:pt x="13"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14" name="Freeform 560">
                    <a:extLst>
                      <a:ext uri="{FF2B5EF4-FFF2-40B4-BE49-F238E27FC236}">
                        <a16:creationId xmlns:a16="http://schemas.microsoft.com/office/drawing/2014/main" id="{89258ACE-7F6D-DD8A-BBBF-CE602F035AFD}"/>
                      </a:ext>
                    </a:extLst>
                  </p:cNvPr>
                  <p:cNvSpPr>
                    <a:spLocks/>
                  </p:cNvSpPr>
                  <p:nvPr/>
                </p:nvSpPr>
                <p:spPr bwMode="auto">
                  <a:xfrm>
                    <a:off x="2949" y="1035"/>
                    <a:ext cx="17" cy="17"/>
                  </a:xfrm>
                  <a:custGeom>
                    <a:avLst/>
                    <a:gdLst>
                      <a:gd name="T0" fmla="*/ 3 w 17"/>
                      <a:gd name="T1" fmla="*/ 0 h 17"/>
                      <a:gd name="T2" fmla="*/ 16 w 17"/>
                      <a:gd name="T3" fmla="*/ 0 h 17"/>
                      <a:gd name="T4" fmla="*/ 14 w 17"/>
                      <a:gd name="T5" fmla="*/ 16 h 17"/>
                      <a:gd name="T6" fmla="*/ 0 w 17"/>
                      <a:gd name="T7" fmla="*/ 16 h 17"/>
                      <a:gd name="T8" fmla="*/ 3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3" y="0"/>
                        </a:moveTo>
                        <a:lnTo>
                          <a:pt x="16" y="0"/>
                        </a:lnTo>
                        <a:lnTo>
                          <a:pt x="14"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15" name="Freeform 561">
                    <a:extLst>
                      <a:ext uri="{FF2B5EF4-FFF2-40B4-BE49-F238E27FC236}">
                        <a16:creationId xmlns:a16="http://schemas.microsoft.com/office/drawing/2014/main" id="{86DA4450-96D9-F75D-9129-17F1F6AACCC6}"/>
                      </a:ext>
                    </a:extLst>
                  </p:cNvPr>
                  <p:cNvSpPr>
                    <a:spLocks/>
                  </p:cNvSpPr>
                  <p:nvPr/>
                </p:nvSpPr>
                <p:spPr bwMode="auto">
                  <a:xfrm>
                    <a:off x="2944" y="1041"/>
                    <a:ext cx="18" cy="17"/>
                  </a:xfrm>
                  <a:custGeom>
                    <a:avLst/>
                    <a:gdLst>
                      <a:gd name="T0" fmla="*/ 3 w 18"/>
                      <a:gd name="T1" fmla="*/ 0 h 17"/>
                      <a:gd name="T2" fmla="*/ 17 w 18"/>
                      <a:gd name="T3" fmla="*/ 0 h 17"/>
                      <a:gd name="T4" fmla="*/ 13 w 18"/>
                      <a:gd name="T5" fmla="*/ 16 h 17"/>
                      <a:gd name="T6" fmla="*/ 0 w 18"/>
                      <a:gd name="T7" fmla="*/ 16 h 17"/>
                      <a:gd name="T8" fmla="*/ 3 w 1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17">
                        <a:moveTo>
                          <a:pt x="3" y="0"/>
                        </a:moveTo>
                        <a:lnTo>
                          <a:pt x="17" y="0"/>
                        </a:lnTo>
                        <a:lnTo>
                          <a:pt x="13"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182" name="Group 567">
                  <a:extLst>
                    <a:ext uri="{FF2B5EF4-FFF2-40B4-BE49-F238E27FC236}">
                      <a16:creationId xmlns:a16="http://schemas.microsoft.com/office/drawing/2014/main" id="{B8F3189D-18F7-8AFC-1427-6058285FB428}"/>
                    </a:ext>
                  </a:extLst>
                </p:cNvPr>
                <p:cNvGrpSpPr>
                  <a:grpSpLocks/>
                </p:cNvGrpSpPr>
                <p:nvPr/>
              </p:nvGrpSpPr>
              <p:grpSpPr bwMode="auto">
                <a:xfrm>
                  <a:off x="2963" y="1022"/>
                  <a:ext cx="33" cy="36"/>
                  <a:chOff x="2963" y="1022"/>
                  <a:chExt cx="33" cy="36"/>
                </a:xfrm>
              </p:grpSpPr>
              <p:sp>
                <p:nvSpPr>
                  <p:cNvPr id="43208" name="Freeform 563">
                    <a:extLst>
                      <a:ext uri="{FF2B5EF4-FFF2-40B4-BE49-F238E27FC236}">
                        <a16:creationId xmlns:a16="http://schemas.microsoft.com/office/drawing/2014/main" id="{00C98861-8B16-C00F-0156-F3A08F4FEC1A}"/>
                      </a:ext>
                    </a:extLst>
                  </p:cNvPr>
                  <p:cNvSpPr>
                    <a:spLocks/>
                  </p:cNvSpPr>
                  <p:nvPr/>
                </p:nvSpPr>
                <p:spPr bwMode="auto">
                  <a:xfrm>
                    <a:off x="2979" y="1022"/>
                    <a:ext cx="17" cy="17"/>
                  </a:xfrm>
                  <a:custGeom>
                    <a:avLst/>
                    <a:gdLst>
                      <a:gd name="T0" fmla="*/ 2 w 17"/>
                      <a:gd name="T1" fmla="*/ 0 h 17"/>
                      <a:gd name="T2" fmla="*/ 16 w 17"/>
                      <a:gd name="T3" fmla="*/ 0 h 17"/>
                      <a:gd name="T4" fmla="*/ 13 w 17"/>
                      <a:gd name="T5" fmla="*/ 16 h 17"/>
                      <a:gd name="T6" fmla="*/ 0 w 17"/>
                      <a:gd name="T7" fmla="*/ 16 h 17"/>
                      <a:gd name="T8" fmla="*/ 2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2" y="0"/>
                        </a:moveTo>
                        <a:lnTo>
                          <a:pt x="16" y="0"/>
                        </a:lnTo>
                        <a:lnTo>
                          <a:pt x="13" y="16"/>
                        </a:lnTo>
                        <a:lnTo>
                          <a:pt x="0" y="16"/>
                        </a:lnTo>
                        <a:lnTo>
                          <a:pt x="2"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09" name="Freeform 564">
                    <a:extLst>
                      <a:ext uri="{FF2B5EF4-FFF2-40B4-BE49-F238E27FC236}">
                        <a16:creationId xmlns:a16="http://schemas.microsoft.com/office/drawing/2014/main" id="{72258094-8407-AE5B-D658-EB18633911DF}"/>
                      </a:ext>
                    </a:extLst>
                  </p:cNvPr>
                  <p:cNvSpPr>
                    <a:spLocks/>
                  </p:cNvSpPr>
                  <p:nvPr/>
                </p:nvSpPr>
                <p:spPr bwMode="auto">
                  <a:xfrm>
                    <a:off x="2973" y="1028"/>
                    <a:ext cx="20" cy="17"/>
                  </a:xfrm>
                  <a:custGeom>
                    <a:avLst/>
                    <a:gdLst>
                      <a:gd name="T0" fmla="*/ 4 w 20"/>
                      <a:gd name="T1" fmla="*/ 0 h 17"/>
                      <a:gd name="T2" fmla="*/ 19 w 20"/>
                      <a:gd name="T3" fmla="*/ 0 h 17"/>
                      <a:gd name="T4" fmla="*/ 16 w 20"/>
                      <a:gd name="T5" fmla="*/ 16 h 17"/>
                      <a:gd name="T6" fmla="*/ 0 w 20"/>
                      <a:gd name="T7" fmla="*/ 16 h 17"/>
                      <a:gd name="T8" fmla="*/ 4 w 20"/>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17">
                        <a:moveTo>
                          <a:pt x="4" y="0"/>
                        </a:moveTo>
                        <a:lnTo>
                          <a:pt x="19" y="0"/>
                        </a:lnTo>
                        <a:lnTo>
                          <a:pt x="16" y="16"/>
                        </a:lnTo>
                        <a:lnTo>
                          <a:pt x="0" y="16"/>
                        </a:lnTo>
                        <a:lnTo>
                          <a:pt x="4"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10" name="Freeform 565">
                    <a:extLst>
                      <a:ext uri="{FF2B5EF4-FFF2-40B4-BE49-F238E27FC236}">
                        <a16:creationId xmlns:a16="http://schemas.microsoft.com/office/drawing/2014/main" id="{363D0E32-1DC0-EEE8-099C-848EDDF249E1}"/>
                      </a:ext>
                    </a:extLst>
                  </p:cNvPr>
                  <p:cNvSpPr>
                    <a:spLocks/>
                  </p:cNvSpPr>
                  <p:nvPr/>
                </p:nvSpPr>
                <p:spPr bwMode="auto">
                  <a:xfrm>
                    <a:off x="2968" y="1035"/>
                    <a:ext cx="17" cy="17"/>
                  </a:xfrm>
                  <a:custGeom>
                    <a:avLst/>
                    <a:gdLst>
                      <a:gd name="T0" fmla="*/ 3 w 17"/>
                      <a:gd name="T1" fmla="*/ 0 h 17"/>
                      <a:gd name="T2" fmla="*/ 16 w 17"/>
                      <a:gd name="T3" fmla="*/ 0 h 17"/>
                      <a:gd name="T4" fmla="*/ 13 w 17"/>
                      <a:gd name="T5" fmla="*/ 16 h 17"/>
                      <a:gd name="T6" fmla="*/ 0 w 17"/>
                      <a:gd name="T7" fmla="*/ 16 h 17"/>
                      <a:gd name="T8" fmla="*/ 3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3" y="0"/>
                        </a:moveTo>
                        <a:lnTo>
                          <a:pt x="16" y="0"/>
                        </a:lnTo>
                        <a:lnTo>
                          <a:pt x="13"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11" name="Freeform 566">
                    <a:extLst>
                      <a:ext uri="{FF2B5EF4-FFF2-40B4-BE49-F238E27FC236}">
                        <a16:creationId xmlns:a16="http://schemas.microsoft.com/office/drawing/2014/main" id="{3E6B5342-AFAF-2362-F73C-2703EA1EDABB}"/>
                      </a:ext>
                    </a:extLst>
                  </p:cNvPr>
                  <p:cNvSpPr>
                    <a:spLocks/>
                  </p:cNvSpPr>
                  <p:nvPr/>
                </p:nvSpPr>
                <p:spPr bwMode="auto">
                  <a:xfrm>
                    <a:off x="2963" y="1041"/>
                    <a:ext cx="18" cy="17"/>
                  </a:xfrm>
                  <a:custGeom>
                    <a:avLst/>
                    <a:gdLst>
                      <a:gd name="T0" fmla="*/ 3 w 18"/>
                      <a:gd name="T1" fmla="*/ 0 h 17"/>
                      <a:gd name="T2" fmla="*/ 17 w 18"/>
                      <a:gd name="T3" fmla="*/ 0 h 17"/>
                      <a:gd name="T4" fmla="*/ 14 w 18"/>
                      <a:gd name="T5" fmla="*/ 16 h 17"/>
                      <a:gd name="T6" fmla="*/ 0 w 18"/>
                      <a:gd name="T7" fmla="*/ 16 h 17"/>
                      <a:gd name="T8" fmla="*/ 3 w 1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17">
                        <a:moveTo>
                          <a:pt x="3" y="0"/>
                        </a:moveTo>
                        <a:lnTo>
                          <a:pt x="17" y="0"/>
                        </a:lnTo>
                        <a:lnTo>
                          <a:pt x="14"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183" name="Group 572">
                  <a:extLst>
                    <a:ext uri="{FF2B5EF4-FFF2-40B4-BE49-F238E27FC236}">
                      <a16:creationId xmlns:a16="http://schemas.microsoft.com/office/drawing/2014/main" id="{EEA1CB91-6E5B-CD6F-160C-4B02C1E3942A}"/>
                    </a:ext>
                  </a:extLst>
                </p:cNvPr>
                <p:cNvGrpSpPr>
                  <a:grpSpLocks/>
                </p:cNvGrpSpPr>
                <p:nvPr/>
              </p:nvGrpSpPr>
              <p:grpSpPr bwMode="auto">
                <a:xfrm>
                  <a:off x="2982" y="1022"/>
                  <a:ext cx="34" cy="36"/>
                  <a:chOff x="2982" y="1022"/>
                  <a:chExt cx="34" cy="36"/>
                </a:xfrm>
              </p:grpSpPr>
              <p:sp>
                <p:nvSpPr>
                  <p:cNvPr id="43204" name="Freeform 568">
                    <a:extLst>
                      <a:ext uri="{FF2B5EF4-FFF2-40B4-BE49-F238E27FC236}">
                        <a16:creationId xmlns:a16="http://schemas.microsoft.com/office/drawing/2014/main" id="{8D125874-00A2-3A87-9FD9-01E345897308}"/>
                      </a:ext>
                    </a:extLst>
                  </p:cNvPr>
                  <p:cNvSpPr>
                    <a:spLocks/>
                  </p:cNvSpPr>
                  <p:nvPr/>
                </p:nvSpPr>
                <p:spPr bwMode="auto">
                  <a:xfrm>
                    <a:off x="2998" y="1022"/>
                    <a:ext cx="18" cy="17"/>
                  </a:xfrm>
                  <a:custGeom>
                    <a:avLst/>
                    <a:gdLst>
                      <a:gd name="T0" fmla="*/ 2 w 18"/>
                      <a:gd name="T1" fmla="*/ 0 h 17"/>
                      <a:gd name="T2" fmla="*/ 17 w 18"/>
                      <a:gd name="T3" fmla="*/ 0 h 17"/>
                      <a:gd name="T4" fmla="*/ 14 w 18"/>
                      <a:gd name="T5" fmla="*/ 16 h 17"/>
                      <a:gd name="T6" fmla="*/ 0 w 18"/>
                      <a:gd name="T7" fmla="*/ 16 h 17"/>
                      <a:gd name="T8" fmla="*/ 2 w 1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17">
                        <a:moveTo>
                          <a:pt x="2" y="0"/>
                        </a:moveTo>
                        <a:lnTo>
                          <a:pt x="17" y="0"/>
                        </a:lnTo>
                        <a:lnTo>
                          <a:pt x="14" y="16"/>
                        </a:lnTo>
                        <a:lnTo>
                          <a:pt x="0" y="16"/>
                        </a:lnTo>
                        <a:lnTo>
                          <a:pt x="2"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05" name="Freeform 569">
                    <a:extLst>
                      <a:ext uri="{FF2B5EF4-FFF2-40B4-BE49-F238E27FC236}">
                        <a16:creationId xmlns:a16="http://schemas.microsoft.com/office/drawing/2014/main" id="{F5D8F1B1-2CA4-4999-D8F5-7D36869E168F}"/>
                      </a:ext>
                    </a:extLst>
                  </p:cNvPr>
                  <p:cNvSpPr>
                    <a:spLocks/>
                  </p:cNvSpPr>
                  <p:nvPr/>
                </p:nvSpPr>
                <p:spPr bwMode="auto">
                  <a:xfrm>
                    <a:off x="2993" y="1028"/>
                    <a:ext cx="17" cy="17"/>
                  </a:xfrm>
                  <a:custGeom>
                    <a:avLst/>
                    <a:gdLst>
                      <a:gd name="T0" fmla="*/ 3 w 17"/>
                      <a:gd name="T1" fmla="*/ 0 h 17"/>
                      <a:gd name="T2" fmla="*/ 16 w 17"/>
                      <a:gd name="T3" fmla="*/ 0 h 17"/>
                      <a:gd name="T4" fmla="*/ 13 w 17"/>
                      <a:gd name="T5" fmla="*/ 16 h 17"/>
                      <a:gd name="T6" fmla="*/ 0 w 17"/>
                      <a:gd name="T7" fmla="*/ 16 h 17"/>
                      <a:gd name="T8" fmla="*/ 3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3" y="0"/>
                        </a:moveTo>
                        <a:lnTo>
                          <a:pt x="16" y="0"/>
                        </a:lnTo>
                        <a:lnTo>
                          <a:pt x="13"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06" name="Freeform 570">
                    <a:extLst>
                      <a:ext uri="{FF2B5EF4-FFF2-40B4-BE49-F238E27FC236}">
                        <a16:creationId xmlns:a16="http://schemas.microsoft.com/office/drawing/2014/main" id="{DD3C67AD-7E2B-403C-223D-F97065C54781}"/>
                      </a:ext>
                    </a:extLst>
                  </p:cNvPr>
                  <p:cNvSpPr>
                    <a:spLocks/>
                  </p:cNvSpPr>
                  <p:nvPr/>
                </p:nvSpPr>
                <p:spPr bwMode="auto">
                  <a:xfrm>
                    <a:off x="2989" y="1035"/>
                    <a:ext cx="17" cy="17"/>
                  </a:xfrm>
                  <a:custGeom>
                    <a:avLst/>
                    <a:gdLst>
                      <a:gd name="T0" fmla="*/ 3 w 17"/>
                      <a:gd name="T1" fmla="*/ 0 h 17"/>
                      <a:gd name="T2" fmla="*/ 16 w 17"/>
                      <a:gd name="T3" fmla="*/ 0 h 17"/>
                      <a:gd name="T4" fmla="*/ 13 w 17"/>
                      <a:gd name="T5" fmla="*/ 16 h 17"/>
                      <a:gd name="T6" fmla="*/ 0 w 17"/>
                      <a:gd name="T7" fmla="*/ 16 h 17"/>
                      <a:gd name="T8" fmla="*/ 3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3" y="0"/>
                        </a:moveTo>
                        <a:lnTo>
                          <a:pt x="16" y="0"/>
                        </a:lnTo>
                        <a:lnTo>
                          <a:pt x="13"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07" name="Freeform 571">
                    <a:extLst>
                      <a:ext uri="{FF2B5EF4-FFF2-40B4-BE49-F238E27FC236}">
                        <a16:creationId xmlns:a16="http://schemas.microsoft.com/office/drawing/2014/main" id="{6127976F-9319-DC61-128B-57168198B65B}"/>
                      </a:ext>
                    </a:extLst>
                  </p:cNvPr>
                  <p:cNvSpPr>
                    <a:spLocks/>
                  </p:cNvSpPr>
                  <p:nvPr/>
                </p:nvSpPr>
                <p:spPr bwMode="auto">
                  <a:xfrm>
                    <a:off x="2982" y="1041"/>
                    <a:ext cx="19" cy="17"/>
                  </a:xfrm>
                  <a:custGeom>
                    <a:avLst/>
                    <a:gdLst>
                      <a:gd name="T0" fmla="*/ 4 w 19"/>
                      <a:gd name="T1" fmla="*/ 0 h 17"/>
                      <a:gd name="T2" fmla="*/ 18 w 19"/>
                      <a:gd name="T3" fmla="*/ 0 h 17"/>
                      <a:gd name="T4" fmla="*/ 14 w 19"/>
                      <a:gd name="T5" fmla="*/ 16 h 17"/>
                      <a:gd name="T6" fmla="*/ 0 w 19"/>
                      <a:gd name="T7" fmla="*/ 16 h 17"/>
                      <a:gd name="T8" fmla="*/ 4 w 19"/>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7">
                        <a:moveTo>
                          <a:pt x="4" y="0"/>
                        </a:moveTo>
                        <a:lnTo>
                          <a:pt x="18" y="0"/>
                        </a:lnTo>
                        <a:lnTo>
                          <a:pt x="14" y="16"/>
                        </a:lnTo>
                        <a:lnTo>
                          <a:pt x="0" y="16"/>
                        </a:lnTo>
                        <a:lnTo>
                          <a:pt x="4"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184" name="Group 577">
                  <a:extLst>
                    <a:ext uri="{FF2B5EF4-FFF2-40B4-BE49-F238E27FC236}">
                      <a16:creationId xmlns:a16="http://schemas.microsoft.com/office/drawing/2014/main" id="{3E09B714-BD34-135F-A542-80E61D8D8B35}"/>
                    </a:ext>
                  </a:extLst>
                </p:cNvPr>
                <p:cNvGrpSpPr>
                  <a:grpSpLocks/>
                </p:cNvGrpSpPr>
                <p:nvPr/>
              </p:nvGrpSpPr>
              <p:grpSpPr bwMode="auto">
                <a:xfrm>
                  <a:off x="3002" y="1022"/>
                  <a:ext cx="33" cy="36"/>
                  <a:chOff x="3002" y="1022"/>
                  <a:chExt cx="33" cy="36"/>
                </a:xfrm>
              </p:grpSpPr>
              <p:sp>
                <p:nvSpPr>
                  <p:cNvPr id="43200" name="Freeform 573">
                    <a:extLst>
                      <a:ext uri="{FF2B5EF4-FFF2-40B4-BE49-F238E27FC236}">
                        <a16:creationId xmlns:a16="http://schemas.microsoft.com/office/drawing/2014/main" id="{ACA95376-4ED2-ADFF-C72E-F1F6398CA5AD}"/>
                      </a:ext>
                    </a:extLst>
                  </p:cNvPr>
                  <p:cNvSpPr>
                    <a:spLocks/>
                  </p:cNvSpPr>
                  <p:nvPr/>
                </p:nvSpPr>
                <p:spPr bwMode="auto">
                  <a:xfrm>
                    <a:off x="3017" y="1022"/>
                    <a:ext cx="18" cy="17"/>
                  </a:xfrm>
                  <a:custGeom>
                    <a:avLst/>
                    <a:gdLst>
                      <a:gd name="T0" fmla="*/ 2 w 18"/>
                      <a:gd name="T1" fmla="*/ 0 h 17"/>
                      <a:gd name="T2" fmla="*/ 17 w 18"/>
                      <a:gd name="T3" fmla="*/ 0 h 17"/>
                      <a:gd name="T4" fmla="*/ 15 w 18"/>
                      <a:gd name="T5" fmla="*/ 16 h 17"/>
                      <a:gd name="T6" fmla="*/ 0 w 18"/>
                      <a:gd name="T7" fmla="*/ 16 h 17"/>
                      <a:gd name="T8" fmla="*/ 2 w 1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17">
                        <a:moveTo>
                          <a:pt x="2" y="0"/>
                        </a:moveTo>
                        <a:lnTo>
                          <a:pt x="17" y="0"/>
                        </a:lnTo>
                        <a:lnTo>
                          <a:pt x="15" y="16"/>
                        </a:lnTo>
                        <a:lnTo>
                          <a:pt x="0" y="16"/>
                        </a:lnTo>
                        <a:lnTo>
                          <a:pt x="2"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01" name="Freeform 574">
                    <a:extLst>
                      <a:ext uri="{FF2B5EF4-FFF2-40B4-BE49-F238E27FC236}">
                        <a16:creationId xmlns:a16="http://schemas.microsoft.com/office/drawing/2014/main" id="{BCDCC2E3-CA9E-1CEA-4F82-8549E51A3B26}"/>
                      </a:ext>
                    </a:extLst>
                  </p:cNvPr>
                  <p:cNvSpPr>
                    <a:spLocks/>
                  </p:cNvSpPr>
                  <p:nvPr/>
                </p:nvSpPr>
                <p:spPr bwMode="auto">
                  <a:xfrm>
                    <a:off x="3012" y="1028"/>
                    <a:ext cx="18" cy="17"/>
                  </a:xfrm>
                  <a:custGeom>
                    <a:avLst/>
                    <a:gdLst>
                      <a:gd name="T0" fmla="*/ 3 w 18"/>
                      <a:gd name="T1" fmla="*/ 0 h 17"/>
                      <a:gd name="T2" fmla="*/ 17 w 18"/>
                      <a:gd name="T3" fmla="*/ 0 h 17"/>
                      <a:gd name="T4" fmla="*/ 14 w 18"/>
                      <a:gd name="T5" fmla="*/ 16 h 17"/>
                      <a:gd name="T6" fmla="*/ 0 w 18"/>
                      <a:gd name="T7" fmla="*/ 16 h 17"/>
                      <a:gd name="T8" fmla="*/ 3 w 1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17">
                        <a:moveTo>
                          <a:pt x="3" y="0"/>
                        </a:moveTo>
                        <a:lnTo>
                          <a:pt x="17" y="0"/>
                        </a:lnTo>
                        <a:lnTo>
                          <a:pt x="14"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02" name="Freeform 575">
                    <a:extLst>
                      <a:ext uri="{FF2B5EF4-FFF2-40B4-BE49-F238E27FC236}">
                        <a16:creationId xmlns:a16="http://schemas.microsoft.com/office/drawing/2014/main" id="{A8DB9712-C81C-C413-9537-F0D0AC77D867}"/>
                      </a:ext>
                    </a:extLst>
                  </p:cNvPr>
                  <p:cNvSpPr>
                    <a:spLocks/>
                  </p:cNvSpPr>
                  <p:nvPr/>
                </p:nvSpPr>
                <p:spPr bwMode="auto">
                  <a:xfrm>
                    <a:off x="3008" y="1035"/>
                    <a:ext cx="17" cy="17"/>
                  </a:xfrm>
                  <a:custGeom>
                    <a:avLst/>
                    <a:gdLst>
                      <a:gd name="T0" fmla="*/ 2 w 17"/>
                      <a:gd name="T1" fmla="*/ 0 h 17"/>
                      <a:gd name="T2" fmla="*/ 16 w 17"/>
                      <a:gd name="T3" fmla="*/ 0 h 17"/>
                      <a:gd name="T4" fmla="*/ 13 w 17"/>
                      <a:gd name="T5" fmla="*/ 16 h 17"/>
                      <a:gd name="T6" fmla="*/ 0 w 17"/>
                      <a:gd name="T7" fmla="*/ 16 h 17"/>
                      <a:gd name="T8" fmla="*/ 2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2" y="0"/>
                        </a:moveTo>
                        <a:lnTo>
                          <a:pt x="16" y="0"/>
                        </a:lnTo>
                        <a:lnTo>
                          <a:pt x="13" y="16"/>
                        </a:lnTo>
                        <a:lnTo>
                          <a:pt x="0" y="16"/>
                        </a:lnTo>
                        <a:lnTo>
                          <a:pt x="2"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203" name="Freeform 576">
                    <a:extLst>
                      <a:ext uri="{FF2B5EF4-FFF2-40B4-BE49-F238E27FC236}">
                        <a16:creationId xmlns:a16="http://schemas.microsoft.com/office/drawing/2014/main" id="{1C486726-7157-FEA9-AACD-68ABD2C05752}"/>
                      </a:ext>
                    </a:extLst>
                  </p:cNvPr>
                  <p:cNvSpPr>
                    <a:spLocks/>
                  </p:cNvSpPr>
                  <p:nvPr/>
                </p:nvSpPr>
                <p:spPr bwMode="auto">
                  <a:xfrm>
                    <a:off x="3002" y="1041"/>
                    <a:ext cx="17" cy="17"/>
                  </a:xfrm>
                  <a:custGeom>
                    <a:avLst/>
                    <a:gdLst>
                      <a:gd name="T0" fmla="*/ 3 w 17"/>
                      <a:gd name="T1" fmla="*/ 0 h 17"/>
                      <a:gd name="T2" fmla="*/ 16 w 17"/>
                      <a:gd name="T3" fmla="*/ 0 h 17"/>
                      <a:gd name="T4" fmla="*/ 12 w 17"/>
                      <a:gd name="T5" fmla="*/ 16 h 17"/>
                      <a:gd name="T6" fmla="*/ 0 w 17"/>
                      <a:gd name="T7" fmla="*/ 16 h 17"/>
                      <a:gd name="T8" fmla="*/ 3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3" y="0"/>
                        </a:moveTo>
                        <a:lnTo>
                          <a:pt x="16" y="0"/>
                        </a:lnTo>
                        <a:lnTo>
                          <a:pt x="12"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185" name="Group 582">
                  <a:extLst>
                    <a:ext uri="{FF2B5EF4-FFF2-40B4-BE49-F238E27FC236}">
                      <a16:creationId xmlns:a16="http://schemas.microsoft.com/office/drawing/2014/main" id="{4425E6B6-30E3-5F51-D3AD-625AB55B2112}"/>
                    </a:ext>
                  </a:extLst>
                </p:cNvPr>
                <p:cNvGrpSpPr>
                  <a:grpSpLocks/>
                </p:cNvGrpSpPr>
                <p:nvPr/>
              </p:nvGrpSpPr>
              <p:grpSpPr bwMode="auto">
                <a:xfrm>
                  <a:off x="3023" y="1022"/>
                  <a:ext cx="33" cy="36"/>
                  <a:chOff x="3023" y="1022"/>
                  <a:chExt cx="33" cy="36"/>
                </a:xfrm>
              </p:grpSpPr>
              <p:sp>
                <p:nvSpPr>
                  <p:cNvPr id="43196" name="Freeform 578">
                    <a:extLst>
                      <a:ext uri="{FF2B5EF4-FFF2-40B4-BE49-F238E27FC236}">
                        <a16:creationId xmlns:a16="http://schemas.microsoft.com/office/drawing/2014/main" id="{8345C7B5-CB0B-0BEB-6684-F341F1B55098}"/>
                      </a:ext>
                    </a:extLst>
                  </p:cNvPr>
                  <p:cNvSpPr>
                    <a:spLocks/>
                  </p:cNvSpPr>
                  <p:nvPr/>
                </p:nvSpPr>
                <p:spPr bwMode="auto">
                  <a:xfrm>
                    <a:off x="3036" y="1022"/>
                    <a:ext cx="20" cy="17"/>
                  </a:xfrm>
                  <a:custGeom>
                    <a:avLst/>
                    <a:gdLst>
                      <a:gd name="T0" fmla="*/ 3 w 20"/>
                      <a:gd name="T1" fmla="*/ 0 h 17"/>
                      <a:gd name="T2" fmla="*/ 19 w 20"/>
                      <a:gd name="T3" fmla="*/ 0 h 17"/>
                      <a:gd name="T4" fmla="*/ 17 w 20"/>
                      <a:gd name="T5" fmla="*/ 16 h 17"/>
                      <a:gd name="T6" fmla="*/ 0 w 20"/>
                      <a:gd name="T7" fmla="*/ 16 h 17"/>
                      <a:gd name="T8" fmla="*/ 3 w 20"/>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17">
                        <a:moveTo>
                          <a:pt x="3" y="0"/>
                        </a:moveTo>
                        <a:lnTo>
                          <a:pt x="19" y="0"/>
                        </a:lnTo>
                        <a:lnTo>
                          <a:pt x="17"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97" name="Freeform 579">
                    <a:extLst>
                      <a:ext uri="{FF2B5EF4-FFF2-40B4-BE49-F238E27FC236}">
                        <a16:creationId xmlns:a16="http://schemas.microsoft.com/office/drawing/2014/main" id="{508A6609-A2DC-4E8D-F5BA-0BEF640D6851}"/>
                      </a:ext>
                    </a:extLst>
                  </p:cNvPr>
                  <p:cNvSpPr>
                    <a:spLocks/>
                  </p:cNvSpPr>
                  <p:nvPr/>
                </p:nvSpPr>
                <p:spPr bwMode="auto">
                  <a:xfrm>
                    <a:off x="3033" y="1028"/>
                    <a:ext cx="17" cy="17"/>
                  </a:xfrm>
                  <a:custGeom>
                    <a:avLst/>
                    <a:gdLst>
                      <a:gd name="T0" fmla="*/ 3 w 17"/>
                      <a:gd name="T1" fmla="*/ 0 h 17"/>
                      <a:gd name="T2" fmla="*/ 16 w 17"/>
                      <a:gd name="T3" fmla="*/ 0 h 17"/>
                      <a:gd name="T4" fmla="*/ 13 w 17"/>
                      <a:gd name="T5" fmla="*/ 16 h 17"/>
                      <a:gd name="T6" fmla="*/ 0 w 17"/>
                      <a:gd name="T7" fmla="*/ 16 h 17"/>
                      <a:gd name="T8" fmla="*/ 3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3" y="0"/>
                        </a:moveTo>
                        <a:lnTo>
                          <a:pt x="16" y="0"/>
                        </a:lnTo>
                        <a:lnTo>
                          <a:pt x="13"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98" name="Freeform 580">
                    <a:extLst>
                      <a:ext uri="{FF2B5EF4-FFF2-40B4-BE49-F238E27FC236}">
                        <a16:creationId xmlns:a16="http://schemas.microsoft.com/office/drawing/2014/main" id="{D8BC5DB5-1D33-0D5D-563C-85530BFDCDC0}"/>
                      </a:ext>
                    </a:extLst>
                  </p:cNvPr>
                  <p:cNvSpPr>
                    <a:spLocks/>
                  </p:cNvSpPr>
                  <p:nvPr/>
                </p:nvSpPr>
                <p:spPr bwMode="auto">
                  <a:xfrm>
                    <a:off x="3027" y="1035"/>
                    <a:ext cx="19" cy="17"/>
                  </a:xfrm>
                  <a:custGeom>
                    <a:avLst/>
                    <a:gdLst>
                      <a:gd name="T0" fmla="*/ 3 w 19"/>
                      <a:gd name="T1" fmla="*/ 0 h 17"/>
                      <a:gd name="T2" fmla="*/ 18 w 19"/>
                      <a:gd name="T3" fmla="*/ 0 h 17"/>
                      <a:gd name="T4" fmla="*/ 15 w 19"/>
                      <a:gd name="T5" fmla="*/ 16 h 17"/>
                      <a:gd name="T6" fmla="*/ 0 w 19"/>
                      <a:gd name="T7" fmla="*/ 16 h 17"/>
                      <a:gd name="T8" fmla="*/ 3 w 19"/>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7">
                        <a:moveTo>
                          <a:pt x="3" y="0"/>
                        </a:moveTo>
                        <a:lnTo>
                          <a:pt x="18" y="0"/>
                        </a:lnTo>
                        <a:lnTo>
                          <a:pt x="15"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99" name="Freeform 581">
                    <a:extLst>
                      <a:ext uri="{FF2B5EF4-FFF2-40B4-BE49-F238E27FC236}">
                        <a16:creationId xmlns:a16="http://schemas.microsoft.com/office/drawing/2014/main" id="{FD3AB9E3-7F19-82D3-C4E2-F2192091F85E}"/>
                      </a:ext>
                    </a:extLst>
                  </p:cNvPr>
                  <p:cNvSpPr>
                    <a:spLocks/>
                  </p:cNvSpPr>
                  <p:nvPr/>
                </p:nvSpPr>
                <p:spPr bwMode="auto">
                  <a:xfrm>
                    <a:off x="3023" y="1041"/>
                    <a:ext cx="17" cy="17"/>
                  </a:xfrm>
                  <a:custGeom>
                    <a:avLst/>
                    <a:gdLst>
                      <a:gd name="T0" fmla="*/ 3 w 17"/>
                      <a:gd name="T1" fmla="*/ 0 h 17"/>
                      <a:gd name="T2" fmla="*/ 16 w 17"/>
                      <a:gd name="T3" fmla="*/ 0 h 17"/>
                      <a:gd name="T4" fmla="*/ 13 w 17"/>
                      <a:gd name="T5" fmla="*/ 16 h 17"/>
                      <a:gd name="T6" fmla="*/ 0 w 17"/>
                      <a:gd name="T7" fmla="*/ 16 h 17"/>
                      <a:gd name="T8" fmla="*/ 3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3" y="0"/>
                        </a:moveTo>
                        <a:lnTo>
                          <a:pt x="16" y="0"/>
                        </a:lnTo>
                        <a:lnTo>
                          <a:pt x="13"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186" name="Group 587">
                  <a:extLst>
                    <a:ext uri="{FF2B5EF4-FFF2-40B4-BE49-F238E27FC236}">
                      <a16:creationId xmlns:a16="http://schemas.microsoft.com/office/drawing/2014/main" id="{BF256777-8D3B-9FDD-0F15-2EF8912AA2B8}"/>
                    </a:ext>
                  </a:extLst>
                </p:cNvPr>
                <p:cNvGrpSpPr>
                  <a:grpSpLocks/>
                </p:cNvGrpSpPr>
                <p:nvPr/>
              </p:nvGrpSpPr>
              <p:grpSpPr bwMode="auto">
                <a:xfrm>
                  <a:off x="3041" y="1022"/>
                  <a:ext cx="33" cy="36"/>
                  <a:chOff x="3041" y="1022"/>
                  <a:chExt cx="33" cy="36"/>
                </a:xfrm>
              </p:grpSpPr>
              <p:sp>
                <p:nvSpPr>
                  <p:cNvPr id="43192" name="Freeform 583">
                    <a:extLst>
                      <a:ext uri="{FF2B5EF4-FFF2-40B4-BE49-F238E27FC236}">
                        <a16:creationId xmlns:a16="http://schemas.microsoft.com/office/drawing/2014/main" id="{F952F660-6666-A17B-0F96-D2A037F7E376}"/>
                      </a:ext>
                    </a:extLst>
                  </p:cNvPr>
                  <p:cNvSpPr>
                    <a:spLocks/>
                  </p:cNvSpPr>
                  <p:nvPr/>
                </p:nvSpPr>
                <p:spPr bwMode="auto">
                  <a:xfrm>
                    <a:off x="3056" y="1022"/>
                    <a:ext cx="18" cy="17"/>
                  </a:xfrm>
                  <a:custGeom>
                    <a:avLst/>
                    <a:gdLst>
                      <a:gd name="T0" fmla="*/ 2 w 18"/>
                      <a:gd name="T1" fmla="*/ 0 h 17"/>
                      <a:gd name="T2" fmla="*/ 17 w 18"/>
                      <a:gd name="T3" fmla="*/ 0 h 17"/>
                      <a:gd name="T4" fmla="*/ 15 w 18"/>
                      <a:gd name="T5" fmla="*/ 16 h 17"/>
                      <a:gd name="T6" fmla="*/ 0 w 18"/>
                      <a:gd name="T7" fmla="*/ 16 h 17"/>
                      <a:gd name="T8" fmla="*/ 2 w 1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17">
                        <a:moveTo>
                          <a:pt x="2" y="0"/>
                        </a:moveTo>
                        <a:lnTo>
                          <a:pt x="17" y="0"/>
                        </a:lnTo>
                        <a:lnTo>
                          <a:pt x="15" y="16"/>
                        </a:lnTo>
                        <a:lnTo>
                          <a:pt x="0" y="16"/>
                        </a:lnTo>
                        <a:lnTo>
                          <a:pt x="2"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93" name="Freeform 584">
                    <a:extLst>
                      <a:ext uri="{FF2B5EF4-FFF2-40B4-BE49-F238E27FC236}">
                        <a16:creationId xmlns:a16="http://schemas.microsoft.com/office/drawing/2014/main" id="{69C1A019-7A35-195A-A69B-76324C4BE844}"/>
                      </a:ext>
                    </a:extLst>
                  </p:cNvPr>
                  <p:cNvSpPr>
                    <a:spLocks/>
                  </p:cNvSpPr>
                  <p:nvPr/>
                </p:nvSpPr>
                <p:spPr bwMode="auto">
                  <a:xfrm>
                    <a:off x="3051" y="1028"/>
                    <a:ext cx="19" cy="17"/>
                  </a:xfrm>
                  <a:custGeom>
                    <a:avLst/>
                    <a:gdLst>
                      <a:gd name="T0" fmla="*/ 4 w 19"/>
                      <a:gd name="T1" fmla="*/ 0 h 17"/>
                      <a:gd name="T2" fmla="*/ 18 w 19"/>
                      <a:gd name="T3" fmla="*/ 0 h 17"/>
                      <a:gd name="T4" fmla="*/ 15 w 19"/>
                      <a:gd name="T5" fmla="*/ 16 h 17"/>
                      <a:gd name="T6" fmla="*/ 0 w 19"/>
                      <a:gd name="T7" fmla="*/ 16 h 17"/>
                      <a:gd name="T8" fmla="*/ 4 w 19"/>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7">
                        <a:moveTo>
                          <a:pt x="4" y="0"/>
                        </a:moveTo>
                        <a:lnTo>
                          <a:pt x="18" y="0"/>
                        </a:lnTo>
                        <a:lnTo>
                          <a:pt x="15" y="16"/>
                        </a:lnTo>
                        <a:lnTo>
                          <a:pt x="0" y="16"/>
                        </a:lnTo>
                        <a:lnTo>
                          <a:pt x="4"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94" name="Freeform 585">
                    <a:extLst>
                      <a:ext uri="{FF2B5EF4-FFF2-40B4-BE49-F238E27FC236}">
                        <a16:creationId xmlns:a16="http://schemas.microsoft.com/office/drawing/2014/main" id="{DD23F341-21FF-E919-C61C-E6D5397BA5EB}"/>
                      </a:ext>
                    </a:extLst>
                  </p:cNvPr>
                  <p:cNvSpPr>
                    <a:spLocks/>
                  </p:cNvSpPr>
                  <p:nvPr/>
                </p:nvSpPr>
                <p:spPr bwMode="auto">
                  <a:xfrm>
                    <a:off x="3046" y="1035"/>
                    <a:ext cx="19" cy="17"/>
                  </a:xfrm>
                  <a:custGeom>
                    <a:avLst/>
                    <a:gdLst>
                      <a:gd name="T0" fmla="*/ 3 w 19"/>
                      <a:gd name="T1" fmla="*/ 0 h 17"/>
                      <a:gd name="T2" fmla="*/ 18 w 19"/>
                      <a:gd name="T3" fmla="*/ 0 h 17"/>
                      <a:gd name="T4" fmla="*/ 14 w 19"/>
                      <a:gd name="T5" fmla="*/ 16 h 17"/>
                      <a:gd name="T6" fmla="*/ 0 w 19"/>
                      <a:gd name="T7" fmla="*/ 16 h 17"/>
                      <a:gd name="T8" fmla="*/ 3 w 19"/>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7">
                        <a:moveTo>
                          <a:pt x="3" y="0"/>
                        </a:moveTo>
                        <a:lnTo>
                          <a:pt x="18" y="0"/>
                        </a:lnTo>
                        <a:lnTo>
                          <a:pt x="14"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95" name="Freeform 586">
                    <a:extLst>
                      <a:ext uri="{FF2B5EF4-FFF2-40B4-BE49-F238E27FC236}">
                        <a16:creationId xmlns:a16="http://schemas.microsoft.com/office/drawing/2014/main" id="{25D95563-F3D2-994E-F3F9-154DC0209BD2}"/>
                      </a:ext>
                    </a:extLst>
                  </p:cNvPr>
                  <p:cNvSpPr>
                    <a:spLocks/>
                  </p:cNvSpPr>
                  <p:nvPr/>
                </p:nvSpPr>
                <p:spPr bwMode="auto">
                  <a:xfrm>
                    <a:off x="3041" y="1041"/>
                    <a:ext cx="18" cy="17"/>
                  </a:xfrm>
                  <a:custGeom>
                    <a:avLst/>
                    <a:gdLst>
                      <a:gd name="T0" fmla="*/ 3 w 18"/>
                      <a:gd name="T1" fmla="*/ 0 h 17"/>
                      <a:gd name="T2" fmla="*/ 17 w 18"/>
                      <a:gd name="T3" fmla="*/ 0 h 17"/>
                      <a:gd name="T4" fmla="*/ 14 w 18"/>
                      <a:gd name="T5" fmla="*/ 16 h 17"/>
                      <a:gd name="T6" fmla="*/ 0 w 18"/>
                      <a:gd name="T7" fmla="*/ 16 h 17"/>
                      <a:gd name="T8" fmla="*/ 3 w 1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17">
                        <a:moveTo>
                          <a:pt x="3" y="0"/>
                        </a:moveTo>
                        <a:lnTo>
                          <a:pt x="17" y="0"/>
                        </a:lnTo>
                        <a:lnTo>
                          <a:pt x="14"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187" name="Group 592">
                  <a:extLst>
                    <a:ext uri="{FF2B5EF4-FFF2-40B4-BE49-F238E27FC236}">
                      <a16:creationId xmlns:a16="http://schemas.microsoft.com/office/drawing/2014/main" id="{78DC8FEC-D8BE-7848-7E49-ABA5F92ED886}"/>
                    </a:ext>
                  </a:extLst>
                </p:cNvPr>
                <p:cNvGrpSpPr>
                  <a:grpSpLocks/>
                </p:cNvGrpSpPr>
                <p:nvPr/>
              </p:nvGrpSpPr>
              <p:grpSpPr bwMode="auto">
                <a:xfrm>
                  <a:off x="3061" y="1022"/>
                  <a:ext cx="33" cy="36"/>
                  <a:chOff x="3061" y="1022"/>
                  <a:chExt cx="33" cy="36"/>
                </a:xfrm>
              </p:grpSpPr>
              <p:sp>
                <p:nvSpPr>
                  <p:cNvPr id="43188" name="Freeform 588">
                    <a:extLst>
                      <a:ext uri="{FF2B5EF4-FFF2-40B4-BE49-F238E27FC236}">
                        <a16:creationId xmlns:a16="http://schemas.microsoft.com/office/drawing/2014/main" id="{D99B8F70-B78B-04AC-3B1C-67CF6E102B54}"/>
                      </a:ext>
                    </a:extLst>
                  </p:cNvPr>
                  <p:cNvSpPr>
                    <a:spLocks/>
                  </p:cNvSpPr>
                  <p:nvPr/>
                </p:nvSpPr>
                <p:spPr bwMode="auto">
                  <a:xfrm>
                    <a:off x="3077" y="1022"/>
                    <a:ext cx="17" cy="17"/>
                  </a:xfrm>
                  <a:custGeom>
                    <a:avLst/>
                    <a:gdLst>
                      <a:gd name="T0" fmla="*/ 2 w 17"/>
                      <a:gd name="T1" fmla="*/ 0 h 17"/>
                      <a:gd name="T2" fmla="*/ 16 w 17"/>
                      <a:gd name="T3" fmla="*/ 0 h 17"/>
                      <a:gd name="T4" fmla="*/ 13 w 17"/>
                      <a:gd name="T5" fmla="*/ 16 h 17"/>
                      <a:gd name="T6" fmla="*/ 0 w 17"/>
                      <a:gd name="T7" fmla="*/ 16 h 17"/>
                      <a:gd name="T8" fmla="*/ 2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2" y="0"/>
                        </a:moveTo>
                        <a:lnTo>
                          <a:pt x="16" y="0"/>
                        </a:lnTo>
                        <a:lnTo>
                          <a:pt x="13" y="16"/>
                        </a:lnTo>
                        <a:lnTo>
                          <a:pt x="0" y="16"/>
                        </a:lnTo>
                        <a:lnTo>
                          <a:pt x="2"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89" name="Freeform 589">
                    <a:extLst>
                      <a:ext uri="{FF2B5EF4-FFF2-40B4-BE49-F238E27FC236}">
                        <a16:creationId xmlns:a16="http://schemas.microsoft.com/office/drawing/2014/main" id="{AAEFE9E4-A908-46ED-712C-8D154298EACD}"/>
                      </a:ext>
                    </a:extLst>
                  </p:cNvPr>
                  <p:cNvSpPr>
                    <a:spLocks/>
                  </p:cNvSpPr>
                  <p:nvPr/>
                </p:nvSpPr>
                <p:spPr bwMode="auto">
                  <a:xfrm>
                    <a:off x="3072" y="1028"/>
                    <a:ext cx="19" cy="17"/>
                  </a:xfrm>
                  <a:custGeom>
                    <a:avLst/>
                    <a:gdLst>
                      <a:gd name="T0" fmla="*/ 3 w 19"/>
                      <a:gd name="T1" fmla="*/ 0 h 17"/>
                      <a:gd name="T2" fmla="*/ 18 w 19"/>
                      <a:gd name="T3" fmla="*/ 0 h 17"/>
                      <a:gd name="T4" fmla="*/ 14 w 19"/>
                      <a:gd name="T5" fmla="*/ 16 h 17"/>
                      <a:gd name="T6" fmla="*/ 0 w 19"/>
                      <a:gd name="T7" fmla="*/ 16 h 17"/>
                      <a:gd name="T8" fmla="*/ 3 w 19"/>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7">
                        <a:moveTo>
                          <a:pt x="3" y="0"/>
                        </a:moveTo>
                        <a:lnTo>
                          <a:pt x="18" y="0"/>
                        </a:lnTo>
                        <a:lnTo>
                          <a:pt x="14"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90" name="Freeform 590">
                    <a:extLst>
                      <a:ext uri="{FF2B5EF4-FFF2-40B4-BE49-F238E27FC236}">
                        <a16:creationId xmlns:a16="http://schemas.microsoft.com/office/drawing/2014/main" id="{3C77919A-0718-0434-582B-669A9756C3CE}"/>
                      </a:ext>
                    </a:extLst>
                  </p:cNvPr>
                  <p:cNvSpPr>
                    <a:spLocks/>
                  </p:cNvSpPr>
                  <p:nvPr/>
                </p:nvSpPr>
                <p:spPr bwMode="auto">
                  <a:xfrm>
                    <a:off x="3066" y="1035"/>
                    <a:ext cx="18" cy="17"/>
                  </a:xfrm>
                  <a:custGeom>
                    <a:avLst/>
                    <a:gdLst>
                      <a:gd name="T0" fmla="*/ 3 w 18"/>
                      <a:gd name="T1" fmla="*/ 0 h 17"/>
                      <a:gd name="T2" fmla="*/ 17 w 18"/>
                      <a:gd name="T3" fmla="*/ 0 h 17"/>
                      <a:gd name="T4" fmla="*/ 14 w 18"/>
                      <a:gd name="T5" fmla="*/ 16 h 17"/>
                      <a:gd name="T6" fmla="*/ 0 w 18"/>
                      <a:gd name="T7" fmla="*/ 16 h 17"/>
                      <a:gd name="T8" fmla="*/ 3 w 1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17">
                        <a:moveTo>
                          <a:pt x="3" y="0"/>
                        </a:moveTo>
                        <a:lnTo>
                          <a:pt x="17" y="0"/>
                        </a:lnTo>
                        <a:lnTo>
                          <a:pt x="14"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91" name="Freeform 591">
                    <a:extLst>
                      <a:ext uri="{FF2B5EF4-FFF2-40B4-BE49-F238E27FC236}">
                        <a16:creationId xmlns:a16="http://schemas.microsoft.com/office/drawing/2014/main" id="{20175500-8BA1-77F2-1026-0F47FBCCAB98}"/>
                      </a:ext>
                    </a:extLst>
                  </p:cNvPr>
                  <p:cNvSpPr>
                    <a:spLocks/>
                  </p:cNvSpPr>
                  <p:nvPr/>
                </p:nvSpPr>
                <p:spPr bwMode="auto">
                  <a:xfrm>
                    <a:off x="3061" y="1041"/>
                    <a:ext cx="19" cy="17"/>
                  </a:xfrm>
                  <a:custGeom>
                    <a:avLst/>
                    <a:gdLst>
                      <a:gd name="T0" fmla="*/ 3 w 19"/>
                      <a:gd name="T1" fmla="*/ 0 h 17"/>
                      <a:gd name="T2" fmla="*/ 18 w 19"/>
                      <a:gd name="T3" fmla="*/ 0 h 17"/>
                      <a:gd name="T4" fmla="*/ 15 w 19"/>
                      <a:gd name="T5" fmla="*/ 16 h 17"/>
                      <a:gd name="T6" fmla="*/ 0 w 19"/>
                      <a:gd name="T7" fmla="*/ 16 h 17"/>
                      <a:gd name="T8" fmla="*/ 3 w 19"/>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7">
                        <a:moveTo>
                          <a:pt x="3" y="0"/>
                        </a:moveTo>
                        <a:lnTo>
                          <a:pt x="18" y="0"/>
                        </a:lnTo>
                        <a:lnTo>
                          <a:pt x="15" y="16"/>
                        </a:lnTo>
                        <a:lnTo>
                          <a:pt x="0" y="16"/>
                        </a:lnTo>
                        <a:lnTo>
                          <a:pt x="3" y="0"/>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sp>
          <p:nvSpPr>
            <p:cNvPr id="43173" name="Rectangle 595">
              <a:extLst>
                <a:ext uri="{FF2B5EF4-FFF2-40B4-BE49-F238E27FC236}">
                  <a16:creationId xmlns:a16="http://schemas.microsoft.com/office/drawing/2014/main" id="{118DBE9B-57B3-E940-CCAB-E7E15A444C81}"/>
                </a:ext>
              </a:extLst>
            </p:cNvPr>
            <p:cNvSpPr>
              <a:spLocks noChangeArrowheads="1"/>
            </p:cNvSpPr>
            <p:nvPr/>
          </p:nvSpPr>
          <p:spPr bwMode="auto">
            <a:xfrm>
              <a:off x="2844" y="1206"/>
              <a:ext cx="512"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ctr">
                <a:spcBef>
                  <a:spcPct val="0"/>
                </a:spcBef>
              </a:pPr>
              <a:r>
                <a:rPr kumimoji="1" lang="zh-CN" altLang="en-US" sz="1400" b="1"/>
                <a:t>区 域 </a:t>
              </a:r>
            </a:p>
            <a:p>
              <a:pPr algn="ctr">
                <a:spcBef>
                  <a:spcPct val="0"/>
                </a:spcBef>
              </a:pPr>
              <a:r>
                <a:rPr kumimoji="1" lang="zh-CN" altLang="en-US" sz="1400" b="1"/>
                <a:t>控 制 器</a:t>
              </a:r>
            </a:p>
          </p:txBody>
        </p:sp>
      </p:grpSp>
      <p:sp>
        <p:nvSpPr>
          <p:cNvPr id="43041" name="Rectangle 597">
            <a:extLst>
              <a:ext uri="{FF2B5EF4-FFF2-40B4-BE49-F238E27FC236}">
                <a16:creationId xmlns:a16="http://schemas.microsoft.com/office/drawing/2014/main" id="{DCEAB343-0FCD-28B4-D49F-CA5C50C04DAB}"/>
              </a:ext>
            </a:extLst>
          </p:cNvPr>
          <p:cNvSpPr>
            <a:spLocks noChangeArrowheads="1"/>
          </p:cNvSpPr>
          <p:nvPr/>
        </p:nvSpPr>
        <p:spPr bwMode="auto">
          <a:xfrm>
            <a:off x="2316163" y="1811338"/>
            <a:ext cx="1716087"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sz="1600" b="1">
                <a:solidFill>
                  <a:schemeClr val="bg1"/>
                </a:solidFill>
              </a:rPr>
              <a:t>Ethernet/TCP/IP</a:t>
            </a:r>
          </a:p>
        </p:txBody>
      </p:sp>
      <p:sp>
        <p:nvSpPr>
          <p:cNvPr id="43042" name="Rectangle 598">
            <a:extLst>
              <a:ext uri="{FF2B5EF4-FFF2-40B4-BE49-F238E27FC236}">
                <a16:creationId xmlns:a16="http://schemas.microsoft.com/office/drawing/2014/main" id="{4FB0EE5D-7815-8BA8-898A-F773BDCA01E9}"/>
              </a:ext>
            </a:extLst>
          </p:cNvPr>
          <p:cNvSpPr>
            <a:spLocks noChangeArrowheads="1"/>
          </p:cNvSpPr>
          <p:nvPr/>
        </p:nvSpPr>
        <p:spPr bwMode="auto">
          <a:xfrm>
            <a:off x="5162550" y="1811338"/>
            <a:ext cx="1716088"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sz="1600" b="1">
                <a:solidFill>
                  <a:schemeClr val="bg1"/>
                </a:solidFill>
              </a:rPr>
              <a:t>TCP/IP/Ethernet</a:t>
            </a:r>
          </a:p>
        </p:txBody>
      </p:sp>
      <p:grpSp>
        <p:nvGrpSpPr>
          <p:cNvPr id="43043" name="Group 601">
            <a:extLst>
              <a:ext uri="{FF2B5EF4-FFF2-40B4-BE49-F238E27FC236}">
                <a16:creationId xmlns:a16="http://schemas.microsoft.com/office/drawing/2014/main" id="{B55860A7-9B0E-22E0-4585-5792438B8DB8}"/>
              </a:ext>
            </a:extLst>
          </p:cNvPr>
          <p:cNvGrpSpPr>
            <a:grpSpLocks/>
          </p:cNvGrpSpPr>
          <p:nvPr/>
        </p:nvGrpSpPr>
        <p:grpSpPr bwMode="auto">
          <a:xfrm>
            <a:off x="212725" y="1395413"/>
            <a:ext cx="962025" cy="1476375"/>
            <a:chOff x="374" y="975"/>
            <a:chExt cx="606" cy="930"/>
          </a:xfrm>
        </p:grpSpPr>
        <p:sp>
          <p:nvSpPr>
            <p:cNvPr id="43166" name="Rectangle 599">
              <a:extLst>
                <a:ext uri="{FF2B5EF4-FFF2-40B4-BE49-F238E27FC236}">
                  <a16:creationId xmlns:a16="http://schemas.microsoft.com/office/drawing/2014/main" id="{6B6E7765-BD08-174C-702B-295511C5E35F}"/>
                </a:ext>
              </a:extLst>
            </p:cNvPr>
            <p:cNvSpPr>
              <a:spLocks noChangeArrowheads="1"/>
            </p:cNvSpPr>
            <p:nvPr/>
          </p:nvSpPr>
          <p:spPr bwMode="auto">
            <a:xfrm>
              <a:off x="374" y="975"/>
              <a:ext cx="600" cy="476"/>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167" name="Rectangle 600">
              <a:extLst>
                <a:ext uri="{FF2B5EF4-FFF2-40B4-BE49-F238E27FC236}">
                  <a16:creationId xmlns:a16="http://schemas.microsoft.com/office/drawing/2014/main" id="{834744D5-9DF8-8CDF-03B6-93303F7349DC}"/>
                </a:ext>
              </a:extLst>
            </p:cNvPr>
            <p:cNvSpPr>
              <a:spLocks noChangeArrowheads="1"/>
            </p:cNvSpPr>
            <p:nvPr/>
          </p:nvSpPr>
          <p:spPr bwMode="auto">
            <a:xfrm>
              <a:off x="374" y="1482"/>
              <a:ext cx="606" cy="423"/>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grpSp>
        <p:nvGrpSpPr>
          <p:cNvPr id="43044" name="Group 604">
            <a:extLst>
              <a:ext uri="{FF2B5EF4-FFF2-40B4-BE49-F238E27FC236}">
                <a16:creationId xmlns:a16="http://schemas.microsoft.com/office/drawing/2014/main" id="{8E8002CE-E3F4-DEEA-C56A-98F154B342DB}"/>
              </a:ext>
            </a:extLst>
          </p:cNvPr>
          <p:cNvGrpSpPr>
            <a:grpSpLocks/>
          </p:cNvGrpSpPr>
          <p:nvPr/>
        </p:nvGrpSpPr>
        <p:grpSpPr bwMode="auto">
          <a:xfrm>
            <a:off x="212725" y="3090863"/>
            <a:ext cx="962025" cy="1476375"/>
            <a:chOff x="374" y="2043"/>
            <a:chExt cx="606" cy="930"/>
          </a:xfrm>
        </p:grpSpPr>
        <p:sp>
          <p:nvSpPr>
            <p:cNvPr id="43164" name="Rectangle 602">
              <a:extLst>
                <a:ext uri="{FF2B5EF4-FFF2-40B4-BE49-F238E27FC236}">
                  <a16:creationId xmlns:a16="http://schemas.microsoft.com/office/drawing/2014/main" id="{6AE46FC9-7116-C8ED-169F-1D106315EAF2}"/>
                </a:ext>
              </a:extLst>
            </p:cNvPr>
            <p:cNvSpPr>
              <a:spLocks noChangeArrowheads="1"/>
            </p:cNvSpPr>
            <p:nvPr/>
          </p:nvSpPr>
          <p:spPr bwMode="auto">
            <a:xfrm>
              <a:off x="374" y="2043"/>
              <a:ext cx="600" cy="476"/>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165" name="Rectangle 603">
              <a:extLst>
                <a:ext uri="{FF2B5EF4-FFF2-40B4-BE49-F238E27FC236}">
                  <a16:creationId xmlns:a16="http://schemas.microsoft.com/office/drawing/2014/main" id="{879DDC1F-50D3-11AE-E4B6-D6A145257808}"/>
                </a:ext>
              </a:extLst>
            </p:cNvPr>
            <p:cNvSpPr>
              <a:spLocks noChangeArrowheads="1"/>
            </p:cNvSpPr>
            <p:nvPr/>
          </p:nvSpPr>
          <p:spPr bwMode="auto">
            <a:xfrm>
              <a:off x="374" y="2550"/>
              <a:ext cx="606" cy="423"/>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grpSp>
        <p:nvGrpSpPr>
          <p:cNvPr id="43045" name="Group 609">
            <a:extLst>
              <a:ext uri="{FF2B5EF4-FFF2-40B4-BE49-F238E27FC236}">
                <a16:creationId xmlns:a16="http://schemas.microsoft.com/office/drawing/2014/main" id="{BAEED102-1CC9-8550-6DD8-7062E38512EB}"/>
              </a:ext>
            </a:extLst>
          </p:cNvPr>
          <p:cNvGrpSpPr>
            <a:grpSpLocks/>
          </p:cNvGrpSpPr>
          <p:nvPr/>
        </p:nvGrpSpPr>
        <p:grpSpPr bwMode="auto">
          <a:xfrm>
            <a:off x="839788" y="3221038"/>
            <a:ext cx="7596187" cy="444500"/>
            <a:chOff x="769" y="2125"/>
            <a:chExt cx="4785" cy="280"/>
          </a:xfrm>
        </p:grpSpPr>
        <p:sp>
          <p:nvSpPr>
            <p:cNvPr id="43160" name="Line 605">
              <a:extLst>
                <a:ext uri="{FF2B5EF4-FFF2-40B4-BE49-F238E27FC236}">
                  <a16:creationId xmlns:a16="http://schemas.microsoft.com/office/drawing/2014/main" id="{8A4FBDB2-DD4A-3564-8A79-2F0F95F82FFD}"/>
                </a:ext>
              </a:extLst>
            </p:cNvPr>
            <p:cNvSpPr>
              <a:spLocks noChangeShapeType="1"/>
            </p:cNvSpPr>
            <p:nvPr/>
          </p:nvSpPr>
          <p:spPr bwMode="auto">
            <a:xfrm>
              <a:off x="1088" y="2244"/>
              <a:ext cx="4117" cy="0"/>
            </a:xfrm>
            <a:prstGeom prst="line">
              <a:avLst/>
            </a:prstGeom>
            <a:noFill/>
            <a:ln w="1270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161" name="AutoShape 606">
              <a:extLst>
                <a:ext uri="{FF2B5EF4-FFF2-40B4-BE49-F238E27FC236}">
                  <a16:creationId xmlns:a16="http://schemas.microsoft.com/office/drawing/2014/main" id="{B9E1DCFF-C9DD-9CE6-E738-76AC92C719E8}"/>
                </a:ext>
              </a:extLst>
            </p:cNvPr>
            <p:cNvSpPr>
              <a:spLocks noChangeArrowheads="1"/>
            </p:cNvSpPr>
            <p:nvPr/>
          </p:nvSpPr>
          <p:spPr bwMode="auto">
            <a:xfrm rot="-5400000">
              <a:off x="780" y="2114"/>
              <a:ext cx="280" cy="302"/>
            </a:xfrm>
            <a:prstGeom prst="triangle">
              <a:avLst>
                <a:gd name="adj" fmla="val 49986"/>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162" name="AutoShape 607">
              <a:extLst>
                <a:ext uri="{FF2B5EF4-FFF2-40B4-BE49-F238E27FC236}">
                  <a16:creationId xmlns:a16="http://schemas.microsoft.com/office/drawing/2014/main" id="{1B181C73-C4EF-4305-467E-33A47E29BE5F}"/>
                </a:ext>
              </a:extLst>
            </p:cNvPr>
            <p:cNvSpPr>
              <a:spLocks noChangeArrowheads="1"/>
            </p:cNvSpPr>
            <p:nvPr/>
          </p:nvSpPr>
          <p:spPr bwMode="auto">
            <a:xfrm rot="5400000">
              <a:off x="5263" y="2114"/>
              <a:ext cx="280" cy="302"/>
            </a:xfrm>
            <a:prstGeom prst="triangle">
              <a:avLst>
                <a:gd name="adj" fmla="val 49986"/>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163" name="Line 608">
              <a:extLst>
                <a:ext uri="{FF2B5EF4-FFF2-40B4-BE49-F238E27FC236}">
                  <a16:creationId xmlns:a16="http://schemas.microsoft.com/office/drawing/2014/main" id="{C0C69B74-4526-4F10-9707-3DE517A7B843}"/>
                </a:ext>
              </a:extLst>
            </p:cNvPr>
            <p:cNvSpPr>
              <a:spLocks noChangeShapeType="1"/>
            </p:cNvSpPr>
            <p:nvPr/>
          </p:nvSpPr>
          <p:spPr bwMode="auto">
            <a:xfrm>
              <a:off x="1088" y="2311"/>
              <a:ext cx="4117" cy="0"/>
            </a:xfrm>
            <a:prstGeom prst="line">
              <a:avLst/>
            </a:prstGeom>
            <a:noFill/>
            <a:ln w="1270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3046" name="Rectangle 610">
            <a:extLst>
              <a:ext uri="{FF2B5EF4-FFF2-40B4-BE49-F238E27FC236}">
                <a16:creationId xmlns:a16="http://schemas.microsoft.com/office/drawing/2014/main" id="{2D5DB99C-E639-126F-6707-A927A43F75E3}"/>
              </a:ext>
            </a:extLst>
          </p:cNvPr>
          <p:cNvSpPr>
            <a:spLocks noChangeArrowheads="1"/>
          </p:cNvSpPr>
          <p:nvPr/>
        </p:nvSpPr>
        <p:spPr bwMode="auto">
          <a:xfrm>
            <a:off x="3602038" y="3305175"/>
            <a:ext cx="1725612"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sz="1600" b="1">
                <a:solidFill>
                  <a:schemeClr val="bg1"/>
                </a:solidFill>
              </a:rPr>
              <a:t>PROFIBUS-FMS</a:t>
            </a:r>
          </a:p>
        </p:txBody>
      </p:sp>
      <p:grpSp>
        <p:nvGrpSpPr>
          <p:cNvPr id="43047" name="Group 613">
            <a:extLst>
              <a:ext uri="{FF2B5EF4-FFF2-40B4-BE49-F238E27FC236}">
                <a16:creationId xmlns:a16="http://schemas.microsoft.com/office/drawing/2014/main" id="{EC774ED9-D1D1-984A-91FC-C4F568648666}"/>
              </a:ext>
            </a:extLst>
          </p:cNvPr>
          <p:cNvGrpSpPr>
            <a:grpSpLocks/>
          </p:cNvGrpSpPr>
          <p:nvPr/>
        </p:nvGrpSpPr>
        <p:grpSpPr bwMode="auto">
          <a:xfrm>
            <a:off x="212725" y="4799013"/>
            <a:ext cx="962025" cy="1476375"/>
            <a:chOff x="374" y="3119"/>
            <a:chExt cx="606" cy="930"/>
          </a:xfrm>
        </p:grpSpPr>
        <p:sp>
          <p:nvSpPr>
            <p:cNvPr id="43158" name="Rectangle 611">
              <a:extLst>
                <a:ext uri="{FF2B5EF4-FFF2-40B4-BE49-F238E27FC236}">
                  <a16:creationId xmlns:a16="http://schemas.microsoft.com/office/drawing/2014/main" id="{48803E98-9285-DE72-9133-F92CB1B57E17}"/>
                </a:ext>
              </a:extLst>
            </p:cNvPr>
            <p:cNvSpPr>
              <a:spLocks noChangeArrowheads="1"/>
            </p:cNvSpPr>
            <p:nvPr/>
          </p:nvSpPr>
          <p:spPr bwMode="auto">
            <a:xfrm>
              <a:off x="374" y="3119"/>
              <a:ext cx="600" cy="476"/>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159" name="Rectangle 612">
              <a:extLst>
                <a:ext uri="{FF2B5EF4-FFF2-40B4-BE49-F238E27FC236}">
                  <a16:creationId xmlns:a16="http://schemas.microsoft.com/office/drawing/2014/main" id="{FDA0E2A0-960E-2EC2-53F1-F6E928C56876}"/>
                </a:ext>
              </a:extLst>
            </p:cNvPr>
            <p:cNvSpPr>
              <a:spLocks noChangeArrowheads="1"/>
            </p:cNvSpPr>
            <p:nvPr/>
          </p:nvSpPr>
          <p:spPr bwMode="auto">
            <a:xfrm>
              <a:off x="374" y="3626"/>
              <a:ext cx="606" cy="423"/>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grpSp>
        <p:nvGrpSpPr>
          <p:cNvPr id="43048" name="Group 619">
            <a:extLst>
              <a:ext uri="{FF2B5EF4-FFF2-40B4-BE49-F238E27FC236}">
                <a16:creationId xmlns:a16="http://schemas.microsoft.com/office/drawing/2014/main" id="{B07E327F-2627-34A0-9F9E-72F5B1D03E32}"/>
              </a:ext>
            </a:extLst>
          </p:cNvPr>
          <p:cNvGrpSpPr>
            <a:grpSpLocks/>
          </p:cNvGrpSpPr>
          <p:nvPr/>
        </p:nvGrpSpPr>
        <p:grpSpPr bwMode="auto">
          <a:xfrm>
            <a:off x="941388" y="4938713"/>
            <a:ext cx="8008937" cy="444500"/>
            <a:chOff x="833" y="3207"/>
            <a:chExt cx="5045" cy="280"/>
          </a:xfrm>
        </p:grpSpPr>
        <p:sp>
          <p:nvSpPr>
            <p:cNvPr id="43153" name="Line 614">
              <a:extLst>
                <a:ext uri="{FF2B5EF4-FFF2-40B4-BE49-F238E27FC236}">
                  <a16:creationId xmlns:a16="http://schemas.microsoft.com/office/drawing/2014/main" id="{403475B8-3644-2564-FE9A-6AC2E45CB941}"/>
                </a:ext>
              </a:extLst>
            </p:cNvPr>
            <p:cNvSpPr>
              <a:spLocks noChangeShapeType="1"/>
            </p:cNvSpPr>
            <p:nvPr/>
          </p:nvSpPr>
          <p:spPr bwMode="auto">
            <a:xfrm>
              <a:off x="4039" y="3325"/>
              <a:ext cx="1527" cy="0"/>
            </a:xfrm>
            <a:prstGeom prst="line">
              <a:avLst/>
            </a:prstGeom>
            <a:noFill/>
            <a:ln w="127000">
              <a:solidFill>
                <a:srgbClr val="114FFB"/>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154" name="Line 615">
              <a:extLst>
                <a:ext uri="{FF2B5EF4-FFF2-40B4-BE49-F238E27FC236}">
                  <a16:creationId xmlns:a16="http://schemas.microsoft.com/office/drawing/2014/main" id="{13386237-6701-B321-1792-277C8D8292C1}"/>
                </a:ext>
              </a:extLst>
            </p:cNvPr>
            <p:cNvSpPr>
              <a:spLocks noChangeShapeType="1"/>
            </p:cNvSpPr>
            <p:nvPr/>
          </p:nvSpPr>
          <p:spPr bwMode="auto">
            <a:xfrm>
              <a:off x="4030" y="3393"/>
              <a:ext cx="1527" cy="0"/>
            </a:xfrm>
            <a:prstGeom prst="line">
              <a:avLst/>
            </a:prstGeom>
            <a:noFill/>
            <a:ln w="127000">
              <a:solidFill>
                <a:srgbClr val="114FFB"/>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155" name="Line 616">
              <a:extLst>
                <a:ext uri="{FF2B5EF4-FFF2-40B4-BE49-F238E27FC236}">
                  <a16:creationId xmlns:a16="http://schemas.microsoft.com/office/drawing/2014/main" id="{FFD87346-F165-E94C-DE0C-64034E7CDDCB}"/>
                </a:ext>
              </a:extLst>
            </p:cNvPr>
            <p:cNvSpPr>
              <a:spLocks noChangeShapeType="1"/>
            </p:cNvSpPr>
            <p:nvPr/>
          </p:nvSpPr>
          <p:spPr bwMode="auto">
            <a:xfrm>
              <a:off x="1136" y="3393"/>
              <a:ext cx="2779" cy="0"/>
            </a:xfrm>
            <a:prstGeom prst="line">
              <a:avLst/>
            </a:prstGeom>
            <a:noFill/>
            <a:ln w="1270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156" name="AutoShape 617">
              <a:extLst>
                <a:ext uri="{FF2B5EF4-FFF2-40B4-BE49-F238E27FC236}">
                  <a16:creationId xmlns:a16="http://schemas.microsoft.com/office/drawing/2014/main" id="{CF25A050-1996-CFF5-CE0C-45912246B8E0}"/>
                </a:ext>
              </a:extLst>
            </p:cNvPr>
            <p:cNvSpPr>
              <a:spLocks noChangeArrowheads="1"/>
            </p:cNvSpPr>
            <p:nvPr/>
          </p:nvSpPr>
          <p:spPr bwMode="auto">
            <a:xfrm rot="5400000">
              <a:off x="5587" y="3196"/>
              <a:ext cx="280" cy="302"/>
            </a:xfrm>
            <a:prstGeom prst="triangle">
              <a:avLst>
                <a:gd name="adj" fmla="val 49986"/>
              </a:avLst>
            </a:prstGeom>
            <a:solidFill>
              <a:srgbClr val="114FF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157" name="AutoShape 618">
              <a:extLst>
                <a:ext uri="{FF2B5EF4-FFF2-40B4-BE49-F238E27FC236}">
                  <a16:creationId xmlns:a16="http://schemas.microsoft.com/office/drawing/2014/main" id="{BA1E3612-963D-3693-4405-48629C3B4697}"/>
                </a:ext>
              </a:extLst>
            </p:cNvPr>
            <p:cNvSpPr>
              <a:spLocks noChangeArrowheads="1"/>
            </p:cNvSpPr>
            <p:nvPr/>
          </p:nvSpPr>
          <p:spPr bwMode="auto">
            <a:xfrm rot="-5400000">
              <a:off x="844" y="3196"/>
              <a:ext cx="280" cy="302"/>
            </a:xfrm>
            <a:prstGeom prst="triangle">
              <a:avLst>
                <a:gd name="adj" fmla="val 49986"/>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sp>
        <p:nvSpPr>
          <p:cNvPr id="43049" name="Rectangle 620">
            <a:extLst>
              <a:ext uri="{FF2B5EF4-FFF2-40B4-BE49-F238E27FC236}">
                <a16:creationId xmlns:a16="http://schemas.microsoft.com/office/drawing/2014/main" id="{092D0D32-DE3F-FB56-45D0-481A105E6755}"/>
              </a:ext>
            </a:extLst>
          </p:cNvPr>
          <p:cNvSpPr>
            <a:spLocks noChangeArrowheads="1"/>
          </p:cNvSpPr>
          <p:nvPr/>
        </p:nvSpPr>
        <p:spPr bwMode="auto">
          <a:xfrm>
            <a:off x="3675063" y="4999038"/>
            <a:ext cx="15779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sz="1600" b="1">
                <a:solidFill>
                  <a:schemeClr val="bg1"/>
                </a:solidFill>
              </a:rPr>
              <a:t>PROFIBUS-DP</a:t>
            </a:r>
          </a:p>
        </p:txBody>
      </p:sp>
      <p:sp>
        <p:nvSpPr>
          <p:cNvPr id="43050" name="Rectangle 621">
            <a:extLst>
              <a:ext uri="{FF2B5EF4-FFF2-40B4-BE49-F238E27FC236}">
                <a16:creationId xmlns:a16="http://schemas.microsoft.com/office/drawing/2014/main" id="{BE577A7E-DC0D-09CA-8C1E-BDF3586810F8}"/>
              </a:ext>
            </a:extLst>
          </p:cNvPr>
          <p:cNvSpPr>
            <a:spLocks noChangeArrowheads="1"/>
          </p:cNvSpPr>
          <p:nvPr/>
        </p:nvSpPr>
        <p:spPr bwMode="auto">
          <a:xfrm>
            <a:off x="6435725" y="4999038"/>
            <a:ext cx="15779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sz="1600" b="1">
                <a:solidFill>
                  <a:schemeClr val="bg1"/>
                </a:solidFill>
              </a:rPr>
              <a:t>PROFIBUS-PA</a:t>
            </a:r>
          </a:p>
        </p:txBody>
      </p:sp>
      <p:sp>
        <p:nvSpPr>
          <p:cNvPr id="43051" name="Rectangle 622">
            <a:extLst>
              <a:ext uri="{FF2B5EF4-FFF2-40B4-BE49-F238E27FC236}">
                <a16:creationId xmlns:a16="http://schemas.microsoft.com/office/drawing/2014/main" id="{B58FC515-32F6-03AD-156A-2AFA5C0FA3ED}"/>
              </a:ext>
            </a:extLst>
          </p:cNvPr>
          <p:cNvSpPr>
            <a:spLocks noChangeArrowheads="1"/>
          </p:cNvSpPr>
          <p:nvPr/>
        </p:nvSpPr>
        <p:spPr bwMode="auto">
          <a:xfrm>
            <a:off x="298450" y="1568450"/>
            <a:ext cx="7905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ctr">
              <a:spcBef>
                <a:spcPct val="0"/>
              </a:spcBef>
            </a:pPr>
            <a:r>
              <a:rPr kumimoji="1" lang="zh-CN" altLang="en-US" sz="1600"/>
              <a:t>工厂级</a:t>
            </a:r>
          </a:p>
        </p:txBody>
      </p:sp>
      <p:sp>
        <p:nvSpPr>
          <p:cNvPr id="43052" name="Rectangle 623">
            <a:extLst>
              <a:ext uri="{FF2B5EF4-FFF2-40B4-BE49-F238E27FC236}">
                <a16:creationId xmlns:a16="http://schemas.microsoft.com/office/drawing/2014/main" id="{4E651856-3A87-6FF4-5563-DC5EFADD3080}"/>
              </a:ext>
            </a:extLst>
          </p:cNvPr>
          <p:cNvSpPr>
            <a:spLocks noChangeArrowheads="1"/>
          </p:cNvSpPr>
          <p:nvPr/>
        </p:nvSpPr>
        <p:spPr bwMode="auto">
          <a:xfrm>
            <a:off x="236538" y="2209800"/>
            <a:ext cx="895350" cy="696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ctr">
              <a:spcBef>
                <a:spcPct val="0"/>
              </a:spcBef>
            </a:pPr>
            <a:r>
              <a:rPr kumimoji="1" lang="zh-CN" altLang="en-US" sz="1400"/>
              <a:t>总线</a:t>
            </a:r>
          </a:p>
          <a:p>
            <a:pPr algn="ctr">
              <a:spcBef>
                <a:spcPct val="0"/>
              </a:spcBef>
            </a:pPr>
            <a:r>
              <a:rPr kumimoji="1" lang="zh-CN" altLang="en-US" sz="1400"/>
              <a:t>循环时间</a:t>
            </a:r>
            <a:endParaRPr kumimoji="1" lang="zh-CN" altLang="en-US" sz="1200"/>
          </a:p>
          <a:p>
            <a:pPr algn="ctr">
              <a:spcBef>
                <a:spcPct val="0"/>
              </a:spcBef>
            </a:pPr>
            <a:r>
              <a:rPr kumimoji="1" lang="en-US" altLang="zh-CN" sz="1200"/>
              <a:t>&lt; 1000 ms</a:t>
            </a:r>
          </a:p>
        </p:txBody>
      </p:sp>
      <p:sp>
        <p:nvSpPr>
          <p:cNvPr id="43053" name="Rectangle 624">
            <a:extLst>
              <a:ext uri="{FF2B5EF4-FFF2-40B4-BE49-F238E27FC236}">
                <a16:creationId xmlns:a16="http://schemas.microsoft.com/office/drawing/2014/main" id="{0192D1CD-17BE-4C53-2BD7-61563B30AAF5}"/>
              </a:ext>
            </a:extLst>
          </p:cNvPr>
          <p:cNvSpPr>
            <a:spLocks noChangeArrowheads="1"/>
          </p:cNvSpPr>
          <p:nvPr/>
        </p:nvSpPr>
        <p:spPr bwMode="auto">
          <a:xfrm>
            <a:off x="228600" y="3276600"/>
            <a:ext cx="7905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ctr">
              <a:spcBef>
                <a:spcPct val="0"/>
              </a:spcBef>
            </a:pPr>
            <a:r>
              <a:rPr kumimoji="1" lang="zh-CN" altLang="en-US" sz="1600"/>
              <a:t>车间级</a:t>
            </a:r>
          </a:p>
        </p:txBody>
      </p:sp>
      <p:sp>
        <p:nvSpPr>
          <p:cNvPr id="43054" name="Rectangle 625">
            <a:extLst>
              <a:ext uri="{FF2B5EF4-FFF2-40B4-BE49-F238E27FC236}">
                <a16:creationId xmlns:a16="http://schemas.microsoft.com/office/drawing/2014/main" id="{5F1103BE-6CCA-DFF7-EA72-2D8BA54170A5}"/>
              </a:ext>
            </a:extLst>
          </p:cNvPr>
          <p:cNvSpPr>
            <a:spLocks noChangeArrowheads="1"/>
          </p:cNvSpPr>
          <p:nvPr/>
        </p:nvSpPr>
        <p:spPr bwMode="auto">
          <a:xfrm>
            <a:off x="219075" y="3884613"/>
            <a:ext cx="935038" cy="696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ctr">
              <a:spcBef>
                <a:spcPct val="0"/>
              </a:spcBef>
            </a:pPr>
            <a:r>
              <a:rPr kumimoji="1" lang="zh-CN" altLang="en-US" sz="1400"/>
              <a:t>总线</a:t>
            </a:r>
          </a:p>
          <a:p>
            <a:pPr algn="ctr">
              <a:spcBef>
                <a:spcPct val="0"/>
              </a:spcBef>
            </a:pPr>
            <a:r>
              <a:rPr kumimoji="1" lang="zh-CN" altLang="en-US" sz="1400"/>
              <a:t>循环时间</a:t>
            </a:r>
            <a:r>
              <a:rPr kumimoji="1" lang="zh-CN" altLang="en-US" sz="1200"/>
              <a:t> </a:t>
            </a:r>
          </a:p>
          <a:p>
            <a:pPr algn="ctr">
              <a:spcBef>
                <a:spcPct val="0"/>
              </a:spcBef>
            </a:pPr>
            <a:r>
              <a:rPr kumimoji="1" lang="en-US" altLang="zh-CN" sz="1200"/>
              <a:t>&lt; 100 ms</a:t>
            </a:r>
          </a:p>
        </p:txBody>
      </p:sp>
      <p:sp>
        <p:nvSpPr>
          <p:cNvPr id="43055" name="Rectangle 626">
            <a:extLst>
              <a:ext uri="{FF2B5EF4-FFF2-40B4-BE49-F238E27FC236}">
                <a16:creationId xmlns:a16="http://schemas.microsoft.com/office/drawing/2014/main" id="{4F40ABFE-B088-74A7-35CA-7F1F39974D07}"/>
              </a:ext>
            </a:extLst>
          </p:cNvPr>
          <p:cNvSpPr>
            <a:spLocks noChangeArrowheads="1"/>
          </p:cNvSpPr>
          <p:nvPr/>
        </p:nvSpPr>
        <p:spPr bwMode="auto">
          <a:xfrm>
            <a:off x="304800" y="5029200"/>
            <a:ext cx="7905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ctr">
              <a:spcBef>
                <a:spcPct val="0"/>
              </a:spcBef>
            </a:pPr>
            <a:r>
              <a:rPr kumimoji="1" lang="zh-CN" altLang="en-US" sz="1600"/>
              <a:t>现场级</a:t>
            </a:r>
          </a:p>
        </p:txBody>
      </p:sp>
      <p:sp>
        <p:nvSpPr>
          <p:cNvPr id="43056" name="Rectangle 627">
            <a:extLst>
              <a:ext uri="{FF2B5EF4-FFF2-40B4-BE49-F238E27FC236}">
                <a16:creationId xmlns:a16="http://schemas.microsoft.com/office/drawing/2014/main" id="{573B7BBA-8857-B3EB-7A86-E87B02C67E87}"/>
              </a:ext>
            </a:extLst>
          </p:cNvPr>
          <p:cNvSpPr>
            <a:spLocks noChangeArrowheads="1"/>
          </p:cNvSpPr>
          <p:nvPr/>
        </p:nvSpPr>
        <p:spPr bwMode="auto">
          <a:xfrm>
            <a:off x="219075" y="5637213"/>
            <a:ext cx="935038" cy="696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ctr">
              <a:spcBef>
                <a:spcPct val="0"/>
              </a:spcBef>
            </a:pPr>
            <a:r>
              <a:rPr kumimoji="1" lang="zh-CN" altLang="en-US" sz="1400"/>
              <a:t>总线</a:t>
            </a:r>
          </a:p>
          <a:p>
            <a:pPr algn="ctr">
              <a:spcBef>
                <a:spcPct val="0"/>
              </a:spcBef>
            </a:pPr>
            <a:r>
              <a:rPr kumimoji="1" lang="zh-CN" altLang="en-US" sz="1400"/>
              <a:t>循环时间</a:t>
            </a:r>
            <a:r>
              <a:rPr kumimoji="1" lang="zh-CN" altLang="en-US" sz="1200"/>
              <a:t> </a:t>
            </a:r>
          </a:p>
          <a:p>
            <a:pPr algn="ctr">
              <a:spcBef>
                <a:spcPct val="0"/>
              </a:spcBef>
            </a:pPr>
            <a:r>
              <a:rPr kumimoji="1" lang="en-US" altLang="zh-CN" sz="1200"/>
              <a:t>&lt; 10 ms</a:t>
            </a:r>
          </a:p>
        </p:txBody>
      </p:sp>
      <p:grpSp>
        <p:nvGrpSpPr>
          <p:cNvPr id="43057" name="Group 654">
            <a:extLst>
              <a:ext uri="{FF2B5EF4-FFF2-40B4-BE49-F238E27FC236}">
                <a16:creationId xmlns:a16="http://schemas.microsoft.com/office/drawing/2014/main" id="{F4DCF2F6-81FD-C741-8CBC-106A10180E75}"/>
              </a:ext>
            </a:extLst>
          </p:cNvPr>
          <p:cNvGrpSpPr>
            <a:grpSpLocks/>
          </p:cNvGrpSpPr>
          <p:nvPr/>
        </p:nvGrpSpPr>
        <p:grpSpPr bwMode="auto">
          <a:xfrm>
            <a:off x="6311900" y="5586413"/>
            <a:ext cx="654050" cy="654050"/>
            <a:chOff x="4216" y="3615"/>
            <a:chExt cx="412" cy="412"/>
          </a:xfrm>
        </p:grpSpPr>
        <p:sp>
          <p:nvSpPr>
            <p:cNvPr id="43127" name="Freeform 628">
              <a:extLst>
                <a:ext uri="{FF2B5EF4-FFF2-40B4-BE49-F238E27FC236}">
                  <a16:creationId xmlns:a16="http://schemas.microsoft.com/office/drawing/2014/main" id="{4FD1CCFF-E55B-F872-935C-8AD4A51652ED}"/>
                </a:ext>
              </a:extLst>
            </p:cNvPr>
            <p:cNvSpPr>
              <a:spLocks/>
            </p:cNvSpPr>
            <p:nvPr/>
          </p:nvSpPr>
          <p:spPr bwMode="auto">
            <a:xfrm>
              <a:off x="4316" y="3675"/>
              <a:ext cx="144" cy="74"/>
            </a:xfrm>
            <a:custGeom>
              <a:avLst/>
              <a:gdLst>
                <a:gd name="T0" fmla="*/ 0 w 144"/>
                <a:gd name="T1" fmla="*/ 27 h 74"/>
                <a:gd name="T2" fmla="*/ 112 w 144"/>
                <a:gd name="T3" fmla="*/ 0 h 74"/>
                <a:gd name="T4" fmla="*/ 143 w 144"/>
                <a:gd name="T5" fmla="*/ 32 h 74"/>
                <a:gd name="T6" fmla="*/ 39 w 144"/>
                <a:gd name="T7" fmla="*/ 55 h 74"/>
                <a:gd name="T8" fmla="*/ 39 w 144"/>
                <a:gd name="T9" fmla="*/ 73 h 74"/>
                <a:gd name="T10" fmla="*/ 0 w 144"/>
                <a:gd name="T11" fmla="*/ 27 h 7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4" h="74">
                  <a:moveTo>
                    <a:pt x="0" y="27"/>
                  </a:moveTo>
                  <a:lnTo>
                    <a:pt x="112" y="0"/>
                  </a:lnTo>
                  <a:lnTo>
                    <a:pt x="143" y="32"/>
                  </a:lnTo>
                  <a:lnTo>
                    <a:pt x="39" y="55"/>
                  </a:lnTo>
                  <a:lnTo>
                    <a:pt x="39" y="73"/>
                  </a:lnTo>
                  <a:lnTo>
                    <a:pt x="0" y="27"/>
                  </a:lnTo>
                </a:path>
              </a:pathLst>
            </a:custGeom>
            <a:solidFill>
              <a:srgbClr val="676767"/>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28" name="Freeform 629">
              <a:extLst>
                <a:ext uri="{FF2B5EF4-FFF2-40B4-BE49-F238E27FC236}">
                  <a16:creationId xmlns:a16="http://schemas.microsoft.com/office/drawing/2014/main" id="{6B2ED8E2-F401-6A6C-E579-C31C214C2117}"/>
                </a:ext>
              </a:extLst>
            </p:cNvPr>
            <p:cNvSpPr>
              <a:spLocks/>
            </p:cNvSpPr>
            <p:nvPr/>
          </p:nvSpPr>
          <p:spPr bwMode="auto">
            <a:xfrm>
              <a:off x="4316" y="3701"/>
              <a:ext cx="41" cy="83"/>
            </a:xfrm>
            <a:custGeom>
              <a:avLst/>
              <a:gdLst>
                <a:gd name="T0" fmla="*/ 40 w 41"/>
                <a:gd name="T1" fmla="*/ 46 h 83"/>
                <a:gd name="T2" fmla="*/ 0 w 41"/>
                <a:gd name="T3" fmla="*/ 0 h 83"/>
                <a:gd name="T4" fmla="*/ 0 w 41"/>
                <a:gd name="T5" fmla="*/ 55 h 83"/>
                <a:gd name="T6" fmla="*/ 40 w 41"/>
                <a:gd name="T7" fmla="*/ 82 h 83"/>
                <a:gd name="T8" fmla="*/ 40 w 41"/>
                <a:gd name="T9" fmla="*/ 46 h 8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83">
                  <a:moveTo>
                    <a:pt x="40" y="46"/>
                  </a:moveTo>
                  <a:lnTo>
                    <a:pt x="0" y="0"/>
                  </a:lnTo>
                  <a:lnTo>
                    <a:pt x="0" y="55"/>
                  </a:lnTo>
                  <a:lnTo>
                    <a:pt x="40" y="82"/>
                  </a:lnTo>
                  <a:lnTo>
                    <a:pt x="40" y="46"/>
                  </a:lnTo>
                </a:path>
              </a:pathLst>
            </a:custGeom>
            <a:solidFill>
              <a:schemeClr val="tx1"/>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29" name="Freeform 630">
              <a:extLst>
                <a:ext uri="{FF2B5EF4-FFF2-40B4-BE49-F238E27FC236}">
                  <a16:creationId xmlns:a16="http://schemas.microsoft.com/office/drawing/2014/main" id="{EDCB493A-4010-13F2-EECE-9A55E85AF344}"/>
                </a:ext>
              </a:extLst>
            </p:cNvPr>
            <p:cNvSpPr>
              <a:spLocks/>
            </p:cNvSpPr>
            <p:nvPr/>
          </p:nvSpPr>
          <p:spPr bwMode="auto">
            <a:xfrm>
              <a:off x="4561" y="3756"/>
              <a:ext cx="67" cy="174"/>
            </a:xfrm>
            <a:custGeom>
              <a:avLst/>
              <a:gdLst>
                <a:gd name="T0" fmla="*/ 0 w 67"/>
                <a:gd name="T1" fmla="*/ 9 h 174"/>
                <a:gd name="T2" fmla="*/ 9 w 67"/>
                <a:gd name="T3" fmla="*/ 6 h 174"/>
                <a:gd name="T4" fmla="*/ 17 w 67"/>
                <a:gd name="T5" fmla="*/ 4 h 174"/>
                <a:gd name="T6" fmla="*/ 24 w 67"/>
                <a:gd name="T7" fmla="*/ 2 h 174"/>
                <a:gd name="T8" fmla="*/ 33 w 67"/>
                <a:gd name="T9" fmla="*/ 0 h 174"/>
                <a:gd name="T10" fmla="*/ 36 w 67"/>
                <a:gd name="T11" fmla="*/ 1 h 174"/>
                <a:gd name="T12" fmla="*/ 40 w 67"/>
                <a:gd name="T13" fmla="*/ 3 h 174"/>
                <a:gd name="T14" fmla="*/ 42 w 67"/>
                <a:gd name="T15" fmla="*/ 4 h 174"/>
                <a:gd name="T16" fmla="*/ 43 w 67"/>
                <a:gd name="T17" fmla="*/ 5 h 174"/>
                <a:gd name="T18" fmla="*/ 44 w 67"/>
                <a:gd name="T19" fmla="*/ 8 h 174"/>
                <a:gd name="T20" fmla="*/ 44 w 67"/>
                <a:gd name="T21" fmla="*/ 10 h 174"/>
                <a:gd name="T22" fmla="*/ 44 w 67"/>
                <a:gd name="T23" fmla="*/ 12 h 174"/>
                <a:gd name="T24" fmla="*/ 45 w 67"/>
                <a:gd name="T25" fmla="*/ 12 h 174"/>
                <a:gd name="T26" fmla="*/ 46 w 67"/>
                <a:gd name="T27" fmla="*/ 12 h 174"/>
                <a:gd name="T28" fmla="*/ 48 w 67"/>
                <a:gd name="T29" fmla="*/ 14 h 174"/>
                <a:gd name="T30" fmla="*/ 50 w 67"/>
                <a:gd name="T31" fmla="*/ 16 h 174"/>
                <a:gd name="T32" fmla="*/ 52 w 67"/>
                <a:gd name="T33" fmla="*/ 19 h 174"/>
                <a:gd name="T34" fmla="*/ 53 w 67"/>
                <a:gd name="T35" fmla="*/ 21 h 174"/>
                <a:gd name="T36" fmla="*/ 54 w 67"/>
                <a:gd name="T37" fmla="*/ 23 h 174"/>
                <a:gd name="T38" fmla="*/ 53 w 67"/>
                <a:gd name="T39" fmla="*/ 23 h 174"/>
                <a:gd name="T40" fmla="*/ 52 w 67"/>
                <a:gd name="T41" fmla="*/ 23 h 174"/>
                <a:gd name="T42" fmla="*/ 54 w 67"/>
                <a:gd name="T43" fmla="*/ 24 h 174"/>
                <a:gd name="T44" fmla="*/ 57 w 67"/>
                <a:gd name="T45" fmla="*/ 27 h 174"/>
                <a:gd name="T46" fmla="*/ 58 w 67"/>
                <a:gd name="T47" fmla="*/ 30 h 174"/>
                <a:gd name="T48" fmla="*/ 58 w 67"/>
                <a:gd name="T49" fmla="*/ 32 h 174"/>
                <a:gd name="T50" fmla="*/ 59 w 67"/>
                <a:gd name="T51" fmla="*/ 33 h 174"/>
                <a:gd name="T52" fmla="*/ 59 w 67"/>
                <a:gd name="T53" fmla="*/ 34 h 174"/>
                <a:gd name="T54" fmla="*/ 59 w 67"/>
                <a:gd name="T55" fmla="*/ 33 h 174"/>
                <a:gd name="T56" fmla="*/ 60 w 67"/>
                <a:gd name="T57" fmla="*/ 34 h 174"/>
                <a:gd name="T58" fmla="*/ 61 w 67"/>
                <a:gd name="T59" fmla="*/ 36 h 174"/>
                <a:gd name="T60" fmla="*/ 62 w 67"/>
                <a:gd name="T61" fmla="*/ 38 h 174"/>
                <a:gd name="T62" fmla="*/ 63 w 67"/>
                <a:gd name="T63" fmla="*/ 41 h 174"/>
                <a:gd name="T64" fmla="*/ 64 w 67"/>
                <a:gd name="T65" fmla="*/ 46 h 174"/>
                <a:gd name="T66" fmla="*/ 65 w 67"/>
                <a:gd name="T67" fmla="*/ 51 h 174"/>
                <a:gd name="T68" fmla="*/ 65 w 67"/>
                <a:gd name="T69" fmla="*/ 56 h 174"/>
                <a:gd name="T70" fmla="*/ 66 w 67"/>
                <a:gd name="T71" fmla="*/ 61 h 174"/>
                <a:gd name="T72" fmla="*/ 66 w 67"/>
                <a:gd name="T73" fmla="*/ 66 h 174"/>
                <a:gd name="T74" fmla="*/ 66 w 67"/>
                <a:gd name="T75" fmla="*/ 71 h 174"/>
                <a:gd name="T76" fmla="*/ 66 w 67"/>
                <a:gd name="T77" fmla="*/ 85 h 174"/>
                <a:gd name="T78" fmla="*/ 66 w 67"/>
                <a:gd name="T79" fmla="*/ 99 h 174"/>
                <a:gd name="T80" fmla="*/ 65 w 67"/>
                <a:gd name="T81" fmla="*/ 115 h 174"/>
                <a:gd name="T82" fmla="*/ 64 w 67"/>
                <a:gd name="T83" fmla="*/ 130 h 174"/>
                <a:gd name="T84" fmla="*/ 61 w 67"/>
                <a:gd name="T85" fmla="*/ 144 h 174"/>
                <a:gd name="T86" fmla="*/ 59 w 67"/>
                <a:gd name="T87" fmla="*/ 150 h 174"/>
                <a:gd name="T88" fmla="*/ 57 w 67"/>
                <a:gd name="T89" fmla="*/ 156 h 174"/>
                <a:gd name="T90" fmla="*/ 54 w 67"/>
                <a:gd name="T91" fmla="*/ 161 h 174"/>
                <a:gd name="T92" fmla="*/ 50 w 67"/>
                <a:gd name="T93" fmla="*/ 164 h 174"/>
                <a:gd name="T94" fmla="*/ 48 w 67"/>
                <a:gd name="T95" fmla="*/ 168 h 174"/>
                <a:gd name="T96" fmla="*/ 47 w 67"/>
                <a:gd name="T97" fmla="*/ 170 h 174"/>
                <a:gd name="T98" fmla="*/ 45 w 67"/>
                <a:gd name="T99" fmla="*/ 172 h 174"/>
                <a:gd name="T100" fmla="*/ 44 w 67"/>
                <a:gd name="T101" fmla="*/ 173 h 174"/>
                <a:gd name="T102" fmla="*/ 40 w 67"/>
                <a:gd name="T103" fmla="*/ 173 h 174"/>
                <a:gd name="T104" fmla="*/ 37 w 67"/>
                <a:gd name="T105" fmla="*/ 172 h 174"/>
                <a:gd name="T106" fmla="*/ 36 w 67"/>
                <a:gd name="T107" fmla="*/ 170 h 174"/>
                <a:gd name="T108" fmla="*/ 36 w 67"/>
                <a:gd name="T109" fmla="*/ 167 h 174"/>
                <a:gd name="T110" fmla="*/ 35 w 67"/>
                <a:gd name="T111" fmla="*/ 165 h 174"/>
                <a:gd name="T112" fmla="*/ 35 w 67"/>
                <a:gd name="T113" fmla="*/ 164 h 174"/>
                <a:gd name="T114" fmla="*/ 40 w 67"/>
                <a:gd name="T115" fmla="*/ 18 h 174"/>
                <a:gd name="T116" fmla="*/ 13 w 67"/>
                <a:gd name="T117" fmla="*/ 9 h 17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67" h="174">
                  <a:moveTo>
                    <a:pt x="0" y="9"/>
                  </a:moveTo>
                  <a:lnTo>
                    <a:pt x="9" y="6"/>
                  </a:lnTo>
                  <a:lnTo>
                    <a:pt x="17" y="4"/>
                  </a:lnTo>
                  <a:lnTo>
                    <a:pt x="24" y="2"/>
                  </a:lnTo>
                  <a:lnTo>
                    <a:pt x="33" y="0"/>
                  </a:lnTo>
                  <a:lnTo>
                    <a:pt x="36" y="1"/>
                  </a:lnTo>
                  <a:lnTo>
                    <a:pt x="40" y="3"/>
                  </a:lnTo>
                  <a:lnTo>
                    <a:pt x="42" y="4"/>
                  </a:lnTo>
                  <a:lnTo>
                    <a:pt x="43" y="5"/>
                  </a:lnTo>
                  <a:lnTo>
                    <a:pt x="44" y="8"/>
                  </a:lnTo>
                  <a:lnTo>
                    <a:pt x="44" y="10"/>
                  </a:lnTo>
                  <a:lnTo>
                    <a:pt x="44" y="12"/>
                  </a:lnTo>
                  <a:lnTo>
                    <a:pt x="45" y="12"/>
                  </a:lnTo>
                  <a:lnTo>
                    <a:pt x="46" y="12"/>
                  </a:lnTo>
                  <a:lnTo>
                    <a:pt x="48" y="14"/>
                  </a:lnTo>
                  <a:lnTo>
                    <a:pt x="50" y="16"/>
                  </a:lnTo>
                  <a:lnTo>
                    <a:pt x="52" y="19"/>
                  </a:lnTo>
                  <a:lnTo>
                    <a:pt x="53" y="21"/>
                  </a:lnTo>
                  <a:lnTo>
                    <a:pt x="54" y="23"/>
                  </a:lnTo>
                  <a:lnTo>
                    <a:pt x="53" y="23"/>
                  </a:lnTo>
                  <a:lnTo>
                    <a:pt x="52" y="23"/>
                  </a:lnTo>
                  <a:lnTo>
                    <a:pt x="54" y="24"/>
                  </a:lnTo>
                  <a:lnTo>
                    <a:pt x="57" y="27"/>
                  </a:lnTo>
                  <a:lnTo>
                    <a:pt x="58" y="30"/>
                  </a:lnTo>
                  <a:lnTo>
                    <a:pt x="58" y="32"/>
                  </a:lnTo>
                  <a:lnTo>
                    <a:pt x="59" y="33"/>
                  </a:lnTo>
                  <a:lnTo>
                    <a:pt x="59" y="34"/>
                  </a:lnTo>
                  <a:lnTo>
                    <a:pt x="59" y="33"/>
                  </a:lnTo>
                  <a:lnTo>
                    <a:pt x="60" y="34"/>
                  </a:lnTo>
                  <a:lnTo>
                    <a:pt x="61" y="36"/>
                  </a:lnTo>
                  <a:lnTo>
                    <a:pt x="62" y="38"/>
                  </a:lnTo>
                  <a:lnTo>
                    <a:pt x="63" y="41"/>
                  </a:lnTo>
                  <a:lnTo>
                    <a:pt x="64" y="46"/>
                  </a:lnTo>
                  <a:lnTo>
                    <a:pt x="65" y="51"/>
                  </a:lnTo>
                  <a:lnTo>
                    <a:pt x="65" y="56"/>
                  </a:lnTo>
                  <a:lnTo>
                    <a:pt x="66" y="61"/>
                  </a:lnTo>
                  <a:lnTo>
                    <a:pt x="66" y="66"/>
                  </a:lnTo>
                  <a:lnTo>
                    <a:pt x="66" y="71"/>
                  </a:lnTo>
                  <a:lnTo>
                    <a:pt x="66" y="85"/>
                  </a:lnTo>
                  <a:lnTo>
                    <a:pt x="66" y="99"/>
                  </a:lnTo>
                  <a:lnTo>
                    <a:pt x="65" y="115"/>
                  </a:lnTo>
                  <a:lnTo>
                    <a:pt x="64" y="130"/>
                  </a:lnTo>
                  <a:lnTo>
                    <a:pt x="61" y="144"/>
                  </a:lnTo>
                  <a:lnTo>
                    <a:pt x="59" y="150"/>
                  </a:lnTo>
                  <a:lnTo>
                    <a:pt x="57" y="156"/>
                  </a:lnTo>
                  <a:lnTo>
                    <a:pt x="54" y="161"/>
                  </a:lnTo>
                  <a:lnTo>
                    <a:pt x="50" y="164"/>
                  </a:lnTo>
                  <a:lnTo>
                    <a:pt x="48" y="168"/>
                  </a:lnTo>
                  <a:lnTo>
                    <a:pt x="47" y="170"/>
                  </a:lnTo>
                  <a:lnTo>
                    <a:pt x="45" y="172"/>
                  </a:lnTo>
                  <a:lnTo>
                    <a:pt x="44" y="173"/>
                  </a:lnTo>
                  <a:lnTo>
                    <a:pt x="40" y="173"/>
                  </a:lnTo>
                  <a:lnTo>
                    <a:pt x="37" y="172"/>
                  </a:lnTo>
                  <a:lnTo>
                    <a:pt x="36" y="170"/>
                  </a:lnTo>
                  <a:lnTo>
                    <a:pt x="36" y="167"/>
                  </a:lnTo>
                  <a:lnTo>
                    <a:pt x="35" y="165"/>
                  </a:lnTo>
                  <a:lnTo>
                    <a:pt x="35" y="164"/>
                  </a:lnTo>
                  <a:lnTo>
                    <a:pt x="40" y="18"/>
                  </a:lnTo>
                  <a:lnTo>
                    <a:pt x="13" y="9"/>
                  </a:lnTo>
                </a:path>
              </a:pathLst>
            </a:custGeom>
            <a:solidFill>
              <a:srgbClr val="DADADA"/>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30" name="Freeform 631">
              <a:extLst>
                <a:ext uri="{FF2B5EF4-FFF2-40B4-BE49-F238E27FC236}">
                  <a16:creationId xmlns:a16="http://schemas.microsoft.com/office/drawing/2014/main" id="{BC5980D5-D515-8A76-F57E-B5F8A1193D11}"/>
                </a:ext>
              </a:extLst>
            </p:cNvPr>
            <p:cNvSpPr>
              <a:spLocks/>
            </p:cNvSpPr>
            <p:nvPr/>
          </p:nvSpPr>
          <p:spPr bwMode="auto">
            <a:xfrm>
              <a:off x="4356" y="3729"/>
              <a:ext cx="92" cy="298"/>
            </a:xfrm>
            <a:custGeom>
              <a:avLst/>
              <a:gdLst>
                <a:gd name="T0" fmla="*/ 91 w 92"/>
                <a:gd name="T1" fmla="*/ 297 h 298"/>
                <a:gd name="T2" fmla="*/ 0 w 92"/>
                <a:gd name="T3" fmla="*/ 204 h 298"/>
                <a:gd name="T4" fmla="*/ 0 w 92"/>
                <a:gd name="T5" fmla="*/ 0 h 298"/>
                <a:gd name="T6" fmla="*/ 91 w 92"/>
                <a:gd name="T7" fmla="*/ 83 h 298"/>
                <a:gd name="T8" fmla="*/ 91 w 92"/>
                <a:gd name="T9" fmla="*/ 297 h 29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2" h="298">
                  <a:moveTo>
                    <a:pt x="91" y="297"/>
                  </a:moveTo>
                  <a:lnTo>
                    <a:pt x="0" y="204"/>
                  </a:lnTo>
                  <a:lnTo>
                    <a:pt x="0" y="0"/>
                  </a:lnTo>
                  <a:lnTo>
                    <a:pt x="91" y="83"/>
                  </a:lnTo>
                  <a:lnTo>
                    <a:pt x="91" y="297"/>
                  </a:lnTo>
                </a:path>
              </a:pathLst>
            </a:custGeom>
            <a:solidFill>
              <a:srgbClr val="DADADA"/>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31" name="Freeform 632">
              <a:extLst>
                <a:ext uri="{FF2B5EF4-FFF2-40B4-BE49-F238E27FC236}">
                  <a16:creationId xmlns:a16="http://schemas.microsoft.com/office/drawing/2014/main" id="{2D463B6D-220F-5B0C-4628-B6ABF91D4EFD}"/>
                </a:ext>
              </a:extLst>
            </p:cNvPr>
            <p:cNvSpPr>
              <a:spLocks/>
            </p:cNvSpPr>
            <p:nvPr/>
          </p:nvSpPr>
          <p:spPr bwMode="auto">
            <a:xfrm>
              <a:off x="4375" y="3720"/>
              <a:ext cx="211" cy="91"/>
            </a:xfrm>
            <a:custGeom>
              <a:avLst/>
              <a:gdLst>
                <a:gd name="T0" fmla="*/ 70 w 211"/>
                <a:gd name="T1" fmla="*/ 90 h 91"/>
                <a:gd name="T2" fmla="*/ 0 w 211"/>
                <a:gd name="T3" fmla="*/ 27 h 91"/>
                <a:gd name="T4" fmla="*/ 140 w 211"/>
                <a:gd name="T5" fmla="*/ 0 h 91"/>
                <a:gd name="T6" fmla="*/ 210 w 211"/>
                <a:gd name="T7" fmla="*/ 63 h 91"/>
                <a:gd name="T8" fmla="*/ 70 w 211"/>
                <a:gd name="T9" fmla="*/ 90 h 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91">
                  <a:moveTo>
                    <a:pt x="70" y="90"/>
                  </a:moveTo>
                  <a:lnTo>
                    <a:pt x="0" y="27"/>
                  </a:lnTo>
                  <a:lnTo>
                    <a:pt x="140" y="0"/>
                  </a:lnTo>
                  <a:lnTo>
                    <a:pt x="210" y="63"/>
                  </a:lnTo>
                  <a:lnTo>
                    <a:pt x="70" y="90"/>
                  </a:lnTo>
                </a:path>
              </a:pathLst>
            </a:custGeom>
            <a:solidFill>
              <a:srgbClr val="C6C6C6"/>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32" name="Freeform 633">
              <a:extLst>
                <a:ext uri="{FF2B5EF4-FFF2-40B4-BE49-F238E27FC236}">
                  <a16:creationId xmlns:a16="http://schemas.microsoft.com/office/drawing/2014/main" id="{469F97AB-D9F4-36C4-B20C-CD2B1F3B051D}"/>
                </a:ext>
              </a:extLst>
            </p:cNvPr>
            <p:cNvSpPr>
              <a:spLocks/>
            </p:cNvSpPr>
            <p:nvPr/>
          </p:nvSpPr>
          <p:spPr bwMode="auto">
            <a:xfrm>
              <a:off x="4447" y="3783"/>
              <a:ext cx="139" cy="244"/>
            </a:xfrm>
            <a:custGeom>
              <a:avLst/>
              <a:gdLst>
                <a:gd name="T0" fmla="*/ 0 w 139"/>
                <a:gd name="T1" fmla="*/ 26 h 244"/>
                <a:gd name="T2" fmla="*/ 0 w 139"/>
                <a:gd name="T3" fmla="*/ 243 h 244"/>
                <a:gd name="T4" fmla="*/ 138 w 139"/>
                <a:gd name="T5" fmla="*/ 208 h 244"/>
                <a:gd name="T6" fmla="*/ 138 w 139"/>
                <a:gd name="T7" fmla="*/ 0 h 244"/>
                <a:gd name="T8" fmla="*/ 0 w 139"/>
                <a:gd name="T9" fmla="*/ 26 h 2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 h="244">
                  <a:moveTo>
                    <a:pt x="0" y="26"/>
                  </a:moveTo>
                  <a:lnTo>
                    <a:pt x="0" y="243"/>
                  </a:lnTo>
                  <a:lnTo>
                    <a:pt x="138" y="208"/>
                  </a:lnTo>
                  <a:lnTo>
                    <a:pt x="138" y="0"/>
                  </a:lnTo>
                  <a:lnTo>
                    <a:pt x="0" y="26"/>
                  </a:lnTo>
                </a:path>
              </a:pathLst>
            </a:custGeom>
            <a:solidFill>
              <a:srgbClr val="DADADA"/>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33" name="Freeform 634">
              <a:extLst>
                <a:ext uri="{FF2B5EF4-FFF2-40B4-BE49-F238E27FC236}">
                  <a16:creationId xmlns:a16="http://schemas.microsoft.com/office/drawing/2014/main" id="{CCB4F0B4-C078-31D4-3530-644702FF72B5}"/>
                </a:ext>
              </a:extLst>
            </p:cNvPr>
            <p:cNvSpPr>
              <a:spLocks/>
            </p:cNvSpPr>
            <p:nvPr/>
          </p:nvSpPr>
          <p:spPr bwMode="auto">
            <a:xfrm>
              <a:off x="4356" y="3701"/>
              <a:ext cx="158" cy="48"/>
            </a:xfrm>
            <a:custGeom>
              <a:avLst/>
              <a:gdLst>
                <a:gd name="T0" fmla="*/ 20 w 158"/>
                <a:gd name="T1" fmla="*/ 47 h 48"/>
                <a:gd name="T2" fmla="*/ 0 w 158"/>
                <a:gd name="T3" fmla="*/ 28 h 48"/>
                <a:gd name="T4" fmla="*/ 124 w 158"/>
                <a:gd name="T5" fmla="*/ 0 h 48"/>
                <a:gd name="T6" fmla="*/ 157 w 158"/>
                <a:gd name="T7" fmla="*/ 19 h 48"/>
                <a:gd name="T8" fmla="*/ 20 w 158"/>
                <a:gd name="T9" fmla="*/ 47 h 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 h="48">
                  <a:moveTo>
                    <a:pt x="20" y="47"/>
                  </a:moveTo>
                  <a:lnTo>
                    <a:pt x="0" y="28"/>
                  </a:lnTo>
                  <a:lnTo>
                    <a:pt x="124" y="0"/>
                  </a:lnTo>
                  <a:lnTo>
                    <a:pt x="157" y="19"/>
                  </a:lnTo>
                  <a:lnTo>
                    <a:pt x="20" y="47"/>
                  </a:lnTo>
                </a:path>
              </a:pathLst>
            </a:custGeom>
            <a:solidFill>
              <a:srgbClr val="C6C6C6"/>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34" name="Oval 635">
              <a:extLst>
                <a:ext uri="{FF2B5EF4-FFF2-40B4-BE49-F238E27FC236}">
                  <a16:creationId xmlns:a16="http://schemas.microsoft.com/office/drawing/2014/main" id="{7269FEFF-E84E-1F10-9CC4-0F400C21A3B2}"/>
                </a:ext>
              </a:extLst>
            </p:cNvPr>
            <p:cNvSpPr>
              <a:spLocks noChangeArrowheads="1"/>
            </p:cNvSpPr>
            <p:nvPr/>
          </p:nvSpPr>
          <p:spPr bwMode="auto">
            <a:xfrm>
              <a:off x="4499" y="3882"/>
              <a:ext cx="48" cy="63"/>
            </a:xfrm>
            <a:prstGeom prst="ellipse">
              <a:avLst/>
            </a:prstGeom>
            <a:solidFill>
              <a:srgbClr val="474747"/>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135" name="Freeform 636">
              <a:extLst>
                <a:ext uri="{FF2B5EF4-FFF2-40B4-BE49-F238E27FC236}">
                  <a16:creationId xmlns:a16="http://schemas.microsoft.com/office/drawing/2014/main" id="{49E303C5-AD56-6F0F-0CFF-37815C53EC79}"/>
                </a:ext>
              </a:extLst>
            </p:cNvPr>
            <p:cNvSpPr>
              <a:spLocks/>
            </p:cNvSpPr>
            <p:nvPr/>
          </p:nvSpPr>
          <p:spPr bwMode="auto">
            <a:xfrm>
              <a:off x="4427" y="3765"/>
              <a:ext cx="159" cy="262"/>
            </a:xfrm>
            <a:custGeom>
              <a:avLst/>
              <a:gdLst>
                <a:gd name="T0" fmla="*/ 0 w 159"/>
                <a:gd name="T1" fmla="*/ 243 h 262"/>
                <a:gd name="T2" fmla="*/ 0 w 159"/>
                <a:gd name="T3" fmla="*/ 27 h 262"/>
                <a:gd name="T4" fmla="*/ 138 w 159"/>
                <a:gd name="T5" fmla="*/ 0 h 262"/>
                <a:gd name="T6" fmla="*/ 158 w 159"/>
                <a:gd name="T7" fmla="*/ 18 h 262"/>
                <a:gd name="T8" fmla="*/ 20 w 159"/>
                <a:gd name="T9" fmla="*/ 45 h 262"/>
                <a:gd name="T10" fmla="*/ 20 w 159"/>
                <a:gd name="T11" fmla="*/ 261 h 262"/>
                <a:gd name="T12" fmla="*/ 0 w 159"/>
                <a:gd name="T13" fmla="*/ 243 h 2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9" h="262">
                  <a:moveTo>
                    <a:pt x="0" y="243"/>
                  </a:moveTo>
                  <a:lnTo>
                    <a:pt x="0" y="27"/>
                  </a:lnTo>
                  <a:lnTo>
                    <a:pt x="138" y="0"/>
                  </a:lnTo>
                  <a:lnTo>
                    <a:pt x="158" y="18"/>
                  </a:lnTo>
                  <a:lnTo>
                    <a:pt x="20" y="45"/>
                  </a:lnTo>
                  <a:lnTo>
                    <a:pt x="20" y="261"/>
                  </a:lnTo>
                  <a:lnTo>
                    <a:pt x="0" y="243"/>
                  </a:lnTo>
                </a:path>
              </a:pathLst>
            </a:custGeom>
            <a:solidFill>
              <a:srgbClr val="676767"/>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36" name="Freeform 637">
              <a:extLst>
                <a:ext uri="{FF2B5EF4-FFF2-40B4-BE49-F238E27FC236}">
                  <a16:creationId xmlns:a16="http://schemas.microsoft.com/office/drawing/2014/main" id="{D2BD5BE0-B14E-6C88-AE98-A699BC643CF9}"/>
                </a:ext>
              </a:extLst>
            </p:cNvPr>
            <p:cNvSpPr>
              <a:spLocks/>
            </p:cNvSpPr>
            <p:nvPr/>
          </p:nvSpPr>
          <p:spPr bwMode="auto">
            <a:xfrm>
              <a:off x="4351" y="3779"/>
              <a:ext cx="27" cy="144"/>
            </a:xfrm>
            <a:custGeom>
              <a:avLst/>
              <a:gdLst>
                <a:gd name="T0" fmla="*/ 0 w 27"/>
                <a:gd name="T1" fmla="*/ 143 h 144"/>
                <a:gd name="T2" fmla="*/ 26 w 27"/>
                <a:gd name="T3" fmla="*/ 134 h 144"/>
                <a:gd name="T4" fmla="*/ 26 w 27"/>
                <a:gd name="T5" fmla="*/ 0 h 144"/>
                <a:gd name="T6" fmla="*/ 0 w 27"/>
                <a:gd name="T7" fmla="*/ 9 h 144"/>
                <a:gd name="T8" fmla="*/ 0 w 27"/>
                <a:gd name="T9" fmla="*/ 143 h 1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144">
                  <a:moveTo>
                    <a:pt x="0" y="143"/>
                  </a:moveTo>
                  <a:lnTo>
                    <a:pt x="26" y="134"/>
                  </a:lnTo>
                  <a:lnTo>
                    <a:pt x="26" y="0"/>
                  </a:lnTo>
                  <a:lnTo>
                    <a:pt x="0" y="9"/>
                  </a:lnTo>
                  <a:lnTo>
                    <a:pt x="0" y="143"/>
                  </a:lnTo>
                </a:path>
              </a:pathLst>
            </a:custGeom>
            <a:solidFill>
              <a:srgbClr val="474747"/>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37" name="Rectangle 638">
              <a:extLst>
                <a:ext uri="{FF2B5EF4-FFF2-40B4-BE49-F238E27FC236}">
                  <a16:creationId xmlns:a16="http://schemas.microsoft.com/office/drawing/2014/main" id="{7EB84A5D-A62A-0BC6-AC6B-DCC89BE3AEB1}"/>
                </a:ext>
              </a:extLst>
            </p:cNvPr>
            <p:cNvSpPr>
              <a:spLocks noChangeArrowheads="1"/>
            </p:cNvSpPr>
            <p:nvPr/>
          </p:nvSpPr>
          <p:spPr bwMode="auto">
            <a:xfrm>
              <a:off x="4342" y="3787"/>
              <a:ext cx="10" cy="136"/>
            </a:xfrm>
            <a:prstGeom prst="rect">
              <a:avLst/>
            </a:prstGeom>
            <a:solidFill>
              <a:srgbClr val="47474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138" name="Freeform 639">
              <a:extLst>
                <a:ext uri="{FF2B5EF4-FFF2-40B4-BE49-F238E27FC236}">
                  <a16:creationId xmlns:a16="http://schemas.microsoft.com/office/drawing/2014/main" id="{6FBE7AA1-97F8-E934-901D-380436BDA141}"/>
                </a:ext>
              </a:extLst>
            </p:cNvPr>
            <p:cNvSpPr>
              <a:spLocks/>
            </p:cNvSpPr>
            <p:nvPr/>
          </p:nvSpPr>
          <p:spPr bwMode="auto">
            <a:xfrm>
              <a:off x="4308" y="3729"/>
              <a:ext cx="65" cy="59"/>
            </a:xfrm>
            <a:custGeom>
              <a:avLst/>
              <a:gdLst>
                <a:gd name="T0" fmla="*/ 64 w 65"/>
                <a:gd name="T1" fmla="*/ 49 h 59"/>
                <a:gd name="T2" fmla="*/ 23 w 65"/>
                <a:gd name="T3" fmla="*/ 0 h 59"/>
                <a:gd name="T4" fmla="*/ 0 w 65"/>
                <a:gd name="T5" fmla="*/ 2 h 59"/>
                <a:gd name="T6" fmla="*/ 44 w 65"/>
                <a:gd name="T7" fmla="*/ 58 h 59"/>
                <a:gd name="T8" fmla="*/ 64 w 65"/>
                <a:gd name="T9" fmla="*/ 49 h 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59">
                  <a:moveTo>
                    <a:pt x="64" y="49"/>
                  </a:moveTo>
                  <a:lnTo>
                    <a:pt x="23" y="0"/>
                  </a:lnTo>
                  <a:lnTo>
                    <a:pt x="0" y="2"/>
                  </a:lnTo>
                  <a:lnTo>
                    <a:pt x="44" y="58"/>
                  </a:lnTo>
                  <a:lnTo>
                    <a:pt x="64" y="49"/>
                  </a:lnTo>
                </a:path>
              </a:pathLst>
            </a:custGeom>
            <a:solidFill>
              <a:srgbClr val="C6C6C6"/>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39" name="Freeform 640">
              <a:extLst>
                <a:ext uri="{FF2B5EF4-FFF2-40B4-BE49-F238E27FC236}">
                  <a16:creationId xmlns:a16="http://schemas.microsoft.com/office/drawing/2014/main" id="{8CEB53FD-3052-FD1E-6941-6FF1F6495FA1}"/>
                </a:ext>
              </a:extLst>
            </p:cNvPr>
            <p:cNvSpPr>
              <a:spLocks/>
            </p:cNvSpPr>
            <p:nvPr/>
          </p:nvSpPr>
          <p:spPr bwMode="auto">
            <a:xfrm>
              <a:off x="4290" y="3732"/>
              <a:ext cx="62" cy="56"/>
            </a:xfrm>
            <a:custGeom>
              <a:avLst/>
              <a:gdLst>
                <a:gd name="T0" fmla="*/ 18 w 62"/>
                <a:gd name="T1" fmla="*/ 0 h 56"/>
                <a:gd name="T2" fmla="*/ 61 w 62"/>
                <a:gd name="T3" fmla="*/ 55 h 56"/>
                <a:gd name="T4" fmla="*/ 51 w 62"/>
                <a:gd name="T5" fmla="*/ 55 h 56"/>
                <a:gd name="T6" fmla="*/ 0 w 62"/>
                <a:gd name="T7" fmla="*/ 2 h 56"/>
                <a:gd name="T8" fmla="*/ 18 w 62"/>
                <a:gd name="T9" fmla="*/ 0 h 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56">
                  <a:moveTo>
                    <a:pt x="18" y="0"/>
                  </a:moveTo>
                  <a:lnTo>
                    <a:pt x="61" y="55"/>
                  </a:lnTo>
                  <a:lnTo>
                    <a:pt x="51" y="55"/>
                  </a:lnTo>
                  <a:lnTo>
                    <a:pt x="0" y="2"/>
                  </a:lnTo>
                  <a:lnTo>
                    <a:pt x="18" y="0"/>
                  </a:lnTo>
                </a:path>
              </a:pathLst>
            </a:custGeom>
            <a:solidFill>
              <a:srgbClr val="C6C6C6"/>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40" name="Freeform 641">
              <a:extLst>
                <a:ext uri="{FF2B5EF4-FFF2-40B4-BE49-F238E27FC236}">
                  <a16:creationId xmlns:a16="http://schemas.microsoft.com/office/drawing/2014/main" id="{01C2DF87-1344-0311-7BC3-01E8945B3B47}"/>
                </a:ext>
              </a:extLst>
            </p:cNvPr>
            <p:cNvSpPr>
              <a:spLocks/>
            </p:cNvSpPr>
            <p:nvPr/>
          </p:nvSpPr>
          <p:spPr bwMode="auto">
            <a:xfrm>
              <a:off x="4292" y="3729"/>
              <a:ext cx="51" cy="194"/>
            </a:xfrm>
            <a:custGeom>
              <a:avLst/>
              <a:gdLst>
                <a:gd name="T0" fmla="*/ 50 w 51"/>
                <a:gd name="T1" fmla="*/ 193 h 194"/>
                <a:gd name="T2" fmla="*/ 2 w 51"/>
                <a:gd name="T3" fmla="*/ 130 h 194"/>
                <a:gd name="T4" fmla="*/ 0 w 51"/>
                <a:gd name="T5" fmla="*/ 0 h 194"/>
                <a:gd name="T6" fmla="*/ 50 w 51"/>
                <a:gd name="T7" fmla="*/ 58 h 194"/>
                <a:gd name="T8" fmla="*/ 50 w 51"/>
                <a:gd name="T9" fmla="*/ 193 h 1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194">
                  <a:moveTo>
                    <a:pt x="50" y="193"/>
                  </a:moveTo>
                  <a:lnTo>
                    <a:pt x="2" y="130"/>
                  </a:lnTo>
                  <a:lnTo>
                    <a:pt x="0" y="0"/>
                  </a:lnTo>
                  <a:lnTo>
                    <a:pt x="50" y="58"/>
                  </a:lnTo>
                  <a:lnTo>
                    <a:pt x="50" y="193"/>
                  </a:lnTo>
                </a:path>
              </a:pathLst>
            </a:custGeom>
            <a:solidFill>
              <a:srgbClr val="676767"/>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41" name="Oval 642">
              <a:extLst>
                <a:ext uri="{FF2B5EF4-FFF2-40B4-BE49-F238E27FC236}">
                  <a16:creationId xmlns:a16="http://schemas.microsoft.com/office/drawing/2014/main" id="{68177814-9E3A-A4A2-0F26-8D286EA43FEB}"/>
                </a:ext>
              </a:extLst>
            </p:cNvPr>
            <p:cNvSpPr>
              <a:spLocks noChangeArrowheads="1"/>
            </p:cNvSpPr>
            <p:nvPr/>
          </p:nvSpPr>
          <p:spPr bwMode="auto">
            <a:xfrm rot="9720000">
              <a:off x="4277" y="3761"/>
              <a:ext cx="47" cy="127"/>
            </a:xfrm>
            <a:prstGeom prst="ellipse">
              <a:avLst/>
            </a:prstGeom>
            <a:solidFill>
              <a:srgbClr val="C6C6C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142" name="Oval 643">
              <a:extLst>
                <a:ext uri="{FF2B5EF4-FFF2-40B4-BE49-F238E27FC236}">
                  <a16:creationId xmlns:a16="http://schemas.microsoft.com/office/drawing/2014/main" id="{B2B26CE3-2CF8-55D1-896B-D393D466F62A}"/>
                </a:ext>
              </a:extLst>
            </p:cNvPr>
            <p:cNvSpPr>
              <a:spLocks noChangeArrowheads="1"/>
            </p:cNvSpPr>
            <p:nvPr/>
          </p:nvSpPr>
          <p:spPr bwMode="auto">
            <a:xfrm rot="9720000">
              <a:off x="4264" y="3763"/>
              <a:ext cx="47" cy="126"/>
            </a:xfrm>
            <a:prstGeom prst="ellipse">
              <a:avLst/>
            </a:prstGeom>
            <a:solidFill>
              <a:srgbClr val="676767"/>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143" name="Oval 644">
              <a:extLst>
                <a:ext uri="{FF2B5EF4-FFF2-40B4-BE49-F238E27FC236}">
                  <a16:creationId xmlns:a16="http://schemas.microsoft.com/office/drawing/2014/main" id="{B13EB1A6-839E-0AA7-56BA-ED2F79CD6A25}"/>
                </a:ext>
              </a:extLst>
            </p:cNvPr>
            <p:cNvSpPr>
              <a:spLocks noChangeArrowheads="1"/>
            </p:cNvSpPr>
            <p:nvPr/>
          </p:nvSpPr>
          <p:spPr bwMode="auto">
            <a:xfrm rot="9720000">
              <a:off x="4243" y="3765"/>
              <a:ext cx="47" cy="127"/>
            </a:xfrm>
            <a:prstGeom prst="ellipse">
              <a:avLst/>
            </a:prstGeom>
            <a:solidFill>
              <a:srgbClr val="C6C6C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144" name="Oval 645">
              <a:extLst>
                <a:ext uri="{FF2B5EF4-FFF2-40B4-BE49-F238E27FC236}">
                  <a16:creationId xmlns:a16="http://schemas.microsoft.com/office/drawing/2014/main" id="{E9210857-4028-0AD9-3470-8A2B3553CDDE}"/>
                </a:ext>
              </a:extLst>
            </p:cNvPr>
            <p:cNvSpPr>
              <a:spLocks noChangeArrowheads="1"/>
            </p:cNvSpPr>
            <p:nvPr/>
          </p:nvSpPr>
          <p:spPr bwMode="auto">
            <a:xfrm rot="9720000">
              <a:off x="4225" y="3767"/>
              <a:ext cx="47" cy="126"/>
            </a:xfrm>
            <a:prstGeom prst="ellipse">
              <a:avLst/>
            </a:prstGeom>
            <a:solidFill>
              <a:srgbClr val="676767"/>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145" name="Oval 646">
              <a:extLst>
                <a:ext uri="{FF2B5EF4-FFF2-40B4-BE49-F238E27FC236}">
                  <a16:creationId xmlns:a16="http://schemas.microsoft.com/office/drawing/2014/main" id="{468D12BC-8BF9-F6B3-713D-22FE245AED28}"/>
                </a:ext>
              </a:extLst>
            </p:cNvPr>
            <p:cNvSpPr>
              <a:spLocks noChangeArrowheads="1"/>
            </p:cNvSpPr>
            <p:nvPr/>
          </p:nvSpPr>
          <p:spPr bwMode="auto">
            <a:xfrm rot="-780000">
              <a:off x="4216" y="3793"/>
              <a:ext cx="33" cy="90"/>
            </a:xfrm>
            <a:prstGeom prst="ellipse">
              <a:avLst/>
            </a:prstGeom>
            <a:solidFill>
              <a:srgbClr val="C6C6C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146" name="Freeform 647">
              <a:extLst>
                <a:ext uri="{FF2B5EF4-FFF2-40B4-BE49-F238E27FC236}">
                  <a16:creationId xmlns:a16="http://schemas.microsoft.com/office/drawing/2014/main" id="{14E1A248-51EA-060A-C65A-E9DA3AF3F0D6}"/>
                </a:ext>
              </a:extLst>
            </p:cNvPr>
            <p:cNvSpPr>
              <a:spLocks/>
            </p:cNvSpPr>
            <p:nvPr/>
          </p:nvSpPr>
          <p:spPr bwMode="auto">
            <a:xfrm>
              <a:off x="4565" y="3761"/>
              <a:ext cx="40" cy="212"/>
            </a:xfrm>
            <a:custGeom>
              <a:avLst/>
              <a:gdLst>
                <a:gd name="T0" fmla="*/ 20 w 40"/>
                <a:gd name="T1" fmla="*/ 211 h 212"/>
                <a:gd name="T2" fmla="*/ 38 w 40"/>
                <a:gd name="T3" fmla="*/ 204 h 212"/>
                <a:gd name="T4" fmla="*/ 39 w 40"/>
                <a:gd name="T5" fmla="*/ 18 h 212"/>
                <a:gd name="T6" fmla="*/ 19 w 40"/>
                <a:gd name="T7" fmla="*/ 0 h 212"/>
                <a:gd name="T8" fmla="*/ 0 w 40"/>
                <a:gd name="T9" fmla="*/ 5 h 212"/>
                <a:gd name="T10" fmla="*/ 20 w 40"/>
                <a:gd name="T11" fmla="*/ 22 h 212"/>
                <a:gd name="T12" fmla="*/ 20 w 40"/>
                <a:gd name="T13" fmla="*/ 211 h 2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0" h="212">
                  <a:moveTo>
                    <a:pt x="20" y="211"/>
                  </a:moveTo>
                  <a:lnTo>
                    <a:pt x="38" y="204"/>
                  </a:lnTo>
                  <a:lnTo>
                    <a:pt x="39" y="18"/>
                  </a:lnTo>
                  <a:lnTo>
                    <a:pt x="19" y="0"/>
                  </a:lnTo>
                  <a:lnTo>
                    <a:pt x="0" y="5"/>
                  </a:lnTo>
                  <a:lnTo>
                    <a:pt x="20" y="22"/>
                  </a:lnTo>
                  <a:lnTo>
                    <a:pt x="20" y="211"/>
                  </a:lnTo>
                </a:path>
              </a:pathLst>
            </a:custGeom>
            <a:solidFill>
              <a:srgbClr val="C6C6C6"/>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47" name="AutoShape 648">
              <a:extLst>
                <a:ext uri="{FF2B5EF4-FFF2-40B4-BE49-F238E27FC236}">
                  <a16:creationId xmlns:a16="http://schemas.microsoft.com/office/drawing/2014/main" id="{44279C64-04C4-111E-6400-CD7036CAA5EC}"/>
                </a:ext>
              </a:extLst>
            </p:cNvPr>
            <p:cNvSpPr>
              <a:spLocks noChangeArrowheads="1"/>
            </p:cNvSpPr>
            <p:nvPr/>
          </p:nvSpPr>
          <p:spPr bwMode="auto">
            <a:xfrm rot="10800000" flipH="1" flipV="1">
              <a:off x="4354" y="3676"/>
              <a:ext cx="82" cy="3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78 w 21600"/>
                <a:gd name="T13" fmla="*/ 4320 h 21600"/>
                <a:gd name="T14" fmla="*/ 17122 w 21600"/>
                <a:gd name="T15" fmla="*/ 17280 h 21600"/>
              </a:gdLst>
              <a:ahLst/>
              <a:cxnLst>
                <a:cxn ang="T8">
                  <a:pos x="T0" y="T1"/>
                </a:cxn>
                <a:cxn ang="T9">
                  <a:pos x="T2" y="T3"/>
                </a:cxn>
                <a:cxn ang="T10">
                  <a:pos x="T4" y="T5"/>
                </a:cxn>
                <a:cxn ang="T11">
                  <a:pos x="T6" y="T7"/>
                </a:cxn>
              </a:cxnLst>
              <a:rect l="T12" t="T13" r="T14" b="T15"/>
              <a:pathLst>
                <a:path w="21600" h="21600">
                  <a:moveTo>
                    <a:pt x="0" y="0"/>
                  </a:moveTo>
                  <a:lnTo>
                    <a:pt x="5396" y="21600"/>
                  </a:lnTo>
                  <a:lnTo>
                    <a:pt x="16204" y="21600"/>
                  </a:lnTo>
                  <a:lnTo>
                    <a:pt x="21600" y="0"/>
                  </a:lnTo>
                  <a:lnTo>
                    <a:pt x="0" y="0"/>
                  </a:lnTo>
                  <a:close/>
                </a:path>
              </a:pathLst>
            </a:custGeom>
            <a:solidFill>
              <a:srgbClr val="C6C6C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148" name="Rectangle 649">
              <a:extLst>
                <a:ext uri="{FF2B5EF4-FFF2-40B4-BE49-F238E27FC236}">
                  <a16:creationId xmlns:a16="http://schemas.microsoft.com/office/drawing/2014/main" id="{15DA9F71-B0BD-7EB4-3FC6-400C9F12AAB4}"/>
                </a:ext>
              </a:extLst>
            </p:cNvPr>
            <p:cNvSpPr>
              <a:spLocks noChangeArrowheads="1"/>
            </p:cNvSpPr>
            <p:nvPr/>
          </p:nvSpPr>
          <p:spPr bwMode="auto">
            <a:xfrm>
              <a:off x="4387" y="3659"/>
              <a:ext cx="24" cy="5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nvGrpSpPr>
            <p:cNvPr id="43149" name="Group 652">
              <a:extLst>
                <a:ext uri="{FF2B5EF4-FFF2-40B4-BE49-F238E27FC236}">
                  <a16:creationId xmlns:a16="http://schemas.microsoft.com/office/drawing/2014/main" id="{A8AEBC7B-E7F4-3591-2C9C-817330E57026}"/>
                </a:ext>
              </a:extLst>
            </p:cNvPr>
            <p:cNvGrpSpPr>
              <a:grpSpLocks/>
            </p:cNvGrpSpPr>
            <p:nvPr/>
          </p:nvGrpSpPr>
          <p:grpSpPr bwMode="auto">
            <a:xfrm>
              <a:off x="4327" y="3615"/>
              <a:ext cx="140" cy="65"/>
              <a:chOff x="4327" y="3615"/>
              <a:chExt cx="140" cy="65"/>
            </a:xfrm>
          </p:grpSpPr>
          <p:sp>
            <p:nvSpPr>
              <p:cNvPr id="43151" name="Oval 650">
                <a:extLst>
                  <a:ext uri="{FF2B5EF4-FFF2-40B4-BE49-F238E27FC236}">
                    <a16:creationId xmlns:a16="http://schemas.microsoft.com/office/drawing/2014/main" id="{513A016D-C9BF-BE96-813D-88746A30ED15}"/>
                  </a:ext>
                </a:extLst>
              </p:cNvPr>
              <p:cNvSpPr>
                <a:spLocks noChangeArrowheads="1"/>
              </p:cNvSpPr>
              <p:nvPr/>
            </p:nvSpPr>
            <p:spPr bwMode="auto">
              <a:xfrm>
                <a:off x="4327" y="3633"/>
                <a:ext cx="140" cy="47"/>
              </a:xfrm>
              <a:prstGeom prst="ellipse">
                <a:avLst/>
              </a:prstGeom>
              <a:solidFill>
                <a:srgbClr val="676767"/>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152" name="Oval 651">
                <a:extLst>
                  <a:ext uri="{FF2B5EF4-FFF2-40B4-BE49-F238E27FC236}">
                    <a16:creationId xmlns:a16="http://schemas.microsoft.com/office/drawing/2014/main" id="{BA2E7503-59EA-BCE3-3FE5-97A234755A00}"/>
                  </a:ext>
                </a:extLst>
              </p:cNvPr>
              <p:cNvSpPr>
                <a:spLocks noChangeArrowheads="1"/>
              </p:cNvSpPr>
              <p:nvPr/>
            </p:nvSpPr>
            <p:spPr bwMode="auto">
              <a:xfrm>
                <a:off x="4327" y="3615"/>
                <a:ext cx="140" cy="48"/>
              </a:xfrm>
              <a:prstGeom prst="ellipse">
                <a:avLst/>
              </a:prstGeom>
              <a:solidFill>
                <a:srgbClr val="C6C6C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sp>
          <p:nvSpPr>
            <p:cNvPr id="43150" name="Oval 653">
              <a:extLst>
                <a:ext uri="{FF2B5EF4-FFF2-40B4-BE49-F238E27FC236}">
                  <a16:creationId xmlns:a16="http://schemas.microsoft.com/office/drawing/2014/main" id="{2CE139AD-F2E9-EC5E-0E06-0889CA363114}"/>
                </a:ext>
              </a:extLst>
            </p:cNvPr>
            <p:cNvSpPr>
              <a:spLocks noChangeArrowheads="1"/>
            </p:cNvSpPr>
            <p:nvPr/>
          </p:nvSpPr>
          <p:spPr bwMode="auto">
            <a:xfrm>
              <a:off x="4356" y="3625"/>
              <a:ext cx="85" cy="24"/>
            </a:xfrm>
            <a:prstGeom prst="ellipse">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grpSp>
        <p:nvGrpSpPr>
          <p:cNvPr id="43058" name="Group 686">
            <a:extLst>
              <a:ext uri="{FF2B5EF4-FFF2-40B4-BE49-F238E27FC236}">
                <a16:creationId xmlns:a16="http://schemas.microsoft.com/office/drawing/2014/main" id="{CAA51251-4728-11AE-5F96-CAEA938209EC}"/>
              </a:ext>
            </a:extLst>
          </p:cNvPr>
          <p:cNvGrpSpPr>
            <a:grpSpLocks/>
          </p:cNvGrpSpPr>
          <p:nvPr/>
        </p:nvGrpSpPr>
        <p:grpSpPr bwMode="auto">
          <a:xfrm>
            <a:off x="5767388" y="4841875"/>
            <a:ext cx="501650" cy="606425"/>
            <a:chOff x="3873" y="3146"/>
            <a:chExt cx="316" cy="382"/>
          </a:xfrm>
        </p:grpSpPr>
        <p:grpSp>
          <p:nvGrpSpPr>
            <p:cNvPr id="43096" name="Group 660">
              <a:extLst>
                <a:ext uri="{FF2B5EF4-FFF2-40B4-BE49-F238E27FC236}">
                  <a16:creationId xmlns:a16="http://schemas.microsoft.com/office/drawing/2014/main" id="{06D43C1F-87A0-727B-FE3E-10DFA52C70A8}"/>
                </a:ext>
              </a:extLst>
            </p:cNvPr>
            <p:cNvGrpSpPr>
              <a:grpSpLocks/>
            </p:cNvGrpSpPr>
            <p:nvPr/>
          </p:nvGrpSpPr>
          <p:grpSpPr bwMode="auto">
            <a:xfrm>
              <a:off x="4107" y="3267"/>
              <a:ext cx="82" cy="110"/>
              <a:chOff x="4107" y="3267"/>
              <a:chExt cx="82" cy="110"/>
            </a:xfrm>
          </p:grpSpPr>
          <p:sp>
            <p:nvSpPr>
              <p:cNvPr id="43122" name="Freeform 655">
                <a:extLst>
                  <a:ext uri="{FF2B5EF4-FFF2-40B4-BE49-F238E27FC236}">
                    <a16:creationId xmlns:a16="http://schemas.microsoft.com/office/drawing/2014/main" id="{E9B5C30C-4BF9-F3F3-1E41-07D7E4C5E301}"/>
                  </a:ext>
                </a:extLst>
              </p:cNvPr>
              <p:cNvSpPr>
                <a:spLocks/>
              </p:cNvSpPr>
              <p:nvPr/>
            </p:nvSpPr>
            <p:spPr bwMode="auto">
              <a:xfrm>
                <a:off x="4115" y="3353"/>
                <a:ext cx="61" cy="24"/>
              </a:xfrm>
              <a:custGeom>
                <a:avLst/>
                <a:gdLst>
                  <a:gd name="T0" fmla="*/ 60 w 61"/>
                  <a:gd name="T1" fmla="*/ 8 h 24"/>
                  <a:gd name="T2" fmla="*/ 60 w 61"/>
                  <a:gd name="T3" fmla="*/ 23 h 24"/>
                  <a:gd name="T4" fmla="*/ 1 w 61"/>
                  <a:gd name="T5" fmla="*/ 13 h 24"/>
                  <a:gd name="T6" fmla="*/ 0 w 61"/>
                  <a:gd name="T7" fmla="*/ 0 h 24"/>
                  <a:gd name="T8" fmla="*/ 60 w 61"/>
                  <a:gd name="T9" fmla="*/ 8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1" h="24">
                    <a:moveTo>
                      <a:pt x="60" y="8"/>
                    </a:moveTo>
                    <a:lnTo>
                      <a:pt x="60" y="23"/>
                    </a:lnTo>
                    <a:lnTo>
                      <a:pt x="1" y="13"/>
                    </a:lnTo>
                    <a:lnTo>
                      <a:pt x="0" y="0"/>
                    </a:lnTo>
                    <a:lnTo>
                      <a:pt x="60" y="8"/>
                    </a:lnTo>
                  </a:path>
                </a:pathLst>
              </a:custGeom>
              <a:gradFill rotWithShape="0">
                <a:gsLst>
                  <a:gs pos="0">
                    <a:srgbClr val="3E3F00"/>
                  </a:gs>
                  <a:gs pos="100000">
                    <a:srgbClr val="D0D300"/>
                  </a:gs>
                </a:gsLst>
                <a:lin ang="0" scaled="1"/>
              </a:gra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23" name="Freeform 656">
                <a:extLst>
                  <a:ext uri="{FF2B5EF4-FFF2-40B4-BE49-F238E27FC236}">
                    <a16:creationId xmlns:a16="http://schemas.microsoft.com/office/drawing/2014/main" id="{C25EA7ED-2274-EFB6-4B64-2AA15806E653}"/>
                  </a:ext>
                </a:extLst>
              </p:cNvPr>
              <p:cNvSpPr>
                <a:spLocks/>
              </p:cNvSpPr>
              <p:nvPr/>
            </p:nvSpPr>
            <p:spPr bwMode="auto">
              <a:xfrm>
                <a:off x="4111" y="3343"/>
                <a:ext cx="75" cy="19"/>
              </a:xfrm>
              <a:custGeom>
                <a:avLst/>
                <a:gdLst>
                  <a:gd name="T0" fmla="*/ 4 w 75"/>
                  <a:gd name="T1" fmla="*/ 0 h 19"/>
                  <a:gd name="T2" fmla="*/ 74 w 75"/>
                  <a:gd name="T3" fmla="*/ 13 h 19"/>
                  <a:gd name="T4" fmla="*/ 63 w 75"/>
                  <a:gd name="T5" fmla="*/ 18 h 19"/>
                  <a:gd name="T6" fmla="*/ 0 w 75"/>
                  <a:gd name="T7" fmla="*/ 7 h 19"/>
                  <a:gd name="T8" fmla="*/ 4 w 75"/>
                  <a:gd name="T9" fmla="*/ 0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 h="19">
                    <a:moveTo>
                      <a:pt x="4" y="0"/>
                    </a:moveTo>
                    <a:lnTo>
                      <a:pt x="74" y="13"/>
                    </a:lnTo>
                    <a:lnTo>
                      <a:pt x="63" y="18"/>
                    </a:lnTo>
                    <a:lnTo>
                      <a:pt x="0" y="7"/>
                    </a:lnTo>
                    <a:lnTo>
                      <a:pt x="4" y="0"/>
                    </a:lnTo>
                  </a:path>
                </a:pathLst>
              </a:custGeom>
              <a:solidFill>
                <a:srgbClr val="A4A6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24" name="Freeform 657">
                <a:extLst>
                  <a:ext uri="{FF2B5EF4-FFF2-40B4-BE49-F238E27FC236}">
                    <a16:creationId xmlns:a16="http://schemas.microsoft.com/office/drawing/2014/main" id="{0B50C7F3-831A-8A80-A9B9-A229086D4C83}"/>
                  </a:ext>
                </a:extLst>
              </p:cNvPr>
              <p:cNvSpPr>
                <a:spLocks/>
              </p:cNvSpPr>
              <p:nvPr/>
            </p:nvSpPr>
            <p:spPr bwMode="auto">
              <a:xfrm>
                <a:off x="4107" y="3277"/>
                <a:ext cx="79" cy="80"/>
              </a:xfrm>
              <a:custGeom>
                <a:avLst/>
                <a:gdLst>
                  <a:gd name="T0" fmla="*/ 78 w 79"/>
                  <a:gd name="T1" fmla="*/ 2 h 80"/>
                  <a:gd name="T2" fmla="*/ 78 w 79"/>
                  <a:gd name="T3" fmla="*/ 79 h 80"/>
                  <a:gd name="T4" fmla="*/ 0 w 79"/>
                  <a:gd name="T5" fmla="*/ 65 h 80"/>
                  <a:gd name="T6" fmla="*/ 0 w 79"/>
                  <a:gd name="T7" fmla="*/ 0 h 80"/>
                  <a:gd name="T8" fmla="*/ 65 w 79"/>
                  <a:gd name="T9" fmla="*/ 11 h 80"/>
                  <a:gd name="T10" fmla="*/ 78 w 79"/>
                  <a:gd name="T11" fmla="*/ 2 h 8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9" h="80">
                    <a:moveTo>
                      <a:pt x="78" y="2"/>
                    </a:moveTo>
                    <a:lnTo>
                      <a:pt x="78" y="79"/>
                    </a:lnTo>
                    <a:lnTo>
                      <a:pt x="0" y="65"/>
                    </a:lnTo>
                    <a:lnTo>
                      <a:pt x="0" y="0"/>
                    </a:lnTo>
                    <a:lnTo>
                      <a:pt x="65" y="11"/>
                    </a:lnTo>
                    <a:lnTo>
                      <a:pt x="78" y="2"/>
                    </a:lnTo>
                  </a:path>
                </a:pathLst>
              </a:custGeom>
              <a:gradFill rotWithShape="0">
                <a:gsLst>
                  <a:gs pos="0">
                    <a:srgbClr val="2D2E00"/>
                  </a:gs>
                  <a:gs pos="100000">
                    <a:srgbClr val="979900"/>
                  </a:gs>
                </a:gsLst>
                <a:lin ang="0" scaled="1"/>
              </a:gra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25" name="Freeform 658">
                <a:extLst>
                  <a:ext uri="{FF2B5EF4-FFF2-40B4-BE49-F238E27FC236}">
                    <a16:creationId xmlns:a16="http://schemas.microsoft.com/office/drawing/2014/main" id="{81CF68D3-74E0-DBC1-65F0-DE08665A0970}"/>
                  </a:ext>
                </a:extLst>
              </p:cNvPr>
              <p:cNvSpPr>
                <a:spLocks/>
              </p:cNvSpPr>
              <p:nvPr/>
            </p:nvSpPr>
            <p:spPr bwMode="auto">
              <a:xfrm>
                <a:off x="4120" y="3267"/>
                <a:ext cx="55" cy="22"/>
              </a:xfrm>
              <a:custGeom>
                <a:avLst/>
                <a:gdLst>
                  <a:gd name="T0" fmla="*/ 3 w 55"/>
                  <a:gd name="T1" fmla="*/ 0 h 22"/>
                  <a:gd name="T2" fmla="*/ 54 w 55"/>
                  <a:gd name="T3" fmla="*/ 4 h 22"/>
                  <a:gd name="T4" fmla="*/ 52 w 55"/>
                  <a:gd name="T5" fmla="*/ 21 h 22"/>
                  <a:gd name="T6" fmla="*/ 0 w 55"/>
                  <a:gd name="T7" fmla="*/ 16 h 22"/>
                  <a:gd name="T8" fmla="*/ 3 w 55"/>
                  <a:gd name="T9" fmla="*/ 0 h 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 h="22">
                    <a:moveTo>
                      <a:pt x="3" y="0"/>
                    </a:moveTo>
                    <a:lnTo>
                      <a:pt x="54" y="4"/>
                    </a:lnTo>
                    <a:lnTo>
                      <a:pt x="52" y="21"/>
                    </a:lnTo>
                    <a:lnTo>
                      <a:pt x="0" y="16"/>
                    </a:lnTo>
                    <a:lnTo>
                      <a:pt x="3" y="0"/>
                    </a:lnTo>
                  </a:path>
                </a:pathLst>
              </a:custGeom>
              <a:gradFill rotWithShape="0">
                <a:gsLst>
                  <a:gs pos="0">
                    <a:srgbClr val="3E3F00"/>
                  </a:gs>
                  <a:gs pos="100000">
                    <a:srgbClr val="D0D300"/>
                  </a:gs>
                </a:gsLst>
                <a:lin ang="0" scaled="1"/>
              </a:gra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26" name="Freeform 659">
                <a:extLst>
                  <a:ext uri="{FF2B5EF4-FFF2-40B4-BE49-F238E27FC236}">
                    <a16:creationId xmlns:a16="http://schemas.microsoft.com/office/drawing/2014/main" id="{7A830E97-3B16-F74F-71AE-9975B5BACF33}"/>
                  </a:ext>
                </a:extLst>
              </p:cNvPr>
              <p:cNvSpPr>
                <a:spLocks/>
              </p:cNvSpPr>
              <p:nvPr/>
            </p:nvSpPr>
            <p:spPr bwMode="auto">
              <a:xfrm>
                <a:off x="4172" y="3275"/>
                <a:ext cx="17" cy="17"/>
              </a:xfrm>
              <a:custGeom>
                <a:avLst/>
                <a:gdLst>
                  <a:gd name="T0" fmla="*/ 2 w 17"/>
                  <a:gd name="T1" fmla="*/ 0 h 17"/>
                  <a:gd name="T2" fmla="*/ 16 w 17"/>
                  <a:gd name="T3" fmla="*/ 4 h 17"/>
                  <a:gd name="T4" fmla="*/ 0 w 17"/>
                  <a:gd name="T5" fmla="*/ 16 h 17"/>
                  <a:gd name="T6" fmla="*/ 2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2" y="0"/>
                    </a:moveTo>
                    <a:lnTo>
                      <a:pt x="16" y="4"/>
                    </a:lnTo>
                    <a:lnTo>
                      <a:pt x="0" y="16"/>
                    </a:lnTo>
                    <a:lnTo>
                      <a:pt x="2" y="0"/>
                    </a:lnTo>
                  </a:path>
                </a:pathLst>
              </a:custGeom>
              <a:solidFill>
                <a:srgbClr val="6768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3097" name="Freeform 661">
              <a:extLst>
                <a:ext uri="{FF2B5EF4-FFF2-40B4-BE49-F238E27FC236}">
                  <a16:creationId xmlns:a16="http://schemas.microsoft.com/office/drawing/2014/main" id="{0A7A671B-781A-6079-EFA2-C974E1A80C86}"/>
                </a:ext>
              </a:extLst>
            </p:cNvPr>
            <p:cNvSpPr>
              <a:spLocks/>
            </p:cNvSpPr>
            <p:nvPr/>
          </p:nvSpPr>
          <p:spPr bwMode="auto">
            <a:xfrm>
              <a:off x="3898" y="3214"/>
              <a:ext cx="120" cy="44"/>
            </a:xfrm>
            <a:custGeom>
              <a:avLst/>
              <a:gdLst>
                <a:gd name="T0" fmla="*/ 0 w 120"/>
                <a:gd name="T1" fmla="*/ 0 h 44"/>
                <a:gd name="T2" fmla="*/ 0 w 120"/>
                <a:gd name="T3" fmla="*/ 30 h 44"/>
                <a:gd name="T4" fmla="*/ 109 w 120"/>
                <a:gd name="T5" fmla="*/ 43 h 44"/>
                <a:gd name="T6" fmla="*/ 119 w 120"/>
                <a:gd name="T7" fmla="*/ 19 h 44"/>
                <a:gd name="T8" fmla="*/ 0 w 120"/>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 h="44">
                  <a:moveTo>
                    <a:pt x="0" y="0"/>
                  </a:moveTo>
                  <a:lnTo>
                    <a:pt x="0" y="30"/>
                  </a:lnTo>
                  <a:lnTo>
                    <a:pt x="109" y="43"/>
                  </a:lnTo>
                  <a:lnTo>
                    <a:pt x="119" y="19"/>
                  </a:lnTo>
                  <a:lnTo>
                    <a:pt x="0" y="0"/>
                  </a:lnTo>
                </a:path>
              </a:pathLst>
            </a:custGeom>
            <a:solidFill>
              <a:srgbClr val="676767"/>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98" name="Freeform 662">
              <a:extLst>
                <a:ext uri="{FF2B5EF4-FFF2-40B4-BE49-F238E27FC236}">
                  <a16:creationId xmlns:a16="http://schemas.microsoft.com/office/drawing/2014/main" id="{FBA6DCB0-7A0F-25AA-2984-1D9C8572A8DF}"/>
                </a:ext>
              </a:extLst>
            </p:cNvPr>
            <p:cNvSpPr>
              <a:spLocks/>
            </p:cNvSpPr>
            <p:nvPr/>
          </p:nvSpPr>
          <p:spPr bwMode="auto">
            <a:xfrm>
              <a:off x="3873" y="3243"/>
              <a:ext cx="147" cy="37"/>
            </a:xfrm>
            <a:custGeom>
              <a:avLst/>
              <a:gdLst>
                <a:gd name="T0" fmla="*/ 0 w 147"/>
                <a:gd name="T1" fmla="*/ 21 h 37"/>
                <a:gd name="T2" fmla="*/ 27 w 147"/>
                <a:gd name="T3" fmla="*/ 0 h 37"/>
                <a:gd name="T4" fmla="*/ 146 w 147"/>
                <a:gd name="T5" fmla="*/ 18 h 37"/>
                <a:gd name="T6" fmla="*/ 119 w 147"/>
                <a:gd name="T7" fmla="*/ 36 h 37"/>
                <a:gd name="T8" fmla="*/ 0 w 147"/>
                <a:gd name="T9" fmla="*/ 21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7" h="37">
                  <a:moveTo>
                    <a:pt x="0" y="21"/>
                  </a:moveTo>
                  <a:lnTo>
                    <a:pt x="27" y="0"/>
                  </a:lnTo>
                  <a:lnTo>
                    <a:pt x="146" y="18"/>
                  </a:lnTo>
                  <a:lnTo>
                    <a:pt x="119" y="36"/>
                  </a:lnTo>
                  <a:lnTo>
                    <a:pt x="0" y="21"/>
                  </a:lnTo>
                </a:path>
              </a:pathLst>
            </a:custGeom>
            <a:solidFill>
              <a:srgbClr val="C6C6C6"/>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99" name="Freeform 663">
              <a:extLst>
                <a:ext uri="{FF2B5EF4-FFF2-40B4-BE49-F238E27FC236}">
                  <a16:creationId xmlns:a16="http://schemas.microsoft.com/office/drawing/2014/main" id="{BCA1EA75-5E19-C22D-9EE9-DF45DBFE49C2}"/>
                </a:ext>
              </a:extLst>
            </p:cNvPr>
            <p:cNvSpPr>
              <a:spLocks/>
            </p:cNvSpPr>
            <p:nvPr/>
          </p:nvSpPr>
          <p:spPr bwMode="auto">
            <a:xfrm>
              <a:off x="3874" y="3213"/>
              <a:ext cx="29" cy="49"/>
            </a:xfrm>
            <a:custGeom>
              <a:avLst/>
              <a:gdLst>
                <a:gd name="T0" fmla="*/ 0 w 29"/>
                <a:gd name="T1" fmla="*/ 48 h 49"/>
                <a:gd name="T2" fmla="*/ 28 w 29"/>
                <a:gd name="T3" fmla="*/ 24 h 49"/>
                <a:gd name="T4" fmla="*/ 26 w 29"/>
                <a:gd name="T5" fmla="*/ 0 h 49"/>
                <a:gd name="T6" fmla="*/ 0 w 29"/>
                <a:gd name="T7" fmla="*/ 48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9" h="49">
                  <a:moveTo>
                    <a:pt x="0" y="48"/>
                  </a:moveTo>
                  <a:lnTo>
                    <a:pt x="28" y="24"/>
                  </a:lnTo>
                  <a:lnTo>
                    <a:pt x="26" y="0"/>
                  </a:lnTo>
                  <a:lnTo>
                    <a:pt x="0" y="48"/>
                  </a:lnTo>
                </a:path>
              </a:pathLst>
            </a:custGeom>
            <a:solidFill>
              <a:srgbClr val="333333"/>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00" name="Freeform 664">
              <a:extLst>
                <a:ext uri="{FF2B5EF4-FFF2-40B4-BE49-F238E27FC236}">
                  <a16:creationId xmlns:a16="http://schemas.microsoft.com/office/drawing/2014/main" id="{C8993F67-A85B-7555-AEB5-7814D139F5D5}"/>
                </a:ext>
              </a:extLst>
            </p:cNvPr>
            <p:cNvSpPr>
              <a:spLocks/>
            </p:cNvSpPr>
            <p:nvPr/>
          </p:nvSpPr>
          <p:spPr bwMode="auto">
            <a:xfrm>
              <a:off x="3881" y="3228"/>
              <a:ext cx="56" cy="34"/>
            </a:xfrm>
            <a:custGeom>
              <a:avLst/>
              <a:gdLst>
                <a:gd name="T0" fmla="*/ 0 w 56"/>
                <a:gd name="T1" fmla="*/ 0 h 34"/>
                <a:gd name="T2" fmla="*/ 0 w 56"/>
                <a:gd name="T3" fmla="*/ 26 h 34"/>
                <a:gd name="T4" fmla="*/ 54 w 56"/>
                <a:gd name="T5" fmla="*/ 33 h 34"/>
                <a:gd name="T6" fmla="*/ 55 w 56"/>
                <a:gd name="T7" fmla="*/ 5 h 34"/>
                <a:gd name="T8" fmla="*/ 0 w 56"/>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 h="34">
                  <a:moveTo>
                    <a:pt x="0" y="0"/>
                  </a:moveTo>
                  <a:lnTo>
                    <a:pt x="0" y="26"/>
                  </a:lnTo>
                  <a:lnTo>
                    <a:pt x="54" y="33"/>
                  </a:lnTo>
                  <a:lnTo>
                    <a:pt x="55" y="5"/>
                  </a:lnTo>
                  <a:lnTo>
                    <a:pt x="0" y="0"/>
                  </a:lnTo>
                </a:path>
              </a:pathLst>
            </a:custGeom>
            <a:solidFill>
              <a:srgbClr val="DADADA"/>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01" name="Freeform 665">
              <a:extLst>
                <a:ext uri="{FF2B5EF4-FFF2-40B4-BE49-F238E27FC236}">
                  <a16:creationId xmlns:a16="http://schemas.microsoft.com/office/drawing/2014/main" id="{406BF191-6550-E6DA-F6C4-A58BB43B86DE}"/>
                </a:ext>
              </a:extLst>
            </p:cNvPr>
            <p:cNvSpPr>
              <a:spLocks/>
            </p:cNvSpPr>
            <p:nvPr/>
          </p:nvSpPr>
          <p:spPr bwMode="auto">
            <a:xfrm>
              <a:off x="3873" y="3261"/>
              <a:ext cx="122" cy="231"/>
            </a:xfrm>
            <a:custGeom>
              <a:avLst/>
              <a:gdLst>
                <a:gd name="T0" fmla="*/ 0 w 122"/>
                <a:gd name="T1" fmla="*/ 0 h 231"/>
                <a:gd name="T2" fmla="*/ 0 w 122"/>
                <a:gd name="T3" fmla="*/ 215 h 231"/>
                <a:gd name="T4" fmla="*/ 121 w 122"/>
                <a:gd name="T5" fmla="*/ 230 h 231"/>
                <a:gd name="T6" fmla="*/ 121 w 122"/>
                <a:gd name="T7" fmla="*/ 16 h 231"/>
                <a:gd name="T8" fmla="*/ 0 w 122"/>
                <a:gd name="T9" fmla="*/ 0 h 2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2" h="231">
                  <a:moveTo>
                    <a:pt x="0" y="0"/>
                  </a:moveTo>
                  <a:lnTo>
                    <a:pt x="0" y="215"/>
                  </a:lnTo>
                  <a:lnTo>
                    <a:pt x="121" y="230"/>
                  </a:lnTo>
                  <a:lnTo>
                    <a:pt x="121" y="16"/>
                  </a:lnTo>
                  <a:lnTo>
                    <a:pt x="0" y="0"/>
                  </a:lnTo>
                </a:path>
              </a:pathLst>
            </a:custGeom>
            <a:solidFill>
              <a:srgbClr val="DADADA"/>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02" name="Freeform 666">
              <a:extLst>
                <a:ext uri="{FF2B5EF4-FFF2-40B4-BE49-F238E27FC236}">
                  <a16:creationId xmlns:a16="http://schemas.microsoft.com/office/drawing/2014/main" id="{D58641BE-E649-F684-4CD9-F5DD20F7515D}"/>
                </a:ext>
              </a:extLst>
            </p:cNvPr>
            <p:cNvSpPr>
              <a:spLocks/>
            </p:cNvSpPr>
            <p:nvPr/>
          </p:nvSpPr>
          <p:spPr bwMode="auto">
            <a:xfrm>
              <a:off x="3991" y="3511"/>
              <a:ext cx="23" cy="17"/>
            </a:xfrm>
            <a:custGeom>
              <a:avLst/>
              <a:gdLst>
                <a:gd name="T0" fmla="*/ 22 w 23"/>
                <a:gd name="T1" fmla="*/ 16 h 17"/>
                <a:gd name="T2" fmla="*/ 0 w 23"/>
                <a:gd name="T3" fmla="*/ 12 h 17"/>
                <a:gd name="T4" fmla="*/ 18 w 23"/>
                <a:gd name="T5" fmla="*/ 0 h 17"/>
                <a:gd name="T6" fmla="*/ 22 w 23"/>
                <a:gd name="T7" fmla="*/ 16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17">
                  <a:moveTo>
                    <a:pt x="22" y="16"/>
                  </a:moveTo>
                  <a:lnTo>
                    <a:pt x="0" y="12"/>
                  </a:lnTo>
                  <a:lnTo>
                    <a:pt x="18" y="0"/>
                  </a:lnTo>
                  <a:lnTo>
                    <a:pt x="22" y="16"/>
                  </a:lnTo>
                </a:path>
              </a:pathLst>
            </a:custGeom>
            <a:solidFill>
              <a:schemeClr val="tx1"/>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03" name="Freeform 667">
              <a:extLst>
                <a:ext uri="{FF2B5EF4-FFF2-40B4-BE49-F238E27FC236}">
                  <a16:creationId xmlns:a16="http://schemas.microsoft.com/office/drawing/2014/main" id="{D41C52F4-E1E6-93B4-1C3A-66B76B823A15}"/>
                </a:ext>
              </a:extLst>
            </p:cNvPr>
            <p:cNvSpPr>
              <a:spLocks/>
            </p:cNvSpPr>
            <p:nvPr/>
          </p:nvSpPr>
          <p:spPr bwMode="auto">
            <a:xfrm>
              <a:off x="3897" y="3146"/>
              <a:ext cx="227" cy="86"/>
            </a:xfrm>
            <a:custGeom>
              <a:avLst/>
              <a:gdLst>
                <a:gd name="T0" fmla="*/ 0 w 227"/>
                <a:gd name="T1" fmla="*/ 67 h 86"/>
                <a:gd name="T2" fmla="*/ 92 w 227"/>
                <a:gd name="T3" fmla="*/ 0 h 86"/>
                <a:gd name="T4" fmla="*/ 226 w 227"/>
                <a:gd name="T5" fmla="*/ 16 h 86"/>
                <a:gd name="T6" fmla="*/ 116 w 227"/>
                <a:gd name="T7" fmla="*/ 85 h 86"/>
                <a:gd name="T8" fmla="*/ 0 w 227"/>
                <a:gd name="T9" fmla="*/ 67 h 8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7" h="86">
                  <a:moveTo>
                    <a:pt x="0" y="67"/>
                  </a:moveTo>
                  <a:lnTo>
                    <a:pt x="92" y="0"/>
                  </a:lnTo>
                  <a:lnTo>
                    <a:pt x="226" y="16"/>
                  </a:lnTo>
                  <a:lnTo>
                    <a:pt x="116" y="85"/>
                  </a:lnTo>
                  <a:lnTo>
                    <a:pt x="0" y="67"/>
                  </a:lnTo>
                </a:path>
              </a:pathLst>
            </a:custGeom>
            <a:solidFill>
              <a:srgbClr val="C6C6C6"/>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04" name="Freeform 668">
              <a:extLst>
                <a:ext uri="{FF2B5EF4-FFF2-40B4-BE49-F238E27FC236}">
                  <a16:creationId xmlns:a16="http://schemas.microsoft.com/office/drawing/2014/main" id="{518AD8A1-0E1D-D40C-E0A2-5550F318C141}"/>
                </a:ext>
              </a:extLst>
            </p:cNvPr>
            <p:cNvSpPr>
              <a:spLocks/>
            </p:cNvSpPr>
            <p:nvPr/>
          </p:nvSpPr>
          <p:spPr bwMode="auto">
            <a:xfrm>
              <a:off x="3993" y="3161"/>
              <a:ext cx="131" cy="363"/>
            </a:xfrm>
            <a:custGeom>
              <a:avLst/>
              <a:gdLst>
                <a:gd name="T0" fmla="*/ 0 w 131"/>
                <a:gd name="T1" fmla="*/ 117 h 363"/>
                <a:gd name="T2" fmla="*/ 21 w 131"/>
                <a:gd name="T3" fmla="*/ 69 h 363"/>
                <a:gd name="T4" fmla="*/ 130 w 131"/>
                <a:gd name="T5" fmla="*/ 0 h 363"/>
                <a:gd name="T6" fmla="*/ 130 w 131"/>
                <a:gd name="T7" fmla="*/ 282 h 363"/>
                <a:gd name="T8" fmla="*/ 20 w 131"/>
                <a:gd name="T9" fmla="*/ 362 h 363"/>
                <a:gd name="T10" fmla="*/ 1 w 131"/>
                <a:gd name="T11" fmla="*/ 331 h 363"/>
                <a:gd name="T12" fmla="*/ 0 w 131"/>
                <a:gd name="T13" fmla="*/ 117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1" h="363">
                  <a:moveTo>
                    <a:pt x="0" y="117"/>
                  </a:moveTo>
                  <a:lnTo>
                    <a:pt x="21" y="69"/>
                  </a:lnTo>
                  <a:lnTo>
                    <a:pt x="130" y="0"/>
                  </a:lnTo>
                  <a:lnTo>
                    <a:pt x="130" y="282"/>
                  </a:lnTo>
                  <a:lnTo>
                    <a:pt x="20" y="362"/>
                  </a:lnTo>
                  <a:lnTo>
                    <a:pt x="1" y="331"/>
                  </a:lnTo>
                  <a:lnTo>
                    <a:pt x="0" y="117"/>
                  </a:lnTo>
                </a:path>
              </a:pathLst>
            </a:custGeom>
            <a:solidFill>
              <a:srgbClr val="919191"/>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05" name="Freeform 669">
              <a:extLst>
                <a:ext uri="{FF2B5EF4-FFF2-40B4-BE49-F238E27FC236}">
                  <a16:creationId xmlns:a16="http://schemas.microsoft.com/office/drawing/2014/main" id="{2B6942D4-BAAF-A31E-0CB9-ED36D4C94C08}"/>
                </a:ext>
              </a:extLst>
            </p:cNvPr>
            <p:cNvSpPr>
              <a:spLocks/>
            </p:cNvSpPr>
            <p:nvPr/>
          </p:nvSpPr>
          <p:spPr bwMode="auto">
            <a:xfrm>
              <a:off x="3991" y="3491"/>
              <a:ext cx="17" cy="29"/>
            </a:xfrm>
            <a:custGeom>
              <a:avLst/>
              <a:gdLst>
                <a:gd name="T0" fmla="*/ 0 w 17"/>
                <a:gd name="T1" fmla="*/ 28 h 29"/>
                <a:gd name="T2" fmla="*/ 1 w 17"/>
                <a:gd name="T3" fmla="*/ 0 h 29"/>
                <a:gd name="T4" fmla="*/ 16 w 17"/>
                <a:gd name="T5" fmla="*/ 20 h 29"/>
                <a:gd name="T6" fmla="*/ 0 w 17"/>
                <a:gd name="T7" fmla="*/ 28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29">
                  <a:moveTo>
                    <a:pt x="0" y="28"/>
                  </a:moveTo>
                  <a:lnTo>
                    <a:pt x="1" y="0"/>
                  </a:lnTo>
                  <a:lnTo>
                    <a:pt x="16" y="20"/>
                  </a:lnTo>
                  <a:lnTo>
                    <a:pt x="0" y="28"/>
                  </a:lnTo>
                </a:path>
              </a:pathLst>
            </a:custGeom>
            <a:solidFill>
              <a:srgbClr val="676767"/>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06" name="Oval 670">
              <a:extLst>
                <a:ext uri="{FF2B5EF4-FFF2-40B4-BE49-F238E27FC236}">
                  <a16:creationId xmlns:a16="http://schemas.microsoft.com/office/drawing/2014/main" id="{AB46B5CB-66F2-E416-37B8-8786D7D5A741}"/>
                </a:ext>
              </a:extLst>
            </p:cNvPr>
            <p:cNvSpPr>
              <a:spLocks noChangeArrowheads="1"/>
            </p:cNvSpPr>
            <p:nvPr/>
          </p:nvSpPr>
          <p:spPr bwMode="auto">
            <a:xfrm>
              <a:off x="3886" y="3314"/>
              <a:ext cx="10" cy="1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107" name="Oval 671">
              <a:extLst>
                <a:ext uri="{FF2B5EF4-FFF2-40B4-BE49-F238E27FC236}">
                  <a16:creationId xmlns:a16="http://schemas.microsoft.com/office/drawing/2014/main" id="{434A9834-C3F8-D52D-6F23-DB6E091A1054}"/>
                </a:ext>
              </a:extLst>
            </p:cNvPr>
            <p:cNvSpPr>
              <a:spLocks noChangeArrowheads="1"/>
            </p:cNvSpPr>
            <p:nvPr/>
          </p:nvSpPr>
          <p:spPr bwMode="auto">
            <a:xfrm>
              <a:off x="3900" y="3316"/>
              <a:ext cx="8" cy="16"/>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108" name="Oval 672">
              <a:extLst>
                <a:ext uri="{FF2B5EF4-FFF2-40B4-BE49-F238E27FC236}">
                  <a16:creationId xmlns:a16="http://schemas.microsoft.com/office/drawing/2014/main" id="{9B87DFD9-2D4D-FD2C-012F-6EA7F23817FA}"/>
                </a:ext>
              </a:extLst>
            </p:cNvPr>
            <p:cNvSpPr>
              <a:spLocks noChangeArrowheads="1"/>
            </p:cNvSpPr>
            <p:nvPr/>
          </p:nvSpPr>
          <p:spPr bwMode="auto">
            <a:xfrm>
              <a:off x="3912" y="3320"/>
              <a:ext cx="9" cy="15"/>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109" name="Freeform 673">
              <a:extLst>
                <a:ext uri="{FF2B5EF4-FFF2-40B4-BE49-F238E27FC236}">
                  <a16:creationId xmlns:a16="http://schemas.microsoft.com/office/drawing/2014/main" id="{1485DA8E-62F3-1D8C-AD12-C645BD2C3DE7}"/>
                </a:ext>
              </a:extLst>
            </p:cNvPr>
            <p:cNvSpPr>
              <a:spLocks/>
            </p:cNvSpPr>
            <p:nvPr/>
          </p:nvSpPr>
          <p:spPr bwMode="auto">
            <a:xfrm>
              <a:off x="3884" y="3214"/>
              <a:ext cx="71" cy="22"/>
            </a:xfrm>
            <a:custGeom>
              <a:avLst/>
              <a:gdLst>
                <a:gd name="T0" fmla="*/ 0 w 71"/>
                <a:gd name="T1" fmla="*/ 13 h 22"/>
                <a:gd name="T2" fmla="*/ 19 w 71"/>
                <a:gd name="T3" fmla="*/ 0 h 22"/>
                <a:gd name="T4" fmla="*/ 70 w 71"/>
                <a:gd name="T5" fmla="*/ 8 h 22"/>
                <a:gd name="T6" fmla="*/ 51 w 71"/>
                <a:gd name="T7" fmla="*/ 21 h 22"/>
                <a:gd name="T8" fmla="*/ 0 w 71"/>
                <a:gd name="T9" fmla="*/ 13 h 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1" h="22">
                  <a:moveTo>
                    <a:pt x="0" y="13"/>
                  </a:moveTo>
                  <a:lnTo>
                    <a:pt x="19" y="0"/>
                  </a:lnTo>
                  <a:lnTo>
                    <a:pt x="70" y="8"/>
                  </a:lnTo>
                  <a:lnTo>
                    <a:pt x="51" y="21"/>
                  </a:lnTo>
                  <a:lnTo>
                    <a:pt x="0" y="13"/>
                  </a:lnTo>
                </a:path>
              </a:pathLst>
            </a:custGeom>
            <a:solidFill>
              <a:srgbClr val="C6C6C6"/>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10" name="Freeform 674">
              <a:extLst>
                <a:ext uri="{FF2B5EF4-FFF2-40B4-BE49-F238E27FC236}">
                  <a16:creationId xmlns:a16="http://schemas.microsoft.com/office/drawing/2014/main" id="{2B853C3F-386A-9115-5A98-D05BCFA70AD5}"/>
                </a:ext>
              </a:extLst>
            </p:cNvPr>
            <p:cNvSpPr>
              <a:spLocks/>
            </p:cNvSpPr>
            <p:nvPr/>
          </p:nvSpPr>
          <p:spPr bwMode="auto">
            <a:xfrm>
              <a:off x="3933" y="3223"/>
              <a:ext cx="21" cy="39"/>
            </a:xfrm>
            <a:custGeom>
              <a:avLst/>
              <a:gdLst>
                <a:gd name="T0" fmla="*/ 20 w 21"/>
                <a:gd name="T1" fmla="*/ 0 h 39"/>
                <a:gd name="T2" fmla="*/ 20 w 21"/>
                <a:gd name="T3" fmla="*/ 26 h 39"/>
                <a:gd name="T4" fmla="*/ 0 w 21"/>
                <a:gd name="T5" fmla="*/ 38 h 39"/>
                <a:gd name="T6" fmla="*/ 1 w 21"/>
                <a:gd name="T7" fmla="*/ 12 h 39"/>
                <a:gd name="T8" fmla="*/ 20 w 21"/>
                <a:gd name="T9" fmla="*/ 0 h 3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39">
                  <a:moveTo>
                    <a:pt x="20" y="0"/>
                  </a:moveTo>
                  <a:lnTo>
                    <a:pt x="20" y="26"/>
                  </a:lnTo>
                  <a:lnTo>
                    <a:pt x="0" y="38"/>
                  </a:lnTo>
                  <a:lnTo>
                    <a:pt x="1" y="12"/>
                  </a:lnTo>
                  <a:lnTo>
                    <a:pt x="20" y="0"/>
                  </a:lnTo>
                </a:path>
              </a:pathLst>
            </a:custGeom>
            <a:solidFill>
              <a:schemeClr val="tx1"/>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11" name="Oval 675">
              <a:extLst>
                <a:ext uri="{FF2B5EF4-FFF2-40B4-BE49-F238E27FC236}">
                  <a16:creationId xmlns:a16="http://schemas.microsoft.com/office/drawing/2014/main" id="{8C02F8B2-FFA8-55A3-70B6-3E945E083675}"/>
                </a:ext>
              </a:extLst>
            </p:cNvPr>
            <p:cNvSpPr>
              <a:spLocks noChangeArrowheads="1"/>
            </p:cNvSpPr>
            <p:nvPr/>
          </p:nvSpPr>
          <p:spPr bwMode="auto">
            <a:xfrm>
              <a:off x="3889" y="3233"/>
              <a:ext cx="8" cy="13"/>
            </a:xfrm>
            <a:prstGeom prst="ellipse">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112" name="Oval 676">
              <a:extLst>
                <a:ext uri="{FF2B5EF4-FFF2-40B4-BE49-F238E27FC236}">
                  <a16:creationId xmlns:a16="http://schemas.microsoft.com/office/drawing/2014/main" id="{9EC4130C-F8CC-BCCA-1247-B5EA7B9F19B4}"/>
                </a:ext>
              </a:extLst>
            </p:cNvPr>
            <p:cNvSpPr>
              <a:spLocks noChangeArrowheads="1"/>
            </p:cNvSpPr>
            <p:nvPr/>
          </p:nvSpPr>
          <p:spPr bwMode="auto">
            <a:xfrm>
              <a:off x="3904" y="3236"/>
              <a:ext cx="8" cy="13"/>
            </a:xfrm>
            <a:prstGeom prst="ellipse">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113" name="Oval 677">
              <a:extLst>
                <a:ext uri="{FF2B5EF4-FFF2-40B4-BE49-F238E27FC236}">
                  <a16:creationId xmlns:a16="http://schemas.microsoft.com/office/drawing/2014/main" id="{D9581226-D220-F7D6-1F69-892AC04AEFBA}"/>
                </a:ext>
              </a:extLst>
            </p:cNvPr>
            <p:cNvSpPr>
              <a:spLocks noChangeArrowheads="1"/>
            </p:cNvSpPr>
            <p:nvPr/>
          </p:nvSpPr>
          <p:spPr bwMode="auto">
            <a:xfrm>
              <a:off x="3921" y="3238"/>
              <a:ext cx="7" cy="15"/>
            </a:xfrm>
            <a:prstGeom prst="ellipse">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114" name="Freeform 678">
              <a:extLst>
                <a:ext uri="{FF2B5EF4-FFF2-40B4-BE49-F238E27FC236}">
                  <a16:creationId xmlns:a16="http://schemas.microsoft.com/office/drawing/2014/main" id="{CB6C7CEA-01F0-9A4C-08E5-FD15D7EF3E65}"/>
                </a:ext>
              </a:extLst>
            </p:cNvPr>
            <p:cNvSpPr>
              <a:spLocks/>
            </p:cNvSpPr>
            <p:nvPr/>
          </p:nvSpPr>
          <p:spPr bwMode="auto">
            <a:xfrm>
              <a:off x="3877" y="3477"/>
              <a:ext cx="56" cy="36"/>
            </a:xfrm>
            <a:custGeom>
              <a:avLst/>
              <a:gdLst>
                <a:gd name="T0" fmla="*/ 0 w 56"/>
                <a:gd name="T1" fmla="*/ 0 h 36"/>
                <a:gd name="T2" fmla="*/ 0 w 56"/>
                <a:gd name="T3" fmla="*/ 27 h 36"/>
                <a:gd name="T4" fmla="*/ 54 w 56"/>
                <a:gd name="T5" fmla="*/ 35 h 36"/>
                <a:gd name="T6" fmla="*/ 55 w 56"/>
                <a:gd name="T7" fmla="*/ 7 h 36"/>
                <a:gd name="T8" fmla="*/ 0 w 56"/>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 h="36">
                  <a:moveTo>
                    <a:pt x="0" y="0"/>
                  </a:moveTo>
                  <a:lnTo>
                    <a:pt x="0" y="27"/>
                  </a:lnTo>
                  <a:lnTo>
                    <a:pt x="54" y="35"/>
                  </a:lnTo>
                  <a:lnTo>
                    <a:pt x="55" y="7"/>
                  </a:lnTo>
                  <a:lnTo>
                    <a:pt x="0" y="0"/>
                  </a:lnTo>
                </a:path>
              </a:pathLst>
            </a:custGeom>
            <a:solidFill>
              <a:srgbClr val="C6C6C6"/>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15" name="Oval 679">
              <a:extLst>
                <a:ext uri="{FF2B5EF4-FFF2-40B4-BE49-F238E27FC236}">
                  <a16:creationId xmlns:a16="http://schemas.microsoft.com/office/drawing/2014/main" id="{82CECA07-46D5-31E0-9D4B-DB8F49AB8E4F}"/>
                </a:ext>
              </a:extLst>
            </p:cNvPr>
            <p:cNvSpPr>
              <a:spLocks noChangeArrowheads="1"/>
            </p:cNvSpPr>
            <p:nvPr/>
          </p:nvSpPr>
          <p:spPr bwMode="auto">
            <a:xfrm>
              <a:off x="3884" y="3488"/>
              <a:ext cx="11" cy="13"/>
            </a:xfrm>
            <a:prstGeom prst="ellipse">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116" name="Oval 680">
              <a:extLst>
                <a:ext uri="{FF2B5EF4-FFF2-40B4-BE49-F238E27FC236}">
                  <a16:creationId xmlns:a16="http://schemas.microsoft.com/office/drawing/2014/main" id="{8DC303C6-FADE-1ED6-5BDC-9136A8D1EE6D}"/>
                </a:ext>
              </a:extLst>
            </p:cNvPr>
            <p:cNvSpPr>
              <a:spLocks noChangeArrowheads="1"/>
            </p:cNvSpPr>
            <p:nvPr/>
          </p:nvSpPr>
          <p:spPr bwMode="auto">
            <a:xfrm>
              <a:off x="3901" y="3491"/>
              <a:ext cx="8" cy="11"/>
            </a:xfrm>
            <a:prstGeom prst="ellipse">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117" name="Oval 681">
              <a:extLst>
                <a:ext uri="{FF2B5EF4-FFF2-40B4-BE49-F238E27FC236}">
                  <a16:creationId xmlns:a16="http://schemas.microsoft.com/office/drawing/2014/main" id="{EBD9B5F7-7CF6-46D0-0C0E-7A159A456BAF}"/>
                </a:ext>
              </a:extLst>
            </p:cNvPr>
            <p:cNvSpPr>
              <a:spLocks noChangeArrowheads="1"/>
            </p:cNvSpPr>
            <p:nvPr/>
          </p:nvSpPr>
          <p:spPr bwMode="auto">
            <a:xfrm>
              <a:off x="3917" y="3491"/>
              <a:ext cx="10" cy="12"/>
            </a:xfrm>
            <a:prstGeom prst="ellipse">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118" name="Freeform 682">
              <a:extLst>
                <a:ext uri="{FF2B5EF4-FFF2-40B4-BE49-F238E27FC236}">
                  <a16:creationId xmlns:a16="http://schemas.microsoft.com/office/drawing/2014/main" id="{62134F9D-CC9E-CC0D-D8C1-D3050612464E}"/>
                </a:ext>
              </a:extLst>
            </p:cNvPr>
            <p:cNvSpPr>
              <a:spLocks/>
            </p:cNvSpPr>
            <p:nvPr/>
          </p:nvSpPr>
          <p:spPr bwMode="auto">
            <a:xfrm>
              <a:off x="3935" y="3485"/>
              <a:ext cx="57" cy="37"/>
            </a:xfrm>
            <a:custGeom>
              <a:avLst/>
              <a:gdLst>
                <a:gd name="T0" fmla="*/ 0 w 57"/>
                <a:gd name="T1" fmla="*/ 0 h 37"/>
                <a:gd name="T2" fmla="*/ 0 w 57"/>
                <a:gd name="T3" fmla="*/ 28 h 37"/>
                <a:gd name="T4" fmla="*/ 56 w 57"/>
                <a:gd name="T5" fmla="*/ 36 h 37"/>
                <a:gd name="T6" fmla="*/ 56 w 57"/>
                <a:gd name="T7" fmla="*/ 6 h 37"/>
                <a:gd name="T8" fmla="*/ 0 w 57"/>
                <a:gd name="T9" fmla="*/ 0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 h="37">
                  <a:moveTo>
                    <a:pt x="0" y="0"/>
                  </a:moveTo>
                  <a:lnTo>
                    <a:pt x="0" y="28"/>
                  </a:lnTo>
                  <a:lnTo>
                    <a:pt x="56" y="36"/>
                  </a:lnTo>
                  <a:lnTo>
                    <a:pt x="56" y="6"/>
                  </a:lnTo>
                  <a:lnTo>
                    <a:pt x="0" y="0"/>
                  </a:lnTo>
                </a:path>
              </a:pathLst>
            </a:custGeom>
            <a:solidFill>
              <a:srgbClr val="C6C6C6"/>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19" name="Oval 683">
              <a:extLst>
                <a:ext uri="{FF2B5EF4-FFF2-40B4-BE49-F238E27FC236}">
                  <a16:creationId xmlns:a16="http://schemas.microsoft.com/office/drawing/2014/main" id="{018C9218-93EE-53D3-016A-797CAE81D61E}"/>
                </a:ext>
              </a:extLst>
            </p:cNvPr>
            <p:cNvSpPr>
              <a:spLocks noChangeArrowheads="1"/>
            </p:cNvSpPr>
            <p:nvPr/>
          </p:nvSpPr>
          <p:spPr bwMode="auto">
            <a:xfrm>
              <a:off x="3942" y="3496"/>
              <a:ext cx="9" cy="12"/>
            </a:xfrm>
            <a:prstGeom prst="ellipse">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120" name="Oval 684">
              <a:extLst>
                <a:ext uri="{FF2B5EF4-FFF2-40B4-BE49-F238E27FC236}">
                  <a16:creationId xmlns:a16="http://schemas.microsoft.com/office/drawing/2014/main" id="{5531CE0D-5438-483C-D0BD-43355BDD377B}"/>
                </a:ext>
              </a:extLst>
            </p:cNvPr>
            <p:cNvSpPr>
              <a:spLocks noChangeArrowheads="1"/>
            </p:cNvSpPr>
            <p:nvPr/>
          </p:nvSpPr>
          <p:spPr bwMode="auto">
            <a:xfrm>
              <a:off x="3958" y="3497"/>
              <a:ext cx="9" cy="14"/>
            </a:xfrm>
            <a:prstGeom prst="ellipse">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sp>
          <p:nvSpPr>
            <p:cNvPr id="43121" name="Oval 685">
              <a:extLst>
                <a:ext uri="{FF2B5EF4-FFF2-40B4-BE49-F238E27FC236}">
                  <a16:creationId xmlns:a16="http://schemas.microsoft.com/office/drawing/2014/main" id="{ECDD76A5-D6A8-C461-E8CC-65A162F6C12C}"/>
                </a:ext>
              </a:extLst>
            </p:cNvPr>
            <p:cNvSpPr>
              <a:spLocks noChangeArrowheads="1"/>
            </p:cNvSpPr>
            <p:nvPr/>
          </p:nvSpPr>
          <p:spPr bwMode="auto">
            <a:xfrm>
              <a:off x="3975" y="3501"/>
              <a:ext cx="9" cy="11"/>
            </a:xfrm>
            <a:prstGeom prst="ellipse">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grpSp>
        <p:nvGrpSpPr>
          <p:cNvPr id="43059" name="Group 690">
            <a:extLst>
              <a:ext uri="{FF2B5EF4-FFF2-40B4-BE49-F238E27FC236}">
                <a16:creationId xmlns:a16="http://schemas.microsoft.com/office/drawing/2014/main" id="{6C3F7475-ACA7-F18B-F6E6-20FB7B198147}"/>
              </a:ext>
            </a:extLst>
          </p:cNvPr>
          <p:cNvGrpSpPr>
            <a:grpSpLocks/>
          </p:cNvGrpSpPr>
          <p:nvPr/>
        </p:nvGrpSpPr>
        <p:grpSpPr bwMode="auto">
          <a:xfrm>
            <a:off x="5267325" y="2112963"/>
            <a:ext cx="1530350" cy="1123950"/>
            <a:chOff x="3558" y="1427"/>
            <a:chExt cx="964" cy="708"/>
          </a:xfrm>
        </p:grpSpPr>
        <p:graphicFrame>
          <p:nvGraphicFramePr>
            <p:cNvPr id="43093" name="Object 687">
              <a:hlinkClick r:id="" action="ppaction://ole?verb=0"/>
              <a:extLst>
                <a:ext uri="{FF2B5EF4-FFF2-40B4-BE49-F238E27FC236}">
                  <a16:creationId xmlns:a16="http://schemas.microsoft.com/office/drawing/2014/main" id="{D8E7BC1B-8510-BDEC-9C71-A8133889D7FE}"/>
                </a:ext>
              </a:extLst>
            </p:cNvPr>
            <p:cNvGraphicFramePr>
              <a:graphicFrameLocks/>
            </p:cNvGraphicFramePr>
            <p:nvPr/>
          </p:nvGraphicFramePr>
          <p:xfrm>
            <a:off x="3558" y="1427"/>
            <a:ext cx="964" cy="708"/>
          </p:xfrm>
          <a:graphic>
            <a:graphicData uri="http://schemas.openxmlformats.org/presentationml/2006/ole">
              <mc:AlternateContent xmlns:mc="http://schemas.openxmlformats.org/markup-compatibility/2006">
                <mc:Choice xmlns:v="urn:schemas-microsoft-com:vml" Requires="v">
                  <p:oleObj spid="_x0000_s1043" name="Clip" r:id="rId3" imgW="1530350" imgH="1123950" progId="MS_ClipArt_Gallery.2">
                    <p:embed/>
                  </p:oleObj>
                </mc:Choice>
                <mc:Fallback>
                  <p:oleObj name="Clip" r:id="rId3" imgW="1530350" imgH="1123950" progId="MS_ClipArt_Gallery.2">
                    <p:embed/>
                    <p:pic>
                      <p:nvPicPr>
                        <p:cNvPr id="43093" name="Object 687">
                          <a:hlinkClick r:id="" action="ppaction://ole?verb=0"/>
                          <a:extLst>
                            <a:ext uri="{FF2B5EF4-FFF2-40B4-BE49-F238E27FC236}">
                              <a16:creationId xmlns:a16="http://schemas.microsoft.com/office/drawing/2014/main" id="{D8E7BC1B-8510-BDEC-9C71-A8133889D7FE}"/>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8" y="1427"/>
                          <a:ext cx="964" cy="7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3094" name="Rectangle 688">
              <a:extLst>
                <a:ext uri="{FF2B5EF4-FFF2-40B4-BE49-F238E27FC236}">
                  <a16:creationId xmlns:a16="http://schemas.microsoft.com/office/drawing/2014/main" id="{BA7DBD52-3B0D-E827-9E10-EDDCBDBE1BEF}"/>
                </a:ext>
              </a:extLst>
            </p:cNvPr>
            <p:cNvSpPr>
              <a:spLocks noChangeArrowheads="1"/>
            </p:cNvSpPr>
            <p:nvPr/>
          </p:nvSpPr>
          <p:spPr bwMode="auto">
            <a:xfrm>
              <a:off x="3829" y="1548"/>
              <a:ext cx="420"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ctr">
                <a:spcBef>
                  <a:spcPct val="0"/>
                </a:spcBef>
              </a:pPr>
              <a:r>
                <a:rPr kumimoji="1" lang="en-US" altLang="zh-CN" sz="1000" b="1"/>
                <a:t>PC/VME</a:t>
              </a:r>
            </a:p>
          </p:txBody>
        </p:sp>
        <p:sp>
          <p:nvSpPr>
            <p:cNvPr id="43095" name="Rectangle 689">
              <a:extLst>
                <a:ext uri="{FF2B5EF4-FFF2-40B4-BE49-F238E27FC236}">
                  <a16:creationId xmlns:a16="http://schemas.microsoft.com/office/drawing/2014/main" id="{BCD40BC4-7C01-504D-DD89-1CA7D307816D}"/>
                </a:ext>
              </a:extLst>
            </p:cNvPr>
            <p:cNvSpPr>
              <a:spLocks noChangeArrowheads="1"/>
            </p:cNvSpPr>
            <p:nvPr/>
          </p:nvSpPr>
          <p:spPr bwMode="auto">
            <a:xfrm>
              <a:off x="4201" y="1969"/>
              <a:ext cx="33" cy="1"/>
            </a:xfrm>
            <a:prstGeom prst="rect">
              <a:avLst/>
            </a:prstGeom>
            <a:solidFill>
              <a:srgbClr val="0080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grpSp>
        <p:nvGrpSpPr>
          <p:cNvPr id="43060" name="Group 695">
            <a:extLst>
              <a:ext uri="{FF2B5EF4-FFF2-40B4-BE49-F238E27FC236}">
                <a16:creationId xmlns:a16="http://schemas.microsoft.com/office/drawing/2014/main" id="{906FCC81-0BC2-E128-72AB-0809C226040A}"/>
              </a:ext>
            </a:extLst>
          </p:cNvPr>
          <p:cNvGrpSpPr>
            <a:grpSpLocks/>
          </p:cNvGrpSpPr>
          <p:nvPr/>
        </p:nvGrpSpPr>
        <p:grpSpPr bwMode="auto">
          <a:xfrm>
            <a:off x="1401763" y="3787775"/>
            <a:ext cx="1441450" cy="955675"/>
            <a:chOff x="1123" y="2482"/>
            <a:chExt cx="908" cy="602"/>
          </a:xfrm>
        </p:grpSpPr>
        <p:grpSp>
          <p:nvGrpSpPr>
            <p:cNvPr id="43089" name="Group 693">
              <a:extLst>
                <a:ext uri="{FF2B5EF4-FFF2-40B4-BE49-F238E27FC236}">
                  <a16:creationId xmlns:a16="http://schemas.microsoft.com/office/drawing/2014/main" id="{F285D141-EF71-63CB-4AFF-CFDAABBFFCE7}"/>
                </a:ext>
              </a:extLst>
            </p:cNvPr>
            <p:cNvGrpSpPr>
              <a:grpSpLocks/>
            </p:cNvGrpSpPr>
            <p:nvPr/>
          </p:nvGrpSpPr>
          <p:grpSpPr bwMode="auto">
            <a:xfrm>
              <a:off x="1123" y="2482"/>
              <a:ext cx="908" cy="602"/>
              <a:chOff x="1123" y="2482"/>
              <a:chExt cx="908" cy="602"/>
            </a:xfrm>
          </p:grpSpPr>
          <p:graphicFrame>
            <p:nvGraphicFramePr>
              <p:cNvPr id="43091" name="Object 691">
                <a:hlinkClick r:id="" action="ppaction://ole?verb=0"/>
                <a:extLst>
                  <a:ext uri="{FF2B5EF4-FFF2-40B4-BE49-F238E27FC236}">
                    <a16:creationId xmlns:a16="http://schemas.microsoft.com/office/drawing/2014/main" id="{057A802B-7DA4-C173-855A-E08C9552ED8C}"/>
                  </a:ext>
                </a:extLst>
              </p:cNvPr>
              <p:cNvGraphicFramePr>
                <a:graphicFrameLocks/>
              </p:cNvGraphicFramePr>
              <p:nvPr/>
            </p:nvGraphicFramePr>
            <p:xfrm>
              <a:off x="1123" y="2482"/>
              <a:ext cx="908" cy="602"/>
            </p:xfrm>
            <a:graphic>
              <a:graphicData uri="http://schemas.openxmlformats.org/presentationml/2006/ole">
                <mc:AlternateContent xmlns:mc="http://schemas.openxmlformats.org/markup-compatibility/2006">
                  <mc:Choice xmlns:v="urn:schemas-microsoft-com:vml" Requires="v">
                    <p:oleObj spid="_x0000_s1044" name="Clip" r:id="rId5" imgW="1441450" imgH="955675" progId="MS_ClipArt_Gallery.2">
                      <p:embed/>
                    </p:oleObj>
                  </mc:Choice>
                  <mc:Fallback>
                    <p:oleObj name="Clip" r:id="rId5" imgW="1441450" imgH="955675" progId="MS_ClipArt_Gallery.2">
                      <p:embed/>
                      <p:pic>
                        <p:nvPicPr>
                          <p:cNvPr id="43091" name="Object 691">
                            <a:hlinkClick r:id="" action="ppaction://ole?verb=0"/>
                            <a:extLst>
                              <a:ext uri="{FF2B5EF4-FFF2-40B4-BE49-F238E27FC236}">
                                <a16:creationId xmlns:a16="http://schemas.microsoft.com/office/drawing/2014/main" id="{057A802B-7DA4-C173-855A-E08C9552ED8C}"/>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23" y="2482"/>
                            <a:ext cx="908" cy="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3092" name="AutoShape 692">
                <a:extLst>
                  <a:ext uri="{FF2B5EF4-FFF2-40B4-BE49-F238E27FC236}">
                    <a16:creationId xmlns:a16="http://schemas.microsoft.com/office/drawing/2014/main" id="{90CDBE9A-2CD9-29F8-E37D-C8B0E8788148}"/>
                  </a:ext>
                </a:extLst>
              </p:cNvPr>
              <p:cNvSpPr>
                <a:spLocks noChangeArrowheads="1"/>
              </p:cNvSpPr>
              <p:nvPr/>
            </p:nvSpPr>
            <p:spPr bwMode="auto">
              <a:xfrm>
                <a:off x="1412" y="2537"/>
                <a:ext cx="350" cy="191"/>
              </a:xfrm>
              <a:prstGeom prst="roundRect">
                <a:avLst>
                  <a:gd name="adj" fmla="val 12125"/>
                </a:avLst>
              </a:prstGeom>
              <a:solidFill>
                <a:srgbClr val="C1CEFF"/>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sp>
          <p:nvSpPr>
            <p:cNvPr id="43090" name="Rectangle 694">
              <a:extLst>
                <a:ext uri="{FF2B5EF4-FFF2-40B4-BE49-F238E27FC236}">
                  <a16:creationId xmlns:a16="http://schemas.microsoft.com/office/drawing/2014/main" id="{C4094ED1-B8AA-861E-166A-9E2B2283AC89}"/>
                </a:ext>
              </a:extLst>
            </p:cNvPr>
            <p:cNvSpPr>
              <a:spLocks noChangeArrowheads="1"/>
            </p:cNvSpPr>
            <p:nvPr/>
          </p:nvSpPr>
          <p:spPr bwMode="auto">
            <a:xfrm>
              <a:off x="1320" y="2553"/>
              <a:ext cx="513"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ctr">
                <a:spcBef>
                  <a:spcPct val="0"/>
                </a:spcBef>
              </a:pPr>
              <a:r>
                <a:rPr kumimoji="1" lang="en-US" altLang="zh-CN" sz="1000" b="1"/>
                <a:t>VME/PC</a:t>
              </a:r>
            </a:p>
          </p:txBody>
        </p:sp>
      </p:grpSp>
      <p:grpSp>
        <p:nvGrpSpPr>
          <p:cNvPr id="43061" name="Group 698">
            <a:extLst>
              <a:ext uri="{FF2B5EF4-FFF2-40B4-BE49-F238E27FC236}">
                <a16:creationId xmlns:a16="http://schemas.microsoft.com/office/drawing/2014/main" id="{7B8F3D18-A445-1660-4DA9-B2FCC52A5B32}"/>
              </a:ext>
            </a:extLst>
          </p:cNvPr>
          <p:cNvGrpSpPr>
            <a:grpSpLocks/>
          </p:cNvGrpSpPr>
          <p:nvPr/>
        </p:nvGrpSpPr>
        <p:grpSpPr bwMode="auto">
          <a:xfrm>
            <a:off x="3138488" y="3905250"/>
            <a:ext cx="1270000" cy="720725"/>
            <a:chOff x="2217" y="2556"/>
            <a:chExt cx="800" cy="454"/>
          </a:xfrm>
        </p:grpSpPr>
        <p:graphicFrame>
          <p:nvGraphicFramePr>
            <p:cNvPr id="43087" name="Object 696">
              <a:hlinkClick r:id="" action="ppaction://ole?verb=0"/>
              <a:extLst>
                <a:ext uri="{FF2B5EF4-FFF2-40B4-BE49-F238E27FC236}">
                  <a16:creationId xmlns:a16="http://schemas.microsoft.com/office/drawing/2014/main" id="{28267E32-E4C3-D1C1-8077-403C0DC3A7A8}"/>
                </a:ext>
              </a:extLst>
            </p:cNvPr>
            <p:cNvGraphicFramePr>
              <a:graphicFrameLocks/>
            </p:cNvGraphicFramePr>
            <p:nvPr/>
          </p:nvGraphicFramePr>
          <p:xfrm>
            <a:off x="2217" y="2556"/>
            <a:ext cx="800" cy="454"/>
          </p:xfrm>
          <a:graphic>
            <a:graphicData uri="http://schemas.openxmlformats.org/presentationml/2006/ole">
              <mc:AlternateContent xmlns:mc="http://schemas.openxmlformats.org/markup-compatibility/2006">
                <mc:Choice xmlns:v="urn:schemas-microsoft-com:vml" Requires="v">
                  <p:oleObj spid="_x0000_s1045" name="Clip" r:id="rId7" imgW="1270000" imgH="720725" progId="MS_ClipArt_Gallery.2">
                    <p:embed/>
                  </p:oleObj>
                </mc:Choice>
                <mc:Fallback>
                  <p:oleObj name="Clip" r:id="rId7" imgW="1270000" imgH="720725" progId="MS_ClipArt_Gallery.2">
                    <p:embed/>
                    <p:pic>
                      <p:nvPicPr>
                        <p:cNvPr id="43087" name="Object 696">
                          <a:hlinkClick r:id="" action="ppaction://ole?verb=0"/>
                          <a:extLst>
                            <a:ext uri="{FF2B5EF4-FFF2-40B4-BE49-F238E27FC236}">
                              <a16:creationId xmlns:a16="http://schemas.microsoft.com/office/drawing/2014/main" id="{28267E32-E4C3-D1C1-8077-403C0DC3A7A8}"/>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17" y="2556"/>
                          <a:ext cx="800" cy="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3088" name="Rectangle 697">
              <a:extLst>
                <a:ext uri="{FF2B5EF4-FFF2-40B4-BE49-F238E27FC236}">
                  <a16:creationId xmlns:a16="http://schemas.microsoft.com/office/drawing/2014/main" id="{A02E7A64-970E-58D7-37BD-02DEA8322A66}"/>
                </a:ext>
              </a:extLst>
            </p:cNvPr>
            <p:cNvSpPr>
              <a:spLocks noChangeArrowheads="1"/>
            </p:cNvSpPr>
            <p:nvPr/>
          </p:nvSpPr>
          <p:spPr bwMode="auto">
            <a:xfrm>
              <a:off x="2387" y="2622"/>
              <a:ext cx="369"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ctr">
                <a:spcBef>
                  <a:spcPct val="0"/>
                </a:spcBef>
              </a:pPr>
              <a:r>
                <a:rPr kumimoji="1" lang="en-US" altLang="zh-CN" sz="1600" b="1">
                  <a:solidFill>
                    <a:schemeClr val="bg1"/>
                  </a:solidFill>
                </a:rPr>
                <a:t>PLC</a:t>
              </a:r>
            </a:p>
          </p:txBody>
        </p:sp>
      </p:grpSp>
      <p:grpSp>
        <p:nvGrpSpPr>
          <p:cNvPr id="43062" name="Group 723">
            <a:extLst>
              <a:ext uri="{FF2B5EF4-FFF2-40B4-BE49-F238E27FC236}">
                <a16:creationId xmlns:a16="http://schemas.microsoft.com/office/drawing/2014/main" id="{CC469579-FB20-D2AF-7365-07053E6B27D8}"/>
              </a:ext>
            </a:extLst>
          </p:cNvPr>
          <p:cNvGrpSpPr>
            <a:grpSpLocks/>
          </p:cNvGrpSpPr>
          <p:nvPr/>
        </p:nvGrpSpPr>
        <p:grpSpPr bwMode="auto">
          <a:xfrm>
            <a:off x="5040313" y="3922713"/>
            <a:ext cx="1085850" cy="674687"/>
            <a:chOff x="3415" y="2567"/>
            <a:chExt cx="684" cy="425"/>
          </a:xfrm>
        </p:grpSpPr>
        <p:grpSp>
          <p:nvGrpSpPr>
            <p:cNvPr id="43063" name="Group 702">
              <a:extLst>
                <a:ext uri="{FF2B5EF4-FFF2-40B4-BE49-F238E27FC236}">
                  <a16:creationId xmlns:a16="http://schemas.microsoft.com/office/drawing/2014/main" id="{435A6757-0982-508A-E873-1A6B33F6169D}"/>
                </a:ext>
              </a:extLst>
            </p:cNvPr>
            <p:cNvGrpSpPr>
              <a:grpSpLocks/>
            </p:cNvGrpSpPr>
            <p:nvPr/>
          </p:nvGrpSpPr>
          <p:grpSpPr bwMode="auto">
            <a:xfrm>
              <a:off x="3415" y="2567"/>
              <a:ext cx="684" cy="46"/>
              <a:chOff x="3415" y="2567"/>
              <a:chExt cx="684" cy="46"/>
            </a:xfrm>
          </p:grpSpPr>
          <p:sp>
            <p:nvSpPr>
              <p:cNvPr id="43084" name="Freeform 699">
                <a:extLst>
                  <a:ext uri="{FF2B5EF4-FFF2-40B4-BE49-F238E27FC236}">
                    <a16:creationId xmlns:a16="http://schemas.microsoft.com/office/drawing/2014/main" id="{04C3AB4E-9DE3-D997-8A27-B7712B50095F}"/>
                  </a:ext>
                </a:extLst>
              </p:cNvPr>
              <p:cNvSpPr>
                <a:spLocks/>
              </p:cNvSpPr>
              <p:nvPr/>
            </p:nvSpPr>
            <p:spPr bwMode="auto">
              <a:xfrm>
                <a:off x="3415" y="2567"/>
                <a:ext cx="684" cy="43"/>
              </a:xfrm>
              <a:custGeom>
                <a:avLst/>
                <a:gdLst>
                  <a:gd name="T0" fmla="*/ 0 w 684"/>
                  <a:gd name="T1" fmla="*/ 42 h 43"/>
                  <a:gd name="T2" fmla="*/ 683 w 684"/>
                  <a:gd name="T3" fmla="*/ 42 h 43"/>
                  <a:gd name="T4" fmla="*/ 607 w 684"/>
                  <a:gd name="T5" fmla="*/ 0 h 43"/>
                  <a:gd name="T6" fmla="*/ 76 w 684"/>
                  <a:gd name="T7" fmla="*/ 0 h 43"/>
                  <a:gd name="T8" fmla="*/ 0 w 684"/>
                  <a:gd name="T9" fmla="*/ 42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4" h="43">
                    <a:moveTo>
                      <a:pt x="0" y="42"/>
                    </a:moveTo>
                    <a:lnTo>
                      <a:pt x="683" y="42"/>
                    </a:lnTo>
                    <a:lnTo>
                      <a:pt x="607" y="0"/>
                    </a:lnTo>
                    <a:lnTo>
                      <a:pt x="76" y="0"/>
                    </a:lnTo>
                    <a:lnTo>
                      <a:pt x="0" y="42"/>
                    </a:lnTo>
                  </a:path>
                </a:pathLst>
              </a:custGeom>
              <a:solidFill>
                <a:srgbClr val="919191"/>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85" name="Line 700">
                <a:extLst>
                  <a:ext uri="{FF2B5EF4-FFF2-40B4-BE49-F238E27FC236}">
                    <a16:creationId xmlns:a16="http://schemas.microsoft.com/office/drawing/2014/main" id="{079F6B4B-8678-1083-CA7A-6935F256DF6E}"/>
                  </a:ext>
                </a:extLst>
              </p:cNvPr>
              <p:cNvSpPr>
                <a:spLocks noChangeShapeType="1"/>
              </p:cNvSpPr>
              <p:nvPr/>
            </p:nvSpPr>
            <p:spPr bwMode="auto">
              <a:xfrm>
                <a:off x="3438" y="2599"/>
                <a:ext cx="638" cy="0"/>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86" name="Line 701">
                <a:extLst>
                  <a:ext uri="{FF2B5EF4-FFF2-40B4-BE49-F238E27FC236}">
                    <a16:creationId xmlns:a16="http://schemas.microsoft.com/office/drawing/2014/main" id="{8F95CC74-A2BF-9DB4-C43B-D76F754F7B07}"/>
                  </a:ext>
                </a:extLst>
              </p:cNvPr>
              <p:cNvSpPr>
                <a:spLocks noChangeShapeType="1"/>
              </p:cNvSpPr>
              <p:nvPr/>
            </p:nvSpPr>
            <p:spPr bwMode="auto">
              <a:xfrm flipH="1" flipV="1">
                <a:off x="3893" y="2596"/>
                <a:ext cx="9" cy="17"/>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3064" name="Freeform 703">
              <a:extLst>
                <a:ext uri="{FF2B5EF4-FFF2-40B4-BE49-F238E27FC236}">
                  <a16:creationId xmlns:a16="http://schemas.microsoft.com/office/drawing/2014/main" id="{64499772-58F2-A440-EE72-D453EDC5FBC0}"/>
                </a:ext>
              </a:extLst>
            </p:cNvPr>
            <p:cNvSpPr>
              <a:spLocks/>
            </p:cNvSpPr>
            <p:nvPr/>
          </p:nvSpPr>
          <p:spPr bwMode="auto">
            <a:xfrm>
              <a:off x="3415" y="2609"/>
              <a:ext cx="679" cy="383"/>
            </a:xfrm>
            <a:custGeom>
              <a:avLst/>
              <a:gdLst>
                <a:gd name="T0" fmla="*/ 0 w 679"/>
                <a:gd name="T1" fmla="*/ 0 h 383"/>
                <a:gd name="T2" fmla="*/ 678 w 679"/>
                <a:gd name="T3" fmla="*/ 0 h 383"/>
                <a:gd name="T4" fmla="*/ 678 w 679"/>
                <a:gd name="T5" fmla="*/ 382 h 383"/>
                <a:gd name="T6" fmla="*/ 0 w 679"/>
                <a:gd name="T7" fmla="*/ 382 h 383"/>
                <a:gd name="T8" fmla="*/ 0 w 679"/>
                <a:gd name="T9" fmla="*/ 0 h 38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79" h="383">
                  <a:moveTo>
                    <a:pt x="0" y="0"/>
                  </a:moveTo>
                  <a:lnTo>
                    <a:pt x="678" y="0"/>
                  </a:lnTo>
                  <a:lnTo>
                    <a:pt x="678" y="382"/>
                  </a:lnTo>
                  <a:lnTo>
                    <a:pt x="0" y="382"/>
                  </a:lnTo>
                  <a:lnTo>
                    <a:pt x="0" y="0"/>
                  </a:lnTo>
                </a:path>
              </a:pathLst>
            </a:custGeom>
            <a:solidFill>
              <a:srgbClr val="CECECE"/>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65" name="Freeform 704">
              <a:extLst>
                <a:ext uri="{FF2B5EF4-FFF2-40B4-BE49-F238E27FC236}">
                  <a16:creationId xmlns:a16="http://schemas.microsoft.com/office/drawing/2014/main" id="{3B86A35A-63BA-FB56-504C-32B1909589D3}"/>
                </a:ext>
              </a:extLst>
            </p:cNvPr>
            <p:cNvSpPr>
              <a:spLocks/>
            </p:cNvSpPr>
            <p:nvPr/>
          </p:nvSpPr>
          <p:spPr bwMode="auto">
            <a:xfrm>
              <a:off x="3474" y="2642"/>
              <a:ext cx="527" cy="274"/>
            </a:xfrm>
            <a:custGeom>
              <a:avLst/>
              <a:gdLst>
                <a:gd name="T0" fmla="*/ 0 w 527"/>
                <a:gd name="T1" fmla="*/ 0 h 274"/>
                <a:gd name="T2" fmla="*/ 0 w 527"/>
                <a:gd name="T3" fmla="*/ 273 h 274"/>
                <a:gd name="T4" fmla="*/ 526 w 527"/>
                <a:gd name="T5" fmla="*/ 273 h 274"/>
                <a:gd name="T6" fmla="*/ 526 w 527"/>
                <a:gd name="T7" fmla="*/ 0 h 274"/>
                <a:gd name="T8" fmla="*/ 0 w 527"/>
                <a:gd name="T9" fmla="*/ 0 h 2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7" h="274">
                  <a:moveTo>
                    <a:pt x="0" y="0"/>
                  </a:moveTo>
                  <a:lnTo>
                    <a:pt x="0" y="273"/>
                  </a:lnTo>
                  <a:lnTo>
                    <a:pt x="526" y="273"/>
                  </a:lnTo>
                  <a:lnTo>
                    <a:pt x="526" y="0"/>
                  </a:lnTo>
                  <a:lnTo>
                    <a:pt x="0" y="0"/>
                  </a:lnTo>
                </a:path>
              </a:pathLst>
            </a:custGeom>
            <a:solidFill>
              <a:srgbClr val="C0C0C0"/>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66" name="Freeform 705">
              <a:extLst>
                <a:ext uri="{FF2B5EF4-FFF2-40B4-BE49-F238E27FC236}">
                  <a16:creationId xmlns:a16="http://schemas.microsoft.com/office/drawing/2014/main" id="{6CC082C2-197C-6FE4-B807-EB8064A23663}"/>
                </a:ext>
              </a:extLst>
            </p:cNvPr>
            <p:cNvSpPr>
              <a:spLocks/>
            </p:cNvSpPr>
            <p:nvPr/>
          </p:nvSpPr>
          <p:spPr bwMode="auto">
            <a:xfrm>
              <a:off x="3468" y="2898"/>
              <a:ext cx="533" cy="18"/>
            </a:xfrm>
            <a:custGeom>
              <a:avLst/>
              <a:gdLst>
                <a:gd name="T0" fmla="*/ 0 w 533"/>
                <a:gd name="T1" fmla="*/ 17 h 18"/>
                <a:gd name="T2" fmla="*/ 40 w 533"/>
                <a:gd name="T3" fmla="*/ 0 h 18"/>
                <a:gd name="T4" fmla="*/ 532 w 533"/>
                <a:gd name="T5" fmla="*/ 0 h 18"/>
                <a:gd name="T6" fmla="*/ 532 w 533"/>
                <a:gd name="T7" fmla="*/ 17 h 18"/>
                <a:gd name="T8" fmla="*/ 0 w 533"/>
                <a:gd name="T9" fmla="*/ 17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3" h="18">
                  <a:moveTo>
                    <a:pt x="0" y="17"/>
                  </a:moveTo>
                  <a:lnTo>
                    <a:pt x="40" y="0"/>
                  </a:lnTo>
                  <a:lnTo>
                    <a:pt x="532" y="0"/>
                  </a:lnTo>
                  <a:lnTo>
                    <a:pt x="532" y="17"/>
                  </a:lnTo>
                  <a:lnTo>
                    <a:pt x="0" y="17"/>
                  </a:lnTo>
                </a:path>
              </a:pathLst>
            </a:custGeom>
            <a:solidFill>
              <a:srgbClr val="808080"/>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67" name="Freeform 706">
              <a:extLst>
                <a:ext uri="{FF2B5EF4-FFF2-40B4-BE49-F238E27FC236}">
                  <a16:creationId xmlns:a16="http://schemas.microsoft.com/office/drawing/2014/main" id="{A89A234B-F2A7-A690-278E-68F9B5E1B14C}"/>
                </a:ext>
              </a:extLst>
            </p:cNvPr>
            <p:cNvSpPr>
              <a:spLocks/>
            </p:cNvSpPr>
            <p:nvPr/>
          </p:nvSpPr>
          <p:spPr bwMode="auto">
            <a:xfrm>
              <a:off x="3468" y="2642"/>
              <a:ext cx="41" cy="274"/>
            </a:xfrm>
            <a:custGeom>
              <a:avLst/>
              <a:gdLst>
                <a:gd name="T0" fmla="*/ 0 w 41"/>
                <a:gd name="T1" fmla="*/ 0 h 274"/>
                <a:gd name="T2" fmla="*/ 40 w 41"/>
                <a:gd name="T3" fmla="*/ 0 h 274"/>
                <a:gd name="T4" fmla="*/ 40 w 41"/>
                <a:gd name="T5" fmla="*/ 256 h 274"/>
                <a:gd name="T6" fmla="*/ 0 w 41"/>
                <a:gd name="T7" fmla="*/ 273 h 274"/>
                <a:gd name="T8" fmla="*/ 0 w 41"/>
                <a:gd name="T9" fmla="*/ 0 h 2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274">
                  <a:moveTo>
                    <a:pt x="0" y="0"/>
                  </a:moveTo>
                  <a:lnTo>
                    <a:pt x="40" y="0"/>
                  </a:lnTo>
                  <a:lnTo>
                    <a:pt x="40" y="256"/>
                  </a:lnTo>
                  <a:lnTo>
                    <a:pt x="0" y="273"/>
                  </a:lnTo>
                  <a:lnTo>
                    <a:pt x="0" y="0"/>
                  </a:lnTo>
                </a:path>
              </a:pathLst>
            </a:custGeom>
            <a:solidFill>
              <a:srgbClr val="767676"/>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68" name="AutoShape 707">
              <a:extLst>
                <a:ext uri="{FF2B5EF4-FFF2-40B4-BE49-F238E27FC236}">
                  <a16:creationId xmlns:a16="http://schemas.microsoft.com/office/drawing/2014/main" id="{4351B440-6352-6998-1551-37AFBCD09FD6}"/>
                </a:ext>
              </a:extLst>
            </p:cNvPr>
            <p:cNvSpPr>
              <a:spLocks noChangeArrowheads="1"/>
            </p:cNvSpPr>
            <p:nvPr/>
          </p:nvSpPr>
          <p:spPr bwMode="auto">
            <a:xfrm>
              <a:off x="3517" y="2653"/>
              <a:ext cx="461" cy="230"/>
            </a:xfrm>
            <a:prstGeom prst="roundRect">
              <a:avLst>
                <a:gd name="adj" fmla="val 12486"/>
              </a:avLst>
            </a:prstGeom>
            <a:solidFill>
              <a:srgbClr val="C1CEFF"/>
            </a:solidFill>
            <a:ln w="12700">
              <a:solidFill>
                <a:srgbClr val="DBFFB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endParaRPr lang="zh-CN" altLang="en-US" sz="1800"/>
            </a:p>
          </p:txBody>
        </p:sp>
        <p:grpSp>
          <p:nvGrpSpPr>
            <p:cNvPr id="43069" name="Group 714">
              <a:extLst>
                <a:ext uri="{FF2B5EF4-FFF2-40B4-BE49-F238E27FC236}">
                  <a16:creationId xmlns:a16="http://schemas.microsoft.com/office/drawing/2014/main" id="{D12BA89B-ED05-FAB5-EFFB-5D4667DB98D9}"/>
                </a:ext>
              </a:extLst>
            </p:cNvPr>
            <p:cNvGrpSpPr>
              <a:grpSpLocks/>
            </p:cNvGrpSpPr>
            <p:nvPr/>
          </p:nvGrpSpPr>
          <p:grpSpPr bwMode="auto">
            <a:xfrm>
              <a:off x="3525" y="2933"/>
              <a:ext cx="440" cy="36"/>
              <a:chOff x="3525" y="2933"/>
              <a:chExt cx="440" cy="36"/>
            </a:xfrm>
          </p:grpSpPr>
          <p:grpSp>
            <p:nvGrpSpPr>
              <p:cNvPr id="43078" name="Group 710">
                <a:extLst>
                  <a:ext uri="{FF2B5EF4-FFF2-40B4-BE49-F238E27FC236}">
                    <a16:creationId xmlns:a16="http://schemas.microsoft.com/office/drawing/2014/main" id="{2376B9CC-2DAA-B4EE-B477-5D39F34925E8}"/>
                  </a:ext>
                </a:extLst>
              </p:cNvPr>
              <p:cNvGrpSpPr>
                <a:grpSpLocks/>
              </p:cNvGrpSpPr>
              <p:nvPr/>
            </p:nvGrpSpPr>
            <p:grpSpPr bwMode="auto">
              <a:xfrm>
                <a:off x="3525" y="2933"/>
                <a:ext cx="199" cy="36"/>
                <a:chOff x="3525" y="2933"/>
                <a:chExt cx="199" cy="36"/>
              </a:xfrm>
            </p:grpSpPr>
            <p:sp>
              <p:nvSpPr>
                <p:cNvPr id="43082" name="Freeform 708">
                  <a:extLst>
                    <a:ext uri="{FF2B5EF4-FFF2-40B4-BE49-F238E27FC236}">
                      <a16:creationId xmlns:a16="http://schemas.microsoft.com/office/drawing/2014/main" id="{76C347A4-787B-682D-DD13-74EB4FAA2CDA}"/>
                    </a:ext>
                  </a:extLst>
                </p:cNvPr>
                <p:cNvSpPr>
                  <a:spLocks/>
                </p:cNvSpPr>
                <p:nvPr/>
              </p:nvSpPr>
              <p:spPr bwMode="auto">
                <a:xfrm>
                  <a:off x="3525" y="2933"/>
                  <a:ext cx="80" cy="36"/>
                </a:xfrm>
                <a:custGeom>
                  <a:avLst/>
                  <a:gdLst>
                    <a:gd name="T0" fmla="*/ 0 w 80"/>
                    <a:gd name="T1" fmla="*/ 0 h 36"/>
                    <a:gd name="T2" fmla="*/ 0 w 80"/>
                    <a:gd name="T3" fmla="*/ 35 h 36"/>
                    <a:gd name="T4" fmla="*/ 79 w 80"/>
                    <a:gd name="T5" fmla="*/ 35 h 36"/>
                    <a:gd name="T6" fmla="*/ 79 w 80"/>
                    <a:gd name="T7" fmla="*/ 0 h 36"/>
                    <a:gd name="T8" fmla="*/ 0 w 80"/>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36">
                      <a:moveTo>
                        <a:pt x="0" y="0"/>
                      </a:moveTo>
                      <a:lnTo>
                        <a:pt x="0" y="35"/>
                      </a:lnTo>
                      <a:lnTo>
                        <a:pt x="79" y="35"/>
                      </a:lnTo>
                      <a:lnTo>
                        <a:pt x="79" y="0"/>
                      </a:lnTo>
                      <a:lnTo>
                        <a:pt x="0" y="0"/>
                      </a:lnTo>
                    </a:path>
                  </a:pathLst>
                </a:custGeom>
                <a:solidFill>
                  <a:srgbClr val="A2C1FE"/>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83" name="Freeform 709">
                  <a:extLst>
                    <a:ext uri="{FF2B5EF4-FFF2-40B4-BE49-F238E27FC236}">
                      <a16:creationId xmlns:a16="http://schemas.microsoft.com/office/drawing/2014/main" id="{E519F2A9-0DDD-B06F-ED77-EEA02EBDA1B3}"/>
                    </a:ext>
                  </a:extLst>
                </p:cNvPr>
                <p:cNvSpPr>
                  <a:spLocks/>
                </p:cNvSpPr>
                <p:nvPr/>
              </p:nvSpPr>
              <p:spPr bwMode="auto">
                <a:xfrm>
                  <a:off x="3644" y="2933"/>
                  <a:ext cx="80" cy="36"/>
                </a:xfrm>
                <a:custGeom>
                  <a:avLst/>
                  <a:gdLst>
                    <a:gd name="T0" fmla="*/ 0 w 80"/>
                    <a:gd name="T1" fmla="*/ 0 h 36"/>
                    <a:gd name="T2" fmla="*/ 0 w 80"/>
                    <a:gd name="T3" fmla="*/ 35 h 36"/>
                    <a:gd name="T4" fmla="*/ 79 w 80"/>
                    <a:gd name="T5" fmla="*/ 35 h 36"/>
                    <a:gd name="T6" fmla="*/ 79 w 80"/>
                    <a:gd name="T7" fmla="*/ 0 h 36"/>
                    <a:gd name="T8" fmla="*/ 0 w 80"/>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36">
                      <a:moveTo>
                        <a:pt x="0" y="0"/>
                      </a:moveTo>
                      <a:lnTo>
                        <a:pt x="0" y="35"/>
                      </a:lnTo>
                      <a:lnTo>
                        <a:pt x="79" y="35"/>
                      </a:lnTo>
                      <a:lnTo>
                        <a:pt x="79" y="0"/>
                      </a:lnTo>
                      <a:lnTo>
                        <a:pt x="0" y="0"/>
                      </a:lnTo>
                    </a:path>
                  </a:pathLst>
                </a:custGeom>
                <a:solidFill>
                  <a:srgbClr val="A2C1FE"/>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3079" name="Group 713">
                <a:extLst>
                  <a:ext uri="{FF2B5EF4-FFF2-40B4-BE49-F238E27FC236}">
                    <a16:creationId xmlns:a16="http://schemas.microsoft.com/office/drawing/2014/main" id="{EB03E541-1BCE-AB22-A5FC-3B0D48599C57}"/>
                  </a:ext>
                </a:extLst>
              </p:cNvPr>
              <p:cNvGrpSpPr>
                <a:grpSpLocks/>
              </p:cNvGrpSpPr>
              <p:nvPr/>
            </p:nvGrpSpPr>
            <p:grpSpPr bwMode="auto">
              <a:xfrm>
                <a:off x="3763" y="2933"/>
                <a:ext cx="202" cy="36"/>
                <a:chOff x="3763" y="2933"/>
                <a:chExt cx="202" cy="36"/>
              </a:xfrm>
            </p:grpSpPr>
            <p:sp>
              <p:nvSpPr>
                <p:cNvPr id="43080" name="Freeform 711">
                  <a:extLst>
                    <a:ext uri="{FF2B5EF4-FFF2-40B4-BE49-F238E27FC236}">
                      <a16:creationId xmlns:a16="http://schemas.microsoft.com/office/drawing/2014/main" id="{2197F3E8-190C-39AF-DE56-DB7DB839CE37}"/>
                    </a:ext>
                  </a:extLst>
                </p:cNvPr>
                <p:cNvSpPr>
                  <a:spLocks/>
                </p:cNvSpPr>
                <p:nvPr/>
              </p:nvSpPr>
              <p:spPr bwMode="auto">
                <a:xfrm>
                  <a:off x="3763" y="2933"/>
                  <a:ext cx="82" cy="36"/>
                </a:xfrm>
                <a:custGeom>
                  <a:avLst/>
                  <a:gdLst>
                    <a:gd name="T0" fmla="*/ 0 w 82"/>
                    <a:gd name="T1" fmla="*/ 0 h 36"/>
                    <a:gd name="T2" fmla="*/ 0 w 82"/>
                    <a:gd name="T3" fmla="*/ 35 h 36"/>
                    <a:gd name="T4" fmla="*/ 81 w 82"/>
                    <a:gd name="T5" fmla="*/ 35 h 36"/>
                    <a:gd name="T6" fmla="*/ 81 w 82"/>
                    <a:gd name="T7" fmla="*/ 0 h 36"/>
                    <a:gd name="T8" fmla="*/ 0 w 82"/>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2" h="36">
                      <a:moveTo>
                        <a:pt x="0" y="0"/>
                      </a:moveTo>
                      <a:lnTo>
                        <a:pt x="0" y="35"/>
                      </a:lnTo>
                      <a:lnTo>
                        <a:pt x="81" y="35"/>
                      </a:lnTo>
                      <a:lnTo>
                        <a:pt x="81" y="0"/>
                      </a:lnTo>
                      <a:lnTo>
                        <a:pt x="0" y="0"/>
                      </a:lnTo>
                    </a:path>
                  </a:pathLst>
                </a:custGeom>
                <a:solidFill>
                  <a:srgbClr val="A2C1FE"/>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81" name="Freeform 712">
                  <a:extLst>
                    <a:ext uri="{FF2B5EF4-FFF2-40B4-BE49-F238E27FC236}">
                      <a16:creationId xmlns:a16="http://schemas.microsoft.com/office/drawing/2014/main" id="{D9650682-A3D6-FB83-9A2A-CD07A479DCDF}"/>
                    </a:ext>
                  </a:extLst>
                </p:cNvPr>
                <p:cNvSpPr>
                  <a:spLocks/>
                </p:cNvSpPr>
                <p:nvPr/>
              </p:nvSpPr>
              <p:spPr bwMode="auto">
                <a:xfrm>
                  <a:off x="3884" y="2933"/>
                  <a:ext cx="81" cy="36"/>
                </a:xfrm>
                <a:custGeom>
                  <a:avLst/>
                  <a:gdLst>
                    <a:gd name="T0" fmla="*/ 0 w 81"/>
                    <a:gd name="T1" fmla="*/ 0 h 36"/>
                    <a:gd name="T2" fmla="*/ 0 w 81"/>
                    <a:gd name="T3" fmla="*/ 35 h 36"/>
                    <a:gd name="T4" fmla="*/ 80 w 81"/>
                    <a:gd name="T5" fmla="*/ 35 h 36"/>
                    <a:gd name="T6" fmla="*/ 80 w 81"/>
                    <a:gd name="T7" fmla="*/ 0 h 36"/>
                    <a:gd name="T8" fmla="*/ 0 w 81"/>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 h="36">
                      <a:moveTo>
                        <a:pt x="0" y="0"/>
                      </a:moveTo>
                      <a:lnTo>
                        <a:pt x="0" y="35"/>
                      </a:lnTo>
                      <a:lnTo>
                        <a:pt x="80" y="35"/>
                      </a:lnTo>
                      <a:lnTo>
                        <a:pt x="80" y="0"/>
                      </a:lnTo>
                      <a:lnTo>
                        <a:pt x="0" y="0"/>
                      </a:lnTo>
                    </a:path>
                  </a:pathLst>
                </a:custGeom>
                <a:solidFill>
                  <a:srgbClr val="A2C1FE"/>
                </a:solidFill>
                <a:ln w="12700" cap="rnd" cmpd="sng">
                  <a:solidFill>
                    <a:srgbClr val="00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43070" name="Group 721">
              <a:extLst>
                <a:ext uri="{FF2B5EF4-FFF2-40B4-BE49-F238E27FC236}">
                  <a16:creationId xmlns:a16="http://schemas.microsoft.com/office/drawing/2014/main" id="{1A5D253B-FA41-24BB-C157-B2075644D2B0}"/>
                </a:ext>
              </a:extLst>
            </p:cNvPr>
            <p:cNvGrpSpPr>
              <a:grpSpLocks/>
            </p:cNvGrpSpPr>
            <p:nvPr/>
          </p:nvGrpSpPr>
          <p:grpSpPr bwMode="auto">
            <a:xfrm>
              <a:off x="3513" y="2660"/>
              <a:ext cx="422" cy="219"/>
              <a:chOff x="3513" y="2660"/>
              <a:chExt cx="422" cy="219"/>
            </a:xfrm>
          </p:grpSpPr>
          <p:sp>
            <p:nvSpPr>
              <p:cNvPr id="43072" name="Line 715">
                <a:extLst>
                  <a:ext uri="{FF2B5EF4-FFF2-40B4-BE49-F238E27FC236}">
                    <a16:creationId xmlns:a16="http://schemas.microsoft.com/office/drawing/2014/main" id="{1B487F3F-6313-5CC8-98AE-500C5F87FC5F}"/>
                  </a:ext>
                </a:extLst>
              </p:cNvPr>
              <p:cNvSpPr>
                <a:spLocks noChangeShapeType="1"/>
              </p:cNvSpPr>
              <p:nvPr/>
            </p:nvSpPr>
            <p:spPr bwMode="auto">
              <a:xfrm flipH="1">
                <a:off x="3513" y="2661"/>
                <a:ext cx="136" cy="75"/>
              </a:xfrm>
              <a:prstGeom prst="line">
                <a:avLst/>
              </a:prstGeom>
              <a:noFill/>
              <a:ln w="12700">
                <a:solidFill>
                  <a:srgbClr val="C0FEF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73" name="Line 716">
                <a:extLst>
                  <a:ext uri="{FF2B5EF4-FFF2-40B4-BE49-F238E27FC236}">
                    <a16:creationId xmlns:a16="http://schemas.microsoft.com/office/drawing/2014/main" id="{C2098207-AAC8-6E83-0723-BE57B190F149}"/>
                  </a:ext>
                </a:extLst>
              </p:cNvPr>
              <p:cNvSpPr>
                <a:spLocks noChangeShapeType="1"/>
              </p:cNvSpPr>
              <p:nvPr/>
            </p:nvSpPr>
            <p:spPr bwMode="auto">
              <a:xfrm flipH="1">
                <a:off x="3517" y="2660"/>
                <a:ext cx="190" cy="111"/>
              </a:xfrm>
              <a:prstGeom prst="line">
                <a:avLst/>
              </a:prstGeom>
              <a:noFill/>
              <a:ln w="12700">
                <a:solidFill>
                  <a:srgbClr val="C0FEF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74" name="Line 717">
                <a:extLst>
                  <a:ext uri="{FF2B5EF4-FFF2-40B4-BE49-F238E27FC236}">
                    <a16:creationId xmlns:a16="http://schemas.microsoft.com/office/drawing/2014/main" id="{5CF8D959-A1D2-BFB3-6E48-D42E83FDBDA2}"/>
                  </a:ext>
                </a:extLst>
              </p:cNvPr>
              <p:cNvSpPr>
                <a:spLocks noChangeShapeType="1"/>
              </p:cNvSpPr>
              <p:nvPr/>
            </p:nvSpPr>
            <p:spPr bwMode="auto">
              <a:xfrm flipH="1">
                <a:off x="3521" y="2689"/>
                <a:ext cx="203" cy="115"/>
              </a:xfrm>
              <a:prstGeom prst="line">
                <a:avLst/>
              </a:prstGeom>
              <a:noFill/>
              <a:ln w="12700">
                <a:solidFill>
                  <a:srgbClr val="C0FEF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75" name="Line 718">
                <a:extLst>
                  <a:ext uri="{FF2B5EF4-FFF2-40B4-BE49-F238E27FC236}">
                    <a16:creationId xmlns:a16="http://schemas.microsoft.com/office/drawing/2014/main" id="{5C90E5B3-7DFA-E962-E606-1D8DBD97764A}"/>
                  </a:ext>
                </a:extLst>
              </p:cNvPr>
              <p:cNvSpPr>
                <a:spLocks noChangeShapeType="1"/>
              </p:cNvSpPr>
              <p:nvPr/>
            </p:nvSpPr>
            <p:spPr bwMode="auto">
              <a:xfrm flipH="1">
                <a:off x="3604" y="2663"/>
                <a:ext cx="314" cy="212"/>
              </a:xfrm>
              <a:prstGeom prst="line">
                <a:avLst/>
              </a:prstGeom>
              <a:noFill/>
              <a:ln w="12700">
                <a:solidFill>
                  <a:srgbClr val="C0FEF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76" name="Line 719">
                <a:extLst>
                  <a:ext uri="{FF2B5EF4-FFF2-40B4-BE49-F238E27FC236}">
                    <a16:creationId xmlns:a16="http://schemas.microsoft.com/office/drawing/2014/main" id="{E4DDCE47-7213-7021-2B23-8AA5F90284EB}"/>
                  </a:ext>
                </a:extLst>
              </p:cNvPr>
              <p:cNvSpPr>
                <a:spLocks noChangeShapeType="1"/>
              </p:cNvSpPr>
              <p:nvPr/>
            </p:nvSpPr>
            <p:spPr bwMode="auto">
              <a:xfrm flipH="1">
                <a:off x="3717" y="2742"/>
                <a:ext cx="218" cy="134"/>
              </a:xfrm>
              <a:prstGeom prst="line">
                <a:avLst/>
              </a:prstGeom>
              <a:noFill/>
              <a:ln w="12700">
                <a:solidFill>
                  <a:srgbClr val="C0FEF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77" name="Line 720">
                <a:extLst>
                  <a:ext uri="{FF2B5EF4-FFF2-40B4-BE49-F238E27FC236}">
                    <a16:creationId xmlns:a16="http://schemas.microsoft.com/office/drawing/2014/main" id="{79DA39D5-4E59-E329-5174-B5BE1AF50FF7}"/>
                  </a:ext>
                </a:extLst>
              </p:cNvPr>
              <p:cNvSpPr>
                <a:spLocks noChangeShapeType="1"/>
              </p:cNvSpPr>
              <p:nvPr/>
            </p:nvSpPr>
            <p:spPr bwMode="auto">
              <a:xfrm flipH="1">
                <a:off x="3817" y="2814"/>
                <a:ext cx="106" cy="65"/>
              </a:xfrm>
              <a:prstGeom prst="line">
                <a:avLst/>
              </a:prstGeom>
              <a:noFill/>
              <a:ln w="12700">
                <a:solidFill>
                  <a:srgbClr val="C0FEF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3071" name="Rectangle 722">
              <a:extLst>
                <a:ext uri="{FF2B5EF4-FFF2-40B4-BE49-F238E27FC236}">
                  <a16:creationId xmlns:a16="http://schemas.microsoft.com/office/drawing/2014/main" id="{40CAF22D-7A3D-77B8-5EE4-27565E927F4F}"/>
                </a:ext>
              </a:extLst>
            </p:cNvPr>
            <p:cNvSpPr>
              <a:spLocks noChangeArrowheads="1"/>
            </p:cNvSpPr>
            <p:nvPr/>
          </p:nvSpPr>
          <p:spPr bwMode="auto">
            <a:xfrm>
              <a:off x="3581" y="2694"/>
              <a:ext cx="316" cy="1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ctr">
                <a:spcBef>
                  <a:spcPct val="0"/>
                </a:spcBef>
              </a:pPr>
              <a:r>
                <a:rPr kumimoji="1" lang="en-US" altLang="zh-CN" sz="1200" b="1"/>
                <a:t>DCS</a:t>
              </a:r>
            </a:p>
          </p:txBody>
        </p:sp>
      </p:gr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B6EDA5E8-674E-8093-0C34-BF1F047826F7}"/>
              </a:ext>
            </a:extLst>
          </p:cNvPr>
          <p:cNvSpPr>
            <a:spLocks noGrp="1" noRot="1" noChangeArrowheads="1"/>
          </p:cNvSpPr>
          <p:nvPr>
            <p:ph type="title"/>
          </p:nvPr>
        </p:nvSpPr>
        <p:spPr>
          <a:xfrm>
            <a:off x="301625" y="228600"/>
            <a:ext cx="8540750" cy="968375"/>
          </a:xfrm>
        </p:spPr>
        <p:txBody>
          <a:bodyPr/>
          <a:lstStyle/>
          <a:p>
            <a:r>
              <a:rPr lang="en-US" altLang="zh-CN" sz="3600" dirty="0">
                <a:latin typeface="黑体" panose="02010609060101010101" pitchFamily="49" charset="-122"/>
              </a:rPr>
              <a:t>2.2.2 PROFIBUS-DP</a:t>
            </a:r>
            <a:r>
              <a:rPr lang="zh-CN" altLang="en-US" sz="3600" dirty="0">
                <a:latin typeface="黑体" panose="02010609060101010101" pitchFamily="49" charset="-122"/>
              </a:rPr>
              <a:t>技术简介</a:t>
            </a:r>
          </a:p>
        </p:txBody>
      </p:sp>
      <p:sp>
        <p:nvSpPr>
          <p:cNvPr id="111619" name="Rectangle 3">
            <a:extLst>
              <a:ext uri="{FF2B5EF4-FFF2-40B4-BE49-F238E27FC236}">
                <a16:creationId xmlns:a16="http://schemas.microsoft.com/office/drawing/2014/main" id="{B2D9CC24-C4DF-E48A-475C-2ECC792CA0F6}"/>
              </a:ext>
            </a:extLst>
          </p:cNvPr>
          <p:cNvSpPr>
            <a:spLocks noGrp="1" noRot="1" noChangeArrowheads="1"/>
          </p:cNvSpPr>
          <p:nvPr>
            <p:ph type="body" idx="1"/>
          </p:nvPr>
        </p:nvSpPr>
        <p:spPr>
          <a:xfrm>
            <a:off x="179388" y="1341438"/>
            <a:ext cx="8662987" cy="4757737"/>
          </a:xfrm>
        </p:spPr>
        <p:txBody>
          <a:bodyPr/>
          <a:lstStyle/>
          <a:p>
            <a:pPr marL="0" indent="0">
              <a:lnSpc>
                <a:spcPct val="130000"/>
              </a:lnSpc>
              <a:buNone/>
              <a:defRPr/>
            </a:pPr>
            <a:r>
              <a:rPr lang="en-US" altLang="zh-CN" sz="2400" dirty="0">
                <a:latin typeface="楷体_GB2312" pitchFamily="49" charset="-122"/>
                <a:ea typeface="楷体_GB2312" pitchFamily="49" charset="-122"/>
              </a:rPr>
              <a:t>PROFIBUS-DP</a:t>
            </a:r>
            <a:r>
              <a:rPr lang="zh-CN" altLang="en-US" sz="2400" dirty="0">
                <a:latin typeface="楷体_GB2312" pitchFamily="49" charset="-122"/>
                <a:ea typeface="楷体_GB2312" pitchFamily="49" charset="-122"/>
              </a:rPr>
              <a:t>用于</a:t>
            </a:r>
            <a:r>
              <a:rPr lang="zh-CN" altLang="en-US" sz="2400" dirty="0">
                <a:solidFill>
                  <a:srgbClr val="FF0000"/>
                </a:solidFill>
                <a:latin typeface="楷体_GB2312" pitchFamily="49" charset="-122"/>
                <a:ea typeface="楷体_GB2312" pitchFamily="49" charset="-122"/>
              </a:rPr>
              <a:t>现场层的高速数据传输</a:t>
            </a:r>
            <a:r>
              <a:rPr lang="zh-CN" altLang="en-US" sz="2400" dirty="0">
                <a:latin typeface="楷体_GB2312" pitchFamily="49" charset="-122"/>
                <a:ea typeface="楷体_GB2312" pitchFamily="49" charset="-122"/>
              </a:rPr>
              <a:t>。</a:t>
            </a:r>
          </a:p>
          <a:p>
            <a:pPr marL="0" indent="0">
              <a:lnSpc>
                <a:spcPct val="130000"/>
              </a:lnSpc>
              <a:buNone/>
              <a:defRPr/>
            </a:pPr>
            <a:r>
              <a:rPr lang="zh-CN" altLang="en-US" sz="2400" dirty="0">
                <a:latin typeface="楷体_GB2312" pitchFamily="49" charset="-122"/>
                <a:ea typeface="楷体_GB2312" pitchFamily="49" charset="-122"/>
              </a:rPr>
              <a:t>       主站</a:t>
            </a:r>
            <a:r>
              <a:rPr lang="zh-CN" altLang="en-US" sz="2400" dirty="0">
                <a:solidFill>
                  <a:srgbClr val="FF0000"/>
                </a:solidFill>
                <a:latin typeface="楷体_GB2312" pitchFamily="49" charset="-122"/>
                <a:ea typeface="楷体_GB2312" pitchFamily="49" charset="-122"/>
              </a:rPr>
              <a:t>周期地</a:t>
            </a:r>
            <a:r>
              <a:rPr lang="zh-CN" altLang="en-US" sz="2400" dirty="0">
                <a:latin typeface="楷体_GB2312" pitchFamily="49" charset="-122"/>
                <a:ea typeface="楷体_GB2312" pitchFamily="49" charset="-122"/>
              </a:rPr>
              <a:t>读取从站的输入信息并周期性地向从站发送输出信息，总线循环时间必须要比主站 </a:t>
            </a:r>
            <a:r>
              <a:rPr lang="en-US" altLang="zh-CN" sz="2400" dirty="0">
                <a:latin typeface="楷体_GB2312" pitchFamily="49" charset="-122"/>
                <a:ea typeface="楷体_GB2312" pitchFamily="49" charset="-122"/>
              </a:rPr>
              <a:t>(PLC)</a:t>
            </a:r>
            <a:r>
              <a:rPr lang="zh-CN" altLang="en-US" sz="2400" dirty="0">
                <a:latin typeface="楷体_GB2312" pitchFamily="49" charset="-122"/>
                <a:ea typeface="楷体_GB2312" pitchFamily="49" charset="-122"/>
              </a:rPr>
              <a:t>程序</a:t>
            </a:r>
            <a:r>
              <a:rPr lang="zh-CN" altLang="en-US" sz="2400" dirty="0">
                <a:solidFill>
                  <a:srgbClr val="FF0000"/>
                </a:solidFill>
                <a:latin typeface="楷体_GB2312" pitchFamily="49" charset="-122"/>
                <a:ea typeface="楷体_GB2312" pitchFamily="49" charset="-122"/>
              </a:rPr>
              <a:t>循环时间短</a:t>
            </a:r>
            <a:r>
              <a:rPr lang="zh-CN" altLang="en-US" sz="2400" dirty="0">
                <a:latin typeface="楷体_GB2312" pitchFamily="49" charset="-122"/>
                <a:ea typeface="楷体_GB2312" pitchFamily="49" charset="-122"/>
              </a:rPr>
              <a:t>，除周期性用户数据传输外，</a:t>
            </a:r>
            <a:r>
              <a:rPr lang="en-US" altLang="zh-CN" sz="2400" dirty="0" err="1">
                <a:latin typeface="楷体_GB2312" pitchFamily="49" charset="-122"/>
                <a:ea typeface="楷体_GB2312" pitchFamily="49" charset="-122"/>
              </a:rPr>
              <a:t>PROFlBUS</a:t>
            </a:r>
            <a:r>
              <a:rPr lang="en-US" altLang="zh-CN" sz="2400" dirty="0">
                <a:latin typeface="楷体_GB2312" pitchFamily="49" charset="-122"/>
                <a:ea typeface="楷体_GB2312" pitchFamily="49" charset="-122"/>
              </a:rPr>
              <a:t>-DP</a:t>
            </a:r>
            <a:r>
              <a:rPr lang="zh-CN" altLang="en-US" sz="2400" dirty="0">
                <a:latin typeface="楷体_GB2312" pitchFamily="49" charset="-122"/>
                <a:ea typeface="楷体_GB2312" pitchFamily="49" charset="-122"/>
              </a:rPr>
              <a:t>还提供智能化设备所需的</a:t>
            </a:r>
            <a:r>
              <a:rPr lang="zh-CN" altLang="en-US" sz="2400" dirty="0">
                <a:solidFill>
                  <a:srgbClr val="FF0000"/>
                </a:solidFill>
                <a:latin typeface="楷体_GB2312" pitchFamily="49" charset="-122"/>
                <a:ea typeface="楷体_GB2312" pitchFamily="49" charset="-122"/>
              </a:rPr>
              <a:t>非周期性通信</a:t>
            </a:r>
            <a:r>
              <a:rPr lang="zh-CN" altLang="en-US" sz="2400" dirty="0">
                <a:latin typeface="楷体_GB2312" pitchFamily="49" charset="-122"/>
                <a:ea typeface="楷体_GB2312" pitchFamily="49" charset="-122"/>
              </a:rPr>
              <a:t>以进行组态、诊断和报警处理。</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D5CA5D44-7634-16FB-0305-3D93BF1FF53C}"/>
              </a:ext>
            </a:extLst>
          </p:cNvPr>
          <p:cNvSpPr>
            <a:spLocks noGrp="1" noRot="1" noChangeArrowheads="1"/>
          </p:cNvSpPr>
          <p:nvPr>
            <p:ph type="body" idx="1"/>
          </p:nvPr>
        </p:nvSpPr>
        <p:spPr>
          <a:xfrm>
            <a:off x="301625" y="476250"/>
            <a:ext cx="8540750" cy="6048375"/>
          </a:xfrm>
        </p:spPr>
        <p:txBody>
          <a:bodyPr/>
          <a:lstStyle/>
          <a:p>
            <a:pPr marL="0" indent="0">
              <a:lnSpc>
                <a:spcPct val="110000"/>
              </a:lnSpc>
              <a:buNone/>
            </a:pPr>
            <a:r>
              <a:rPr lang="en-US" altLang="zh-CN" sz="2400" b="1" dirty="0">
                <a:latin typeface="宋体" panose="02010600030101010101" pitchFamily="2" charset="-122"/>
              </a:rPr>
              <a:t>PROFIBUS-DP</a:t>
            </a:r>
            <a:r>
              <a:rPr lang="zh-CN" altLang="en-US" sz="2400" b="1" dirty="0">
                <a:latin typeface="宋体" panose="02010600030101010101" pitchFamily="2" charset="-122"/>
              </a:rPr>
              <a:t>的基本功能</a:t>
            </a:r>
          </a:p>
          <a:p>
            <a:pPr marL="0" indent="0">
              <a:lnSpc>
                <a:spcPct val="110000"/>
              </a:lnSpc>
              <a:buNone/>
            </a:pPr>
            <a:endParaRPr lang="de-DE" altLang="zh-CN" sz="2400" b="1" dirty="0">
              <a:latin typeface="宋体" panose="02010600030101010101" pitchFamily="2" charset="-122"/>
            </a:endParaRPr>
          </a:p>
          <a:p>
            <a:pPr marL="0" indent="0">
              <a:lnSpc>
                <a:spcPct val="110000"/>
              </a:lnSpc>
              <a:buNone/>
            </a:pPr>
            <a:r>
              <a:rPr lang="de-DE" altLang="zh-CN" sz="2400" b="1" dirty="0">
                <a:latin typeface="宋体" panose="02010600030101010101" pitchFamily="2" charset="-122"/>
              </a:rPr>
              <a:t>1.</a:t>
            </a:r>
            <a:r>
              <a:rPr lang="zh-CN" altLang="de-DE" sz="2400" b="1" dirty="0">
                <a:latin typeface="宋体" panose="02010600030101010101" pitchFamily="2" charset="-122"/>
              </a:rPr>
              <a:t>传输技术</a:t>
            </a:r>
          </a:p>
          <a:p>
            <a:pPr marL="0" indent="0">
              <a:lnSpc>
                <a:spcPct val="110000"/>
              </a:lnSpc>
              <a:buNone/>
            </a:pPr>
            <a:r>
              <a:rPr lang="de-DE" altLang="zh-CN" sz="2400" dirty="0">
                <a:latin typeface="楷体_GB2312" pitchFamily="49" charset="-122"/>
                <a:ea typeface="楷体_GB2312" pitchFamily="49" charset="-122"/>
              </a:rPr>
              <a:t>     1)RS-485</a:t>
            </a:r>
            <a:r>
              <a:rPr lang="zh-CN" altLang="de-DE" sz="2400" dirty="0">
                <a:latin typeface="楷体_GB2312" pitchFamily="49" charset="-122"/>
                <a:ea typeface="楷体_GB2312" pitchFamily="49" charset="-122"/>
              </a:rPr>
              <a:t>双绞线或光缆</a:t>
            </a:r>
            <a:endParaRPr lang="de-DE" altLang="zh-CN" sz="2400" dirty="0">
              <a:latin typeface="楷体_GB2312" pitchFamily="49" charset="-122"/>
              <a:ea typeface="楷体_GB2312" pitchFamily="49" charset="-122"/>
            </a:endParaRPr>
          </a:p>
          <a:p>
            <a:pPr marL="0" indent="0">
              <a:lnSpc>
                <a:spcPct val="110000"/>
              </a:lnSpc>
              <a:buNone/>
            </a:pPr>
            <a:r>
              <a:rPr lang="de-DE" altLang="zh-CN" sz="2400" dirty="0">
                <a:latin typeface="楷体_GB2312" pitchFamily="49" charset="-122"/>
                <a:ea typeface="楷体_GB2312" pitchFamily="49" charset="-122"/>
              </a:rPr>
              <a:t>     2)</a:t>
            </a:r>
            <a:r>
              <a:rPr lang="zh-CN" altLang="de-DE" sz="2400" dirty="0">
                <a:latin typeface="楷体_GB2312" pitchFamily="49" charset="-122"/>
                <a:ea typeface="楷体_GB2312" pitchFamily="49" charset="-122"/>
              </a:rPr>
              <a:t>波特率从</a:t>
            </a:r>
            <a:r>
              <a:rPr lang="de-DE" altLang="zh-CN" sz="2400" dirty="0">
                <a:latin typeface="楷体_GB2312" pitchFamily="49" charset="-122"/>
                <a:ea typeface="楷体_GB2312" pitchFamily="49" charset="-122"/>
              </a:rPr>
              <a:t>9.6kbit/s-12Mbit/s</a:t>
            </a:r>
          </a:p>
          <a:p>
            <a:pPr marL="0" indent="0">
              <a:lnSpc>
                <a:spcPct val="110000"/>
              </a:lnSpc>
              <a:buNone/>
            </a:pPr>
            <a:r>
              <a:rPr lang="de-DE" altLang="zh-CN" sz="2400" b="1" dirty="0">
                <a:latin typeface="宋体" panose="02010600030101010101" pitchFamily="2" charset="-122"/>
              </a:rPr>
              <a:t>2.</a:t>
            </a:r>
            <a:r>
              <a:rPr lang="zh-CN" altLang="de-DE" sz="2400" b="1" dirty="0">
                <a:latin typeface="宋体" panose="02010600030101010101" pitchFamily="2" charset="-122"/>
              </a:rPr>
              <a:t>总线存取</a:t>
            </a:r>
          </a:p>
          <a:p>
            <a:pPr marL="0" indent="0">
              <a:lnSpc>
                <a:spcPct val="110000"/>
              </a:lnSpc>
              <a:buNone/>
            </a:pPr>
            <a:r>
              <a:rPr lang="de-DE" altLang="zh-CN" sz="2400" dirty="0">
                <a:latin typeface="楷体_GB2312" pitchFamily="49" charset="-122"/>
                <a:ea typeface="楷体_GB2312" pitchFamily="49" charset="-122"/>
              </a:rPr>
              <a:t>     1)</a:t>
            </a:r>
            <a:r>
              <a:rPr lang="zh-CN" altLang="de-DE" sz="2400" dirty="0">
                <a:latin typeface="楷体_GB2312" pitchFamily="49" charset="-122"/>
                <a:ea typeface="楷体_GB2312" pitchFamily="49" charset="-122"/>
              </a:rPr>
              <a:t>各</a:t>
            </a:r>
            <a:r>
              <a:rPr lang="zh-CN" altLang="de-DE" sz="2400" dirty="0">
                <a:solidFill>
                  <a:srgbClr val="FF0000"/>
                </a:solidFill>
                <a:latin typeface="楷体_GB2312" pitchFamily="49" charset="-122"/>
                <a:ea typeface="楷体_GB2312" pitchFamily="49" charset="-122"/>
              </a:rPr>
              <a:t>主站间为令牌传输</a:t>
            </a:r>
            <a:r>
              <a:rPr lang="zh-CN" altLang="de-DE" sz="2400" dirty="0">
                <a:latin typeface="楷体_GB2312" pitchFamily="49" charset="-122"/>
                <a:ea typeface="楷体_GB2312" pitchFamily="49" charset="-122"/>
              </a:rPr>
              <a:t>，</a:t>
            </a:r>
            <a:r>
              <a:rPr lang="zh-CN" altLang="de-DE" sz="2400" dirty="0">
                <a:solidFill>
                  <a:srgbClr val="FF0000"/>
                </a:solidFill>
                <a:latin typeface="楷体_GB2312" pitchFamily="49" charset="-122"/>
                <a:ea typeface="楷体_GB2312" pitchFamily="49" charset="-122"/>
              </a:rPr>
              <a:t>主站与从站间为主</a:t>
            </a:r>
            <a:r>
              <a:rPr lang="de-DE" altLang="zh-CN" sz="2400" dirty="0">
                <a:solidFill>
                  <a:srgbClr val="FF0000"/>
                </a:solidFill>
                <a:latin typeface="楷体_GB2312" pitchFamily="49" charset="-122"/>
                <a:ea typeface="楷体_GB2312" pitchFamily="49" charset="-122"/>
              </a:rPr>
              <a:t>-</a:t>
            </a:r>
            <a:r>
              <a:rPr lang="zh-CN" altLang="de-DE" sz="2400" dirty="0">
                <a:solidFill>
                  <a:srgbClr val="FF0000"/>
                </a:solidFill>
                <a:latin typeface="楷体_GB2312" pitchFamily="49" charset="-122"/>
                <a:ea typeface="楷体_GB2312" pitchFamily="49" charset="-122"/>
              </a:rPr>
              <a:t>从传输</a:t>
            </a:r>
            <a:r>
              <a:rPr lang="de-DE" altLang="zh-CN" sz="2400" dirty="0">
                <a:latin typeface="楷体_GB2312" pitchFamily="49" charset="-122"/>
                <a:ea typeface="楷体_GB2312" pitchFamily="49" charset="-122"/>
              </a:rPr>
              <a:t>;</a:t>
            </a:r>
          </a:p>
          <a:p>
            <a:pPr marL="0" indent="0">
              <a:lnSpc>
                <a:spcPct val="110000"/>
              </a:lnSpc>
              <a:buNone/>
            </a:pPr>
            <a:r>
              <a:rPr lang="de-DE" altLang="zh-CN" sz="2400" dirty="0">
                <a:latin typeface="楷体_GB2312" pitchFamily="49" charset="-122"/>
                <a:ea typeface="楷体_GB2312" pitchFamily="49" charset="-122"/>
              </a:rPr>
              <a:t>     2)</a:t>
            </a:r>
            <a:r>
              <a:rPr lang="zh-CN" altLang="de-DE" sz="2400" dirty="0">
                <a:latin typeface="楷体_GB2312" pitchFamily="49" charset="-122"/>
                <a:ea typeface="楷体_GB2312" pitchFamily="49" charset="-122"/>
              </a:rPr>
              <a:t>支持单主或多主系统</a:t>
            </a:r>
            <a:r>
              <a:rPr lang="de-DE" altLang="zh-CN" sz="2400" dirty="0">
                <a:latin typeface="楷体_GB2312" pitchFamily="49" charset="-122"/>
                <a:ea typeface="楷体_GB2312" pitchFamily="49" charset="-122"/>
              </a:rPr>
              <a:t>;</a:t>
            </a:r>
          </a:p>
          <a:p>
            <a:pPr marL="0" indent="0">
              <a:lnSpc>
                <a:spcPct val="110000"/>
              </a:lnSpc>
              <a:buNone/>
            </a:pPr>
            <a:r>
              <a:rPr lang="de-DE" altLang="zh-CN" sz="2400" dirty="0">
                <a:latin typeface="楷体_GB2312" pitchFamily="49" charset="-122"/>
                <a:ea typeface="楷体_GB2312" pitchFamily="49" charset="-122"/>
              </a:rPr>
              <a:t>     3)</a:t>
            </a:r>
            <a:r>
              <a:rPr lang="zh-CN" altLang="de-DE" sz="2400" dirty="0">
                <a:latin typeface="楷体_GB2312" pitchFamily="49" charset="-122"/>
                <a:ea typeface="楷体_GB2312" pitchFamily="49" charset="-122"/>
              </a:rPr>
              <a:t>主</a:t>
            </a:r>
            <a:r>
              <a:rPr lang="de-DE" altLang="zh-CN" sz="2400" dirty="0">
                <a:latin typeface="楷体_GB2312" pitchFamily="49" charset="-122"/>
                <a:ea typeface="楷体_GB2312" pitchFamily="49" charset="-122"/>
              </a:rPr>
              <a:t>-</a:t>
            </a:r>
            <a:r>
              <a:rPr lang="zh-CN" altLang="de-DE" sz="2400" dirty="0">
                <a:latin typeface="楷体_GB2312" pitchFamily="49" charset="-122"/>
                <a:ea typeface="楷体_GB2312" pitchFamily="49" charset="-122"/>
              </a:rPr>
              <a:t>从设备，总线上最多站点数为</a:t>
            </a:r>
            <a:r>
              <a:rPr lang="de-DE" altLang="zh-CN" sz="2400" dirty="0">
                <a:latin typeface="楷体_GB2312" pitchFamily="49" charset="-122"/>
                <a:ea typeface="楷体_GB2312" pitchFamily="49" charset="-122"/>
              </a:rPr>
              <a:t>126</a:t>
            </a:r>
            <a:endParaRPr lang="zh-CN" altLang="en-US" sz="2400" dirty="0">
              <a:latin typeface="楷体_GB2312" pitchFamily="49" charset="-122"/>
              <a:ea typeface="楷体_GB2312" pitchFamily="49" charset="-122"/>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Line 4">
            <a:extLst>
              <a:ext uri="{FF2B5EF4-FFF2-40B4-BE49-F238E27FC236}">
                <a16:creationId xmlns:a16="http://schemas.microsoft.com/office/drawing/2014/main" id="{862E0E83-28F3-8C04-3215-480F6A9ECC5E}"/>
              </a:ext>
            </a:extLst>
          </p:cNvPr>
          <p:cNvSpPr>
            <a:spLocks noChangeShapeType="1"/>
          </p:cNvSpPr>
          <p:nvPr/>
        </p:nvSpPr>
        <p:spPr bwMode="auto">
          <a:xfrm flipV="1">
            <a:off x="2282825" y="2781300"/>
            <a:ext cx="0" cy="958850"/>
          </a:xfrm>
          <a:prstGeom prst="line">
            <a:avLst/>
          </a:prstGeom>
          <a:noFill/>
          <a:ln w="1016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3" name="Line 5">
            <a:extLst>
              <a:ext uri="{FF2B5EF4-FFF2-40B4-BE49-F238E27FC236}">
                <a16:creationId xmlns:a16="http://schemas.microsoft.com/office/drawing/2014/main" id="{C00CB403-2A14-F886-F6DE-83535C8692B0}"/>
              </a:ext>
            </a:extLst>
          </p:cNvPr>
          <p:cNvSpPr>
            <a:spLocks noChangeShapeType="1"/>
          </p:cNvSpPr>
          <p:nvPr/>
        </p:nvSpPr>
        <p:spPr bwMode="auto">
          <a:xfrm flipV="1">
            <a:off x="4859338" y="3536950"/>
            <a:ext cx="0" cy="958850"/>
          </a:xfrm>
          <a:prstGeom prst="line">
            <a:avLst/>
          </a:prstGeom>
          <a:noFill/>
          <a:ln w="1016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4" name="Line 6">
            <a:extLst>
              <a:ext uri="{FF2B5EF4-FFF2-40B4-BE49-F238E27FC236}">
                <a16:creationId xmlns:a16="http://schemas.microsoft.com/office/drawing/2014/main" id="{90FB0A95-7324-0E58-A808-EF2DDE26A2A5}"/>
              </a:ext>
            </a:extLst>
          </p:cNvPr>
          <p:cNvSpPr>
            <a:spLocks noChangeShapeType="1"/>
          </p:cNvSpPr>
          <p:nvPr/>
        </p:nvSpPr>
        <p:spPr bwMode="auto">
          <a:xfrm flipV="1">
            <a:off x="6257925" y="3536950"/>
            <a:ext cx="0" cy="958850"/>
          </a:xfrm>
          <a:prstGeom prst="line">
            <a:avLst/>
          </a:prstGeom>
          <a:noFill/>
          <a:ln w="1016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5" name="Line 7">
            <a:extLst>
              <a:ext uri="{FF2B5EF4-FFF2-40B4-BE49-F238E27FC236}">
                <a16:creationId xmlns:a16="http://schemas.microsoft.com/office/drawing/2014/main" id="{11B5886D-B075-48A7-8A37-110B74800B98}"/>
              </a:ext>
            </a:extLst>
          </p:cNvPr>
          <p:cNvSpPr>
            <a:spLocks noChangeShapeType="1"/>
          </p:cNvSpPr>
          <p:nvPr/>
        </p:nvSpPr>
        <p:spPr bwMode="auto">
          <a:xfrm flipV="1">
            <a:off x="1433513" y="3600450"/>
            <a:ext cx="0" cy="958850"/>
          </a:xfrm>
          <a:prstGeom prst="line">
            <a:avLst/>
          </a:prstGeom>
          <a:noFill/>
          <a:ln w="1016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6" name="Line 8">
            <a:extLst>
              <a:ext uri="{FF2B5EF4-FFF2-40B4-BE49-F238E27FC236}">
                <a16:creationId xmlns:a16="http://schemas.microsoft.com/office/drawing/2014/main" id="{98EB8584-FFF1-F952-187B-2B3930A22E66}"/>
              </a:ext>
            </a:extLst>
          </p:cNvPr>
          <p:cNvSpPr>
            <a:spLocks noChangeShapeType="1"/>
          </p:cNvSpPr>
          <p:nvPr/>
        </p:nvSpPr>
        <p:spPr bwMode="auto">
          <a:xfrm flipV="1">
            <a:off x="2762250" y="3717925"/>
            <a:ext cx="0" cy="958850"/>
          </a:xfrm>
          <a:prstGeom prst="line">
            <a:avLst/>
          </a:prstGeom>
          <a:noFill/>
          <a:ln w="1016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7" name="Rectangle 9">
            <a:extLst>
              <a:ext uri="{FF2B5EF4-FFF2-40B4-BE49-F238E27FC236}">
                <a16:creationId xmlns:a16="http://schemas.microsoft.com/office/drawing/2014/main" id="{678AB9FD-1FC4-4CDC-77F2-48C8F7D2857E}"/>
              </a:ext>
            </a:extLst>
          </p:cNvPr>
          <p:cNvSpPr>
            <a:spLocks noChangeArrowheads="1"/>
          </p:cNvSpPr>
          <p:nvPr/>
        </p:nvSpPr>
        <p:spPr bwMode="auto">
          <a:xfrm>
            <a:off x="1547813" y="725488"/>
            <a:ext cx="5205412" cy="51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ctr">
              <a:spcBef>
                <a:spcPct val="0"/>
              </a:spcBef>
            </a:pPr>
            <a:r>
              <a:rPr kumimoji="1" lang="en-US" altLang="zh-CN">
                <a:solidFill>
                  <a:srgbClr val="2F00CC"/>
                </a:solidFill>
              </a:rPr>
              <a:t>PROFIBUS-DP </a:t>
            </a:r>
            <a:r>
              <a:rPr kumimoji="1" lang="zh-CN" altLang="en-US">
                <a:solidFill>
                  <a:srgbClr val="2F00CC"/>
                </a:solidFill>
              </a:rPr>
              <a:t>单主站系统</a:t>
            </a:r>
          </a:p>
        </p:txBody>
      </p:sp>
      <p:sp>
        <p:nvSpPr>
          <p:cNvPr id="56328" name="Rectangle 10">
            <a:extLst>
              <a:ext uri="{FF2B5EF4-FFF2-40B4-BE49-F238E27FC236}">
                <a16:creationId xmlns:a16="http://schemas.microsoft.com/office/drawing/2014/main" id="{EB060F0E-A079-C6E8-6D2A-E32ADAF42F78}"/>
              </a:ext>
            </a:extLst>
          </p:cNvPr>
          <p:cNvSpPr>
            <a:spLocks noChangeArrowheads="1"/>
          </p:cNvSpPr>
          <p:nvPr/>
        </p:nvSpPr>
        <p:spPr bwMode="auto">
          <a:xfrm>
            <a:off x="1092200" y="1628775"/>
            <a:ext cx="1608138" cy="303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sz="1400">
                <a:solidFill>
                  <a:srgbClr val="2F00CC"/>
                </a:solidFill>
              </a:rPr>
              <a:t>DP-</a:t>
            </a:r>
            <a:r>
              <a:rPr kumimoji="1" lang="zh-CN" altLang="en-US" sz="1400">
                <a:solidFill>
                  <a:srgbClr val="2F00CC"/>
                </a:solidFill>
              </a:rPr>
              <a:t>主站 </a:t>
            </a:r>
            <a:r>
              <a:rPr kumimoji="1" lang="en-US" altLang="zh-CN" sz="1400">
                <a:solidFill>
                  <a:srgbClr val="2F00CC"/>
                </a:solidFill>
              </a:rPr>
              <a:t>(1 </a:t>
            </a:r>
            <a:r>
              <a:rPr kumimoji="1" lang="zh-CN" altLang="en-US" sz="1400">
                <a:solidFill>
                  <a:srgbClr val="2F00CC"/>
                </a:solidFill>
              </a:rPr>
              <a:t>类</a:t>
            </a:r>
            <a:r>
              <a:rPr kumimoji="1" lang="en-US" altLang="zh-CN" sz="1400">
                <a:solidFill>
                  <a:srgbClr val="2F00CC"/>
                </a:solidFill>
              </a:rPr>
              <a:t>)</a:t>
            </a:r>
          </a:p>
        </p:txBody>
      </p:sp>
      <p:sp>
        <p:nvSpPr>
          <p:cNvPr id="56329" name="Rectangle 11">
            <a:extLst>
              <a:ext uri="{FF2B5EF4-FFF2-40B4-BE49-F238E27FC236}">
                <a16:creationId xmlns:a16="http://schemas.microsoft.com/office/drawing/2014/main" id="{79166E79-4316-197C-D52D-E51AE2CE58DB}"/>
              </a:ext>
            </a:extLst>
          </p:cNvPr>
          <p:cNvSpPr>
            <a:spLocks noChangeArrowheads="1"/>
          </p:cNvSpPr>
          <p:nvPr/>
        </p:nvSpPr>
        <p:spPr bwMode="auto">
          <a:xfrm>
            <a:off x="3708400" y="1557338"/>
            <a:ext cx="4632325" cy="176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zh-CN" altLang="en-US" sz="2000">
                <a:solidFill>
                  <a:schemeClr val="hlink"/>
                </a:solidFill>
              </a:rPr>
              <a:t>单主站系统实现最短的总线循环时间</a:t>
            </a:r>
          </a:p>
          <a:p>
            <a:pPr>
              <a:lnSpc>
                <a:spcPct val="150000"/>
              </a:lnSpc>
              <a:spcBef>
                <a:spcPct val="0"/>
              </a:spcBef>
            </a:pPr>
            <a:r>
              <a:rPr kumimoji="1" lang="zh-CN" altLang="en-US" sz="2000">
                <a:solidFill>
                  <a:srgbClr val="2F00CC"/>
                </a:solidFill>
              </a:rPr>
              <a:t>它们的组成</a:t>
            </a:r>
            <a:r>
              <a:rPr kumimoji="1" lang="en-US" altLang="zh-CN" sz="2000">
                <a:solidFill>
                  <a:srgbClr val="2F00CC"/>
                </a:solidFill>
              </a:rPr>
              <a:t>:</a:t>
            </a:r>
          </a:p>
          <a:p>
            <a:pPr>
              <a:spcBef>
                <a:spcPct val="0"/>
              </a:spcBef>
            </a:pPr>
            <a:r>
              <a:rPr kumimoji="1" lang="en-US" altLang="zh-CN" sz="2000">
                <a:solidFill>
                  <a:srgbClr val="2F00CC"/>
                </a:solidFill>
              </a:rPr>
              <a:t>  -  1 </a:t>
            </a:r>
            <a:r>
              <a:rPr kumimoji="1" lang="zh-CN" altLang="en-US" sz="2000">
                <a:solidFill>
                  <a:srgbClr val="2F00CC"/>
                </a:solidFill>
              </a:rPr>
              <a:t>个</a:t>
            </a:r>
            <a:r>
              <a:rPr kumimoji="1" lang="en-US" altLang="zh-CN" sz="2000">
                <a:solidFill>
                  <a:srgbClr val="2F00CC"/>
                </a:solidFill>
              </a:rPr>
              <a:t>DP-</a:t>
            </a:r>
            <a:r>
              <a:rPr kumimoji="1" lang="zh-CN" altLang="en-US" sz="2000">
                <a:solidFill>
                  <a:srgbClr val="2F00CC"/>
                </a:solidFill>
              </a:rPr>
              <a:t>主站 </a:t>
            </a:r>
            <a:r>
              <a:rPr kumimoji="1" lang="en-US" altLang="zh-CN" sz="2000">
                <a:solidFill>
                  <a:srgbClr val="2F00CC"/>
                </a:solidFill>
              </a:rPr>
              <a:t>(1 </a:t>
            </a:r>
            <a:r>
              <a:rPr kumimoji="1" lang="zh-CN" altLang="en-US" sz="2000">
                <a:solidFill>
                  <a:srgbClr val="2F00CC"/>
                </a:solidFill>
              </a:rPr>
              <a:t>类</a:t>
            </a:r>
            <a:r>
              <a:rPr kumimoji="1" lang="en-US" altLang="zh-CN" sz="2000">
                <a:solidFill>
                  <a:srgbClr val="2F00CC"/>
                </a:solidFill>
              </a:rPr>
              <a:t>)</a:t>
            </a:r>
          </a:p>
          <a:p>
            <a:pPr>
              <a:spcBef>
                <a:spcPct val="0"/>
              </a:spcBef>
            </a:pPr>
            <a:r>
              <a:rPr kumimoji="1" lang="en-US" altLang="zh-CN" sz="2000">
                <a:solidFill>
                  <a:srgbClr val="2F00CC"/>
                </a:solidFill>
              </a:rPr>
              <a:t>  -  1 </a:t>
            </a:r>
            <a:r>
              <a:rPr kumimoji="1" lang="zh-CN" altLang="en-US" sz="2000">
                <a:solidFill>
                  <a:srgbClr val="2F00CC"/>
                </a:solidFill>
              </a:rPr>
              <a:t>到最多 </a:t>
            </a:r>
            <a:r>
              <a:rPr kumimoji="1" lang="en-US" altLang="zh-CN" sz="2000">
                <a:solidFill>
                  <a:srgbClr val="2F00CC"/>
                </a:solidFill>
              </a:rPr>
              <a:t>125 </a:t>
            </a:r>
            <a:r>
              <a:rPr kumimoji="1" lang="zh-CN" altLang="en-US" sz="2000">
                <a:solidFill>
                  <a:srgbClr val="2F00CC"/>
                </a:solidFill>
              </a:rPr>
              <a:t>个</a:t>
            </a:r>
            <a:r>
              <a:rPr kumimoji="1" lang="en-US" altLang="zh-CN" sz="2000">
                <a:solidFill>
                  <a:srgbClr val="2F00CC"/>
                </a:solidFill>
              </a:rPr>
              <a:t>DP-</a:t>
            </a:r>
            <a:r>
              <a:rPr kumimoji="1" lang="zh-CN" altLang="en-US" sz="2000">
                <a:solidFill>
                  <a:srgbClr val="2F00CC"/>
                </a:solidFill>
              </a:rPr>
              <a:t>从站</a:t>
            </a:r>
          </a:p>
          <a:p>
            <a:pPr>
              <a:spcBef>
                <a:spcPct val="0"/>
              </a:spcBef>
            </a:pPr>
            <a:r>
              <a:rPr kumimoji="1" lang="zh-CN" altLang="en-US" sz="2000">
                <a:solidFill>
                  <a:srgbClr val="2F00CC"/>
                </a:solidFill>
              </a:rPr>
              <a:t>  </a:t>
            </a:r>
            <a:r>
              <a:rPr kumimoji="1" lang="en-US" altLang="zh-CN" sz="2000">
                <a:solidFill>
                  <a:srgbClr val="2F00CC"/>
                </a:solidFill>
              </a:rPr>
              <a:t>-  DP-</a:t>
            </a:r>
            <a:r>
              <a:rPr kumimoji="1" lang="zh-CN" altLang="en-US" sz="2000">
                <a:solidFill>
                  <a:srgbClr val="2F00CC"/>
                </a:solidFill>
              </a:rPr>
              <a:t>主站 </a:t>
            </a:r>
            <a:r>
              <a:rPr kumimoji="1" lang="en-US" altLang="zh-CN" sz="2000">
                <a:solidFill>
                  <a:srgbClr val="2F00CC"/>
                </a:solidFill>
              </a:rPr>
              <a:t>(2 </a:t>
            </a:r>
            <a:r>
              <a:rPr kumimoji="1" lang="zh-CN" altLang="en-US" sz="2000">
                <a:solidFill>
                  <a:srgbClr val="2F00CC"/>
                </a:solidFill>
              </a:rPr>
              <a:t>类</a:t>
            </a:r>
            <a:r>
              <a:rPr kumimoji="1" lang="en-US" altLang="zh-CN" sz="2000">
                <a:solidFill>
                  <a:srgbClr val="2F00CC"/>
                </a:solidFill>
              </a:rPr>
              <a:t>)</a:t>
            </a:r>
            <a:r>
              <a:rPr kumimoji="1" lang="zh-CN" altLang="en-US" sz="2000">
                <a:solidFill>
                  <a:srgbClr val="2F00CC"/>
                </a:solidFill>
              </a:rPr>
              <a:t>， 可选</a:t>
            </a:r>
          </a:p>
        </p:txBody>
      </p:sp>
      <p:sp>
        <p:nvSpPr>
          <p:cNvPr id="56330" name="Rectangle 12">
            <a:extLst>
              <a:ext uri="{FF2B5EF4-FFF2-40B4-BE49-F238E27FC236}">
                <a16:creationId xmlns:a16="http://schemas.microsoft.com/office/drawing/2014/main" id="{F3E8E6DC-8A4B-4E98-D657-17D5817A3DF8}"/>
              </a:ext>
            </a:extLst>
          </p:cNvPr>
          <p:cNvSpPr>
            <a:spLocks noChangeArrowheads="1"/>
          </p:cNvSpPr>
          <p:nvPr/>
        </p:nvSpPr>
        <p:spPr bwMode="auto">
          <a:xfrm>
            <a:off x="5033963" y="4992688"/>
            <a:ext cx="10636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zh-CN" altLang="en-US" sz="1600"/>
              <a:t>分散的</a:t>
            </a:r>
            <a:r>
              <a:rPr kumimoji="1" lang="en-US" altLang="zh-CN" sz="1600"/>
              <a:t>I/O</a:t>
            </a:r>
          </a:p>
        </p:txBody>
      </p:sp>
      <p:grpSp>
        <p:nvGrpSpPr>
          <p:cNvPr id="56331" name="Group 13">
            <a:extLst>
              <a:ext uri="{FF2B5EF4-FFF2-40B4-BE49-F238E27FC236}">
                <a16:creationId xmlns:a16="http://schemas.microsoft.com/office/drawing/2014/main" id="{F11AE80D-3F93-3348-B4FF-BAAD798E35EB}"/>
              </a:ext>
            </a:extLst>
          </p:cNvPr>
          <p:cNvGrpSpPr>
            <a:grpSpLocks/>
          </p:cNvGrpSpPr>
          <p:nvPr/>
        </p:nvGrpSpPr>
        <p:grpSpPr bwMode="auto">
          <a:xfrm>
            <a:off x="4243388" y="4030663"/>
            <a:ext cx="1233487" cy="500062"/>
            <a:chOff x="3054" y="2658"/>
            <a:chExt cx="777" cy="315"/>
          </a:xfrm>
        </p:grpSpPr>
        <p:sp>
          <p:nvSpPr>
            <p:cNvPr id="56544" name="Rectangle 14">
              <a:extLst>
                <a:ext uri="{FF2B5EF4-FFF2-40B4-BE49-F238E27FC236}">
                  <a16:creationId xmlns:a16="http://schemas.microsoft.com/office/drawing/2014/main" id="{1B47AA88-98EC-D03B-F619-46E31DC119D8}"/>
                </a:ext>
              </a:extLst>
            </p:cNvPr>
            <p:cNvSpPr>
              <a:spLocks noChangeArrowheads="1"/>
            </p:cNvSpPr>
            <p:nvPr/>
          </p:nvSpPr>
          <p:spPr bwMode="auto">
            <a:xfrm>
              <a:off x="3054" y="2658"/>
              <a:ext cx="777" cy="235"/>
            </a:xfrm>
            <a:prstGeom prst="rect">
              <a:avLst/>
            </a:prstGeom>
            <a:solidFill>
              <a:srgbClr val="C1CE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545" name="AutoShape 15">
              <a:extLst>
                <a:ext uri="{FF2B5EF4-FFF2-40B4-BE49-F238E27FC236}">
                  <a16:creationId xmlns:a16="http://schemas.microsoft.com/office/drawing/2014/main" id="{9AADECA5-6AE8-045E-FCE4-F16A9FB25934}"/>
                </a:ext>
              </a:extLst>
            </p:cNvPr>
            <p:cNvSpPr>
              <a:spLocks noChangeArrowheads="1"/>
            </p:cNvSpPr>
            <p:nvPr/>
          </p:nvSpPr>
          <p:spPr bwMode="auto">
            <a:xfrm>
              <a:off x="3054" y="2659"/>
              <a:ext cx="730" cy="314"/>
            </a:xfrm>
            <a:prstGeom prst="cube">
              <a:avLst>
                <a:gd name="adj" fmla="val 24995"/>
              </a:avLst>
            </a:prstGeom>
            <a:solidFill>
              <a:srgbClr val="EAE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546" name="Line 16">
              <a:extLst>
                <a:ext uri="{FF2B5EF4-FFF2-40B4-BE49-F238E27FC236}">
                  <a16:creationId xmlns:a16="http://schemas.microsoft.com/office/drawing/2014/main" id="{9ACDF7E1-286C-ED4B-7216-EEA388910DD5}"/>
                </a:ext>
              </a:extLst>
            </p:cNvPr>
            <p:cNvSpPr>
              <a:spLocks noChangeShapeType="1"/>
            </p:cNvSpPr>
            <p:nvPr/>
          </p:nvSpPr>
          <p:spPr bwMode="auto">
            <a:xfrm>
              <a:off x="3309" y="2740"/>
              <a:ext cx="0" cy="2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547" name="Line 17">
              <a:extLst>
                <a:ext uri="{FF2B5EF4-FFF2-40B4-BE49-F238E27FC236}">
                  <a16:creationId xmlns:a16="http://schemas.microsoft.com/office/drawing/2014/main" id="{E530917C-DB61-34C6-611D-DBDC0CBC2298}"/>
                </a:ext>
              </a:extLst>
            </p:cNvPr>
            <p:cNvSpPr>
              <a:spLocks noChangeShapeType="1"/>
            </p:cNvSpPr>
            <p:nvPr/>
          </p:nvSpPr>
          <p:spPr bwMode="auto">
            <a:xfrm>
              <a:off x="3458" y="2744"/>
              <a:ext cx="0" cy="22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548" name="Line 18">
              <a:extLst>
                <a:ext uri="{FF2B5EF4-FFF2-40B4-BE49-F238E27FC236}">
                  <a16:creationId xmlns:a16="http://schemas.microsoft.com/office/drawing/2014/main" id="{613ECBF3-5FF3-3DF8-D01A-5EB3318BD609}"/>
                </a:ext>
              </a:extLst>
            </p:cNvPr>
            <p:cNvSpPr>
              <a:spLocks noChangeShapeType="1"/>
            </p:cNvSpPr>
            <p:nvPr/>
          </p:nvSpPr>
          <p:spPr bwMode="auto">
            <a:xfrm>
              <a:off x="3055" y="2816"/>
              <a:ext cx="2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549" name="Line 19">
              <a:extLst>
                <a:ext uri="{FF2B5EF4-FFF2-40B4-BE49-F238E27FC236}">
                  <a16:creationId xmlns:a16="http://schemas.microsoft.com/office/drawing/2014/main" id="{DC101C64-7511-9031-045A-051228C65FE1}"/>
                </a:ext>
              </a:extLst>
            </p:cNvPr>
            <p:cNvSpPr>
              <a:spLocks noChangeShapeType="1"/>
            </p:cNvSpPr>
            <p:nvPr/>
          </p:nvSpPr>
          <p:spPr bwMode="auto">
            <a:xfrm>
              <a:off x="3056" y="2903"/>
              <a:ext cx="24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550" name="Line 20">
              <a:extLst>
                <a:ext uri="{FF2B5EF4-FFF2-40B4-BE49-F238E27FC236}">
                  <a16:creationId xmlns:a16="http://schemas.microsoft.com/office/drawing/2014/main" id="{A964DEB6-25AC-F16C-70BB-46225E5947D6}"/>
                </a:ext>
              </a:extLst>
            </p:cNvPr>
            <p:cNvSpPr>
              <a:spLocks noChangeShapeType="1"/>
            </p:cNvSpPr>
            <p:nvPr/>
          </p:nvSpPr>
          <p:spPr bwMode="auto">
            <a:xfrm>
              <a:off x="3462" y="2815"/>
              <a:ext cx="23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551" name="Line 21">
              <a:extLst>
                <a:ext uri="{FF2B5EF4-FFF2-40B4-BE49-F238E27FC236}">
                  <a16:creationId xmlns:a16="http://schemas.microsoft.com/office/drawing/2014/main" id="{37B1B899-BA52-1D1C-F7C4-49A736238F67}"/>
                </a:ext>
              </a:extLst>
            </p:cNvPr>
            <p:cNvSpPr>
              <a:spLocks noChangeShapeType="1"/>
            </p:cNvSpPr>
            <p:nvPr/>
          </p:nvSpPr>
          <p:spPr bwMode="auto">
            <a:xfrm>
              <a:off x="3458" y="2895"/>
              <a:ext cx="24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552" name="Rectangle 22">
              <a:extLst>
                <a:ext uri="{FF2B5EF4-FFF2-40B4-BE49-F238E27FC236}">
                  <a16:creationId xmlns:a16="http://schemas.microsoft.com/office/drawing/2014/main" id="{57832F87-1E7F-9094-B9E0-A2B9E0EB10D3}"/>
                </a:ext>
              </a:extLst>
            </p:cNvPr>
            <p:cNvSpPr>
              <a:spLocks noChangeArrowheads="1"/>
            </p:cNvSpPr>
            <p:nvPr/>
          </p:nvSpPr>
          <p:spPr bwMode="auto">
            <a:xfrm>
              <a:off x="3484" y="2764"/>
              <a:ext cx="195" cy="20"/>
            </a:xfrm>
            <a:prstGeom prst="rect">
              <a:avLst/>
            </a:prstGeom>
            <a:solidFill>
              <a:schemeClr val="bg2"/>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553" name="Oval 23">
              <a:extLst>
                <a:ext uri="{FF2B5EF4-FFF2-40B4-BE49-F238E27FC236}">
                  <a16:creationId xmlns:a16="http://schemas.microsoft.com/office/drawing/2014/main" id="{C2F4890F-240B-AF0D-01DB-17F816BB2C51}"/>
                </a:ext>
              </a:extLst>
            </p:cNvPr>
            <p:cNvSpPr>
              <a:spLocks noChangeArrowheads="1"/>
            </p:cNvSpPr>
            <p:nvPr/>
          </p:nvSpPr>
          <p:spPr bwMode="auto">
            <a:xfrm>
              <a:off x="3334" y="2842"/>
              <a:ext cx="28" cy="28"/>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554" name="Oval 24">
              <a:extLst>
                <a:ext uri="{FF2B5EF4-FFF2-40B4-BE49-F238E27FC236}">
                  <a16:creationId xmlns:a16="http://schemas.microsoft.com/office/drawing/2014/main" id="{8B1221FD-2D0C-8857-329F-9719C37F9D3E}"/>
                </a:ext>
              </a:extLst>
            </p:cNvPr>
            <p:cNvSpPr>
              <a:spLocks noChangeArrowheads="1"/>
            </p:cNvSpPr>
            <p:nvPr/>
          </p:nvSpPr>
          <p:spPr bwMode="auto">
            <a:xfrm>
              <a:off x="3406" y="2842"/>
              <a:ext cx="29" cy="28"/>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555" name="Oval 25">
              <a:extLst>
                <a:ext uri="{FF2B5EF4-FFF2-40B4-BE49-F238E27FC236}">
                  <a16:creationId xmlns:a16="http://schemas.microsoft.com/office/drawing/2014/main" id="{B031A0AD-9A71-3009-E6BF-41C17B8198E5}"/>
                </a:ext>
              </a:extLst>
            </p:cNvPr>
            <p:cNvSpPr>
              <a:spLocks noChangeArrowheads="1"/>
            </p:cNvSpPr>
            <p:nvPr/>
          </p:nvSpPr>
          <p:spPr bwMode="auto">
            <a:xfrm>
              <a:off x="3801" y="2683"/>
              <a:ext cx="15" cy="1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556" name="Oval 26">
              <a:extLst>
                <a:ext uri="{FF2B5EF4-FFF2-40B4-BE49-F238E27FC236}">
                  <a16:creationId xmlns:a16="http://schemas.microsoft.com/office/drawing/2014/main" id="{9B1671BC-F6CE-4B0C-D6F3-869EB5724053}"/>
                </a:ext>
              </a:extLst>
            </p:cNvPr>
            <p:cNvSpPr>
              <a:spLocks noChangeArrowheads="1"/>
            </p:cNvSpPr>
            <p:nvPr/>
          </p:nvSpPr>
          <p:spPr bwMode="auto">
            <a:xfrm>
              <a:off x="3802" y="2852"/>
              <a:ext cx="15" cy="1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557" name="Oval 27">
              <a:extLst>
                <a:ext uri="{FF2B5EF4-FFF2-40B4-BE49-F238E27FC236}">
                  <a16:creationId xmlns:a16="http://schemas.microsoft.com/office/drawing/2014/main" id="{E9424F62-8A8A-C7DF-FE00-9F9CB730AAB3}"/>
                </a:ext>
              </a:extLst>
            </p:cNvPr>
            <p:cNvSpPr>
              <a:spLocks noChangeArrowheads="1"/>
            </p:cNvSpPr>
            <p:nvPr/>
          </p:nvSpPr>
          <p:spPr bwMode="auto">
            <a:xfrm>
              <a:off x="3075" y="2683"/>
              <a:ext cx="15" cy="1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558" name="Rectangle 28">
              <a:extLst>
                <a:ext uri="{FF2B5EF4-FFF2-40B4-BE49-F238E27FC236}">
                  <a16:creationId xmlns:a16="http://schemas.microsoft.com/office/drawing/2014/main" id="{66827CC7-6B04-D8E9-5BBB-DB91AF5281DB}"/>
                </a:ext>
              </a:extLst>
            </p:cNvPr>
            <p:cNvSpPr>
              <a:spLocks noChangeArrowheads="1"/>
            </p:cNvSpPr>
            <p:nvPr/>
          </p:nvSpPr>
          <p:spPr bwMode="auto">
            <a:xfrm>
              <a:off x="3484" y="2844"/>
              <a:ext cx="195" cy="20"/>
            </a:xfrm>
            <a:prstGeom prst="rect">
              <a:avLst/>
            </a:prstGeom>
            <a:solidFill>
              <a:schemeClr val="bg2"/>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559" name="Rectangle 29">
              <a:extLst>
                <a:ext uri="{FF2B5EF4-FFF2-40B4-BE49-F238E27FC236}">
                  <a16:creationId xmlns:a16="http://schemas.microsoft.com/office/drawing/2014/main" id="{32BC9BCE-295C-42B0-2B93-1C4343122890}"/>
                </a:ext>
              </a:extLst>
            </p:cNvPr>
            <p:cNvSpPr>
              <a:spLocks noChangeArrowheads="1"/>
            </p:cNvSpPr>
            <p:nvPr/>
          </p:nvSpPr>
          <p:spPr bwMode="auto">
            <a:xfrm>
              <a:off x="3484" y="2924"/>
              <a:ext cx="195" cy="20"/>
            </a:xfrm>
            <a:prstGeom prst="rect">
              <a:avLst/>
            </a:prstGeom>
            <a:solidFill>
              <a:schemeClr val="bg2"/>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560" name="Rectangle 30">
              <a:extLst>
                <a:ext uri="{FF2B5EF4-FFF2-40B4-BE49-F238E27FC236}">
                  <a16:creationId xmlns:a16="http://schemas.microsoft.com/office/drawing/2014/main" id="{23A3CD0E-A40C-E623-F138-FB274C928E45}"/>
                </a:ext>
              </a:extLst>
            </p:cNvPr>
            <p:cNvSpPr>
              <a:spLocks noChangeArrowheads="1"/>
            </p:cNvSpPr>
            <p:nvPr/>
          </p:nvSpPr>
          <p:spPr bwMode="auto">
            <a:xfrm>
              <a:off x="3082" y="2765"/>
              <a:ext cx="195" cy="20"/>
            </a:xfrm>
            <a:prstGeom prst="rect">
              <a:avLst/>
            </a:prstGeom>
            <a:solidFill>
              <a:schemeClr val="bg2"/>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561" name="Rectangle 31">
              <a:extLst>
                <a:ext uri="{FF2B5EF4-FFF2-40B4-BE49-F238E27FC236}">
                  <a16:creationId xmlns:a16="http://schemas.microsoft.com/office/drawing/2014/main" id="{FA8DDE39-DB34-2038-50BE-D35C9DD718FF}"/>
                </a:ext>
              </a:extLst>
            </p:cNvPr>
            <p:cNvSpPr>
              <a:spLocks noChangeArrowheads="1"/>
            </p:cNvSpPr>
            <p:nvPr/>
          </p:nvSpPr>
          <p:spPr bwMode="auto">
            <a:xfrm>
              <a:off x="3082" y="2845"/>
              <a:ext cx="195" cy="20"/>
            </a:xfrm>
            <a:prstGeom prst="rect">
              <a:avLst/>
            </a:prstGeom>
            <a:solidFill>
              <a:schemeClr val="bg2"/>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562" name="Rectangle 32">
              <a:extLst>
                <a:ext uri="{FF2B5EF4-FFF2-40B4-BE49-F238E27FC236}">
                  <a16:creationId xmlns:a16="http://schemas.microsoft.com/office/drawing/2014/main" id="{463D145E-46FB-1162-C1EE-54C02B0F8E58}"/>
                </a:ext>
              </a:extLst>
            </p:cNvPr>
            <p:cNvSpPr>
              <a:spLocks noChangeArrowheads="1"/>
            </p:cNvSpPr>
            <p:nvPr/>
          </p:nvSpPr>
          <p:spPr bwMode="auto">
            <a:xfrm>
              <a:off x="3082" y="2927"/>
              <a:ext cx="195" cy="20"/>
            </a:xfrm>
            <a:prstGeom prst="rect">
              <a:avLst/>
            </a:prstGeom>
            <a:solidFill>
              <a:schemeClr val="bg2"/>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56332" name="Group 33">
            <a:extLst>
              <a:ext uri="{FF2B5EF4-FFF2-40B4-BE49-F238E27FC236}">
                <a16:creationId xmlns:a16="http://schemas.microsoft.com/office/drawing/2014/main" id="{9DD2FF2F-464B-F826-E4D7-7478D4859264}"/>
              </a:ext>
            </a:extLst>
          </p:cNvPr>
          <p:cNvGrpSpPr>
            <a:grpSpLocks/>
          </p:cNvGrpSpPr>
          <p:nvPr/>
        </p:nvGrpSpPr>
        <p:grpSpPr bwMode="auto">
          <a:xfrm>
            <a:off x="5722938" y="4030663"/>
            <a:ext cx="1233487" cy="500062"/>
            <a:chOff x="3986" y="2658"/>
            <a:chExt cx="777" cy="315"/>
          </a:xfrm>
        </p:grpSpPr>
        <p:sp>
          <p:nvSpPr>
            <p:cNvPr id="56525" name="Rectangle 34">
              <a:extLst>
                <a:ext uri="{FF2B5EF4-FFF2-40B4-BE49-F238E27FC236}">
                  <a16:creationId xmlns:a16="http://schemas.microsoft.com/office/drawing/2014/main" id="{9FCCC87C-6963-EBE4-6704-EAFA3E07AA53}"/>
                </a:ext>
              </a:extLst>
            </p:cNvPr>
            <p:cNvSpPr>
              <a:spLocks noChangeArrowheads="1"/>
            </p:cNvSpPr>
            <p:nvPr/>
          </p:nvSpPr>
          <p:spPr bwMode="auto">
            <a:xfrm>
              <a:off x="3986" y="2658"/>
              <a:ext cx="777" cy="235"/>
            </a:xfrm>
            <a:prstGeom prst="rect">
              <a:avLst/>
            </a:prstGeom>
            <a:solidFill>
              <a:srgbClr val="C1CE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526" name="AutoShape 35">
              <a:extLst>
                <a:ext uri="{FF2B5EF4-FFF2-40B4-BE49-F238E27FC236}">
                  <a16:creationId xmlns:a16="http://schemas.microsoft.com/office/drawing/2014/main" id="{A2EE041B-DB2C-9F22-23BF-7EC013B1FAF1}"/>
                </a:ext>
              </a:extLst>
            </p:cNvPr>
            <p:cNvSpPr>
              <a:spLocks noChangeArrowheads="1"/>
            </p:cNvSpPr>
            <p:nvPr/>
          </p:nvSpPr>
          <p:spPr bwMode="auto">
            <a:xfrm>
              <a:off x="3986" y="2659"/>
              <a:ext cx="730" cy="314"/>
            </a:xfrm>
            <a:prstGeom prst="cube">
              <a:avLst>
                <a:gd name="adj" fmla="val 24995"/>
              </a:avLst>
            </a:prstGeom>
            <a:solidFill>
              <a:srgbClr val="EAE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527" name="Line 36">
              <a:extLst>
                <a:ext uri="{FF2B5EF4-FFF2-40B4-BE49-F238E27FC236}">
                  <a16:creationId xmlns:a16="http://schemas.microsoft.com/office/drawing/2014/main" id="{024CFAEA-D9D8-A7E6-48BB-7BDB7600CAFF}"/>
                </a:ext>
              </a:extLst>
            </p:cNvPr>
            <p:cNvSpPr>
              <a:spLocks noChangeShapeType="1"/>
            </p:cNvSpPr>
            <p:nvPr/>
          </p:nvSpPr>
          <p:spPr bwMode="auto">
            <a:xfrm>
              <a:off x="4241" y="2740"/>
              <a:ext cx="0" cy="2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528" name="Line 37">
              <a:extLst>
                <a:ext uri="{FF2B5EF4-FFF2-40B4-BE49-F238E27FC236}">
                  <a16:creationId xmlns:a16="http://schemas.microsoft.com/office/drawing/2014/main" id="{44CF9DF0-B45D-B494-1562-E56113DC4868}"/>
                </a:ext>
              </a:extLst>
            </p:cNvPr>
            <p:cNvSpPr>
              <a:spLocks noChangeShapeType="1"/>
            </p:cNvSpPr>
            <p:nvPr/>
          </p:nvSpPr>
          <p:spPr bwMode="auto">
            <a:xfrm>
              <a:off x="4390" y="2744"/>
              <a:ext cx="0" cy="22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529" name="Line 38">
              <a:extLst>
                <a:ext uri="{FF2B5EF4-FFF2-40B4-BE49-F238E27FC236}">
                  <a16:creationId xmlns:a16="http://schemas.microsoft.com/office/drawing/2014/main" id="{185C8458-8BE7-633D-F215-F347B289391F}"/>
                </a:ext>
              </a:extLst>
            </p:cNvPr>
            <p:cNvSpPr>
              <a:spLocks noChangeShapeType="1"/>
            </p:cNvSpPr>
            <p:nvPr/>
          </p:nvSpPr>
          <p:spPr bwMode="auto">
            <a:xfrm>
              <a:off x="3987" y="2816"/>
              <a:ext cx="2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530" name="Line 39">
              <a:extLst>
                <a:ext uri="{FF2B5EF4-FFF2-40B4-BE49-F238E27FC236}">
                  <a16:creationId xmlns:a16="http://schemas.microsoft.com/office/drawing/2014/main" id="{1B96FBF7-82C7-8C91-2763-1F8805896030}"/>
                </a:ext>
              </a:extLst>
            </p:cNvPr>
            <p:cNvSpPr>
              <a:spLocks noChangeShapeType="1"/>
            </p:cNvSpPr>
            <p:nvPr/>
          </p:nvSpPr>
          <p:spPr bwMode="auto">
            <a:xfrm>
              <a:off x="3989" y="2903"/>
              <a:ext cx="241"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531" name="Line 40">
              <a:extLst>
                <a:ext uri="{FF2B5EF4-FFF2-40B4-BE49-F238E27FC236}">
                  <a16:creationId xmlns:a16="http://schemas.microsoft.com/office/drawing/2014/main" id="{2073DE8C-DD4D-B10A-AFA2-1069285DD170}"/>
                </a:ext>
              </a:extLst>
            </p:cNvPr>
            <p:cNvSpPr>
              <a:spLocks noChangeShapeType="1"/>
            </p:cNvSpPr>
            <p:nvPr/>
          </p:nvSpPr>
          <p:spPr bwMode="auto">
            <a:xfrm>
              <a:off x="4394" y="2815"/>
              <a:ext cx="23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532" name="Line 41">
              <a:extLst>
                <a:ext uri="{FF2B5EF4-FFF2-40B4-BE49-F238E27FC236}">
                  <a16:creationId xmlns:a16="http://schemas.microsoft.com/office/drawing/2014/main" id="{A08E683B-B00A-F8FF-A355-229470154922}"/>
                </a:ext>
              </a:extLst>
            </p:cNvPr>
            <p:cNvSpPr>
              <a:spLocks noChangeShapeType="1"/>
            </p:cNvSpPr>
            <p:nvPr/>
          </p:nvSpPr>
          <p:spPr bwMode="auto">
            <a:xfrm>
              <a:off x="4390" y="2895"/>
              <a:ext cx="24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533" name="Rectangle 42">
              <a:extLst>
                <a:ext uri="{FF2B5EF4-FFF2-40B4-BE49-F238E27FC236}">
                  <a16:creationId xmlns:a16="http://schemas.microsoft.com/office/drawing/2014/main" id="{81BF0C10-60D3-1570-1812-E452DEBACCBE}"/>
                </a:ext>
              </a:extLst>
            </p:cNvPr>
            <p:cNvSpPr>
              <a:spLocks noChangeArrowheads="1"/>
            </p:cNvSpPr>
            <p:nvPr/>
          </p:nvSpPr>
          <p:spPr bwMode="auto">
            <a:xfrm>
              <a:off x="4416" y="2764"/>
              <a:ext cx="195" cy="20"/>
            </a:xfrm>
            <a:prstGeom prst="rect">
              <a:avLst/>
            </a:prstGeom>
            <a:solidFill>
              <a:schemeClr val="bg2"/>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534" name="Oval 43">
              <a:extLst>
                <a:ext uri="{FF2B5EF4-FFF2-40B4-BE49-F238E27FC236}">
                  <a16:creationId xmlns:a16="http://schemas.microsoft.com/office/drawing/2014/main" id="{12F51C35-6496-6430-8BB3-058144205C82}"/>
                </a:ext>
              </a:extLst>
            </p:cNvPr>
            <p:cNvSpPr>
              <a:spLocks noChangeArrowheads="1"/>
            </p:cNvSpPr>
            <p:nvPr/>
          </p:nvSpPr>
          <p:spPr bwMode="auto">
            <a:xfrm>
              <a:off x="4266" y="2842"/>
              <a:ext cx="28" cy="28"/>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535" name="Oval 44">
              <a:extLst>
                <a:ext uri="{FF2B5EF4-FFF2-40B4-BE49-F238E27FC236}">
                  <a16:creationId xmlns:a16="http://schemas.microsoft.com/office/drawing/2014/main" id="{AC0998B8-E7F4-EA1E-B521-795F368328F6}"/>
                </a:ext>
              </a:extLst>
            </p:cNvPr>
            <p:cNvSpPr>
              <a:spLocks noChangeArrowheads="1"/>
            </p:cNvSpPr>
            <p:nvPr/>
          </p:nvSpPr>
          <p:spPr bwMode="auto">
            <a:xfrm>
              <a:off x="4338" y="2842"/>
              <a:ext cx="28" cy="28"/>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536" name="Oval 45">
              <a:extLst>
                <a:ext uri="{FF2B5EF4-FFF2-40B4-BE49-F238E27FC236}">
                  <a16:creationId xmlns:a16="http://schemas.microsoft.com/office/drawing/2014/main" id="{0F6932A3-B957-1A66-154C-63D89CCDE021}"/>
                </a:ext>
              </a:extLst>
            </p:cNvPr>
            <p:cNvSpPr>
              <a:spLocks noChangeArrowheads="1"/>
            </p:cNvSpPr>
            <p:nvPr/>
          </p:nvSpPr>
          <p:spPr bwMode="auto">
            <a:xfrm>
              <a:off x="4733" y="2683"/>
              <a:ext cx="15" cy="1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537" name="Oval 46">
              <a:extLst>
                <a:ext uri="{FF2B5EF4-FFF2-40B4-BE49-F238E27FC236}">
                  <a16:creationId xmlns:a16="http://schemas.microsoft.com/office/drawing/2014/main" id="{7E0531D4-E57D-FBB9-0877-C3BD448F92D7}"/>
                </a:ext>
              </a:extLst>
            </p:cNvPr>
            <p:cNvSpPr>
              <a:spLocks noChangeArrowheads="1"/>
            </p:cNvSpPr>
            <p:nvPr/>
          </p:nvSpPr>
          <p:spPr bwMode="auto">
            <a:xfrm>
              <a:off x="4734" y="2852"/>
              <a:ext cx="15" cy="1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538" name="Oval 47">
              <a:extLst>
                <a:ext uri="{FF2B5EF4-FFF2-40B4-BE49-F238E27FC236}">
                  <a16:creationId xmlns:a16="http://schemas.microsoft.com/office/drawing/2014/main" id="{20541258-9989-6B03-4E89-33673EB67446}"/>
                </a:ext>
              </a:extLst>
            </p:cNvPr>
            <p:cNvSpPr>
              <a:spLocks noChangeArrowheads="1"/>
            </p:cNvSpPr>
            <p:nvPr/>
          </p:nvSpPr>
          <p:spPr bwMode="auto">
            <a:xfrm>
              <a:off x="4007" y="2683"/>
              <a:ext cx="15" cy="1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539" name="Rectangle 48">
              <a:extLst>
                <a:ext uri="{FF2B5EF4-FFF2-40B4-BE49-F238E27FC236}">
                  <a16:creationId xmlns:a16="http://schemas.microsoft.com/office/drawing/2014/main" id="{ED2F6017-8D63-A58D-BD13-A6F17A6CFB9E}"/>
                </a:ext>
              </a:extLst>
            </p:cNvPr>
            <p:cNvSpPr>
              <a:spLocks noChangeArrowheads="1"/>
            </p:cNvSpPr>
            <p:nvPr/>
          </p:nvSpPr>
          <p:spPr bwMode="auto">
            <a:xfrm>
              <a:off x="4416" y="2844"/>
              <a:ext cx="195" cy="20"/>
            </a:xfrm>
            <a:prstGeom prst="rect">
              <a:avLst/>
            </a:prstGeom>
            <a:solidFill>
              <a:schemeClr val="bg2"/>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540" name="Rectangle 49">
              <a:extLst>
                <a:ext uri="{FF2B5EF4-FFF2-40B4-BE49-F238E27FC236}">
                  <a16:creationId xmlns:a16="http://schemas.microsoft.com/office/drawing/2014/main" id="{44471327-8A5A-0664-AB87-123FBE63803D}"/>
                </a:ext>
              </a:extLst>
            </p:cNvPr>
            <p:cNvSpPr>
              <a:spLocks noChangeArrowheads="1"/>
            </p:cNvSpPr>
            <p:nvPr/>
          </p:nvSpPr>
          <p:spPr bwMode="auto">
            <a:xfrm>
              <a:off x="4416" y="2924"/>
              <a:ext cx="195" cy="20"/>
            </a:xfrm>
            <a:prstGeom prst="rect">
              <a:avLst/>
            </a:prstGeom>
            <a:solidFill>
              <a:schemeClr val="bg2"/>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541" name="Rectangle 50">
              <a:extLst>
                <a:ext uri="{FF2B5EF4-FFF2-40B4-BE49-F238E27FC236}">
                  <a16:creationId xmlns:a16="http://schemas.microsoft.com/office/drawing/2014/main" id="{A0AAE0F3-D6D4-AA2D-03BE-A1DAF88FD143}"/>
                </a:ext>
              </a:extLst>
            </p:cNvPr>
            <p:cNvSpPr>
              <a:spLocks noChangeArrowheads="1"/>
            </p:cNvSpPr>
            <p:nvPr/>
          </p:nvSpPr>
          <p:spPr bwMode="auto">
            <a:xfrm>
              <a:off x="4015" y="2765"/>
              <a:ext cx="194" cy="20"/>
            </a:xfrm>
            <a:prstGeom prst="rect">
              <a:avLst/>
            </a:prstGeom>
            <a:solidFill>
              <a:schemeClr val="bg2"/>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542" name="Rectangle 51">
              <a:extLst>
                <a:ext uri="{FF2B5EF4-FFF2-40B4-BE49-F238E27FC236}">
                  <a16:creationId xmlns:a16="http://schemas.microsoft.com/office/drawing/2014/main" id="{013A444D-7094-97B2-4456-034FBDE014A8}"/>
                </a:ext>
              </a:extLst>
            </p:cNvPr>
            <p:cNvSpPr>
              <a:spLocks noChangeArrowheads="1"/>
            </p:cNvSpPr>
            <p:nvPr/>
          </p:nvSpPr>
          <p:spPr bwMode="auto">
            <a:xfrm>
              <a:off x="4015" y="2845"/>
              <a:ext cx="194" cy="20"/>
            </a:xfrm>
            <a:prstGeom prst="rect">
              <a:avLst/>
            </a:prstGeom>
            <a:solidFill>
              <a:schemeClr val="bg2"/>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543" name="Rectangle 52">
              <a:extLst>
                <a:ext uri="{FF2B5EF4-FFF2-40B4-BE49-F238E27FC236}">
                  <a16:creationId xmlns:a16="http://schemas.microsoft.com/office/drawing/2014/main" id="{0A321366-91F4-9E50-FF65-176EED4A4996}"/>
                </a:ext>
              </a:extLst>
            </p:cNvPr>
            <p:cNvSpPr>
              <a:spLocks noChangeArrowheads="1"/>
            </p:cNvSpPr>
            <p:nvPr/>
          </p:nvSpPr>
          <p:spPr bwMode="auto">
            <a:xfrm>
              <a:off x="4015" y="2927"/>
              <a:ext cx="194" cy="20"/>
            </a:xfrm>
            <a:prstGeom prst="rect">
              <a:avLst/>
            </a:prstGeom>
            <a:solidFill>
              <a:schemeClr val="bg2"/>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56333" name="Group 53">
            <a:extLst>
              <a:ext uri="{FF2B5EF4-FFF2-40B4-BE49-F238E27FC236}">
                <a16:creationId xmlns:a16="http://schemas.microsoft.com/office/drawing/2014/main" id="{77FDE522-4E14-F8AB-245A-83B1E0FAC57F}"/>
              </a:ext>
            </a:extLst>
          </p:cNvPr>
          <p:cNvGrpSpPr>
            <a:grpSpLocks/>
          </p:cNvGrpSpPr>
          <p:nvPr/>
        </p:nvGrpSpPr>
        <p:grpSpPr bwMode="auto">
          <a:xfrm>
            <a:off x="4330700" y="4619625"/>
            <a:ext cx="2422525" cy="363538"/>
            <a:chOff x="3109" y="3029"/>
            <a:chExt cx="1526" cy="229"/>
          </a:xfrm>
        </p:grpSpPr>
        <p:grpSp>
          <p:nvGrpSpPr>
            <p:cNvPr id="56515" name="Group 54">
              <a:extLst>
                <a:ext uri="{FF2B5EF4-FFF2-40B4-BE49-F238E27FC236}">
                  <a16:creationId xmlns:a16="http://schemas.microsoft.com/office/drawing/2014/main" id="{FE262F77-AC5C-F425-6007-31FA6520D234}"/>
                </a:ext>
              </a:extLst>
            </p:cNvPr>
            <p:cNvGrpSpPr>
              <a:grpSpLocks/>
            </p:cNvGrpSpPr>
            <p:nvPr/>
          </p:nvGrpSpPr>
          <p:grpSpPr bwMode="auto">
            <a:xfrm>
              <a:off x="3109" y="3029"/>
              <a:ext cx="577" cy="229"/>
              <a:chOff x="3109" y="3029"/>
              <a:chExt cx="577" cy="229"/>
            </a:xfrm>
          </p:grpSpPr>
          <p:sp>
            <p:nvSpPr>
              <p:cNvPr id="56521" name="Line 55">
                <a:extLst>
                  <a:ext uri="{FF2B5EF4-FFF2-40B4-BE49-F238E27FC236}">
                    <a16:creationId xmlns:a16="http://schemas.microsoft.com/office/drawing/2014/main" id="{67AF5510-263B-16CC-C42C-868B223FCA90}"/>
                  </a:ext>
                </a:extLst>
              </p:cNvPr>
              <p:cNvSpPr>
                <a:spLocks noChangeShapeType="1"/>
              </p:cNvSpPr>
              <p:nvPr/>
            </p:nvSpPr>
            <p:spPr bwMode="auto">
              <a:xfrm>
                <a:off x="3109" y="3029"/>
                <a:ext cx="0" cy="2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522" name="Line 56">
                <a:extLst>
                  <a:ext uri="{FF2B5EF4-FFF2-40B4-BE49-F238E27FC236}">
                    <a16:creationId xmlns:a16="http://schemas.microsoft.com/office/drawing/2014/main" id="{40469528-E296-5489-BF9E-91A8A1867498}"/>
                  </a:ext>
                </a:extLst>
              </p:cNvPr>
              <p:cNvSpPr>
                <a:spLocks noChangeShapeType="1"/>
              </p:cNvSpPr>
              <p:nvPr/>
            </p:nvSpPr>
            <p:spPr bwMode="auto">
              <a:xfrm>
                <a:off x="3205" y="3029"/>
                <a:ext cx="0" cy="2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523" name="Line 57">
                <a:extLst>
                  <a:ext uri="{FF2B5EF4-FFF2-40B4-BE49-F238E27FC236}">
                    <a16:creationId xmlns:a16="http://schemas.microsoft.com/office/drawing/2014/main" id="{CE81A67E-924B-4157-533C-125960A5643D}"/>
                  </a:ext>
                </a:extLst>
              </p:cNvPr>
              <p:cNvSpPr>
                <a:spLocks noChangeShapeType="1"/>
              </p:cNvSpPr>
              <p:nvPr/>
            </p:nvSpPr>
            <p:spPr bwMode="auto">
              <a:xfrm>
                <a:off x="3589" y="3029"/>
                <a:ext cx="0" cy="2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524" name="Line 58">
                <a:extLst>
                  <a:ext uri="{FF2B5EF4-FFF2-40B4-BE49-F238E27FC236}">
                    <a16:creationId xmlns:a16="http://schemas.microsoft.com/office/drawing/2014/main" id="{34B548E0-7BF1-E997-ED78-708327647BF2}"/>
                  </a:ext>
                </a:extLst>
              </p:cNvPr>
              <p:cNvSpPr>
                <a:spLocks noChangeShapeType="1"/>
              </p:cNvSpPr>
              <p:nvPr/>
            </p:nvSpPr>
            <p:spPr bwMode="auto">
              <a:xfrm>
                <a:off x="3686" y="3029"/>
                <a:ext cx="0" cy="2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6516" name="Group 59">
              <a:extLst>
                <a:ext uri="{FF2B5EF4-FFF2-40B4-BE49-F238E27FC236}">
                  <a16:creationId xmlns:a16="http://schemas.microsoft.com/office/drawing/2014/main" id="{40B60632-D4EB-A7D4-3B49-EE1E57CFFEA5}"/>
                </a:ext>
              </a:extLst>
            </p:cNvPr>
            <p:cNvGrpSpPr>
              <a:grpSpLocks/>
            </p:cNvGrpSpPr>
            <p:nvPr/>
          </p:nvGrpSpPr>
          <p:grpSpPr bwMode="auto">
            <a:xfrm>
              <a:off x="4058" y="3029"/>
              <a:ext cx="577" cy="229"/>
              <a:chOff x="4058" y="3029"/>
              <a:chExt cx="577" cy="229"/>
            </a:xfrm>
          </p:grpSpPr>
          <p:sp>
            <p:nvSpPr>
              <p:cNvPr id="56517" name="Line 60">
                <a:extLst>
                  <a:ext uri="{FF2B5EF4-FFF2-40B4-BE49-F238E27FC236}">
                    <a16:creationId xmlns:a16="http://schemas.microsoft.com/office/drawing/2014/main" id="{153179F1-C586-7667-E4E0-224D96512C80}"/>
                  </a:ext>
                </a:extLst>
              </p:cNvPr>
              <p:cNvSpPr>
                <a:spLocks noChangeShapeType="1"/>
              </p:cNvSpPr>
              <p:nvPr/>
            </p:nvSpPr>
            <p:spPr bwMode="auto">
              <a:xfrm>
                <a:off x="4058" y="3029"/>
                <a:ext cx="0" cy="2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518" name="Line 61">
                <a:extLst>
                  <a:ext uri="{FF2B5EF4-FFF2-40B4-BE49-F238E27FC236}">
                    <a16:creationId xmlns:a16="http://schemas.microsoft.com/office/drawing/2014/main" id="{F0959A8E-8D08-9A69-5F7E-D6F169CB4486}"/>
                  </a:ext>
                </a:extLst>
              </p:cNvPr>
              <p:cNvSpPr>
                <a:spLocks noChangeShapeType="1"/>
              </p:cNvSpPr>
              <p:nvPr/>
            </p:nvSpPr>
            <p:spPr bwMode="auto">
              <a:xfrm>
                <a:off x="4154" y="3029"/>
                <a:ext cx="0" cy="2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519" name="Line 62">
                <a:extLst>
                  <a:ext uri="{FF2B5EF4-FFF2-40B4-BE49-F238E27FC236}">
                    <a16:creationId xmlns:a16="http://schemas.microsoft.com/office/drawing/2014/main" id="{229F413B-9B0F-DDC5-B567-01DE71E8141E}"/>
                  </a:ext>
                </a:extLst>
              </p:cNvPr>
              <p:cNvSpPr>
                <a:spLocks noChangeShapeType="1"/>
              </p:cNvSpPr>
              <p:nvPr/>
            </p:nvSpPr>
            <p:spPr bwMode="auto">
              <a:xfrm>
                <a:off x="4538" y="3029"/>
                <a:ext cx="0" cy="2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520" name="Line 63">
                <a:extLst>
                  <a:ext uri="{FF2B5EF4-FFF2-40B4-BE49-F238E27FC236}">
                    <a16:creationId xmlns:a16="http://schemas.microsoft.com/office/drawing/2014/main" id="{A7644DDC-CA34-1FD8-42C7-1CD4B97D0DFF}"/>
                  </a:ext>
                </a:extLst>
              </p:cNvPr>
              <p:cNvSpPr>
                <a:spLocks noChangeShapeType="1"/>
              </p:cNvSpPr>
              <p:nvPr/>
            </p:nvSpPr>
            <p:spPr bwMode="auto">
              <a:xfrm>
                <a:off x="4635" y="3029"/>
                <a:ext cx="0" cy="2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56334" name="Line 64">
            <a:extLst>
              <a:ext uri="{FF2B5EF4-FFF2-40B4-BE49-F238E27FC236}">
                <a16:creationId xmlns:a16="http://schemas.microsoft.com/office/drawing/2014/main" id="{8AD42BF4-58AF-2202-F497-C3549847C408}"/>
              </a:ext>
            </a:extLst>
          </p:cNvPr>
          <p:cNvSpPr>
            <a:spLocks noChangeShapeType="1"/>
          </p:cNvSpPr>
          <p:nvPr/>
        </p:nvSpPr>
        <p:spPr bwMode="auto">
          <a:xfrm>
            <a:off x="1525588" y="5621338"/>
            <a:ext cx="6146800" cy="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35" name="Rectangle 65">
            <a:extLst>
              <a:ext uri="{FF2B5EF4-FFF2-40B4-BE49-F238E27FC236}">
                <a16:creationId xmlns:a16="http://schemas.microsoft.com/office/drawing/2014/main" id="{DD90B820-6A07-DD9A-C64E-DCBA9C4BA7C4}"/>
              </a:ext>
            </a:extLst>
          </p:cNvPr>
          <p:cNvSpPr>
            <a:spLocks noChangeArrowheads="1"/>
          </p:cNvSpPr>
          <p:nvPr/>
        </p:nvSpPr>
        <p:spPr bwMode="auto">
          <a:xfrm>
            <a:off x="4062413" y="5459413"/>
            <a:ext cx="931862" cy="3635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sz="1800">
                <a:solidFill>
                  <a:srgbClr val="2F00CC"/>
                </a:solidFill>
              </a:rPr>
              <a:t>DP - </a:t>
            </a:r>
            <a:r>
              <a:rPr kumimoji="1" lang="zh-CN" altLang="en-US" sz="1800">
                <a:solidFill>
                  <a:srgbClr val="2F00CC"/>
                </a:solidFill>
              </a:rPr>
              <a:t>从</a:t>
            </a:r>
          </a:p>
        </p:txBody>
      </p:sp>
      <p:graphicFrame>
        <p:nvGraphicFramePr>
          <p:cNvPr id="56336" name="Object 66">
            <a:hlinkClick r:id="" action="ppaction://ole?verb=0"/>
            <a:extLst>
              <a:ext uri="{FF2B5EF4-FFF2-40B4-BE49-F238E27FC236}">
                <a16:creationId xmlns:a16="http://schemas.microsoft.com/office/drawing/2014/main" id="{8AA5D7E4-A24B-545F-2DCD-DE29A049AD28}"/>
              </a:ext>
            </a:extLst>
          </p:cNvPr>
          <p:cNvGraphicFramePr>
            <a:graphicFrameLocks/>
          </p:cNvGraphicFramePr>
          <p:nvPr/>
        </p:nvGraphicFramePr>
        <p:xfrm>
          <a:off x="1612900" y="1916113"/>
          <a:ext cx="1285875" cy="1125537"/>
        </p:xfrm>
        <a:graphic>
          <a:graphicData uri="http://schemas.openxmlformats.org/presentationml/2006/ole">
            <mc:AlternateContent xmlns:mc="http://schemas.openxmlformats.org/markup-compatibility/2006">
              <mc:Choice xmlns:v="urn:schemas-microsoft-com:vml" Requires="v">
                <p:oleObj spid="_x0000_s2055" name="Clip" r:id="rId4" imgW="3917883" imgH="4076661" progId="MS_ClipArt_Gallery.2">
                  <p:embed/>
                </p:oleObj>
              </mc:Choice>
              <mc:Fallback>
                <p:oleObj name="Clip" r:id="rId4" imgW="3917883" imgH="4076661" progId="MS_ClipArt_Gallery.2">
                  <p:embed/>
                  <p:pic>
                    <p:nvPicPr>
                      <p:cNvPr id="56336" name="Object 66">
                        <a:hlinkClick r:id="" action="ppaction://ole?verb=0"/>
                        <a:extLst>
                          <a:ext uri="{FF2B5EF4-FFF2-40B4-BE49-F238E27FC236}">
                            <a16:creationId xmlns:a16="http://schemas.microsoft.com/office/drawing/2014/main" id="{8AA5D7E4-A24B-545F-2DCD-DE29A049AD28}"/>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2900" y="1916113"/>
                        <a:ext cx="1285875" cy="1125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6337" name="Group 67">
            <a:extLst>
              <a:ext uri="{FF2B5EF4-FFF2-40B4-BE49-F238E27FC236}">
                <a16:creationId xmlns:a16="http://schemas.microsoft.com/office/drawing/2014/main" id="{0B006A94-4A8C-24B5-49CB-FFD901DD6B12}"/>
              </a:ext>
            </a:extLst>
          </p:cNvPr>
          <p:cNvGrpSpPr>
            <a:grpSpLocks/>
          </p:cNvGrpSpPr>
          <p:nvPr/>
        </p:nvGrpSpPr>
        <p:grpSpPr bwMode="auto">
          <a:xfrm>
            <a:off x="2362200" y="4184650"/>
            <a:ext cx="746125" cy="766763"/>
            <a:chOff x="1869" y="2755"/>
            <a:chExt cx="470" cy="483"/>
          </a:xfrm>
        </p:grpSpPr>
        <p:sp>
          <p:nvSpPr>
            <p:cNvPr id="56467" name="Freeform 68">
              <a:extLst>
                <a:ext uri="{FF2B5EF4-FFF2-40B4-BE49-F238E27FC236}">
                  <a16:creationId xmlns:a16="http://schemas.microsoft.com/office/drawing/2014/main" id="{27BB98BB-1EE5-B112-C5B7-16C4F7F10816}"/>
                </a:ext>
              </a:extLst>
            </p:cNvPr>
            <p:cNvSpPr>
              <a:spLocks/>
            </p:cNvSpPr>
            <p:nvPr/>
          </p:nvSpPr>
          <p:spPr bwMode="auto">
            <a:xfrm>
              <a:off x="1869" y="2755"/>
              <a:ext cx="123" cy="328"/>
            </a:xfrm>
            <a:custGeom>
              <a:avLst/>
              <a:gdLst>
                <a:gd name="T0" fmla="*/ 102 w 123"/>
                <a:gd name="T1" fmla="*/ 1 h 328"/>
                <a:gd name="T2" fmla="*/ 95 w 123"/>
                <a:gd name="T3" fmla="*/ 1 h 328"/>
                <a:gd name="T4" fmla="*/ 89 w 123"/>
                <a:gd name="T5" fmla="*/ 3 h 328"/>
                <a:gd name="T6" fmla="*/ 82 w 123"/>
                <a:gd name="T7" fmla="*/ 7 h 328"/>
                <a:gd name="T8" fmla="*/ 77 w 123"/>
                <a:gd name="T9" fmla="*/ 11 h 328"/>
                <a:gd name="T10" fmla="*/ 72 w 123"/>
                <a:gd name="T11" fmla="*/ 16 h 328"/>
                <a:gd name="T12" fmla="*/ 66 w 123"/>
                <a:gd name="T13" fmla="*/ 23 h 328"/>
                <a:gd name="T14" fmla="*/ 60 w 123"/>
                <a:gd name="T15" fmla="*/ 31 h 328"/>
                <a:gd name="T16" fmla="*/ 55 w 123"/>
                <a:gd name="T17" fmla="*/ 39 h 328"/>
                <a:gd name="T18" fmla="*/ 50 w 123"/>
                <a:gd name="T19" fmla="*/ 49 h 328"/>
                <a:gd name="T20" fmla="*/ 43 w 123"/>
                <a:gd name="T21" fmla="*/ 61 h 328"/>
                <a:gd name="T22" fmla="*/ 39 w 123"/>
                <a:gd name="T23" fmla="*/ 71 h 328"/>
                <a:gd name="T24" fmla="*/ 31 w 123"/>
                <a:gd name="T25" fmla="*/ 89 h 328"/>
                <a:gd name="T26" fmla="*/ 25 w 123"/>
                <a:gd name="T27" fmla="*/ 107 h 328"/>
                <a:gd name="T28" fmla="*/ 20 w 123"/>
                <a:gd name="T29" fmla="*/ 122 h 328"/>
                <a:gd name="T30" fmla="*/ 16 w 123"/>
                <a:gd name="T31" fmla="*/ 136 h 328"/>
                <a:gd name="T32" fmla="*/ 14 w 123"/>
                <a:gd name="T33" fmla="*/ 146 h 328"/>
                <a:gd name="T34" fmla="*/ 11 w 123"/>
                <a:gd name="T35" fmla="*/ 159 h 328"/>
                <a:gd name="T36" fmla="*/ 7 w 123"/>
                <a:gd name="T37" fmla="*/ 179 h 328"/>
                <a:gd name="T38" fmla="*/ 4 w 123"/>
                <a:gd name="T39" fmla="*/ 193 h 328"/>
                <a:gd name="T40" fmla="*/ 3 w 123"/>
                <a:gd name="T41" fmla="*/ 208 h 328"/>
                <a:gd name="T42" fmla="*/ 1 w 123"/>
                <a:gd name="T43" fmla="*/ 226 h 328"/>
                <a:gd name="T44" fmla="*/ 0 w 123"/>
                <a:gd name="T45" fmla="*/ 240 h 328"/>
                <a:gd name="T46" fmla="*/ 0 w 123"/>
                <a:gd name="T47" fmla="*/ 253 h 328"/>
                <a:gd name="T48" fmla="*/ 1 w 123"/>
                <a:gd name="T49" fmla="*/ 268 h 328"/>
                <a:gd name="T50" fmla="*/ 3 w 123"/>
                <a:gd name="T51" fmla="*/ 284 h 328"/>
                <a:gd name="T52" fmla="*/ 5 w 123"/>
                <a:gd name="T53" fmla="*/ 295 h 328"/>
                <a:gd name="T54" fmla="*/ 9 w 123"/>
                <a:gd name="T55" fmla="*/ 304 h 328"/>
                <a:gd name="T56" fmla="*/ 13 w 123"/>
                <a:gd name="T57" fmla="*/ 312 h 328"/>
                <a:gd name="T58" fmla="*/ 17 w 123"/>
                <a:gd name="T59" fmla="*/ 317 h 328"/>
                <a:gd name="T60" fmla="*/ 22 w 123"/>
                <a:gd name="T61" fmla="*/ 320 h 328"/>
                <a:gd name="T62" fmla="*/ 122 w 123"/>
                <a:gd name="T63" fmla="*/ 9 h 32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23" h="328">
                  <a:moveTo>
                    <a:pt x="122" y="9"/>
                  </a:moveTo>
                  <a:lnTo>
                    <a:pt x="102" y="1"/>
                  </a:lnTo>
                  <a:lnTo>
                    <a:pt x="98" y="0"/>
                  </a:lnTo>
                  <a:lnTo>
                    <a:pt x="95" y="1"/>
                  </a:lnTo>
                  <a:lnTo>
                    <a:pt x="92" y="1"/>
                  </a:lnTo>
                  <a:lnTo>
                    <a:pt x="89" y="3"/>
                  </a:lnTo>
                  <a:lnTo>
                    <a:pt x="85" y="5"/>
                  </a:lnTo>
                  <a:lnTo>
                    <a:pt x="82" y="7"/>
                  </a:lnTo>
                  <a:lnTo>
                    <a:pt x="80" y="9"/>
                  </a:lnTo>
                  <a:lnTo>
                    <a:pt x="77" y="11"/>
                  </a:lnTo>
                  <a:lnTo>
                    <a:pt x="74" y="13"/>
                  </a:lnTo>
                  <a:lnTo>
                    <a:pt x="72" y="16"/>
                  </a:lnTo>
                  <a:lnTo>
                    <a:pt x="69" y="19"/>
                  </a:lnTo>
                  <a:lnTo>
                    <a:pt x="66" y="23"/>
                  </a:lnTo>
                  <a:lnTo>
                    <a:pt x="63" y="27"/>
                  </a:lnTo>
                  <a:lnTo>
                    <a:pt x="60" y="31"/>
                  </a:lnTo>
                  <a:lnTo>
                    <a:pt x="57" y="35"/>
                  </a:lnTo>
                  <a:lnTo>
                    <a:pt x="55" y="39"/>
                  </a:lnTo>
                  <a:lnTo>
                    <a:pt x="53" y="43"/>
                  </a:lnTo>
                  <a:lnTo>
                    <a:pt x="50" y="49"/>
                  </a:lnTo>
                  <a:lnTo>
                    <a:pt x="46" y="55"/>
                  </a:lnTo>
                  <a:lnTo>
                    <a:pt x="43" y="61"/>
                  </a:lnTo>
                  <a:lnTo>
                    <a:pt x="41" y="67"/>
                  </a:lnTo>
                  <a:lnTo>
                    <a:pt x="39" y="71"/>
                  </a:lnTo>
                  <a:lnTo>
                    <a:pt x="35" y="79"/>
                  </a:lnTo>
                  <a:lnTo>
                    <a:pt x="31" y="89"/>
                  </a:lnTo>
                  <a:lnTo>
                    <a:pt x="28" y="98"/>
                  </a:lnTo>
                  <a:lnTo>
                    <a:pt x="25" y="107"/>
                  </a:lnTo>
                  <a:lnTo>
                    <a:pt x="23" y="115"/>
                  </a:lnTo>
                  <a:lnTo>
                    <a:pt x="20" y="122"/>
                  </a:lnTo>
                  <a:lnTo>
                    <a:pt x="18" y="130"/>
                  </a:lnTo>
                  <a:lnTo>
                    <a:pt x="16" y="136"/>
                  </a:lnTo>
                  <a:lnTo>
                    <a:pt x="15" y="141"/>
                  </a:lnTo>
                  <a:lnTo>
                    <a:pt x="14" y="146"/>
                  </a:lnTo>
                  <a:lnTo>
                    <a:pt x="12" y="151"/>
                  </a:lnTo>
                  <a:lnTo>
                    <a:pt x="11" y="159"/>
                  </a:lnTo>
                  <a:lnTo>
                    <a:pt x="9" y="170"/>
                  </a:lnTo>
                  <a:lnTo>
                    <a:pt x="7" y="179"/>
                  </a:lnTo>
                  <a:lnTo>
                    <a:pt x="5" y="186"/>
                  </a:lnTo>
                  <a:lnTo>
                    <a:pt x="4" y="193"/>
                  </a:lnTo>
                  <a:lnTo>
                    <a:pt x="3" y="200"/>
                  </a:lnTo>
                  <a:lnTo>
                    <a:pt x="3" y="208"/>
                  </a:lnTo>
                  <a:lnTo>
                    <a:pt x="2" y="217"/>
                  </a:lnTo>
                  <a:lnTo>
                    <a:pt x="1" y="226"/>
                  </a:lnTo>
                  <a:lnTo>
                    <a:pt x="1" y="234"/>
                  </a:lnTo>
                  <a:lnTo>
                    <a:pt x="0" y="240"/>
                  </a:lnTo>
                  <a:lnTo>
                    <a:pt x="0" y="247"/>
                  </a:lnTo>
                  <a:lnTo>
                    <a:pt x="0" y="253"/>
                  </a:lnTo>
                  <a:lnTo>
                    <a:pt x="0" y="260"/>
                  </a:lnTo>
                  <a:lnTo>
                    <a:pt x="1" y="268"/>
                  </a:lnTo>
                  <a:lnTo>
                    <a:pt x="2" y="276"/>
                  </a:lnTo>
                  <a:lnTo>
                    <a:pt x="3" y="284"/>
                  </a:lnTo>
                  <a:lnTo>
                    <a:pt x="4" y="289"/>
                  </a:lnTo>
                  <a:lnTo>
                    <a:pt x="5" y="295"/>
                  </a:lnTo>
                  <a:lnTo>
                    <a:pt x="7" y="299"/>
                  </a:lnTo>
                  <a:lnTo>
                    <a:pt x="9" y="304"/>
                  </a:lnTo>
                  <a:lnTo>
                    <a:pt x="11" y="308"/>
                  </a:lnTo>
                  <a:lnTo>
                    <a:pt x="13" y="312"/>
                  </a:lnTo>
                  <a:lnTo>
                    <a:pt x="15" y="315"/>
                  </a:lnTo>
                  <a:lnTo>
                    <a:pt x="17" y="317"/>
                  </a:lnTo>
                  <a:lnTo>
                    <a:pt x="19" y="319"/>
                  </a:lnTo>
                  <a:lnTo>
                    <a:pt x="22" y="320"/>
                  </a:lnTo>
                  <a:lnTo>
                    <a:pt x="40" y="327"/>
                  </a:lnTo>
                  <a:lnTo>
                    <a:pt x="122" y="9"/>
                  </a:lnTo>
                </a:path>
              </a:pathLst>
            </a:custGeom>
            <a:gradFill rotWithShape="0">
              <a:gsLst>
                <a:gs pos="0">
                  <a:srgbClr val="FC0128"/>
                </a:gs>
                <a:gs pos="100000">
                  <a:srgbClr val="4B000C"/>
                </a:gs>
              </a:gsLst>
              <a:lin ang="5400000" scaled="1"/>
            </a:gra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468" name="Freeform 69">
              <a:extLst>
                <a:ext uri="{FF2B5EF4-FFF2-40B4-BE49-F238E27FC236}">
                  <a16:creationId xmlns:a16="http://schemas.microsoft.com/office/drawing/2014/main" id="{A620D221-7A83-888F-9BB9-64D791691D86}"/>
                </a:ext>
              </a:extLst>
            </p:cNvPr>
            <p:cNvSpPr>
              <a:spLocks/>
            </p:cNvSpPr>
            <p:nvPr/>
          </p:nvSpPr>
          <p:spPr bwMode="auto">
            <a:xfrm>
              <a:off x="1888" y="2757"/>
              <a:ext cx="416" cy="460"/>
            </a:xfrm>
            <a:custGeom>
              <a:avLst/>
              <a:gdLst>
                <a:gd name="T0" fmla="*/ 93 w 416"/>
                <a:gd name="T1" fmla="*/ 0 h 460"/>
                <a:gd name="T2" fmla="*/ 88 w 416"/>
                <a:gd name="T3" fmla="*/ 1 h 460"/>
                <a:gd name="T4" fmla="*/ 83 w 416"/>
                <a:gd name="T5" fmla="*/ 4 h 460"/>
                <a:gd name="T6" fmla="*/ 78 w 416"/>
                <a:gd name="T7" fmla="*/ 8 h 460"/>
                <a:gd name="T8" fmla="*/ 74 w 416"/>
                <a:gd name="T9" fmla="*/ 13 h 460"/>
                <a:gd name="T10" fmla="*/ 70 w 416"/>
                <a:gd name="T11" fmla="*/ 20 h 460"/>
                <a:gd name="T12" fmla="*/ 65 w 416"/>
                <a:gd name="T13" fmla="*/ 27 h 460"/>
                <a:gd name="T14" fmla="*/ 60 w 416"/>
                <a:gd name="T15" fmla="*/ 35 h 460"/>
                <a:gd name="T16" fmla="*/ 56 w 416"/>
                <a:gd name="T17" fmla="*/ 44 h 460"/>
                <a:gd name="T18" fmla="*/ 52 w 416"/>
                <a:gd name="T19" fmla="*/ 54 h 460"/>
                <a:gd name="T20" fmla="*/ 46 w 416"/>
                <a:gd name="T21" fmla="*/ 67 h 460"/>
                <a:gd name="T22" fmla="*/ 42 w 416"/>
                <a:gd name="T23" fmla="*/ 78 h 460"/>
                <a:gd name="T24" fmla="*/ 35 w 416"/>
                <a:gd name="T25" fmla="*/ 97 h 460"/>
                <a:gd name="T26" fmla="*/ 30 w 416"/>
                <a:gd name="T27" fmla="*/ 115 h 460"/>
                <a:gd name="T28" fmla="*/ 25 w 416"/>
                <a:gd name="T29" fmla="*/ 131 h 460"/>
                <a:gd name="T30" fmla="*/ 21 w 416"/>
                <a:gd name="T31" fmla="*/ 145 h 460"/>
                <a:gd name="T32" fmla="*/ 19 w 416"/>
                <a:gd name="T33" fmla="*/ 155 h 460"/>
                <a:gd name="T34" fmla="*/ 16 w 416"/>
                <a:gd name="T35" fmla="*/ 168 h 460"/>
                <a:gd name="T36" fmla="*/ 11 w 416"/>
                <a:gd name="T37" fmla="*/ 188 h 460"/>
                <a:gd name="T38" fmla="*/ 8 w 416"/>
                <a:gd name="T39" fmla="*/ 203 h 460"/>
                <a:gd name="T40" fmla="*/ 6 w 416"/>
                <a:gd name="T41" fmla="*/ 217 h 460"/>
                <a:gd name="T42" fmla="*/ 3 w 416"/>
                <a:gd name="T43" fmla="*/ 236 h 460"/>
                <a:gd name="T44" fmla="*/ 2 w 416"/>
                <a:gd name="T45" fmla="*/ 250 h 460"/>
                <a:gd name="T46" fmla="*/ 1 w 416"/>
                <a:gd name="T47" fmla="*/ 262 h 460"/>
                <a:gd name="T48" fmla="*/ 0 w 416"/>
                <a:gd name="T49" fmla="*/ 277 h 460"/>
                <a:gd name="T50" fmla="*/ 1 w 416"/>
                <a:gd name="T51" fmla="*/ 292 h 460"/>
                <a:gd name="T52" fmla="*/ 1 w 416"/>
                <a:gd name="T53" fmla="*/ 303 h 460"/>
                <a:gd name="T54" fmla="*/ 3 w 416"/>
                <a:gd name="T55" fmla="*/ 312 h 460"/>
                <a:gd name="T56" fmla="*/ 5 w 416"/>
                <a:gd name="T57" fmla="*/ 318 h 460"/>
                <a:gd name="T58" fmla="*/ 8 w 416"/>
                <a:gd name="T59" fmla="*/ 323 h 460"/>
                <a:gd name="T60" fmla="*/ 11 w 416"/>
                <a:gd name="T61" fmla="*/ 326 h 460"/>
                <a:gd name="T62" fmla="*/ 415 w 416"/>
                <a:gd name="T63" fmla="*/ 134 h 46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416" h="460">
                  <a:moveTo>
                    <a:pt x="415" y="134"/>
                  </a:moveTo>
                  <a:lnTo>
                    <a:pt x="93" y="0"/>
                  </a:lnTo>
                  <a:lnTo>
                    <a:pt x="90" y="0"/>
                  </a:lnTo>
                  <a:lnTo>
                    <a:pt x="88" y="1"/>
                  </a:lnTo>
                  <a:lnTo>
                    <a:pt x="85" y="2"/>
                  </a:lnTo>
                  <a:lnTo>
                    <a:pt x="83" y="4"/>
                  </a:lnTo>
                  <a:lnTo>
                    <a:pt x="80" y="6"/>
                  </a:lnTo>
                  <a:lnTo>
                    <a:pt x="78" y="8"/>
                  </a:lnTo>
                  <a:lnTo>
                    <a:pt x="76" y="11"/>
                  </a:lnTo>
                  <a:lnTo>
                    <a:pt x="74" y="13"/>
                  </a:lnTo>
                  <a:lnTo>
                    <a:pt x="72" y="16"/>
                  </a:lnTo>
                  <a:lnTo>
                    <a:pt x="70" y="20"/>
                  </a:lnTo>
                  <a:lnTo>
                    <a:pt x="68" y="23"/>
                  </a:lnTo>
                  <a:lnTo>
                    <a:pt x="65" y="27"/>
                  </a:lnTo>
                  <a:lnTo>
                    <a:pt x="63" y="31"/>
                  </a:lnTo>
                  <a:lnTo>
                    <a:pt x="60" y="35"/>
                  </a:lnTo>
                  <a:lnTo>
                    <a:pt x="58" y="40"/>
                  </a:lnTo>
                  <a:lnTo>
                    <a:pt x="56" y="44"/>
                  </a:lnTo>
                  <a:lnTo>
                    <a:pt x="54" y="48"/>
                  </a:lnTo>
                  <a:lnTo>
                    <a:pt x="52" y="54"/>
                  </a:lnTo>
                  <a:lnTo>
                    <a:pt x="49" y="61"/>
                  </a:lnTo>
                  <a:lnTo>
                    <a:pt x="46" y="67"/>
                  </a:lnTo>
                  <a:lnTo>
                    <a:pt x="44" y="73"/>
                  </a:lnTo>
                  <a:lnTo>
                    <a:pt x="42" y="78"/>
                  </a:lnTo>
                  <a:lnTo>
                    <a:pt x="39" y="87"/>
                  </a:lnTo>
                  <a:lnTo>
                    <a:pt x="35" y="97"/>
                  </a:lnTo>
                  <a:lnTo>
                    <a:pt x="33" y="105"/>
                  </a:lnTo>
                  <a:lnTo>
                    <a:pt x="30" y="115"/>
                  </a:lnTo>
                  <a:lnTo>
                    <a:pt x="27" y="124"/>
                  </a:lnTo>
                  <a:lnTo>
                    <a:pt x="25" y="131"/>
                  </a:lnTo>
                  <a:lnTo>
                    <a:pt x="23" y="139"/>
                  </a:lnTo>
                  <a:lnTo>
                    <a:pt x="21" y="145"/>
                  </a:lnTo>
                  <a:lnTo>
                    <a:pt x="20" y="150"/>
                  </a:lnTo>
                  <a:lnTo>
                    <a:pt x="19" y="155"/>
                  </a:lnTo>
                  <a:lnTo>
                    <a:pt x="17" y="160"/>
                  </a:lnTo>
                  <a:lnTo>
                    <a:pt x="16" y="168"/>
                  </a:lnTo>
                  <a:lnTo>
                    <a:pt x="13" y="179"/>
                  </a:lnTo>
                  <a:lnTo>
                    <a:pt x="11" y="188"/>
                  </a:lnTo>
                  <a:lnTo>
                    <a:pt x="10" y="195"/>
                  </a:lnTo>
                  <a:lnTo>
                    <a:pt x="8" y="203"/>
                  </a:lnTo>
                  <a:lnTo>
                    <a:pt x="7" y="209"/>
                  </a:lnTo>
                  <a:lnTo>
                    <a:pt x="6" y="217"/>
                  </a:lnTo>
                  <a:lnTo>
                    <a:pt x="5" y="226"/>
                  </a:lnTo>
                  <a:lnTo>
                    <a:pt x="3" y="236"/>
                  </a:lnTo>
                  <a:lnTo>
                    <a:pt x="2" y="243"/>
                  </a:lnTo>
                  <a:lnTo>
                    <a:pt x="2" y="250"/>
                  </a:lnTo>
                  <a:lnTo>
                    <a:pt x="1" y="256"/>
                  </a:lnTo>
                  <a:lnTo>
                    <a:pt x="1" y="262"/>
                  </a:lnTo>
                  <a:lnTo>
                    <a:pt x="0" y="269"/>
                  </a:lnTo>
                  <a:lnTo>
                    <a:pt x="0" y="277"/>
                  </a:lnTo>
                  <a:lnTo>
                    <a:pt x="0" y="284"/>
                  </a:lnTo>
                  <a:lnTo>
                    <a:pt x="1" y="292"/>
                  </a:lnTo>
                  <a:lnTo>
                    <a:pt x="1" y="297"/>
                  </a:lnTo>
                  <a:lnTo>
                    <a:pt x="1" y="303"/>
                  </a:lnTo>
                  <a:lnTo>
                    <a:pt x="2" y="307"/>
                  </a:lnTo>
                  <a:lnTo>
                    <a:pt x="3" y="312"/>
                  </a:lnTo>
                  <a:lnTo>
                    <a:pt x="4" y="315"/>
                  </a:lnTo>
                  <a:lnTo>
                    <a:pt x="5" y="318"/>
                  </a:lnTo>
                  <a:lnTo>
                    <a:pt x="7" y="322"/>
                  </a:lnTo>
                  <a:lnTo>
                    <a:pt x="8" y="323"/>
                  </a:lnTo>
                  <a:lnTo>
                    <a:pt x="9" y="325"/>
                  </a:lnTo>
                  <a:lnTo>
                    <a:pt x="11" y="326"/>
                  </a:lnTo>
                  <a:lnTo>
                    <a:pt x="333" y="459"/>
                  </a:lnTo>
                  <a:lnTo>
                    <a:pt x="415" y="134"/>
                  </a:lnTo>
                </a:path>
              </a:pathLst>
            </a:custGeom>
            <a:gradFill rotWithShape="0">
              <a:gsLst>
                <a:gs pos="0">
                  <a:srgbClr val="4B000C"/>
                </a:gs>
                <a:gs pos="100000">
                  <a:srgbClr val="FC0128"/>
                </a:gs>
              </a:gsLst>
              <a:lin ang="0" scaled="1"/>
            </a:gra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6469" name="Group 70">
              <a:extLst>
                <a:ext uri="{FF2B5EF4-FFF2-40B4-BE49-F238E27FC236}">
                  <a16:creationId xmlns:a16="http://schemas.microsoft.com/office/drawing/2014/main" id="{62B966BA-E242-E4E8-0452-4599C53EBB73}"/>
                </a:ext>
              </a:extLst>
            </p:cNvPr>
            <p:cNvGrpSpPr>
              <a:grpSpLocks/>
            </p:cNvGrpSpPr>
            <p:nvPr/>
          </p:nvGrpSpPr>
          <p:grpSpPr bwMode="auto">
            <a:xfrm>
              <a:off x="2198" y="2889"/>
              <a:ext cx="128" cy="344"/>
              <a:chOff x="2198" y="2889"/>
              <a:chExt cx="128" cy="344"/>
            </a:xfrm>
          </p:grpSpPr>
          <p:sp>
            <p:nvSpPr>
              <p:cNvPr id="56513" name="Freeform 71">
                <a:extLst>
                  <a:ext uri="{FF2B5EF4-FFF2-40B4-BE49-F238E27FC236}">
                    <a16:creationId xmlns:a16="http://schemas.microsoft.com/office/drawing/2014/main" id="{3C0A7E1B-731C-2759-B6C0-33BEA161CA3A}"/>
                  </a:ext>
                </a:extLst>
              </p:cNvPr>
              <p:cNvSpPr>
                <a:spLocks/>
              </p:cNvSpPr>
              <p:nvPr/>
            </p:nvSpPr>
            <p:spPr bwMode="auto">
              <a:xfrm>
                <a:off x="2198" y="2890"/>
                <a:ext cx="121" cy="335"/>
              </a:xfrm>
              <a:custGeom>
                <a:avLst/>
                <a:gdLst>
                  <a:gd name="T0" fmla="*/ 101 w 121"/>
                  <a:gd name="T1" fmla="*/ 1 h 335"/>
                  <a:gd name="T2" fmla="*/ 94 w 121"/>
                  <a:gd name="T3" fmla="*/ 1 h 335"/>
                  <a:gd name="T4" fmla="*/ 88 w 121"/>
                  <a:gd name="T5" fmla="*/ 3 h 335"/>
                  <a:gd name="T6" fmla="*/ 82 w 121"/>
                  <a:gd name="T7" fmla="*/ 7 h 335"/>
                  <a:gd name="T8" fmla="*/ 76 w 121"/>
                  <a:gd name="T9" fmla="*/ 11 h 335"/>
                  <a:gd name="T10" fmla="*/ 71 w 121"/>
                  <a:gd name="T11" fmla="*/ 17 h 335"/>
                  <a:gd name="T12" fmla="*/ 66 w 121"/>
                  <a:gd name="T13" fmla="*/ 24 h 335"/>
                  <a:gd name="T14" fmla="*/ 60 w 121"/>
                  <a:gd name="T15" fmla="*/ 32 h 335"/>
                  <a:gd name="T16" fmla="*/ 55 w 121"/>
                  <a:gd name="T17" fmla="*/ 40 h 335"/>
                  <a:gd name="T18" fmla="*/ 50 w 121"/>
                  <a:gd name="T19" fmla="*/ 50 h 335"/>
                  <a:gd name="T20" fmla="*/ 44 w 121"/>
                  <a:gd name="T21" fmla="*/ 63 h 335"/>
                  <a:gd name="T22" fmla="*/ 39 w 121"/>
                  <a:gd name="T23" fmla="*/ 74 h 335"/>
                  <a:gd name="T24" fmla="*/ 32 w 121"/>
                  <a:gd name="T25" fmla="*/ 92 h 335"/>
                  <a:gd name="T26" fmla="*/ 26 w 121"/>
                  <a:gd name="T27" fmla="*/ 110 h 335"/>
                  <a:gd name="T28" fmla="*/ 20 w 121"/>
                  <a:gd name="T29" fmla="*/ 126 h 335"/>
                  <a:gd name="T30" fmla="*/ 17 w 121"/>
                  <a:gd name="T31" fmla="*/ 140 h 335"/>
                  <a:gd name="T32" fmla="*/ 14 w 121"/>
                  <a:gd name="T33" fmla="*/ 150 h 335"/>
                  <a:gd name="T34" fmla="*/ 11 w 121"/>
                  <a:gd name="T35" fmla="*/ 163 h 335"/>
                  <a:gd name="T36" fmla="*/ 7 w 121"/>
                  <a:gd name="T37" fmla="*/ 183 h 335"/>
                  <a:gd name="T38" fmla="*/ 5 w 121"/>
                  <a:gd name="T39" fmla="*/ 198 h 335"/>
                  <a:gd name="T40" fmla="*/ 3 w 121"/>
                  <a:gd name="T41" fmla="*/ 213 h 335"/>
                  <a:gd name="T42" fmla="*/ 1 w 121"/>
                  <a:gd name="T43" fmla="*/ 232 h 335"/>
                  <a:gd name="T44" fmla="*/ 0 w 121"/>
                  <a:gd name="T45" fmla="*/ 246 h 335"/>
                  <a:gd name="T46" fmla="*/ 0 w 121"/>
                  <a:gd name="T47" fmla="*/ 260 h 335"/>
                  <a:gd name="T48" fmla="*/ 1 w 121"/>
                  <a:gd name="T49" fmla="*/ 275 h 335"/>
                  <a:gd name="T50" fmla="*/ 2 w 121"/>
                  <a:gd name="T51" fmla="*/ 290 h 335"/>
                  <a:gd name="T52" fmla="*/ 5 w 121"/>
                  <a:gd name="T53" fmla="*/ 302 h 335"/>
                  <a:gd name="T54" fmla="*/ 8 w 121"/>
                  <a:gd name="T55" fmla="*/ 311 h 335"/>
                  <a:gd name="T56" fmla="*/ 12 w 121"/>
                  <a:gd name="T57" fmla="*/ 319 h 335"/>
                  <a:gd name="T58" fmla="*/ 16 w 121"/>
                  <a:gd name="T59" fmla="*/ 324 h 335"/>
                  <a:gd name="T60" fmla="*/ 20 w 121"/>
                  <a:gd name="T61" fmla="*/ 327 h 335"/>
                  <a:gd name="T62" fmla="*/ 120 w 121"/>
                  <a:gd name="T63" fmla="*/ 8 h 33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21" h="335">
                    <a:moveTo>
                      <a:pt x="120" y="8"/>
                    </a:moveTo>
                    <a:lnTo>
                      <a:pt x="101" y="1"/>
                    </a:lnTo>
                    <a:lnTo>
                      <a:pt x="98" y="0"/>
                    </a:lnTo>
                    <a:lnTo>
                      <a:pt x="94" y="1"/>
                    </a:lnTo>
                    <a:lnTo>
                      <a:pt x="91" y="2"/>
                    </a:lnTo>
                    <a:lnTo>
                      <a:pt x="88" y="3"/>
                    </a:lnTo>
                    <a:lnTo>
                      <a:pt x="84" y="5"/>
                    </a:lnTo>
                    <a:lnTo>
                      <a:pt x="82" y="7"/>
                    </a:lnTo>
                    <a:lnTo>
                      <a:pt x="79" y="9"/>
                    </a:lnTo>
                    <a:lnTo>
                      <a:pt x="76" y="11"/>
                    </a:lnTo>
                    <a:lnTo>
                      <a:pt x="74" y="14"/>
                    </a:lnTo>
                    <a:lnTo>
                      <a:pt x="71" y="17"/>
                    </a:lnTo>
                    <a:lnTo>
                      <a:pt x="69" y="20"/>
                    </a:lnTo>
                    <a:lnTo>
                      <a:pt x="66" y="24"/>
                    </a:lnTo>
                    <a:lnTo>
                      <a:pt x="62" y="28"/>
                    </a:lnTo>
                    <a:lnTo>
                      <a:pt x="60" y="32"/>
                    </a:lnTo>
                    <a:lnTo>
                      <a:pt x="57" y="36"/>
                    </a:lnTo>
                    <a:lnTo>
                      <a:pt x="55" y="40"/>
                    </a:lnTo>
                    <a:lnTo>
                      <a:pt x="53" y="45"/>
                    </a:lnTo>
                    <a:lnTo>
                      <a:pt x="50" y="50"/>
                    </a:lnTo>
                    <a:lnTo>
                      <a:pt x="46" y="57"/>
                    </a:lnTo>
                    <a:lnTo>
                      <a:pt x="44" y="63"/>
                    </a:lnTo>
                    <a:lnTo>
                      <a:pt x="41" y="69"/>
                    </a:lnTo>
                    <a:lnTo>
                      <a:pt x="39" y="74"/>
                    </a:lnTo>
                    <a:lnTo>
                      <a:pt x="35" y="82"/>
                    </a:lnTo>
                    <a:lnTo>
                      <a:pt x="32" y="92"/>
                    </a:lnTo>
                    <a:lnTo>
                      <a:pt x="29" y="101"/>
                    </a:lnTo>
                    <a:lnTo>
                      <a:pt x="26" y="110"/>
                    </a:lnTo>
                    <a:lnTo>
                      <a:pt x="23" y="119"/>
                    </a:lnTo>
                    <a:lnTo>
                      <a:pt x="20" y="126"/>
                    </a:lnTo>
                    <a:lnTo>
                      <a:pt x="18" y="134"/>
                    </a:lnTo>
                    <a:lnTo>
                      <a:pt x="17" y="140"/>
                    </a:lnTo>
                    <a:lnTo>
                      <a:pt x="15" y="145"/>
                    </a:lnTo>
                    <a:lnTo>
                      <a:pt x="14" y="150"/>
                    </a:lnTo>
                    <a:lnTo>
                      <a:pt x="13" y="156"/>
                    </a:lnTo>
                    <a:lnTo>
                      <a:pt x="11" y="163"/>
                    </a:lnTo>
                    <a:lnTo>
                      <a:pt x="9" y="174"/>
                    </a:lnTo>
                    <a:lnTo>
                      <a:pt x="7" y="183"/>
                    </a:lnTo>
                    <a:lnTo>
                      <a:pt x="6" y="191"/>
                    </a:lnTo>
                    <a:lnTo>
                      <a:pt x="5" y="198"/>
                    </a:lnTo>
                    <a:lnTo>
                      <a:pt x="4" y="205"/>
                    </a:lnTo>
                    <a:lnTo>
                      <a:pt x="3" y="213"/>
                    </a:lnTo>
                    <a:lnTo>
                      <a:pt x="2" y="222"/>
                    </a:lnTo>
                    <a:lnTo>
                      <a:pt x="1" y="232"/>
                    </a:lnTo>
                    <a:lnTo>
                      <a:pt x="1" y="240"/>
                    </a:lnTo>
                    <a:lnTo>
                      <a:pt x="0" y="246"/>
                    </a:lnTo>
                    <a:lnTo>
                      <a:pt x="0" y="253"/>
                    </a:lnTo>
                    <a:lnTo>
                      <a:pt x="0" y="260"/>
                    </a:lnTo>
                    <a:lnTo>
                      <a:pt x="0" y="266"/>
                    </a:lnTo>
                    <a:lnTo>
                      <a:pt x="1" y="275"/>
                    </a:lnTo>
                    <a:lnTo>
                      <a:pt x="1" y="282"/>
                    </a:lnTo>
                    <a:lnTo>
                      <a:pt x="2" y="290"/>
                    </a:lnTo>
                    <a:lnTo>
                      <a:pt x="3" y="296"/>
                    </a:lnTo>
                    <a:lnTo>
                      <a:pt x="5" y="302"/>
                    </a:lnTo>
                    <a:lnTo>
                      <a:pt x="6" y="307"/>
                    </a:lnTo>
                    <a:lnTo>
                      <a:pt x="8" y="311"/>
                    </a:lnTo>
                    <a:lnTo>
                      <a:pt x="10" y="315"/>
                    </a:lnTo>
                    <a:lnTo>
                      <a:pt x="12" y="319"/>
                    </a:lnTo>
                    <a:lnTo>
                      <a:pt x="14" y="322"/>
                    </a:lnTo>
                    <a:lnTo>
                      <a:pt x="16" y="324"/>
                    </a:lnTo>
                    <a:lnTo>
                      <a:pt x="18" y="326"/>
                    </a:lnTo>
                    <a:lnTo>
                      <a:pt x="20" y="327"/>
                    </a:lnTo>
                    <a:lnTo>
                      <a:pt x="38" y="334"/>
                    </a:lnTo>
                    <a:lnTo>
                      <a:pt x="120" y="8"/>
                    </a:lnTo>
                  </a:path>
                </a:pathLst>
              </a:custGeom>
              <a:solidFill>
                <a:srgbClr val="40404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514" name="Oval 72">
                <a:extLst>
                  <a:ext uri="{FF2B5EF4-FFF2-40B4-BE49-F238E27FC236}">
                    <a16:creationId xmlns:a16="http://schemas.microsoft.com/office/drawing/2014/main" id="{3BD64804-51BF-77B3-A11C-5E0767448D54}"/>
                  </a:ext>
                </a:extLst>
              </p:cNvPr>
              <p:cNvSpPr>
                <a:spLocks noChangeArrowheads="1"/>
              </p:cNvSpPr>
              <p:nvPr/>
            </p:nvSpPr>
            <p:spPr bwMode="auto">
              <a:xfrm rot="1080000">
                <a:off x="2224" y="2889"/>
                <a:ext cx="102" cy="344"/>
              </a:xfrm>
              <a:prstGeom prst="ellipse">
                <a:avLst/>
              </a:prstGeom>
              <a:solidFill>
                <a:srgbClr val="20202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56470" name="Group 73">
              <a:extLst>
                <a:ext uri="{FF2B5EF4-FFF2-40B4-BE49-F238E27FC236}">
                  <a16:creationId xmlns:a16="http://schemas.microsoft.com/office/drawing/2014/main" id="{762D11BD-DF0F-9BAE-D3AD-51945F09AB0F}"/>
                </a:ext>
              </a:extLst>
            </p:cNvPr>
            <p:cNvGrpSpPr>
              <a:grpSpLocks/>
            </p:cNvGrpSpPr>
            <p:nvPr/>
          </p:nvGrpSpPr>
          <p:grpSpPr bwMode="auto">
            <a:xfrm>
              <a:off x="2211" y="2895"/>
              <a:ext cx="128" cy="343"/>
              <a:chOff x="2211" y="2895"/>
              <a:chExt cx="128" cy="343"/>
            </a:xfrm>
          </p:grpSpPr>
          <p:sp>
            <p:nvSpPr>
              <p:cNvPr id="56511" name="Freeform 74">
                <a:extLst>
                  <a:ext uri="{FF2B5EF4-FFF2-40B4-BE49-F238E27FC236}">
                    <a16:creationId xmlns:a16="http://schemas.microsoft.com/office/drawing/2014/main" id="{CEDB595C-CDD1-4148-C62C-D94955F2C3DF}"/>
                  </a:ext>
                </a:extLst>
              </p:cNvPr>
              <p:cNvSpPr>
                <a:spLocks/>
              </p:cNvSpPr>
              <p:nvPr/>
            </p:nvSpPr>
            <p:spPr bwMode="auto">
              <a:xfrm>
                <a:off x="2211" y="2895"/>
                <a:ext cx="122" cy="333"/>
              </a:xfrm>
              <a:custGeom>
                <a:avLst/>
                <a:gdLst>
                  <a:gd name="T0" fmla="*/ 102 w 122"/>
                  <a:gd name="T1" fmla="*/ 0 h 333"/>
                  <a:gd name="T2" fmla="*/ 95 w 122"/>
                  <a:gd name="T3" fmla="*/ 1 h 333"/>
                  <a:gd name="T4" fmla="*/ 89 w 122"/>
                  <a:gd name="T5" fmla="*/ 3 h 333"/>
                  <a:gd name="T6" fmla="*/ 82 w 122"/>
                  <a:gd name="T7" fmla="*/ 7 h 333"/>
                  <a:gd name="T8" fmla="*/ 77 w 122"/>
                  <a:gd name="T9" fmla="*/ 11 h 333"/>
                  <a:gd name="T10" fmla="*/ 72 w 122"/>
                  <a:gd name="T11" fmla="*/ 17 h 333"/>
                  <a:gd name="T12" fmla="*/ 66 w 122"/>
                  <a:gd name="T13" fmla="*/ 24 h 333"/>
                  <a:gd name="T14" fmla="*/ 61 w 122"/>
                  <a:gd name="T15" fmla="*/ 32 h 333"/>
                  <a:gd name="T16" fmla="*/ 56 w 122"/>
                  <a:gd name="T17" fmla="*/ 40 h 333"/>
                  <a:gd name="T18" fmla="*/ 50 w 122"/>
                  <a:gd name="T19" fmla="*/ 50 h 333"/>
                  <a:gd name="T20" fmla="*/ 44 w 122"/>
                  <a:gd name="T21" fmla="*/ 63 h 333"/>
                  <a:gd name="T22" fmla="*/ 39 w 122"/>
                  <a:gd name="T23" fmla="*/ 73 h 333"/>
                  <a:gd name="T24" fmla="*/ 32 w 122"/>
                  <a:gd name="T25" fmla="*/ 91 h 333"/>
                  <a:gd name="T26" fmla="*/ 26 w 122"/>
                  <a:gd name="T27" fmla="*/ 109 h 333"/>
                  <a:gd name="T28" fmla="*/ 21 w 122"/>
                  <a:gd name="T29" fmla="*/ 125 h 333"/>
                  <a:gd name="T30" fmla="*/ 17 w 122"/>
                  <a:gd name="T31" fmla="*/ 139 h 333"/>
                  <a:gd name="T32" fmla="*/ 14 w 122"/>
                  <a:gd name="T33" fmla="*/ 149 h 333"/>
                  <a:gd name="T34" fmla="*/ 11 w 122"/>
                  <a:gd name="T35" fmla="*/ 162 h 333"/>
                  <a:gd name="T36" fmla="*/ 7 w 122"/>
                  <a:gd name="T37" fmla="*/ 182 h 333"/>
                  <a:gd name="T38" fmla="*/ 5 w 122"/>
                  <a:gd name="T39" fmla="*/ 197 h 333"/>
                  <a:gd name="T40" fmla="*/ 3 w 122"/>
                  <a:gd name="T41" fmla="*/ 212 h 333"/>
                  <a:gd name="T42" fmla="*/ 1 w 122"/>
                  <a:gd name="T43" fmla="*/ 231 h 333"/>
                  <a:gd name="T44" fmla="*/ 0 w 122"/>
                  <a:gd name="T45" fmla="*/ 245 h 333"/>
                  <a:gd name="T46" fmla="*/ 0 w 122"/>
                  <a:gd name="T47" fmla="*/ 258 h 333"/>
                  <a:gd name="T48" fmla="*/ 1 w 122"/>
                  <a:gd name="T49" fmla="*/ 273 h 333"/>
                  <a:gd name="T50" fmla="*/ 2 w 122"/>
                  <a:gd name="T51" fmla="*/ 289 h 333"/>
                  <a:gd name="T52" fmla="*/ 5 w 122"/>
                  <a:gd name="T53" fmla="*/ 301 h 333"/>
                  <a:gd name="T54" fmla="*/ 8 w 122"/>
                  <a:gd name="T55" fmla="*/ 310 h 333"/>
                  <a:gd name="T56" fmla="*/ 12 w 122"/>
                  <a:gd name="T57" fmla="*/ 317 h 333"/>
                  <a:gd name="T58" fmla="*/ 16 w 122"/>
                  <a:gd name="T59" fmla="*/ 323 h 333"/>
                  <a:gd name="T60" fmla="*/ 20 w 122"/>
                  <a:gd name="T61" fmla="*/ 326 h 333"/>
                  <a:gd name="T62" fmla="*/ 121 w 122"/>
                  <a:gd name="T63" fmla="*/ 8 h 33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22" h="333">
                    <a:moveTo>
                      <a:pt x="121" y="8"/>
                    </a:moveTo>
                    <a:lnTo>
                      <a:pt x="102" y="0"/>
                    </a:lnTo>
                    <a:lnTo>
                      <a:pt x="98" y="0"/>
                    </a:lnTo>
                    <a:lnTo>
                      <a:pt x="95" y="1"/>
                    </a:lnTo>
                    <a:lnTo>
                      <a:pt x="92" y="2"/>
                    </a:lnTo>
                    <a:lnTo>
                      <a:pt x="89" y="3"/>
                    </a:lnTo>
                    <a:lnTo>
                      <a:pt x="85" y="5"/>
                    </a:lnTo>
                    <a:lnTo>
                      <a:pt x="82" y="7"/>
                    </a:lnTo>
                    <a:lnTo>
                      <a:pt x="80" y="9"/>
                    </a:lnTo>
                    <a:lnTo>
                      <a:pt x="77" y="11"/>
                    </a:lnTo>
                    <a:lnTo>
                      <a:pt x="74" y="14"/>
                    </a:lnTo>
                    <a:lnTo>
                      <a:pt x="72" y="17"/>
                    </a:lnTo>
                    <a:lnTo>
                      <a:pt x="69" y="20"/>
                    </a:lnTo>
                    <a:lnTo>
                      <a:pt x="66" y="24"/>
                    </a:lnTo>
                    <a:lnTo>
                      <a:pt x="63" y="28"/>
                    </a:lnTo>
                    <a:lnTo>
                      <a:pt x="61" y="32"/>
                    </a:lnTo>
                    <a:lnTo>
                      <a:pt x="58" y="36"/>
                    </a:lnTo>
                    <a:lnTo>
                      <a:pt x="56" y="40"/>
                    </a:lnTo>
                    <a:lnTo>
                      <a:pt x="53" y="44"/>
                    </a:lnTo>
                    <a:lnTo>
                      <a:pt x="50" y="50"/>
                    </a:lnTo>
                    <a:lnTo>
                      <a:pt x="47" y="57"/>
                    </a:lnTo>
                    <a:lnTo>
                      <a:pt x="44" y="63"/>
                    </a:lnTo>
                    <a:lnTo>
                      <a:pt x="42" y="68"/>
                    </a:lnTo>
                    <a:lnTo>
                      <a:pt x="39" y="73"/>
                    </a:lnTo>
                    <a:lnTo>
                      <a:pt x="36" y="81"/>
                    </a:lnTo>
                    <a:lnTo>
                      <a:pt x="32" y="91"/>
                    </a:lnTo>
                    <a:lnTo>
                      <a:pt x="29" y="100"/>
                    </a:lnTo>
                    <a:lnTo>
                      <a:pt x="26" y="109"/>
                    </a:lnTo>
                    <a:lnTo>
                      <a:pt x="23" y="118"/>
                    </a:lnTo>
                    <a:lnTo>
                      <a:pt x="21" y="125"/>
                    </a:lnTo>
                    <a:lnTo>
                      <a:pt x="19" y="133"/>
                    </a:lnTo>
                    <a:lnTo>
                      <a:pt x="17" y="139"/>
                    </a:lnTo>
                    <a:lnTo>
                      <a:pt x="16" y="144"/>
                    </a:lnTo>
                    <a:lnTo>
                      <a:pt x="14" y="149"/>
                    </a:lnTo>
                    <a:lnTo>
                      <a:pt x="13" y="155"/>
                    </a:lnTo>
                    <a:lnTo>
                      <a:pt x="11" y="162"/>
                    </a:lnTo>
                    <a:lnTo>
                      <a:pt x="9" y="173"/>
                    </a:lnTo>
                    <a:lnTo>
                      <a:pt x="7" y="182"/>
                    </a:lnTo>
                    <a:lnTo>
                      <a:pt x="6" y="190"/>
                    </a:lnTo>
                    <a:lnTo>
                      <a:pt x="5" y="197"/>
                    </a:lnTo>
                    <a:lnTo>
                      <a:pt x="4" y="204"/>
                    </a:lnTo>
                    <a:lnTo>
                      <a:pt x="3" y="212"/>
                    </a:lnTo>
                    <a:lnTo>
                      <a:pt x="2" y="221"/>
                    </a:lnTo>
                    <a:lnTo>
                      <a:pt x="1" y="231"/>
                    </a:lnTo>
                    <a:lnTo>
                      <a:pt x="1" y="238"/>
                    </a:lnTo>
                    <a:lnTo>
                      <a:pt x="0" y="245"/>
                    </a:lnTo>
                    <a:lnTo>
                      <a:pt x="0" y="251"/>
                    </a:lnTo>
                    <a:lnTo>
                      <a:pt x="0" y="258"/>
                    </a:lnTo>
                    <a:lnTo>
                      <a:pt x="0" y="265"/>
                    </a:lnTo>
                    <a:lnTo>
                      <a:pt x="1" y="273"/>
                    </a:lnTo>
                    <a:lnTo>
                      <a:pt x="1" y="281"/>
                    </a:lnTo>
                    <a:lnTo>
                      <a:pt x="2" y="289"/>
                    </a:lnTo>
                    <a:lnTo>
                      <a:pt x="4" y="295"/>
                    </a:lnTo>
                    <a:lnTo>
                      <a:pt x="5" y="301"/>
                    </a:lnTo>
                    <a:lnTo>
                      <a:pt x="6" y="305"/>
                    </a:lnTo>
                    <a:lnTo>
                      <a:pt x="8" y="310"/>
                    </a:lnTo>
                    <a:lnTo>
                      <a:pt x="10" y="314"/>
                    </a:lnTo>
                    <a:lnTo>
                      <a:pt x="12" y="317"/>
                    </a:lnTo>
                    <a:lnTo>
                      <a:pt x="14" y="320"/>
                    </a:lnTo>
                    <a:lnTo>
                      <a:pt x="16" y="323"/>
                    </a:lnTo>
                    <a:lnTo>
                      <a:pt x="18" y="324"/>
                    </a:lnTo>
                    <a:lnTo>
                      <a:pt x="20" y="326"/>
                    </a:lnTo>
                    <a:lnTo>
                      <a:pt x="39" y="332"/>
                    </a:lnTo>
                    <a:lnTo>
                      <a:pt x="121" y="8"/>
                    </a:lnTo>
                  </a:path>
                </a:pathLst>
              </a:custGeom>
              <a:gradFill rotWithShape="0">
                <a:gsLst>
                  <a:gs pos="0">
                    <a:srgbClr val="FFFFFF"/>
                  </a:gs>
                  <a:gs pos="100000">
                    <a:srgbClr val="DADADA"/>
                  </a:gs>
                </a:gsLst>
                <a:lin ang="5400000" scaled="1"/>
              </a:gra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512" name="Oval 75">
                <a:extLst>
                  <a:ext uri="{FF2B5EF4-FFF2-40B4-BE49-F238E27FC236}">
                    <a16:creationId xmlns:a16="http://schemas.microsoft.com/office/drawing/2014/main" id="{1ED656C3-F893-14C9-4CB1-2F08729EC588}"/>
                  </a:ext>
                </a:extLst>
              </p:cNvPr>
              <p:cNvSpPr>
                <a:spLocks noChangeArrowheads="1"/>
              </p:cNvSpPr>
              <p:nvPr/>
            </p:nvSpPr>
            <p:spPr bwMode="auto">
              <a:xfrm rot="1080000">
                <a:off x="2237" y="2895"/>
                <a:ext cx="102" cy="343"/>
              </a:xfrm>
              <a:prstGeom prst="ellipse">
                <a:avLst/>
              </a:prstGeom>
              <a:gradFill rotWithShape="0">
                <a:gsLst>
                  <a:gs pos="0">
                    <a:srgbClr val="FFFFFF"/>
                  </a:gs>
                  <a:gs pos="100000">
                    <a:srgbClr val="DADADA"/>
                  </a:gs>
                </a:gsLst>
                <a:lin ang="540000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sp>
          <p:nvSpPr>
            <p:cNvPr id="56471" name="Freeform 76">
              <a:extLst>
                <a:ext uri="{FF2B5EF4-FFF2-40B4-BE49-F238E27FC236}">
                  <a16:creationId xmlns:a16="http://schemas.microsoft.com/office/drawing/2014/main" id="{2E7965CB-4620-F782-99F5-8399776EC012}"/>
                </a:ext>
              </a:extLst>
            </p:cNvPr>
            <p:cNvSpPr>
              <a:spLocks/>
            </p:cNvSpPr>
            <p:nvPr/>
          </p:nvSpPr>
          <p:spPr bwMode="auto">
            <a:xfrm>
              <a:off x="2247" y="3002"/>
              <a:ext cx="60" cy="130"/>
            </a:xfrm>
            <a:custGeom>
              <a:avLst/>
              <a:gdLst>
                <a:gd name="T0" fmla="*/ 48 w 60"/>
                <a:gd name="T1" fmla="*/ 0 h 130"/>
                <a:gd name="T2" fmla="*/ 43 w 60"/>
                <a:gd name="T3" fmla="*/ 0 h 130"/>
                <a:gd name="T4" fmla="*/ 40 w 60"/>
                <a:gd name="T5" fmla="*/ 1 h 130"/>
                <a:gd name="T6" fmla="*/ 36 w 60"/>
                <a:gd name="T7" fmla="*/ 1 h 130"/>
                <a:gd name="T8" fmla="*/ 33 w 60"/>
                <a:gd name="T9" fmla="*/ 3 h 130"/>
                <a:gd name="T10" fmla="*/ 31 w 60"/>
                <a:gd name="T11" fmla="*/ 5 h 130"/>
                <a:gd name="T12" fmla="*/ 27 w 60"/>
                <a:gd name="T13" fmla="*/ 7 h 130"/>
                <a:gd name="T14" fmla="*/ 25 w 60"/>
                <a:gd name="T15" fmla="*/ 10 h 130"/>
                <a:gd name="T16" fmla="*/ 22 w 60"/>
                <a:gd name="T17" fmla="*/ 13 h 130"/>
                <a:gd name="T18" fmla="*/ 19 w 60"/>
                <a:gd name="T19" fmla="*/ 16 h 130"/>
                <a:gd name="T20" fmla="*/ 16 w 60"/>
                <a:gd name="T21" fmla="*/ 21 h 130"/>
                <a:gd name="T22" fmla="*/ 14 w 60"/>
                <a:gd name="T23" fmla="*/ 25 h 130"/>
                <a:gd name="T24" fmla="*/ 11 w 60"/>
                <a:gd name="T25" fmla="*/ 31 h 130"/>
                <a:gd name="T26" fmla="*/ 8 w 60"/>
                <a:gd name="T27" fmla="*/ 38 h 130"/>
                <a:gd name="T28" fmla="*/ 6 w 60"/>
                <a:gd name="T29" fmla="*/ 44 h 130"/>
                <a:gd name="T30" fmla="*/ 4 w 60"/>
                <a:gd name="T31" fmla="*/ 49 h 130"/>
                <a:gd name="T32" fmla="*/ 4 w 60"/>
                <a:gd name="T33" fmla="*/ 53 h 130"/>
                <a:gd name="T34" fmla="*/ 2 w 60"/>
                <a:gd name="T35" fmla="*/ 59 h 130"/>
                <a:gd name="T36" fmla="*/ 1 w 60"/>
                <a:gd name="T37" fmla="*/ 66 h 130"/>
                <a:gd name="T38" fmla="*/ 0 w 60"/>
                <a:gd name="T39" fmla="*/ 72 h 130"/>
                <a:gd name="T40" fmla="*/ 0 w 60"/>
                <a:gd name="T41" fmla="*/ 78 h 130"/>
                <a:gd name="T42" fmla="*/ 0 w 60"/>
                <a:gd name="T43" fmla="*/ 85 h 130"/>
                <a:gd name="T44" fmla="*/ 0 w 60"/>
                <a:gd name="T45" fmla="*/ 91 h 130"/>
                <a:gd name="T46" fmla="*/ 1 w 60"/>
                <a:gd name="T47" fmla="*/ 96 h 130"/>
                <a:gd name="T48" fmla="*/ 2 w 60"/>
                <a:gd name="T49" fmla="*/ 102 h 130"/>
                <a:gd name="T50" fmla="*/ 4 w 60"/>
                <a:gd name="T51" fmla="*/ 109 h 130"/>
                <a:gd name="T52" fmla="*/ 6 w 60"/>
                <a:gd name="T53" fmla="*/ 114 h 130"/>
                <a:gd name="T54" fmla="*/ 8 w 60"/>
                <a:gd name="T55" fmla="*/ 118 h 130"/>
                <a:gd name="T56" fmla="*/ 11 w 60"/>
                <a:gd name="T57" fmla="*/ 121 h 130"/>
                <a:gd name="T58" fmla="*/ 14 w 60"/>
                <a:gd name="T59" fmla="*/ 124 h 130"/>
                <a:gd name="T60" fmla="*/ 16 w 60"/>
                <a:gd name="T61" fmla="*/ 125 h 130"/>
                <a:gd name="T62" fmla="*/ 59 w 60"/>
                <a:gd name="T63" fmla="*/ 5 h 13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60" h="130">
                  <a:moveTo>
                    <a:pt x="59" y="5"/>
                  </a:moveTo>
                  <a:lnTo>
                    <a:pt x="48" y="0"/>
                  </a:lnTo>
                  <a:lnTo>
                    <a:pt x="45" y="0"/>
                  </a:lnTo>
                  <a:lnTo>
                    <a:pt x="43" y="0"/>
                  </a:lnTo>
                  <a:lnTo>
                    <a:pt x="42" y="0"/>
                  </a:lnTo>
                  <a:lnTo>
                    <a:pt x="40" y="1"/>
                  </a:lnTo>
                  <a:lnTo>
                    <a:pt x="38" y="1"/>
                  </a:lnTo>
                  <a:lnTo>
                    <a:pt x="36" y="1"/>
                  </a:lnTo>
                  <a:lnTo>
                    <a:pt x="35" y="2"/>
                  </a:lnTo>
                  <a:lnTo>
                    <a:pt x="33" y="3"/>
                  </a:lnTo>
                  <a:lnTo>
                    <a:pt x="32" y="4"/>
                  </a:lnTo>
                  <a:lnTo>
                    <a:pt x="31" y="5"/>
                  </a:lnTo>
                  <a:lnTo>
                    <a:pt x="29" y="6"/>
                  </a:lnTo>
                  <a:lnTo>
                    <a:pt x="27" y="7"/>
                  </a:lnTo>
                  <a:lnTo>
                    <a:pt x="26" y="8"/>
                  </a:lnTo>
                  <a:lnTo>
                    <a:pt x="25" y="10"/>
                  </a:lnTo>
                  <a:lnTo>
                    <a:pt x="23" y="11"/>
                  </a:lnTo>
                  <a:lnTo>
                    <a:pt x="22" y="13"/>
                  </a:lnTo>
                  <a:lnTo>
                    <a:pt x="21" y="14"/>
                  </a:lnTo>
                  <a:lnTo>
                    <a:pt x="19" y="16"/>
                  </a:lnTo>
                  <a:lnTo>
                    <a:pt x="18" y="19"/>
                  </a:lnTo>
                  <a:lnTo>
                    <a:pt x="16" y="21"/>
                  </a:lnTo>
                  <a:lnTo>
                    <a:pt x="15" y="23"/>
                  </a:lnTo>
                  <a:lnTo>
                    <a:pt x="14" y="25"/>
                  </a:lnTo>
                  <a:lnTo>
                    <a:pt x="13" y="28"/>
                  </a:lnTo>
                  <a:lnTo>
                    <a:pt x="11" y="31"/>
                  </a:lnTo>
                  <a:lnTo>
                    <a:pt x="9" y="35"/>
                  </a:lnTo>
                  <a:lnTo>
                    <a:pt x="8" y="38"/>
                  </a:lnTo>
                  <a:lnTo>
                    <a:pt x="7" y="42"/>
                  </a:lnTo>
                  <a:lnTo>
                    <a:pt x="6" y="44"/>
                  </a:lnTo>
                  <a:lnTo>
                    <a:pt x="5" y="47"/>
                  </a:lnTo>
                  <a:lnTo>
                    <a:pt x="4" y="49"/>
                  </a:lnTo>
                  <a:lnTo>
                    <a:pt x="4" y="51"/>
                  </a:lnTo>
                  <a:lnTo>
                    <a:pt x="4" y="53"/>
                  </a:lnTo>
                  <a:lnTo>
                    <a:pt x="3" y="55"/>
                  </a:lnTo>
                  <a:lnTo>
                    <a:pt x="2" y="59"/>
                  </a:lnTo>
                  <a:lnTo>
                    <a:pt x="2" y="63"/>
                  </a:lnTo>
                  <a:lnTo>
                    <a:pt x="1" y="66"/>
                  </a:lnTo>
                  <a:lnTo>
                    <a:pt x="0" y="69"/>
                  </a:lnTo>
                  <a:lnTo>
                    <a:pt x="0" y="72"/>
                  </a:lnTo>
                  <a:lnTo>
                    <a:pt x="0" y="75"/>
                  </a:lnTo>
                  <a:lnTo>
                    <a:pt x="0" y="78"/>
                  </a:lnTo>
                  <a:lnTo>
                    <a:pt x="0" y="81"/>
                  </a:lnTo>
                  <a:lnTo>
                    <a:pt x="0" y="85"/>
                  </a:lnTo>
                  <a:lnTo>
                    <a:pt x="0" y="88"/>
                  </a:lnTo>
                  <a:lnTo>
                    <a:pt x="0" y="91"/>
                  </a:lnTo>
                  <a:lnTo>
                    <a:pt x="0" y="93"/>
                  </a:lnTo>
                  <a:lnTo>
                    <a:pt x="1" y="96"/>
                  </a:lnTo>
                  <a:lnTo>
                    <a:pt x="1" y="99"/>
                  </a:lnTo>
                  <a:lnTo>
                    <a:pt x="2" y="102"/>
                  </a:lnTo>
                  <a:lnTo>
                    <a:pt x="3" y="106"/>
                  </a:lnTo>
                  <a:lnTo>
                    <a:pt x="4" y="109"/>
                  </a:lnTo>
                  <a:lnTo>
                    <a:pt x="4" y="111"/>
                  </a:lnTo>
                  <a:lnTo>
                    <a:pt x="6" y="114"/>
                  </a:lnTo>
                  <a:lnTo>
                    <a:pt x="7" y="115"/>
                  </a:lnTo>
                  <a:lnTo>
                    <a:pt x="8" y="118"/>
                  </a:lnTo>
                  <a:lnTo>
                    <a:pt x="9" y="120"/>
                  </a:lnTo>
                  <a:lnTo>
                    <a:pt x="11" y="121"/>
                  </a:lnTo>
                  <a:lnTo>
                    <a:pt x="13" y="122"/>
                  </a:lnTo>
                  <a:lnTo>
                    <a:pt x="14" y="124"/>
                  </a:lnTo>
                  <a:lnTo>
                    <a:pt x="15" y="124"/>
                  </a:lnTo>
                  <a:lnTo>
                    <a:pt x="16" y="125"/>
                  </a:lnTo>
                  <a:lnTo>
                    <a:pt x="27" y="129"/>
                  </a:lnTo>
                  <a:lnTo>
                    <a:pt x="59" y="5"/>
                  </a:lnTo>
                </a:path>
              </a:pathLst>
            </a:custGeom>
            <a:gradFill rotWithShape="0">
              <a:gsLst>
                <a:gs pos="0">
                  <a:srgbClr val="414141"/>
                </a:gs>
                <a:gs pos="100000">
                  <a:srgbClr val="DADADA"/>
                </a:gs>
              </a:gsLst>
              <a:lin ang="5400000" scaled="1"/>
            </a:gra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472" name="Freeform 77">
              <a:extLst>
                <a:ext uri="{FF2B5EF4-FFF2-40B4-BE49-F238E27FC236}">
                  <a16:creationId xmlns:a16="http://schemas.microsoft.com/office/drawing/2014/main" id="{1DF17352-E47F-0FC0-C8D8-9FCEB5F8153E}"/>
                </a:ext>
              </a:extLst>
            </p:cNvPr>
            <p:cNvSpPr>
              <a:spLocks/>
            </p:cNvSpPr>
            <p:nvPr/>
          </p:nvSpPr>
          <p:spPr bwMode="auto">
            <a:xfrm>
              <a:off x="2256" y="3007"/>
              <a:ext cx="58" cy="127"/>
            </a:xfrm>
            <a:custGeom>
              <a:avLst/>
              <a:gdLst>
                <a:gd name="T0" fmla="*/ 46 w 58"/>
                <a:gd name="T1" fmla="*/ 1 h 127"/>
                <a:gd name="T2" fmla="*/ 42 w 58"/>
                <a:gd name="T3" fmla="*/ 0 h 127"/>
                <a:gd name="T4" fmla="*/ 38 w 58"/>
                <a:gd name="T5" fmla="*/ 1 h 127"/>
                <a:gd name="T6" fmla="*/ 35 w 58"/>
                <a:gd name="T7" fmla="*/ 2 h 127"/>
                <a:gd name="T8" fmla="*/ 32 w 58"/>
                <a:gd name="T9" fmla="*/ 3 h 127"/>
                <a:gd name="T10" fmla="*/ 30 w 58"/>
                <a:gd name="T11" fmla="*/ 5 h 127"/>
                <a:gd name="T12" fmla="*/ 27 w 58"/>
                <a:gd name="T13" fmla="*/ 7 h 127"/>
                <a:gd name="T14" fmla="*/ 24 w 58"/>
                <a:gd name="T15" fmla="*/ 10 h 127"/>
                <a:gd name="T16" fmla="*/ 22 w 58"/>
                <a:gd name="T17" fmla="*/ 12 h 127"/>
                <a:gd name="T18" fmla="*/ 19 w 58"/>
                <a:gd name="T19" fmla="*/ 16 h 127"/>
                <a:gd name="T20" fmla="*/ 16 w 58"/>
                <a:gd name="T21" fmla="*/ 20 h 127"/>
                <a:gd name="T22" fmla="*/ 14 w 58"/>
                <a:gd name="T23" fmla="*/ 24 h 127"/>
                <a:gd name="T24" fmla="*/ 11 w 58"/>
                <a:gd name="T25" fmla="*/ 31 h 127"/>
                <a:gd name="T26" fmla="*/ 8 w 58"/>
                <a:gd name="T27" fmla="*/ 37 h 127"/>
                <a:gd name="T28" fmla="*/ 6 w 58"/>
                <a:gd name="T29" fmla="*/ 43 h 127"/>
                <a:gd name="T30" fmla="*/ 4 w 58"/>
                <a:gd name="T31" fmla="*/ 48 h 127"/>
                <a:gd name="T32" fmla="*/ 3 w 58"/>
                <a:gd name="T33" fmla="*/ 52 h 127"/>
                <a:gd name="T34" fmla="*/ 2 w 58"/>
                <a:gd name="T35" fmla="*/ 57 h 127"/>
                <a:gd name="T36" fmla="*/ 1 w 58"/>
                <a:gd name="T37" fmla="*/ 65 h 127"/>
                <a:gd name="T38" fmla="*/ 0 w 58"/>
                <a:gd name="T39" fmla="*/ 70 h 127"/>
                <a:gd name="T40" fmla="*/ 0 w 58"/>
                <a:gd name="T41" fmla="*/ 76 h 127"/>
                <a:gd name="T42" fmla="*/ 0 w 58"/>
                <a:gd name="T43" fmla="*/ 83 h 127"/>
                <a:gd name="T44" fmla="*/ 0 w 58"/>
                <a:gd name="T45" fmla="*/ 89 h 127"/>
                <a:gd name="T46" fmla="*/ 1 w 58"/>
                <a:gd name="T47" fmla="*/ 94 h 127"/>
                <a:gd name="T48" fmla="*/ 2 w 58"/>
                <a:gd name="T49" fmla="*/ 100 h 127"/>
                <a:gd name="T50" fmla="*/ 4 w 58"/>
                <a:gd name="T51" fmla="*/ 106 h 127"/>
                <a:gd name="T52" fmla="*/ 6 w 58"/>
                <a:gd name="T53" fmla="*/ 111 h 127"/>
                <a:gd name="T54" fmla="*/ 8 w 58"/>
                <a:gd name="T55" fmla="*/ 115 h 127"/>
                <a:gd name="T56" fmla="*/ 10 w 58"/>
                <a:gd name="T57" fmla="*/ 118 h 127"/>
                <a:gd name="T58" fmla="*/ 13 w 58"/>
                <a:gd name="T59" fmla="*/ 120 h 127"/>
                <a:gd name="T60" fmla="*/ 16 w 58"/>
                <a:gd name="T61" fmla="*/ 122 h 127"/>
                <a:gd name="T62" fmla="*/ 57 w 58"/>
                <a:gd name="T63" fmla="*/ 5 h 12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58" h="127">
                  <a:moveTo>
                    <a:pt x="57" y="5"/>
                  </a:moveTo>
                  <a:lnTo>
                    <a:pt x="46" y="1"/>
                  </a:lnTo>
                  <a:lnTo>
                    <a:pt x="44" y="0"/>
                  </a:lnTo>
                  <a:lnTo>
                    <a:pt x="42" y="0"/>
                  </a:lnTo>
                  <a:lnTo>
                    <a:pt x="40" y="0"/>
                  </a:lnTo>
                  <a:lnTo>
                    <a:pt x="38" y="1"/>
                  </a:lnTo>
                  <a:lnTo>
                    <a:pt x="36" y="1"/>
                  </a:lnTo>
                  <a:lnTo>
                    <a:pt x="35" y="2"/>
                  </a:lnTo>
                  <a:lnTo>
                    <a:pt x="34" y="2"/>
                  </a:lnTo>
                  <a:lnTo>
                    <a:pt x="32" y="3"/>
                  </a:lnTo>
                  <a:lnTo>
                    <a:pt x="31" y="4"/>
                  </a:lnTo>
                  <a:lnTo>
                    <a:pt x="30" y="5"/>
                  </a:lnTo>
                  <a:lnTo>
                    <a:pt x="28" y="6"/>
                  </a:lnTo>
                  <a:lnTo>
                    <a:pt x="27" y="7"/>
                  </a:lnTo>
                  <a:lnTo>
                    <a:pt x="25" y="8"/>
                  </a:lnTo>
                  <a:lnTo>
                    <a:pt x="24" y="10"/>
                  </a:lnTo>
                  <a:lnTo>
                    <a:pt x="23" y="11"/>
                  </a:lnTo>
                  <a:lnTo>
                    <a:pt x="22" y="12"/>
                  </a:lnTo>
                  <a:lnTo>
                    <a:pt x="20" y="14"/>
                  </a:lnTo>
                  <a:lnTo>
                    <a:pt x="19" y="16"/>
                  </a:lnTo>
                  <a:lnTo>
                    <a:pt x="17" y="18"/>
                  </a:lnTo>
                  <a:lnTo>
                    <a:pt x="16" y="20"/>
                  </a:lnTo>
                  <a:lnTo>
                    <a:pt x="15" y="22"/>
                  </a:lnTo>
                  <a:lnTo>
                    <a:pt x="14" y="24"/>
                  </a:lnTo>
                  <a:lnTo>
                    <a:pt x="12" y="27"/>
                  </a:lnTo>
                  <a:lnTo>
                    <a:pt x="11" y="31"/>
                  </a:lnTo>
                  <a:lnTo>
                    <a:pt x="9" y="34"/>
                  </a:lnTo>
                  <a:lnTo>
                    <a:pt x="8" y="37"/>
                  </a:lnTo>
                  <a:lnTo>
                    <a:pt x="7" y="41"/>
                  </a:lnTo>
                  <a:lnTo>
                    <a:pt x="6" y="43"/>
                  </a:lnTo>
                  <a:lnTo>
                    <a:pt x="5" y="46"/>
                  </a:lnTo>
                  <a:lnTo>
                    <a:pt x="4" y="48"/>
                  </a:lnTo>
                  <a:lnTo>
                    <a:pt x="4" y="50"/>
                  </a:lnTo>
                  <a:lnTo>
                    <a:pt x="3" y="52"/>
                  </a:lnTo>
                  <a:lnTo>
                    <a:pt x="3" y="54"/>
                  </a:lnTo>
                  <a:lnTo>
                    <a:pt x="2" y="57"/>
                  </a:lnTo>
                  <a:lnTo>
                    <a:pt x="2" y="61"/>
                  </a:lnTo>
                  <a:lnTo>
                    <a:pt x="1" y="65"/>
                  </a:lnTo>
                  <a:lnTo>
                    <a:pt x="1" y="67"/>
                  </a:lnTo>
                  <a:lnTo>
                    <a:pt x="0" y="70"/>
                  </a:lnTo>
                  <a:lnTo>
                    <a:pt x="0" y="73"/>
                  </a:lnTo>
                  <a:lnTo>
                    <a:pt x="0" y="76"/>
                  </a:lnTo>
                  <a:lnTo>
                    <a:pt x="0" y="80"/>
                  </a:lnTo>
                  <a:lnTo>
                    <a:pt x="0" y="83"/>
                  </a:lnTo>
                  <a:lnTo>
                    <a:pt x="0" y="86"/>
                  </a:lnTo>
                  <a:lnTo>
                    <a:pt x="0" y="89"/>
                  </a:lnTo>
                  <a:lnTo>
                    <a:pt x="0" y="91"/>
                  </a:lnTo>
                  <a:lnTo>
                    <a:pt x="1" y="94"/>
                  </a:lnTo>
                  <a:lnTo>
                    <a:pt x="1" y="96"/>
                  </a:lnTo>
                  <a:lnTo>
                    <a:pt x="2" y="100"/>
                  </a:lnTo>
                  <a:lnTo>
                    <a:pt x="3" y="103"/>
                  </a:lnTo>
                  <a:lnTo>
                    <a:pt x="4" y="106"/>
                  </a:lnTo>
                  <a:lnTo>
                    <a:pt x="4" y="108"/>
                  </a:lnTo>
                  <a:lnTo>
                    <a:pt x="6" y="111"/>
                  </a:lnTo>
                  <a:lnTo>
                    <a:pt x="7" y="113"/>
                  </a:lnTo>
                  <a:lnTo>
                    <a:pt x="8" y="115"/>
                  </a:lnTo>
                  <a:lnTo>
                    <a:pt x="9" y="117"/>
                  </a:lnTo>
                  <a:lnTo>
                    <a:pt x="10" y="118"/>
                  </a:lnTo>
                  <a:lnTo>
                    <a:pt x="12" y="120"/>
                  </a:lnTo>
                  <a:lnTo>
                    <a:pt x="13" y="120"/>
                  </a:lnTo>
                  <a:lnTo>
                    <a:pt x="14" y="121"/>
                  </a:lnTo>
                  <a:lnTo>
                    <a:pt x="16" y="122"/>
                  </a:lnTo>
                  <a:lnTo>
                    <a:pt x="26" y="126"/>
                  </a:lnTo>
                  <a:lnTo>
                    <a:pt x="57" y="5"/>
                  </a:lnTo>
                </a:path>
              </a:pathLst>
            </a:custGeom>
            <a:gradFill rotWithShape="0">
              <a:gsLst>
                <a:gs pos="0">
                  <a:srgbClr val="414141"/>
                </a:gs>
                <a:gs pos="100000">
                  <a:srgbClr val="DADADA"/>
                </a:gs>
              </a:gsLst>
              <a:lin ang="5400000" scaled="1"/>
            </a:gra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473" name="Oval 78">
              <a:extLst>
                <a:ext uri="{FF2B5EF4-FFF2-40B4-BE49-F238E27FC236}">
                  <a16:creationId xmlns:a16="http://schemas.microsoft.com/office/drawing/2014/main" id="{07CAC73E-B352-F058-DCF8-8208D9A62AE7}"/>
                </a:ext>
              </a:extLst>
            </p:cNvPr>
            <p:cNvSpPr>
              <a:spLocks noChangeArrowheads="1"/>
            </p:cNvSpPr>
            <p:nvPr/>
          </p:nvSpPr>
          <p:spPr bwMode="auto">
            <a:xfrm rot="1080000">
              <a:off x="2264" y="3007"/>
              <a:ext cx="61" cy="129"/>
            </a:xfrm>
            <a:prstGeom prst="ellipse">
              <a:avLst/>
            </a:prstGeom>
            <a:gradFill rotWithShape="0">
              <a:gsLst>
                <a:gs pos="0">
                  <a:srgbClr val="DADADA"/>
                </a:gs>
                <a:gs pos="100000">
                  <a:srgbClr val="F0F0F0"/>
                </a:gs>
              </a:gsLst>
              <a:lin ang="540000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74" name="Oval 79">
              <a:extLst>
                <a:ext uri="{FF2B5EF4-FFF2-40B4-BE49-F238E27FC236}">
                  <a16:creationId xmlns:a16="http://schemas.microsoft.com/office/drawing/2014/main" id="{B6DC622D-17B0-6031-2EBF-1BE65524FD9F}"/>
                </a:ext>
              </a:extLst>
            </p:cNvPr>
            <p:cNvSpPr>
              <a:spLocks noChangeArrowheads="1"/>
            </p:cNvSpPr>
            <p:nvPr/>
          </p:nvSpPr>
          <p:spPr bwMode="auto">
            <a:xfrm rot="1080000">
              <a:off x="2279" y="3040"/>
              <a:ext cx="34" cy="66"/>
            </a:xfrm>
            <a:prstGeom prst="ellipse">
              <a:avLst/>
            </a:prstGeom>
            <a:gradFill rotWithShape="0">
              <a:gsLst>
                <a:gs pos="0">
                  <a:srgbClr val="DADADA"/>
                </a:gs>
                <a:gs pos="100000">
                  <a:srgbClr val="151515"/>
                </a:gs>
              </a:gsLst>
              <a:lin ang="1890000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nvGrpSpPr>
            <p:cNvPr id="56475" name="Group 80">
              <a:extLst>
                <a:ext uri="{FF2B5EF4-FFF2-40B4-BE49-F238E27FC236}">
                  <a16:creationId xmlns:a16="http://schemas.microsoft.com/office/drawing/2014/main" id="{A7AAD040-9D20-A6A0-EE81-2C8E5BBB9CEC}"/>
                </a:ext>
              </a:extLst>
            </p:cNvPr>
            <p:cNvGrpSpPr>
              <a:grpSpLocks/>
            </p:cNvGrpSpPr>
            <p:nvPr/>
          </p:nvGrpSpPr>
          <p:grpSpPr bwMode="auto">
            <a:xfrm>
              <a:off x="1945" y="2804"/>
              <a:ext cx="295" cy="129"/>
              <a:chOff x="1945" y="2804"/>
              <a:chExt cx="295" cy="129"/>
            </a:xfrm>
          </p:grpSpPr>
          <p:sp>
            <p:nvSpPr>
              <p:cNvPr id="56508" name="Oval 81">
                <a:extLst>
                  <a:ext uri="{FF2B5EF4-FFF2-40B4-BE49-F238E27FC236}">
                    <a16:creationId xmlns:a16="http://schemas.microsoft.com/office/drawing/2014/main" id="{023576D3-12F2-8FE0-837D-3AAA72EB9959}"/>
                  </a:ext>
                </a:extLst>
              </p:cNvPr>
              <p:cNvSpPr>
                <a:spLocks noChangeArrowheads="1"/>
              </p:cNvSpPr>
              <p:nvPr/>
            </p:nvSpPr>
            <p:spPr bwMode="auto">
              <a:xfrm rot="1080000">
                <a:off x="2210" y="2914"/>
                <a:ext cx="30" cy="19"/>
              </a:xfrm>
              <a:prstGeom prst="ellipse">
                <a:avLst/>
              </a:prstGeom>
              <a:gradFill rotWithShape="0">
                <a:gsLst>
                  <a:gs pos="0">
                    <a:srgbClr val="000000"/>
                  </a:gs>
                  <a:gs pos="100000">
                    <a:srgbClr val="3F000B"/>
                  </a:gs>
                </a:gsLst>
                <a:lin ang="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509" name="Rectangle 82">
                <a:extLst>
                  <a:ext uri="{FF2B5EF4-FFF2-40B4-BE49-F238E27FC236}">
                    <a16:creationId xmlns:a16="http://schemas.microsoft.com/office/drawing/2014/main" id="{25317451-5F27-65F8-E1E1-3F84029D611F}"/>
                  </a:ext>
                </a:extLst>
              </p:cNvPr>
              <p:cNvSpPr>
                <a:spLocks noChangeArrowheads="1"/>
              </p:cNvSpPr>
              <p:nvPr/>
            </p:nvSpPr>
            <p:spPr bwMode="auto">
              <a:xfrm rot="1080000">
                <a:off x="1957" y="2859"/>
                <a:ext cx="275" cy="22"/>
              </a:xfrm>
              <a:prstGeom prst="rect">
                <a:avLst/>
              </a:prstGeom>
              <a:gradFill rotWithShape="0">
                <a:gsLst>
                  <a:gs pos="0">
                    <a:srgbClr val="FC0128"/>
                  </a:gs>
                  <a:gs pos="100000">
                    <a:srgbClr val="4B000C"/>
                  </a:gs>
                </a:gsLst>
                <a:lin ang="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510" name="Oval 83">
                <a:extLst>
                  <a:ext uri="{FF2B5EF4-FFF2-40B4-BE49-F238E27FC236}">
                    <a16:creationId xmlns:a16="http://schemas.microsoft.com/office/drawing/2014/main" id="{0529579D-10D2-0973-0C44-BB05811E726F}"/>
                  </a:ext>
                </a:extLst>
              </p:cNvPr>
              <p:cNvSpPr>
                <a:spLocks noChangeArrowheads="1"/>
              </p:cNvSpPr>
              <p:nvPr/>
            </p:nvSpPr>
            <p:spPr bwMode="auto">
              <a:xfrm rot="1080000">
                <a:off x="1945" y="2804"/>
                <a:ext cx="34" cy="19"/>
              </a:xfrm>
              <a:prstGeom prst="ellipse">
                <a:avLst/>
              </a:prstGeom>
              <a:gradFill rotWithShape="0">
                <a:gsLst>
                  <a:gs pos="0">
                    <a:srgbClr val="E20124"/>
                  </a:gs>
                  <a:gs pos="100000">
                    <a:srgbClr val="FC0128"/>
                  </a:gs>
                </a:gsLst>
                <a:lin ang="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56476" name="Group 84">
              <a:extLst>
                <a:ext uri="{FF2B5EF4-FFF2-40B4-BE49-F238E27FC236}">
                  <a16:creationId xmlns:a16="http://schemas.microsoft.com/office/drawing/2014/main" id="{0933D287-4E31-0BC9-663A-B659984BB469}"/>
                </a:ext>
              </a:extLst>
            </p:cNvPr>
            <p:cNvGrpSpPr>
              <a:grpSpLocks/>
            </p:cNvGrpSpPr>
            <p:nvPr/>
          </p:nvGrpSpPr>
          <p:grpSpPr bwMode="auto">
            <a:xfrm>
              <a:off x="1936" y="2835"/>
              <a:ext cx="294" cy="128"/>
              <a:chOff x="1936" y="2835"/>
              <a:chExt cx="294" cy="128"/>
            </a:xfrm>
          </p:grpSpPr>
          <p:sp>
            <p:nvSpPr>
              <p:cNvPr id="56505" name="Oval 85">
                <a:extLst>
                  <a:ext uri="{FF2B5EF4-FFF2-40B4-BE49-F238E27FC236}">
                    <a16:creationId xmlns:a16="http://schemas.microsoft.com/office/drawing/2014/main" id="{3733C1E8-A997-5925-C76A-5595B4D2F447}"/>
                  </a:ext>
                </a:extLst>
              </p:cNvPr>
              <p:cNvSpPr>
                <a:spLocks noChangeArrowheads="1"/>
              </p:cNvSpPr>
              <p:nvPr/>
            </p:nvSpPr>
            <p:spPr bwMode="auto">
              <a:xfrm rot="1080000">
                <a:off x="2197" y="2944"/>
                <a:ext cx="33" cy="19"/>
              </a:xfrm>
              <a:prstGeom prst="ellipse">
                <a:avLst/>
              </a:prstGeom>
              <a:gradFill rotWithShape="0">
                <a:gsLst>
                  <a:gs pos="0">
                    <a:srgbClr val="000000"/>
                  </a:gs>
                  <a:gs pos="100000">
                    <a:srgbClr val="3F000B"/>
                  </a:gs>
                </a:gsLst>
                <a:lin ang="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506" name="Rectangle 86">
                <a:extLst>
                  <a:ext uri="{FF2B5EF4-FFF2-40B4-BE49-F238E27FC236}">
                    <a16:creationId xmlns:a16="http://schemas.microsoft.com/office/drawing/2014/main" id="{A1992A07-6847-CD99-77C8-961DEF454082}"/>
                  </a:ext>
                </a:extLst>
              </p:cNvPr>
              <p:cNvSpPr>
                <a:spLocks noChangeArrowheads="1"/>
              </p:cNvSpPr>
              <p:nvPr/>
            </p:nvSpPr>
            <p:spPr bwMode="auto">
              <a:xfrm rot="1080000">
                <a:off x="1945" y="2889"/>
                <a:ext cx="276" cy="22"/>
              </a:xfrm>
              <a:prstGeom prst="rect">
                <a:avLst/>
              </a:prstGeom>
              <a:gradFill rotWithShape="0">
                <a:gsLst>
                  <a:gs pos="0">
                    <a:srgbClr val="FC0128"/>
                  </a:gs>
                  <a:gs pos="100000">
                    <a:srgbClr val="4B000C"/>
                  </a:gs>
                </a:gsLst>
                <a:lin ang="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507" name="Oval 87">
                <a:extLst>
                  <a:ext uri="{FF2B5EF4-FFF2-40B4-BE49-F238E27FC236}">
                    <a16:creationId xmlns:a16="http://schemas.microsoft.com/office/drawing/2014/main" id="{107E2365-6BD9-2C06-71F8-080BEA0D4CF1}"/>
                  </a:ext>
                </a:extLst>
              </p:cNvPr>
              <p:cNvSpPr>
                <a:spLocks noChangeArrowheads="1"/>
              </p:cNvSpPr>
              <p:nvPr/>
            </p:nvSpPr>
            <p:spPr bwMode="auto">
              <a:xfrm rot="1080000">
                <a:off x="1936" y="2835"/>
                <a:ext cx="34" cy="21"/>
              </a:xfrm>
              <a:prstGeom prst="ellipse">
                <a:avLst/>
              </a:prstGeom>
              <a:gradFill rotWithShape="0">
                <a:gsLst>
                  <a:gs pos="0">
                    <a:srgbClr val="E20124"/>
                  </a:gs>
                  <a:gs pos="100000">
                    <a:srgbClr val="FC0128"/>
                  </a:gs>
                </a:gsLst>
                <a:lin ang="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56477" name="Group 88">
              <a:extLst>
                <a:ext uri="{FF2B5EF4-FFF2-40B4-BE49-F238E27FC236}">
                  <a16:creationId xmlns:a16="http://schemas.microsoft.com/office/drawing/2014/main" id="{8573308B-469A-D978-2C60-32961F7C4D00}"/>
                </a:ext>
              </a:extLst>
            </p:cNvPr>
            <p:cNvGrpSpPr>
              <a:grpSpLocks/>
            </p:cNvGrpSpPr>
            <p:nvPr/>
          </p:nvGrpSpPr>
          <p:grpSpPr bwMode="auto">
            <a:xfrm>
              <a:off x="1923" y="2867"/>
              <a:ext cx="295" cy="127"/>
              <a:chOff x="1923" y="2867"/>
              <a:chExt cx="295" cy="127"/>
            </a:xfrm>
          </p:grpSpPr>
          <p:sp>
            <p:nvSpPr>
              <p:cNvPr id="56502" name="Oval 89">
                <a:extLst>
                  <a:ext uri="{FF2B5EF4-FFF2-40B4-BE49-F238E27FC236}">
                    <a16:creationId xmlns:a16="http://schemas.microsoft.com/office/drawing/2014/main" id="{64D08EF9-37B9-EA66-2584-B7BBF6CBFE6E}"/>
                  </a:ext>
                </a:extLst>
              </p:cNvPr>
              <p:cNvSpPr>
                <a:spLocks noChangeArrowheads="1"/>
              </p:cNvSpPr>
              <p:nvPr/>
            </p:nvSpPr>
            <p:spPr bwMode="auto">
              <a:xfrm rot="1080000">
                <a:off x="2185" y="2974"/>
                <a:ext cx="33" cy="20"/>
              </a:xfrm>
              <a:prstGeom prst="ellipse">
                <a:avLst/>
              </a:prstGeom>
              <a:gradFill rotWithShape="0">
                <a:gsLst>
                  <a:gs pos="0">
                    <a:srgbClr val="000000"/>
                  </a:gs>
                  <a:gs pos="100000">
                    <a:srgbClr val="3F000B"/>
                  </a:gs>
                </a:gsLst>
                <a:lin ang="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503" name="Rectangle 90">
                <a:extLst>
                  <a:ext uri="{FF2B5EF4-FFF2-40B4-BE49-F238E27FC236}">
                    <a16:creationId xmlns:a16="http://schemas.microsoft.com/office/drawing/2014/main" id="{E2884D19-F26B-EBF5-D244-E16DF14ED60E}"/>
                  </a:ext>
                </a:extLst>
              </p:cNvPr>
              <p:cNvSpPr>
                <a:spLocks noChangeArrowheads="1"/>
              </p:cNvSpPr>
              <p:nvPr/>
            </p:nvSpPr>
            <p:spPr bwMode="auto">
              <a:xfrm rot="1080000">
                <a:off x="1935" y="2920"/>
                <a:ext cx="275" cy="19"/>
              </a:xfrm>
              <a:prstGeom prst="rect">
                <a:avLst/>
              </a:prstGeom>
              <a:gradFill rotWithShape="0">
                <a:gsLst>
                  <a:gs pos="0">
                    <a:srgbClr val="FC0128"/>
                  </a:gs>
                  <a:gs pos="100000">
                    <a:srgbClr val="4B000C"/>
                  </a:gs>
                </a:gsLst>
                <a:lin ang="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504" name="Oval 91">
                <a:extLst>
                  <a:ext uri="{FF2B5EF4-FFF2-40B4-BE49-F238E27FC236}">
                    <a16:creationId xmlns:a16="http://schemas.microsoft.com/office/drawing/2014/main" id="{30DAF16C-A80E-87D8-D865-7EE2BFB600C0}"/>
                  </a:ext>
                </a:extLst>
              </p:cNvPr>
              <p:cNvSpPr>
                <a:spLocks noChangeArrowheads="1"/>
              </p:cNvSpPr>
              <p:nvPr/>
            </p:nvSpPr>
            <p:spPr bwMode="auto">
              <a:xfrm rot="1080000">
                <a:off x="1923" y="2867"/>
                <a:ext cx="32" cy="20"/>
              </a:xfrm>
              <a:prstGeom prst="ellipse">
                <a:avLst/>
              </a:prstGeom>
              <a:gradFill rotWithShape="0">
                <a:gsLst>
                  <a:gs pos="0">
                    <a:srgbClr val="E20124"/>
                  </a:gs>
                  <a:gs pos="100000">
                    <a:srgbClr val="FC0128"/>
                  </a:gs>
                </a:gsLst>
                <a:lin ang="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56478" name="Group 92">
              <a:extLst>
                <a:ext uri="{FF2B5EF4-FFF2-40B4-BE49-F238E27FC236}">
                  <a16:creationId xmlns:a16="http://schemas.microsoft.com/office/drawing/2014/main" id="{3846F314-A660-4CD9-2E11-23CDCF63780F}"/>
                </a:ext>
              </a:extLst>
            </p:cNvPr>
            <p:cNvGrpSpPr>
              <a:grpSpLocks/>
            </p:cNvGrpSpPr>
            <p:nvPr/>
          </p:nvGrpSpPr>
          <p:grpSpPr bwMode="auto">
            <a:xfrm>
              <a:off x="1912" y="2901"/>
              <a:ext cx="294" cy="126"/>
              <a:chOff x="1912" y="2901"/>
              <a:chExt cx="294" cy="126"/>
            </a:xfrm>
          </p:grpSpPr>
          <p:sp>
            <p:nvSpPr>
              <p:cNvPr id="56499" name="Oval 93">
                <a:extLst>
                  <a:ext uri="{FF2B5EF4-FFF2-40B4-BE49-F238E27FC236}">
                    <a16:creationId xmlns:a16="http://schemas.microsoft.com/office/drawing/2014/main" id="{7A1FBE79-BABD-E58D-BF78-5B082DC8F456}"/>
                  </a:ext>
                </a:extLst>
              </p:cNvPr>
              <p:cNvSpPr>
                <a:spLocks noChangeArrowheads="1"/>
              </p:cNvSpPr>
              <p:nvPr/>
            </p:nvSpPr>
            <p:spPr bwMode="auto">
              <a:xfrm rot="1080000">
                <a:off x="2172" y="3008"/>
                <a:ext cx="34" cy="19"/>
              </a:xfrm>
              <a:prstGeom prst="ellipse">
                <a:avLst/>
              </a:prstGeom>
              <a:gradFill rotWithShape="0">
                <a:gsLst>
                  <a:gs pos="0">
                    <a:srgbClr val="000000"/>
                  </a:gs>
                  <a:gs pos="100000">
                    <a:srgbClr val="3F000B"/>
                  </a:gs>
                </a:gsLst>
                <a:lin ang="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500" name="Rectangle 94">
                <a:extLst>
                  <a:ext uri="{FF2B5EF4-FFF2-40B4-BE49-F238E27FC236}">
                    <a16:creationId xmlns:a16="http://schemas.microsoft.com/office/drawing/2014/main" id="{8584EA69-35F0-EFF9-1C73-D08E0D58794F}"/>
                  </a:ext>
                </a:extLst>
              </p:cNvPr>
              <p:cNvSpPr>
                <a:spLocks noChangeArrowheads="1"/>
              </p:cNvSpPr>
              <p:nvPr/>
            </p:nvSpPr>
            <p:spPr bwMode="auto">
              <a:xfrm rot="1080000">
                <a:off x="1922" y="2952"/>
                <a:ext cx="275" cy="22"/>
              </a:xfrm>
              <a:prstGeom prst="rect">
                <a:avLst/>
              </a:prstGeom>
              <a:gradFill rotWithShape="0">
                <a:gsLst>
                  <a:gs pos="0">
                    <a:srgbClr val="FC0128"/>
                  </a:gs>
                  <a:gs pos="100000">
                    <a:srgbClr val="4B000C"/>
                  </a:gs>
                </a:gsLst>
                <a:lin ang="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501" name="Oval 95">
                <a:extLst>
                  <a:ext uri="{FF2B5EF4-FFF2-40B4-BE49-F238E27FC236}">
                    <a16:creationId xmlns:a16="http://schemas.microsoft.com/office/drawing/2014/main" id="{E8ED14EB-0FA5-AAF4-66B8-B6C1DF590AE6}"/>
                  </a:ext>
                </a:extLst>
              </p:cNvPr>
              <p:cNvSpPr>
                <a:spLocks noChangeArrowheads="1"/>
              </p:cNvSpPr>
              <p:nvPr/>
            </p:nvSpPr>
            <p:spPr bwMode="auto">
              <a:xfrm rot="1080000">
                <a:off x="1912" y="2901"/>
                <a:ext cx="33" cy="19"/>
              </a:xfrm>
              <a:prstGeom prst="ellipse">
                <a:avLst/>
              </a:prstGeom>
              <a:gradFill rotWithShape="0">
                <a:gsLst>
                  <a:gs pos="0">
                    <a:srgbClr val="E20124"/>
                  </a:gs>
                  <a:gs pos="100000">
                    <a:srgbClr val="FC0128"/>
                  </a:gs>
                </a:gsLst>
                <a:lin ang="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56479" name="Group 96">
              <a:extLst>
                <a:ext uri="{FF2B5EF4-FFF2-40B4-BE49-F238E27FC236}">
                  <a16:creationId xmlns:a16="http://schemas.microsoft.com/office/drawing/2014/main" id="{F63E6870-A30B-45AD-77F1-AB7F196A31B9}"/>
                </a:ext>
              </a:extLst>
            </p:cNvPr>
            <p:cNvGrpSpPr>
              <a:grpSpLocks/>
            </p:cNvGrpSpPr>
            <p:nvPr/>
          </p:nvGrpSpPr>
          <p:grpSpPr bwMode="auto">
            <a:xfrm>
              <a:off x="1909" y="2939"/>
              <a:ext cx="295" cy="128"/>
              <a:chOff x="1909" y="2939"/>
              <a:chExt cx="295" cy="128"/>
            </a:xfrm>
          </p:grpSpPr>
          <p:sp>
            <p:nvSpPr>
              <p:cNvPr id="56496" name="Oval 97">
                <a:extLst>
                  <a:ext uri="{FF2B5EF4-FFF2-40B4-BE49-F238E27FC236}">
                    <a16:creationId xmlns:a16="http://schemas.microsoft.com/office/drawing/2014/main" id="{5558616F-F18D-B330-B52A-93A1755FA2FF}"/>
                  </a:ext>
                </a:extLst>
              </p:cNvPr>
              <p:cNvSpPr>
                <a:spLocks noChangeArrowheads="1"/>
              </p:cNvSpPr>
              <p:nvPr/>
            </p:nvSpPr>
            <p:spPr bwMode="auto">
              <a:xfrm rot="1080000">
                <a:off x="2170" y="3046"/>
                <a:ext cx="34" cy="21"/>
              </a:xfrm>
              <a:prstGeom prst="ellipse">
                <a:avLst/>
              </a:prstGeom>
              <a:gradFill rotWithShape="0">
                <a:gsLst>
                  <a:gs pos="0">
                    <a:srgbClr val="000000"/>
                  </a:gs>
                  <a:gs pos="100000">
                    <a:srgbClr val="3F000B"/>
                  </a:gs>
                </a:gsLst>
                <a:lin ang="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97" name="Rectangle 98">
                <a:extLst>
                  <a:ext uri="{FF2B5EF4-FFF2-40B4-BE49-F238E27FC236}">
                    <a16:creationId xmlns:a16="http://schemas.microsoft.com/office/drawing/2014/main" id="{323AD22C-5591-4A01-111E-52FFAD3FC897}"/>
                  </a:ext>
                </a:extLst>
              </p:cNvPr>
              <p:cNvSpPr>
                <a:spLocks noChangeArrowheads="1"/>
              </p:cNvSpPr>
              <p:nvPr/>
            </p:nvSpPr>
            <p:spPr bwMode="auto">
              <a:xfrm rot="1080000">
                <a:off x="1919" y="2991"/>
                <a:ext cx="274" cy="20"/>
              </a:xfrm>
              <a:prstGeom prst="rect">
                <a:avLst/>
              </a:prstGeom>
              <a:gradFill rotWithShape="0">
                <a:gsLst>
                  <a:gs pos="0">
                    <a:srgbClr val="FC0128"/>
                  </a:gs>
                  <a:gs pos="100000">
                    <a:srgbClr val="4B000C"/>
                  </a:gs>
                </a:gsLst>
                <a:lin ang="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98" name="Oval 99">
                <a:extLst>
                  <a:ext uri="{FF2B5EF4-FFF2-40B4-BE49-F238E27FC236}">
                    <a16:creationId xmlns:a16="http://schemas.microsoft.com/office/drawing/2014/main" id="{B6CD5300-EAC9-6B27-5CA6-7E13DA6BC606}"/>
                  </a:ext>
                </a:extLst>
              </p:cNvPr>
              <p:cNvSpPr>
                <a:spLocks noChangeArrowheads="1"/>
              </p:cNvSpPr>
              <p:nvPr/>
            </p:nvSpPr>
            <p:spPr bwMode="auto">
              <a:xfrm rot="1080000">
                <a:off x="1909" y="2939"/>
                <a:ext cx="33" cy="17"/>
              </a:xfrm>
              <a:prstGeom prst="ellipse">
                <a:avLst/>
              </a:prstGeom>
              <a:gradFill rotWithShape="0">
                <a:gsLst>
                  <a:gs pos="0">
                    <a:srgbClr val="E20124"/>
                  </a:gs>
                  <a:gs pos="100000">
                    <a:srgbClr val="FC0128"/>
                  </a:gs>
                </a:gsLst>
                <a:lin ang="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56480" name="Group 100">
              <a:extLst>
                <a:ext uri="{FF2B5EF4-FFF2-40B4-BE49-F238E27FC236}">
                  <a16:creationId xmlns:a16="http://schemas.microsoft.com/office/drawing/2014/main" id="{1469E9A8-BE37-E06F-FFCD-D211D785A3C8}"/>
                </a:ext>
              </a:extLst>
            </p:cNvPr>
            <p:cNvGrpSpPr>
              <a:grpSpLocks/>
            </p:cNvGrpSpPr>
            <p:nvPr/>
          </p:nvGrpSpPr>
          <p:grpSpPr bwMode="auto">
            <a:xfrm>
              <a:off x="1903" y="2974"/>
              <a:ext cx="296" cy="130"/>
              <a:chOff x="1903" y="2974"/>
              <a:chExt cx="296" cy="130"/>
            </a:xfrm>
          </p:grpSpPr>
          <p:sp>
            <p:nvSpPr>
              <p:cNvPr id="56493" name="Oval 101">
                <a:extLst>
                  <a:ext uri="{FF2B5EF4-FFF2-40B4-BE49-F238E27FC236}">
                    <a16:creationId xmlns:a16="http://schemas.microsoft.com/office/drawing/2014/main" id="{61E7A1CE-3B7D-024A-AA10-468AE46FEC98}"/>
                  </a:ext>
                </a:extLst>
              </p:cNvPr>
              <p:cNvSpPr>
                <a:spLocks noChangeArrowheads="1"/>
              </p:cNvSpPr>
              <p:nvPr/>
            </p:nvSpPr>
            <p:spPr bwMode="auto">
              <a:xfrm rot="1080000">
                <a:off x="2165" y="3084"/>
                <a:ext cx="34" cy="20"/>
              </a:xfrm>
              <a:prstGeom prst="ellipse">
                <a:avLst/>
              </a:prstGeom>
              <a:gradFill rotWithShape="0">
                <a:gsLst>
                  <a:gs pos="0">
                    <a:srgbClr val="000000"/>
                  </a:gs>
                  <a:gs pos="100000">
                    <a:srgbClr val="3F000B"/>
                  </a:gs>
                </a:gsLst>
                <a:lin ang="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94" name="Rectangle 102">
                <a:extLst>
                  <a:ext uri="{FF2B5EF4-FFF2-40B4-BE49-F238E27FC236}">
                    <a16:creationId xmlns:a16="http://schemas.microsoft.com/office/drawing/2014/main" id="{D2BC1332-EF89-B5BA-A2DB-73B59400E744}"/>
                  </a:ext>
                </a:extLst>
              </p:cNvPr>
              <p:cNvSpPr>
                <a:spLocks noChangeArrowheads="1"/>
              </p:cNvSpPr>
              <p:nvPr/>
            </p:nvSpPr>
            <p:spPr bwMode="auto">
              <a:xfrm rot="1080000">
                <a:off x="1915" y="3029"/>
                <a:ext cx="274" cy="22"/>
              </a:xfrm>
              <a:prstGeom prst="rect">
                <a:avLst/>
              </a:prstGeom>
              <a:gradFill rotWithShape="0">
                <a:gsLst>
                  <a:gs pos="0">
                    <a:srgbClr val="FC0128"/>
                  </a:gs>
                  <a:gs pos="100000">
                    <a:srgbClr val="4B000C"/>
                  </a:gs>
                </a:gsLst>
                <a:lin ang="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95" name="Oval 103">
                <a:extLst>
                  <a:ext uri="{FF2B5EF4-FFF2-40B4-BE49-F238E27FC236}">
                    <a16:creationId xmlns:a16="http://schemas.microsoft.com/office/drawing/2014/main" id="{7376B08F-3FC3-996B-2381-9E8DDBFA4D9B}"/>
                  </a:ext>
                </a:extLst>
              </p:cNvPr>
              <p:cNvSpPr>
                <a:spLocks noChangeArrowheads="1"/>
              </p:cNvSpPr>
              <p:nvPr/>
            </p:nvSpPr>
            <p:spPr bwMode="auto">
              <a:xfrm rot="1080000">
                <a:off x="1903" y="2974"/>
                <a:ext cx="35" cy="22"/>
              </a:xfrm>
              <a:prstGeom prst="ellipse">
                <a:avLst/>
              </a:prstGeom>
              <a:gradFill rotWithShape="0">
                <a:gsLst>
                  <a:gs pos="0">
                    <a:srgbClr val="E20124"/>
                  </a:gs>
                  <a:gs pos="100000">
                    <a:srgbClr val="FC0128"/>
                  </a:gs>
                </a:gsLst>
                <a:lin ang="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56481" name="Group 104">
              <a:extLst>
                <a:ext uri="{FF2B5EF4-FFF2-40B4-BE49-F238E27FC236}">
                  <a16:creationId xmlns:a16="http://schemas.microsoft.com/office/drawing/2014/main" id="{E4CE4653-C6FE-2AF8-5C44-FE21056BA5A8}"/>
                </a:ext>
              </a:extLst>
            </p:cNvPr>
            <p:cNvGrpSpPr>
              <a:grpSpLocks/>
            </p:cNvGrpSpPr>
            <p:nvPr/>
          </p:nvGrpSpPr>
          <p:grpSpPr bwMode="auto">
            <a:xfrm>
              <a:off x="1901" y="3013"/>
              <a:ext cx="295" cy="129"/>
              <a:chOff x="1901" y="3013"/>
              <a:chExt cx="295" cy="129"/>
            </a:xfrm>
          </p:grpSpPr>
          <p:sp>
            <p:nvSpPr>
              <p:cNvPr id="56490" name="Oval 105">
                <a:extLst>
                  <a:ext uri="{FF2B5EF4-FFF2-40B4-BE49-F238E27FC236}">
                    <a16:creationId xmlns:a16="http://schemas.microsoft.com/office/drawing/2014/main" id="{645CBBF0-D3A3-9D3B-0E17-05878A219D41}"/>
                  </a:ext>
                </a:extLst>
              </p:cNvPr>
              <p:cNvSpPr>
                <a:spLocks noChangeArrowheads="1"/>
              </p:cNvSpPr>
              <p:nvPr/>
            </p:nvSpPr>
            <p:spPr bwMode="auto">
              <a:xfrm rot="1080000">
                <a:off x="2163" y="3122"/>
                <a:ext cx="33" cy="20"/>
              </a:xfrm>
              <a:prstGeom prst="ellipse">
                <a:avLst/>
              </a:prstGeom>
              <a:gradFill rotWithShape="0">
                <a:gsLst>
                  <a:gs pos="0">
                    <a:srgbClr val="000000"/>
                  </a:gs>
                  <a:gs pos="100000">
                    <a:srgbClr val="3F000B"/>
                  </a:gs>
                </a:gsLst>
                <a:lin ang="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91" name="Rectangle 106">
                <a:extLst>
                  <a:ext uri="{FF2B5EF4-FFF2-40B4-BE49-F238E27FC236}">
                    <a16:creationId xmlns:a16="http://schemas.microsoft.com/office/drawing/2014/main" id="{F759E5D9-506B-EC89-0E48-F33D5DD6BAA1}"/>
                  </a:ext>
                </a:extLst>
              </p:cNvPr>
              <p:cNvSpPr>
                <a:spLocks noChangeArrowheads="1"/>
              </p:cNvSpPr>
              <p:nvPr/>
            </p:nvSpPr>
            <p:spPr bwMode="auto">
              <a:xfrm rot="1080000">
                <a:off x="1910" y="3067"/>
                <a:ext cx="276" cy="20"/>
              </a:xfrm>
              <a:prstGeom prst="rect">
                <a:avLst/>
              </a:prstGeom>
              <a:gradFill rotWithShape="0">
                <a:gsLst>
                  <a:gs pos="0">
                    <a:srgbClr val="FC0128"/>
                  </a:gs>
                  <a:gs pos="100000">
                    <a:srgbClr val="4B000C"/>
                  </a:gs>
                </a:gsLst>
                <a:lin ang="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92" name="Oval 107">
                <a:extLst>
                  <a:ext uri="{FF2B5EF4-FFF2-40B4-BE49-F238E27FC236}">
                    <a16:creationId xmlns:a16="http://schemas.microsoft.com/office/drawing/2014/main" id="{D554E59A-A870-79C1-E79A-AB2E2BB86956}"/>
                  </a:ext>
                </a:extLst>
              </p:cNvPr>
              <p:cNvSpPr>
                <a:spLocks noChangeArrowheads="1"/>
              </p:cNvSpPr>
              <p:nvPr/>
            </p:nvSpPr>
            <p:spPr bwMode="auto">
              <a:xfrm rot="1080000">
                <a:off x="1901" y="3013"/>
                <a:ext cx="34" cy="19"/>
              </a:xfrm>
              <a:prstGeom prst="ellipse">
                <a:avLst/>
              </a:prstGeom>
              <a:gradFill rotWithShape="0">
                <a:gsLst>
                  <a:gs pos="0">
                    <a:srgbClr val="E20124"/>
                  </a:gs>
                  <a:gs pos="100000">
                    <a:srgbClr val="FC0128"/>
                  </a:gs>
                </a:gsLst>
                <a:lin ang="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56482" name="Group 108">
              <a:extLst>
                <a:ext uri="{FF2B5EF4-FFF2-40B4-BE49-F238E27FC236}">
                  <a16:creationId xmlns:a16="http://schemas.microsoft.com/office/drawing/2014/main" id="{B2222157-F8B0-D8A9-B85B-50AA0DFA278C}"/>
                </a:ext>
              </a:extLst>
            </p:cNvPr>
            <p:cNvGrpSpPr>
              <a:grpSpLocks/>
            </p:cNvGrpSpPr>
            <p:nvPr/>
          </p:nvGrpSpPr>
          <p:grpSpPr bwMode="auto">
            <a:xfrm>
              <a:off x="1897" y="3051"/>
              <a:ext cx="294" cy="130"/>
              <a:chOff x="1897" y="3051"/>
              <a:chExt cx="294" cy="130"/>
            </a:xfrm>
          </p:grpSpPr>
          <p:sp>
            <p:nvSpPr>
              <p:cNvPr id="56487" name="Oval 109">
                <a:extLst>
                  <a:ext uri="{FF2B5EF4-FFF2-40B4-BE49-F238E27FC236}">
                    <a16:creationId xmlns:a16="http://schemas.microsoft.com/office/drawing/2014/main" id="{114C686D-2653-8FDF-D866-ECE143F3906B}"/>
                  </a:ext>
                </a:extLst>
              </p:cNvPr>
              <p:cNvSpPr>
                <a:spLocks noChangeArrowheads="1"/>
              </p:cNvSpPr>
              <p:nvPr/>
            </p:nvSpPr>
            <p:spPr bwMode="auto">
              <a:xfrm rot="1080000">
                <a:off x="2158" y="3159"/>
                <a:ext cx="33" cy="22"/>
              </a:xfrm>
              <a:prstGeom prst="ellipse">
                <a:avLst/>
              </a:prstGeom>
              <a:gradFill rotWithShape="0">
                <a:gsLst>
                  <a:gs pos="0">
                    <a:srgbClr val="000000"/>
                  </a:gs>
                  <a:gs pos="100000">
                    <a:srgbClr val="3F000B"/>
                  </a:gs>
                </a:gsLst>
                <a:lin ang="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88" name="Rectangle 110">
                <a:extLst>
                  <a:ext uri="{FF2B5EF4-FFF2-40B4-BE49-F238E27FC236}">
                    <a16:creationId xmlns:a16="http://schemas.microsoft.com/office/drawing/2014/main" id="{9D557C46-0D63-42D2-FBEF-6356335BDDD3}"/>
                  </a:ext>
                </a:extLst>
              </p:cNvPr>
              <p:cNvSpPr>
                <a:spLocks noChangeArrowheads="1"/>
              </p:cNvSpPr>
              <p:nvPr/>
            </p:nvSpPr>
            <p:spPr bwMode="auto">
              <a:xfrm rot="1080000">
                <a:off x="1908" y="3104"/>
                <a:ext cx="275" cy="21"/>
              </a:xfrm>
              <a:prstGeom prst="rect">
                <a:avLst/>
              </a:prstGeom>
              <a:gradFill rotWithShape="0">
                <a:gsLst>
                  <a:gs pos="0">
                    <a:srgbClr val="FC0128"/>
                  </a:gs>
                  <a:gs pos="100000">
                    <a:srgbClr val="4B000C"/>
                  </a:gs>
                </a:gsLst>
                <a:lin ang="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89" name="Oval 111">
                <a:extLst>
                  <a:ext uri="{FF2B5EF4-FFF2-40B4-BE49-F238E27FC236}">
                    <a16:creationId xmlns:a16="http://schemas.microsoft.com/office/drawing/2014/main" id="{0C9EDB9E-DD21-E2CF-843D-7D30BA293FD5}"/>
                  </a:ext>
                </a:extLst>
              </p:cNvPr>
              <p:cNvSpPr>
                <a:spLocks noChangeArrowheads="1"/>
              </p:cNvSpPr>
              <p:nvPr/>
            </p:nvSpPr>
            <p:spPr bwMode="auto">
              <a:xfrm rot="1080000">
                <a:off x="1897" y="3051"/>
                <a:ext cx="35" cy="19"/>
              </a:xfrm>
              <a:prstGeom prst="ellipse">
                <a:avLst/>
              </a:prstGeom>
              <a:gradFill rotWithShape="0">
                <a:gsLst>
                  <a:gs pos="0">
                    <a:srgbClr val="E20124"/>
                  </a:gs>
                  <a:gs pos="100000">
                    <a:srgbClr val="FC0128"/>
                  </a:gs>
                </a:gsLst>
                <a:lin ang="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56483" name="Group 112">
              <a:extLst>
                <a:ext uri="{FF2B5EF4-FFF2-40B4-BE49-F238E27FC236}">
                  <a16:creationId xmlns:a16="http://schemas.microsoft.com/office/drawing/2014/main" id="{C3E4CAA8-B331-E12B-A87E-01B41E7F5CC3}"/>
                </a:ext>
              </a:extLst>
            </p:cNvPr>
            <p:cNvGrpSpPr>
              <a:grpSpLocks/>
            </p:cNvGrpSpPr>
            <p:nvPr/>
          </p:nvGrpSpPr>
          <p:grpSpPr bwMode="auto">
            <a:xfrm>
              <a:off x="1968" y="2777"/>
              <a:ext cx="292" cy="127"/>
              <a:chOff x="1968" y="2777"/>
              <a:chExt cx="292" cy="127"/>
            </a:xfrm>
          </p:grpSpPr>
          <p:sp>
            <p:nvSpPr>
              <p:cNvPr id="56484" name="Oval 113">
                <a:extLst>
                  <a:ext uri="{FF2B5EF4-FFF2-40B4-BE49-F238E27FC236}">
                    <a16:creationId xmlns:a16="http://schemas.microsoft.com/office/drawing/2014/main" id="{1AE72CF1-CAA8-3AEC-80FB-A64C9081F285}"/>
                  </a:ext>
                </a:extLst>
              </p:cNvPr>
              <p:cNvSpPr>
                <a:spLocks noChangeArrowheads="1"/>
              </p:cNvSpPr>
              <p:nvPr/>
            </p:nvSpPr>
            <p:spPr bwMode="auto">
              <a:xfrm rot="1080000">
                <a:off x="2230" y="2886"/>
                <a:ext cx="30" cy="18"/>
              </a:xfrm>
              <a:prstGeom prst="ellipse">
                <a:avLst/>
              </a:prstGeom>
              <a:gradFill rotWithShape="0">
                <a:gsLst>
                  <a:gs pos="0">
                    <a:srgbClr val="000000"/>
                  </a:gs>
                  <a:gs pos="100000">
                    <a:srgbClr val="3F000B"/>
                  </a:gs>
                </a:gsLst>
                <a:lin ang="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85" name="Rectangle 114">
                <a:extLst>
                  <a:ext uri="{FF2B5EF4-FFF2-40B4-BE49-F238E27FC236}">
                    <a16:creationId xmlns:a16="http://schemas.microsoft.com/office/drawing/2014/main" id="{DE6F948F-381E-8E0A-DF82-3EF138AFF052}"/>
                  </a:ext>
                </a:extLst>
              </p:cNvPr>
              <p:cNvSpPr>
                <a:spLocks noChangeArrowheads="1"/>
              </p:cNvSpPr>
              <p:nvPr/>
            </p:nvSpPr>
            <p:spPr bwMode="auto">
              <a:xfrm rot="1080000">
                <a:off x="1976" y="2831"/>
                <a:ext cx="275" cy="22"/>
              </a:xfrm>
              <a:prstGeom prst="rect">
                <a:avLst/>
              </a:prstGeom>
              <a:gradFill rotWithShape="0">
                <a:gsLst>
                  <a:gs pos="0">
                    <a:srgbClr val="FC0128"/>
                  </a:gs>
                  <a:gs pos="100000">
                    <a:srgbClr val="4B000C"/>
                  </a:gs>
                </a:gsLst>
                <a:lin ang="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86" name="Oval 115">
                <a:extLst>
                  <a:ext uri="{FF2B5EF4-FFF2-40B4-BE49-F238E27FC236}">
                    <a16:creationId xmlns:a16="http://schemas.microsoft.com/office/drawing/2014/main" id="{DF2C2CD4-4280-40C8-4E18-419C8F45D686}"/>
                  </a:ext>
                </a:extLst>
              </p:cNvPr>
              <p:cNvSpPr>
                <a:spLocks noChangeArrowheads="1"/>
              </p:cNvSpPr>
              <p:nvPr/>
            </p:nvSpPr>
            <p:spPr bwMode="auto">
              <a:xfrm rot="1080000">
                <a:off x="1968" y="2777"/>
                <a:ext cx="34" cy="19"/>
              </a:xfrm>
              <a:prstGeom prst="ellipse">
                <a:avLst/>
              </a:prstGeom>
              <a:gradFill rotWithShape="0">
                <a:gsLst>
                  <a:gs pos="0">
                    <a:srgbClr val="E20124"/>
                  </a:gs>
                  <a:gs pos="100000">
                    <a:srgbClr val="FC0128"/>
                  </a:gs>
                </a:gsLst>
                <a:lin ang="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grpSp>
        <p:nvGrpSpPr>
          <p:cNvPr id="56338" name="Group 116">
            <a:extLst>
              <a:ext uri="{FF2B5EF4-FFF2-40B4-BE49-F238E27FC236}">
                <a16:creationId xmlns:a16="http://schemas.microsoft.com/office/drawing/2014/main" id="{945E79FB-75C2-785A-DE5E-BC5339FA371E}"/>
              </a:ext>
            </a:extLst>
          </p:cNvPr>
          <p:cNvGrpSpPr>
            <a:grpSpLocks/>
          </p:cNvGrpSpPr>
          <p:nvPr/>
        </p:nvGrpSpPr>
        <p:grpSpPr bwMode="auto">
          <a:xfrm>
            <a:off x="906463" y="4295775"/>
            <a:ext cx="987425" cy="371475"/>
            <a:chOff x="952" y="2825"/>
            <a:chExt cx="622" cy="234"/>
          </a:xfrm>
        </p:grpSpPr>
        <p:grpSp>
          <p:nvGrpSpPr>
            <p:cNvPr id="56346" name="Group 117">
              <a:extLst>
                <a:ext uri="{FF2B5EF4-FFF2-40B4-BE49-F238E27FC236}">
                  <a16:creationId xmlns:a16="http://schemas.microsoft.com/office/drawing/2014/main" id="{03CD28FC-B3F1-1981-6BE6-4C7F441F1360}"/>
                </a:ext>
              </a:extLst>
            </p:cNvPr>
            <p:cNvGrpSpPr>
              <a:grpSpLocks/>
            </p:cNvGrpSpPr>
            <p:nvPr/>
          </p:nvGrpSpPr>
          <p:grpSpPr bwMode="auto">
            <a:xfrm>
              <a:off x="1452" y="2869"/>
              <a:ext cx="122" cy="85"/>
              <a:chOff x="1452" y="2869"/>
              <a:chExt cx="122" cy="85"/>
            </a:xfrm>
          </p:grpSpPr>
          <p:sp>
            <p:nvSpPr>
              <p:cNvPr id="56462" name="Rectangle 118">
                <a:extLst>
                  <a:ext uri="{FF2B5EF4-FFF2-40B4-BE49-F238E27FC236}">
                    <a16:creationId xmlns:a16="http://schemas.microsoft.com/office/drawing/2014/main" id="{F2AA055F-C3A9-8F93-2797-7E8F363C47A1}"/>
                  </a:ext>
                </a:extLst>
              </p:cNvPr>
              <p:cNvSpPr>
                <a:spLocks noChangeArrowheads="1"/>
              </p:cNvSpPr>
              <p:nvPr/>
            </p:nvSpPr>
            <p:spPr bwMode="auto">
              <a:xfrm>
                <a:off x="1452" y="2931"/>
                <a:ext cx="121" cy="13"/>
              </a:xfrm>
              <a:prstGeom prst="rect">
                <a:avLst/>
              </a:prstGeom>
              <a:gradFill rotWithShape="0">
                <a:gsLst>
                  <a:gs pos="0">
                    <a:srgbClr val="767900"/>
                  </a:gs>
                  <a:gs pos="100000">
                    <a:srgbClr val="232400"/>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63" name="Rectangle 119">
                <a:extLst>
                  <a:ext uri="{FF2B5EF4-FFF2-40B4-BE49-F238E27FC236}">
                    <a16:creationId xmlns:a16="http://schemas.microsoft.com/office/drawing/2014/main" id="{B506E68F-85A3-530A-988E-311FFB7C7AEF}"/>
                  </a:ext>
                </a:extLst>
              </p:cNvPr>
              <p:cNvSpPr>
                <a:spLocks noChangeArrowheads="1"/>
              </p:cNvSpPr>
              <p:nvPr/>
            </p:nvSpPr>
            <p:spPr bwMode="auto">
              <a:xfrm>
                <a:off x="1453" y="2869"/>
                <a:ext cx="121" cy="13"/>
              </a:xfrm>
              <a:prstGeom prst="rect">
                <a:avLst/>
              </a:prstGeom>
              <a:gradFill rotWithShape="0">
                <a:gsLst>
                  <a:gs pos="0">
                    <a:srgbClr val="FFFFFF"/>
                  </a:gs>
                  <a:gs pos="100000">
                    <a:srgbClr val="767900"/>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64" name="Rectangle 120">
                <a:extLst>
                  <a:ext uri="{FF2B5EF4-FFF2-40B4-BE49-F238E27FC236}">
                    <a16:creationId xmlns:a16="http://schemas.microsoft.com/office/drawing/2014/main" id="{AA820DDB-9856-DEAB-0B68-E5D7A0946165}"/>
                  </a:ext>
                </a:extLst>
              </p:cNvPr>
              <p:cNvSpPr>
                <a:spLocks noChangeArrowheads="1"/>
              </p:cNvSpPr>
              <p:nvPr/>
            </p:nvSpPr>
            <p:spPr bwMode="auto">
              <a:xfrm>
                <a:off x="1452" y="2884"/>
                <a:ext cx="122" cy="51"/>
              </a:xfrm>
              <a:prstGeom prst="rect">
                <a:avLst/>
              </a:prstGeom>
              <a:gradFill rotWithShape="0">
                <a:gsLst>
                  <a:gs pos="0">
                    <a:srgbClr val="D6D7B2"/>
                  </a:gs>
                  <a:gs pos="50000">
                    <a:srgbClr val="767900"/>
                  </a:gs>
                  <a:gs pos="100000">
                    <a:srgbClr val="D6D7B2"/>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65" name="Rectangle 121">
                <a:extLst>
                  <a:ext uri="{FF2B5EF4-FFF2-40B4-BE49-F238E27FC236}">
                    <a16:creationId xmlns:a16="http://schemas.microsoft.com/office/drawing/2014/main" id="{2085E18E-4982-52E2-25AC-C9E2F6AC4611}"/>
                  </a:ext>
                </a:extLst>
              </p:cNvPr>
              <p:cNvSpPr>
                <a:spLocks noChangeArrowheads="1"/>
              </p:cNvSpPr>
              <p:nvPr/>
            </p:nvSpPr>
            <p:spPr bwMode="auto">
              <a:xfrm>
                <a:off x="1452" y="2941"/>
                <a:ext cx="121" cy="13"/>
              </a:xfrm>
              <a:prstGeom prst="rect">
                <a:avLst/>
              </a:prstGeom>
              <a:gradFill rotWithShape="0">
                <a:gsLst>
                  <a:gs pos="0">
                    <a:srgbClr val="767900"/>
                  </a:gs>
                  <a:gs pos="100000">
                    <a:srgbClr val="F1F1E5"/>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66" name="Line 122">
                <a:extLst>
                  <a:ext uri="{FF2B5EF4-FFF2-40B4-BE49-F238E27FC236}">
                    <a16:creationId xmlns:a16="http://schemas.microsoft.com/office/drawing/2014/main" id="{611B9A93-B9A4-59E4-E977-BC8C110B4A10}"/>
                  </a:ext>
                </a:extLst>
              </p:cNvPr>
              <p:cNvSpPr>
                <a:spLocks noChangeShapeType="1"/>
              </p:cNvSpPr>
              <p:nvPr/>
            </p:nvSpPr>
            <p:spPr bwMode="auto">
              <a:xfrm>
                <a:off x="1456" y="2883"/>
                <a:ext cx="11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6347" name="Rectangle 123">
              <a:extLst>
                <a:ext uri="{FF2B5EF4-FFF2-40B4-BE49-F238E27FC236}">
                  <a16:creationId xmlns:a16="http://schemas.microsoft.com/office/drawing/2014/main" id="{6744008A-B45C-E5F6-E0A3-49736F614AB5}"/>
                </a:ext>
              </a:extLst>
            </p:cNvPr>
            <p:cNvSpPr>
              <a:spLocks noChangeArrowheads="1"/>
            </p:cNvSpPr>
            <p:nvPr/>
          </p:nvSpPr>
          <p:spPr bwMode="auto">
            <a:xfrm>
              <a:off x="952" y="2870"/>
              <a:ext cx="105" cy="14"/>
            </a:xfrm>
            <a:prstGeom prst="rect">
              <a:avLst/>
            </a:prstGeom>
            <a:gradFill rotWithShape="0">
              <a:gsLst>
                <a:gs pos="0">
                  <a:srgbClr val="D6D7B2"/>
                </a:gs>
                <a:gs pos="100000">
                  <a:srgbClr val="767900"/>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48" name="Rectangle 124">
              <a:extLst>
                <a:ext uri="{FF2B5EF4-FFF2-40B4-BE49-F238E27FC236}">
                  <a16:creationId xmlns:a16="http://schemas.microsoft.com/office/drawing/2014/main" id="{2E5C4A48-64CD-025D-5488-60DF993D9DD3}"/>
                </a:ext>
              </a:extLst>
            </p:cNvPr>
            <p:cNvSpPr>
              <a:spLocks noChangeArrowheads="1"/>
            </p:cNvSpPr>
            <p:nvPr/>
          </p:nvSpPr>
          <p:spPr bwMode="auto">
            <a:xfrm>
              <a:off x="963" y="2885"/>
              <a:ext cx="93" cy="54"/>
            </a:xfrm>
            <a:prstGeom prst="rect">
              <a:avLst/>
            </a:prstGeom>
            <a:gradFill rotWithShape="0">
              <a:gsLst>
                <a:gs pos="0">
                  <a:srgbClr val="E4E4CC"/>
                </a:gs>
                <a:gs pos="50000">
                  <a:srgbClr val="767900"/>
                </a:gs>
                <a:gs pos="100000">
                  <a:srgbClr val="E4E4CC"/>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49" name="Freeform 125">
              <a:extLst>
                <a:ext uri="{FF2B5EF4-FFF2-40B4-BE49-F238E27FC236}">
                  <a16:creationId xmlns:a16="http://schemas.microsoft.com/office/drawing/2014/main" id="{9D5347BC-6A01-0F34-5DF3-CA9D123572CA}"/>
                </a:ext>
              </a:extLst>
            </p:cNvPr>
            <p:cNvSpPr>
              <a:spLocks/>
            </p:cNvSpPr>
            <p:nvPr/>
          </p:nvSpPr>
          <p:spPr bwMode="auto">
            <a:xfrm>
              <a:off x="956" y="2939"/>
              <a:ext cx="101" cy="17"/>
            </a:xfrm>
            <a:custGeom>
              <a:avLst/>
              <a:gdLst>
                <a:gd name="T0" fmla="*/ 8 w 101"/>
                <a:gd name="T1" fmla="*/ 0 h 17"/>
                <a:gd name="T2" fmla="*/ 0 w 101"/>
                <a:gd name="T3" fmla="*/ 16 h 17"/>
                <a:gd name="T4" fmla="*/ 100 w 101"/>
                <a:gd name="T5" fmla="*/ 16 h 17"/>
                <a:gd name="T6" fmla="*/ 100 w 101"/>
                <a:gd name="T7" fmla="*/ 0 h 17"/>
                <a:gd name="T8" fmla="*/ 8 w 10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1" h="17">
                  <a:moveTo>
                    <a:pt x="8" y="0"/>
                  </a:moveTo>
                  <a:lnTo>
                    <a:pt x="0" y="16"/>
                  </a:lnTo>
                  <a:lnTo>
                    <a:pt x="100" y="16"/>
                  </a:lnTo>
                  <a:lnTo>
                    <a:pt x="100" y="0"/>
                  </a:lnTo>
                  <a:lnTo>
                    <a:pt x="8" y="0"/>
                  </a:lnTo>
                </a:path>
              </a:pathLst>
            </a:custGeom>
            <a:gradFill rotWithShape="0">
              <a:gsLst>
                <a:gs pos="0">
                  <a:srgbClr val="C8C999"/>
                </a:gs>
                <a:gs pos="100000">
                  <a:srgbClr val="767900"/>
                </a:gs>
              </a:gsLst>
              <a:lin ang="18900000" scaled="1"/>
            </a:gra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50" name="Rectangle 126">
              <a:extLst>
                <a:ext uri="{FF2B5EF4-FFF2-40B4-BE49-F238E27FC236}">
                  <a16:creationId xmlns:a16="http://schemas.microsoft.com/office/drawing/2014/main" id="{A63A51C8-C0B2-2796-9702-8B2D5D7D15D5}"/>
                </a:ext>
              </a:extLst>
            </p:cNvPr>
            <p:cNvSpPr>
              <a:spLocks noChangeArrowheads="1"/>
            </p:cNvSpPr>
            <p:nvPr/>
          </p:nvSpPr>
          <p:spPr bwMode="auto">
            <a:xfrm>
              <a:off x="956" y="2947"/>
              <a:ext cx="105" cy="13"/>
            </a:xfrm>
            <a:prstGeom prst="rect">
              <a:avLst/>
            </a:prstGeom>
            <a:gradFill rotWithShape="0">
              <a:gsLst>
                <a:gs pos="0">
                  <a:srgbClr val="767900"/>
                </a:gs>
                <a:gs pos="100000">
                  <a:srgbClr val="D6D7B2"/>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51" name="AutoShape 127">
              <a:extLst>
                <a:ext uri="{FF2B5EF4-FFF2-40B4-BE49-F238E27FC236}">
                  <a16:creationId xmlns:a16="http://schemas.microsoft.com/office/drawing/2014/main" id="{7553FC38-1CB9-45E2-545D-DD369C46CB8F}"/>
                </a:ext>
              </a:extLst>
            </p:cNvPr>
            <p:cNvSpPr>
              <a:spLocks noChangeArrowheads="1"/>
            </p:cNvSpPr>
            <p:nvPr/>
          </p:nvSpPr>
          <p:spPr bwMode="auto">
            <a:xfrm>
              <a:off x="1049" y="2825"/>
              <a:ext cx="410" cy="234"/>
            </a:xfrm>
            <a:prstGeom prst="cube">
              <a:avLst>
                <a:gd name="adj" fmla="val 24995"/>
              </a:avLst>
            </a:prstGeom>
            <a:gradFill rotWithShape="0">
              <a:gsLst>
                <a:gs pos="0">
                  <a:srgbClr val="E9E9E9"/>
                </a:gs>
                <a:gs pos="100000">
                  <a:srgbClr val="DADADA"/>
                </a:gs>
              </a:gsLst>
              <a:lin ang="189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52" name="Rectangle 128">
              <a:extLst>
                <a:ext uri="{FF2B5EF4-FFF2-40B4-BE49-F238E27FC236}">
                  <a16:creationId xmlns:a16="http://schemas.microsoft.com/office/drawing/2014/main" id="{3E7E390C-1037-A2DC-7E0A-A21A4D53F606}"/>
                </a:ext>
              </a:extLst>
            </p:cNvPr>
            <p:cNvSpPr>
              <a:spLocks noChangeArrowheads="1"/>
            </p:cNvSpPr>
            <p:nvPr/>
          </p:nvSpPr>
          <p:spPr bwMode="auto">
            <a:xfrm>
              <a:off x="1061" y="2902"/>
              <a:ext cx="316" cy="5"/>
            </a:xfrm>
            <a:prstGeom prst="rect">
              <a:avLst/>
            </a:prstGeom>
            <a:solidFill>
              <a:schemeClr val="accent2"/>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53" name="Rectangle 129">
              <a:extLst>
                <a:ext uri="{FF2B5EF4-FFF2-40B4-BE49-F238E27FC236}">
                  <a16:creationId xmlns:a16="http://schemas.microsoft.com/office/drawing/2014/main" id="{9964AEFA-A7A9-38EE-B573-F9C58C03769C}"/>
                </a:ext>
              </a:extLst>
            </p:cNvPr>
            <p:cNvSpPr>
              <a:spLocks noChangeArrowheads="1"/>
            </p:cNvSpPr>
            <p:nvPr/>
          </p:nvSpPr>
          <p:spPr bwMode="auto">
            <a:xfrm>
              <a:off x="1061" y="2943"/>
              <a:ext cx="316" cy="5"/>
            </a:xfrm>
            <a:prstGeom prst="rect">
              <a:avLst/>
            </a:prstGeom>
            <a:solidFill>
              <a:schemeClr val="accent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54" name="Rectangle 130">
              <a:extLst>
                <a:ext uri="{FF2B5EF4-FFF2-40B4-BE49-F238E27FC236}">
                  <a16:creationId xmlns:a16="http://schemas.microsoft.com/office/drawing/2014/main" id="{7A119742-48D6-927C-77A6-6D215504F0D9}"/>
                </a:ext>
              </a:extLst>
            </p:cNvPr>
            <p:cNvSpPr>
              <a:spLocks noChangeArrowheads="1"/>
            </p:cNvSpPr>
            <p:nvPr/>
          </p:nvSpPr>
          <p:spPr bwMode="auto">
            <a:xfrm>
              <a:off x="1061" y="2984"/>
              <a:ext cx="316" cy="5"/>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55" name="Oval 131">
              <a:extLst>
                <a:ext uri="{FF2B5EF4-FFF2-40B4-BE49-F238E27FC236}">
                  <a16:creationId xmlns:a16="http://schemas.microsoft.com/office/drawing/2014/main" id="{B7878315-63F5-0002-A247-4088FCA4A73E}"/>
                </a:ext>
              </a:extLst>
            </p:cNvPr>
            <p:cNvSpPr>
              <a:spLocks noChangeArrowheads="1"/>
            </p:cNvSpPr>
            <p:nvPr/>
          </p:nvSpPr>
          <p:spPr bwMode="auto">
            <a:xfrm>
              <a:off x="1108" y="3033"/>
              <a:ext cx="12" cy="13"/>
            </a:xfrm>
            <a:prstGeom prst="ellipse">
              <a:avLst/>
            </a:prstGeom>
            <a:solidFill>
              <a:srgbClr val="7FF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56" name="Oval 132">
              <a:extLst>
                <a:ext uri="{FF2B5EF4-FFF2-40B4-BE49-F238E27FC236}">
                  <a16:creationId xmlns:a16="http://schemas.microsoft.com/office/drawing/2014/main" id="{C53E6BDC-7F45-4556-9BBD-BE82F2AF5AEC}"/>
                </a:ext>
              </a:extLst>
            </p:cNvPr>
            <p:cNvSpPr>
              <a:spLocks noChangeArrowheads="1"/>
            </p:cNvSpPr>
            <p:nvPr/>
          </p:nvSpPr>
          <p:spPr bwMode="auto">
            <a:xfrm>
              <a:off x="1156" y="3033"/>
              <a:ext cx="11" cy="13"/>
            </a:xfrm>
            <a:prstGeom prst="ellipse">
              <a:avLst/>
            </a:prstGeom>
            <a:solidFill>
              <a:srgbClr val="7FF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57" name="Oval 133">
              <a:extLst>
                <a:ext uri="{FF2B5EF4-FFF2-40B4-BE49-F238E27FC236}">
                  <a16:creationId xmlns:a16="http://schemas.microsoft.com/office/drawing/2014/main" id="{C848D3F5-28CB-86C2-B610-B64882FE296F}"/>
                </a:ext>
              </a:extLst>
            </p:cNvPr>
            <p:cNvSpPr>
              <a:spLocks noChangeArrowheads="1"/>
            </p:cNvSpPr>
            <p:nvPr/>
          </p:nvSpPr>
          <p:spPr bwMode="auto">
            <a:xfrm>
              <a:off x="1203" y="3033"/>
              <a:ext cx="10" cy="13"/>
            </a:xfrm>
            <a:prstGeom prst="ellipse">
              <a:avLst/>
            </a:prstGeom>
            <a:solidFill>
              <a:srgbClr val="7FF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58" name="Oval 134">
              <a:extLst>
                <a:ext uri="{FF2B5EF4-FFF2-40B4-BE49-F238E27FC236}">
                  <a16:creationId xmlns:a16="http://schemas.microsoft.com/office/drawing/2014/main" id="{99E9703C-DB56-B755-A549-4480FBEB0281}"/>
                </a:ext>
              </a:extLst>
            </p:cNvPr>
            <p:cNvSpPr>
              <a:spLocks noChangeArrowheads="1"/>
            </p:cNvSpPr>
            <p:nvPr/>
          </p:nvSpPr>
          <p:spPr bwMode="auto">
            <a:xfrm>
              <a:off x="1251" y="3033"/>
              <a:ext cx="11" cy="13"/>
            </a:xfrm>
            <a:prstGeom prst="ellipse">
              <a:avLst/>
            </a:prstGeom>
            <a:solidFill>
              <a:srgbClr val="7FF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59" name="Oval 135">
              <a:extLst>
                <a:ext uri="{FF2B5EF4-FFF2-40B4-BE49-F238E27FC236}">
                  <a16:creationId xmlns:a16="http://schemas.microsoft.com/office/drawing/2014/main" id="{4F852741-7A69-A1E8-8914-C1A88E73FAFA}"/>
                </a:ext>
              </a:extLst>
            </p:cNvPr>
            <p:cNvSpPr>
              <a:spLocks noChangeArrowheads="1"/>
            </p:cNvSpPr>
            <p:nvPr/>
          </p:nvSpPr>
          <p:spPr bwMode="auto">
            <a:xfrm>
              <a:off x="1066" y="3033"/>
              <a:ext cx="11" cy="13"/>
            </a:xfrm>
            <a:prstGeom prst="ellipse">
              <a:avLst/>
            </a:prstGeom>
            <a:solidFill>
              <a:srgbClr val="7FF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60" name="Oval 136">
              <a:extLst>
                <a:ext uri="{FF2B5EF4-FFF2-40B4-BE49-F238E27FC236}">
                  <a16:creationId xmlns:a16="http://schemas.microsoft.com/office/drawing/2014/main" id="{4CA3C67B-D2B2-13CA-F436-B2E9E191CD2F}"/>
                </a:ext>
              </a:extLst>
            </p:cNvPr>
            <p:cNvSpPr>
              <a:spLocks noChangeArrowheads="1"/>
            </p:cNvSpPr>
            <p:nvPr/>
          </p:nvSpPr>
          <p:spPr bwMode="auto">
            <a:xfrm>
              <a:off x="1296" y="3033"/>
              <a:ext cx="11" cy="13"/>
            </a:xfrm>
            <a:prstGeom prst="ellipse">
              <a:avLst/>
            </a:prstGeom>
            <a:solidFill>
              <a:srgbClr val="7FF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61" name="Oval 137">
              <a:extLst>
                <a:ext uri="{FF2B5EF4-FFF2-40B4-BE49-F238E27FC236}">
                  <a16:creationId xmlns:a16="http://schemas.microsoft.com/office/drawing/2014/main" id="{423AEEE6-CF04-6695-1885-7E54EBD647DB}"/>
                </a:ext>
              </a:extLst>
            </p:cNvPr>
            <p:cNvSpPr>
              <a:spLocks noChangeArrowheads="1"/>
            </p:cNvSpPr>
            <p:nvPr/>
          </p:nvSpPr>
          <p:spPr bwMode="auto">
            <a:xfrm>
              <a:off x="1341" y="3033"/>
              <a:ext cx="12" cy="13"/>
            </a:xfrm>
            <a:prstGeom prst="ellipse">
              <a:avLst/>
            </a:prstGeom>
            <a:solidFill>
              <a:srgbClr val="7FF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62" name="Oval 138">
              <a:extLst>
                <a:ext uri="{FF2B5EF4-FFF2-40B4-BE49-F238E27FC236}">
                  <a16:creationId xmlns:a16="http://schemas.microsoft.com/office/drawing/2014/main" id="{CCA715FC-641E-927F-4705-000606DF4D8F}"/>
                </a:ext>
              </a:extLst>
            </p:cNvPr>
            <p:cNvSpPr>
              <a:spLocks noChangeArrowheads="1"/>
            </p:cNvSpPr>
            <p:nvPr/>
          </p:nvSpPr>
          <p:spPr bwMode="auto">
            <a:xfrm>
              <a:off x="1185" y="3033"/>
              <a:ext cx="11" cy="14"/>
            </a:xfrm>
            <a:prstGeom prst="ellipse">
              <a:avLst/>
            </a:prstGeom>
            <a:solidFill>
              <a:schemeClr val="hlink"/>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63" name="Oval 139">
              <a:extLst>
                <a:ext uri="{FF2B5EF4-FFF2-40B4-BE49-F238E27FC236}">
                  <a16:creationId xmlns:a16="http://schemas.microsoft.com/office/drawing/2014/main" id="{9285EA71-C4B4-5EBC-CC06-3A507A5D63F1}"/>
                </a:ext>
              </a:extLst>
            </p:cNvPr>
            <p:cNvSpPr>
              <a:spLocks noChangeArrowheads="1"/>
            </p:cNvSpPr>
            <p:nvPr/>
          </p:nvSpPr>
          <p:spPr bwMode="auto">
            <a:xfrm>
              <a:off x="1233" y="3035"/>
              <a:ext cx="13" cy="13"/>
            </a:xfrm>
            <a:prstGeom prst="ellipse">
              <a:avLst/>
            </a:prstGeom>
            <a:solidFill>
              <a:schemeClr val="hlink"/>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nvGrpSpPr>
            <p:cNvPr id="56364" name="Group 140">
              <a:extLst>
                <a:ext uri="{FF2B5EF4-FFF2-40B4-BE49-F238E27FC236}">
                  <a16:creationId xmlns:a16="http://schemas.microsoft.com/office/drawing/2014/main" id="{7D6011A1-EE06-33A1-F112-78C29DABD464}"/>
                </a:ext>
              </a:extLst>
            </p:cNvPr>
            <p:cNvGrpSpPr>
              <a:grpSpLocks/>
            </p:cNvGrpSpPr>
            <p:nvPr/>
          </p:nvGrpSpPr>
          <p:grpSpPr bwMode="auto">
            <a:xfrm>
              <a:off x="1069" y="2890"/>
              <a:ext cx="310" cy="5"/>
              <a:chOff x="1069" y="2890"/>
              <a:chExt cx="310" cy="5"/>
            </a:xfrm>
          </p:grpSpPr>
          <p:sp>
            <p:nvSpPr>
              <p:cNvPr id="56440" name="Oval 141">
                <a:extLst>
                  <a:ext uri="{FF2B5EF4-FFF2-40B4-BE49-F238E27FC236}">
                    <a16:creationId xmlns:a16="http://schemas.microsoft.com/office/drawing/2014/main" id="{7136285D-DD92-3B24-693E-09D3EEC818AF}"/>
                  </a:ext>
                </a:extLst>
              </p:cNvPr>
              <p:cNvSpPr>
                <a:spLocks noChangeArrowheads="1"/>
              </p:cNvSpPr>
              <p:nvPr/>
            </p:nvSpPr>
            <p:spPr bwMode="auto">
              <a:xfrm>
                <a:off x="1069" y="2890"/>
                <a:ext cx="4"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41" name="Oval 142">
                <a:extLst>
                  <a:ext uri="{FF2B5EF4-FFF2-40B4-BE49-F238E27FC236}">
                    <a16:creationId xmlns:a16="http://schemas.microsoft.com/office/drawing/2014/main" id="{B0E68047-AD41-46AE-7FE7-060C4DCE7A78}"/>
                  </a:ext>
                </a:extLst>
              </p:cNvPr>
              <p:cNvSpPr>
                <a:spLocks noChangeArrowheads="1"/>
              </p:cNvSpPr>
              <p:nvPr/>
            </p:nvSpPr>
            <p:spPr bwMode="auto">
              <a:xfrm>
                <a:off x="1083" y="2890"/>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42" name="Oval 143">
                <a:extLst>
                  <a:ext uri="{FF2B5EF4-FFF2-40B4-BE49-F238E27FC236}">
                    <a16:creationId xmlns:a16="http://schemas.microsoft.com/office/drawing/2014/main" id="{B09B1922-8046-73FA-3043-C78431F911ED}"/>
                  </a:ext>
                </a:extLst>
              </p:cNvPr>
              <p:cNvSpPr>
                <a:spLocks noChangeArrowheads="1"/>
              </p:cNvSpPr>
              <p:nvPr/>
            </p:nvSpPr>
            <p:spPr bwMode="auto">
              <a:xfrm>
                <a:off x="1096" y="2890"/>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43" name="Oval 144">
                <a:extLst>
                  <a:ext uri="{FF2B5EF4-FFF2-40B4-BE49-F238E27FC236}">
                    <a16:creationId xmlns:a16="http://schemas.microsoft.com/office/drawing/2014/main" id="{7F4F762C-E611-6C5B-607E-B5FBA31F4EDB}"/>
                  </a:ext>
                </a:extLst>
              </p:cNvPr>
              <p:cNvSpPr>
                <a:spLocks noChangeArrowheads="1"/>
              </p:cNvSpPr>
              <p:nvPr/>
            </p:nvSpPr>
            <p:spPr bwMode="auto">
              <a:xfrm>
                <a:off x="1112" y="2890"/>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44" name="Oval 145">
                <a:extLst>
                  <a:ext uri="{FF2B5EF4-FFF2-40B4-BE49-F238E27FC236}">
                    <a16:creationId xmlns:a16="http://schemas.microsoft.com/office/drawing/2014/main" id="{A581D296-E160-90FC-B719-6D530B178958}"/>
                  </a:ext>
                </a:extLst>
              </p:cNvPr>
              <p:cNvSpPr>
                <a:spLocks noChangeArrowheads="1"/>
              </p:cNvSpPr>
              <p:nvPr/>
            </p:nvSpPr>
            <p:spPr bwMode="auto">
              <a:xfrm>
                <a:off x="1126" y="2890"/>
                <a:ext cx="4"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45" name="Oval 146">
                <a:extLst>
                  <a:ext uri="{FF2B5EF4-FFF2-40B4-BE49-F238E27FC236}">
                    <a16:creationId xmlns:a16="http://schemas.microsoft.com/office/drawing/2014/main" id="{EB4FCB75-C803-AA8F-3C00-2868567CE91C}"/>
                  </a:ext>
                </a:extLst>
              </p:cNvPr>
              <p:cNvSpPr>
                <a:spLocks noChangeArrowheads="1"/>
              </p:cNvSpPr>
              <p:nvPr/>
            </p:nvSpPr>
            <p:spPr bwMode="auto">
              <a:xfrm>
                <a:off x="1140" y="2890"/>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46" name="Oval 147">
                <a:extLst>
                  <a:ext uri="{FF2B5EF4-FFF2-40B4-BE49-F238E27FC236}">
                    <a16:creationId xmlns:a16="http://schemas.microsoft.com/office/drawing/2014/main" id="{CC63AA77-5555-0F63-A555-B7458D6857FA}"/>
                  </a:ext>
                </a:extLst>
              </p:cNvPr>
              <p:cNvSpPr>
                <a:spLocks noChangeArrowheads="1"/>
              </p:cNvSpPr>
              <p:nvPr/>
            </p:nvSpPr>
            <p:spPr bwMode="auto">
              <a:xfrm>
                <a:off x="1156" y="2890"/>
                <a:ext cx="3"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47" name="Oval 148">
                <a:extLst>
                  <a:ext uri="{FF2B5EF4-FFF2-40B4-BE49-F238E27FC236}">
                    <a16:creationId xmlns:a16="http://schemas.microsoft.com/office/drawing/2014/main" id="{1CA88757-2BE8-48E4-A006-692F1A7C80E5}"/>
                  </a:ext>
                </a:extLst>
              </p:cNvPr>
              <p:cNvSpPr>
                <a:spLocks noChangeArrowheads="1"/>
              </p:cNvSpPr>
              <p:nvPr/>
            </p:nvSpPr>
            <p:spPr bwMode="auto">
              <a:xfrm>
                <a:off x="1169" y="2890"/>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48" name="Oval 149">
                <a:extLst>
                  <a:ext uri="{FF2B5EF4-FFF2-40B4-BE49-F238E27FC236}">
                    <a16:creationId xmlns:a16="http://schemas.microsoft.com/office/drawing/2014/main" id="{BCEB9F7D-AEF2-FC63-280D-1F19FFDABFFC}"/>
                  </a:ext>
                </a:extLst>
              </p:cNvPr>
              <p:cNvSpPr>
                <a:spLocks noChangeArrowheads="1"/>
              </p:cNvSpPr>
              <p:nvPr/>
            </p:nvSpPr>
            <p:spPr bwMode="auto">
              <a:xfrm>
                <a:off x="1185" y="2890"/>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49" name="Oval 150">
                <a:extLst>
                  <a:ext uri="{FF2B5EF4-FFF2-40B4-BE49-F238E27FC236}">
                    <a16:creationId xmlns:a16="http://schemas.microsoft.com/office/drawing/2014/main" id="{3F92A8A8-4151-9F74-B57C-8C1010239604}"/>
                  </a:ext>
                </a:extLst>
              </p:cNvPr>
              <p:cNvSpPr>
                <a:spLocks noChangeArrowheads="1"/>
              </p:cNvSpPr>
              <p:nvPr/>
            </p:nvSpPr>
            <p:spPr bwMode="auto">
              <a:xfrm>
                <a:off x="1199" y="2890"/>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50" name="Oval 151">
                <a:extLst>
                  <a:ext uri="{FF2B5EF4-FFF2-40B4-BE49-F238E27FC236}">
                    <a16:creationId xmlns:a16="http://schemas.microsoft.com/office/drawing/2014/main" id="{1E6C76D9-94DC-1F88-9A4E-0A90B6618543}"/>
                  </a:ext>
                </a:extLst>
              </p:cNvPr>
              <p:cNvSpPr>
                <a:spLocks noChangeArrowheads="1"/>
              </p:cNvSpPr>
              <p:nvPr/>
            </p:nvSpPr>
            <p:spPr bwMode="auto">
              <a:xfrm>
                <a:off x="1214" y="2890"/>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51" name="Oval 152">
                <a:extLst>
                  <a:ext uri="{FF2B5EF4-FFF2-40B4-BE49-F238E27FC236}">
                    <a16:creationId xmlns:a16="http://schemas.microsoft.com/office/drawing/2014/main" id="{3FE885F3-5DB5-5DA6-CFA3-FCE6FDA8CFB2}"/>
                  </a:ext>
                </a:extLst>
              </p:cNvPr>
              <p:cNvSpPr>
                <a:spLocks noChangeArrowheads="1"/>
              </p:cNvSpPr>
              <p:nvPr/>
            </p:nvSpPr>
            <p:spPr bwMode="auto">
              <a:xfrm>
                <a:off x="1229" y="2890"/>
                <a:ext cx="4"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52" name="Oval 153">
                <a:extLst>
                  <a:ext uri="{FF2B5EF4-FFF2-40B4-BE49-F238E27FC236}">
                    <a16:creationId xmlns:a16="http://schemas.microsoft.com/office/drawing/2014/main" id="{791722A9-91BA-C3E2-6D89-4CB2D2751A05}"/>
                  </a:ext>
                </a:extLst>
              </p:cNvPr>
              <p:cNvSpPr>
                <a:spLocks noChangeArrowheads="1"/>
              </p:cNvSpPr>
              <p:nvPr/>
            </p:nvSpPr>
            <p:spPr bwMode="auto">
              <a:xfrm>
                <a:off x="1243" y="2890"/>
                <a:ext cx="4"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53" name="Oval 154">
                <a:extLst>
                  <a:ext uri="{FF2B5EF4-FFF2-40B4-BE49-F238E27FC236}">
                    <a16:creationId xmlns:a16="http://schemas.microsoft.com/office/drawing/2014/main" id="{F98B34FD-7263-ED69-17A0-202362A086C9}"/>
                  </a:ext>
                </a:extLst>
              </p:cNvPr>
              <p:cNvSpPr>
                <a:spLocks noChangeArrowheads="1"/>
              </p:cNvSpPr>
              <p:nvPr/>
            </p:nvSpPr>
            <p:spPr bwMode="auto">
              <a:xfrm>
                <a:off x="1258" y="2890"/>
                <a:ext cx="4"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54" name="Oval 155">
                <a:extLst>
                  <a:ext uri="{FF2B5EF4-FFF2-40B4-BE49-F238E27FC236}">
                    <a16:creationId xmlns:a16="http://schemas.microsoft.com/office/drawing/2014/main" id="{236619EA-6A65-B171-9563-2F3A016208E4}"/>
                  </a:ext>
                </a:extLst>
              </p:cNvPr>
              <p:cNvSpPr>
                <a:spLocks noChangeArrowheads="1"/>
              </p:cNvSpPr>
              <p:nvPr/>
            </p:nvSpPr>
            <p:spPr bwMode="auto">
              <a:xfrm>
                <a:off x="1273" y="2890"/>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55" name="Oval 156">
                <a:extLst>
                  <a:ext uri="{FF2B5EF4-FFF2-40B4-BE49-F238E27FC236}">
                    <a16:creationId xmlns:a16="http://schemas.microsoft.com/office/drawing/2014/main" id="{12B63361-2740-5F3C-D055-11679563C011}"/>
                  </a:ext>
                </a:extLst>
              </p:cNvPr>
              <p:cNvSpPr>
                <a:spLocks noChangeArrowheads="1"/>
              </p:cNvSpPr>
              <p:nvPr/>
            </p:nvSpPr>
            <p:spPr bwMode="auto">
              <a:xfrm>
                <a:off x="1287" y="2890"/>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56" name="Oval 157">
                <a:extLst>
                  <a:ext uri="{FF2B5EF4-FFF2-40B4-BE49-F238E27FC236}">
                    <a16:creationId xmlns:a16="http://schemas.microsoft.com/office/drawing/2014/main" id="{38454BB2-4B4C-93E7-A751-5F69B8E90A56}"/>
                  </a:ext>
                </a:extLst>
              </p:cNvPr>
              <p:cNvSpPr>
                <a:spLocks noChangeArrowheads="1"/>
              </p:cNvSpPr>
              <p:nvPr/>
            </p:nvSpPr>
            <p:spPr bwMode="auto">
              <a:xfrm>
                <a:off x="1302" y="2890"/>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57" name="Oval 158">
                <a:extLst>
                  <a:ext uri="{FF2B5EF4-FFF2-40B4-BE49-F238E27FC236}">
                    <a16:creationId xmlns:a16="http://schemas.microsoft.com/office/drawing/2014/main" id="{669A8FE2-0156-5B9F-C784-6A89F02198BD}"/>
                  </a:ext>
                </a:extLst>
              </p:cNvPr>
              <p:cNvSpPr>
                <a:spLocks noChangeArrowheads="1"/>
              </p:cNvSpPr>
              <p:nvPr/>
            </p:nvSpPr>
            <p:spPr bwMode="auto">
              <a:xfrm>
                <a:off x="1316" y="2890"/>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58" name="Oval 159">
                <a:extLst>
                  <a:ext uri="{FF2B5EF4-FFF2-40B4-BE49-F238E27FC236}">
                    <a16:creationId xmlns:a16="http://schemas.microsoft.com/office/drawing/2014/main" id="{001A45B0-344B-759B-30A2-2A1C3676B8BF}"/>
                  </a:ext>
                </a:extLst>
              </p:cNvPr>
              <p:cNvSpPr>
                <a:spLocks noChangeArrowheads="1"/>
              </p:cNvSpPr>
              <p:nvPr/>
            </p:nvSpPr>
            <p:spPr bwMode="auto">
              <a:xfrm>
                <a:off x="1331" y="2890"/>
                <a:ext cx="4"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59" name="Oval 160">
                <a:extLst>
                  <a:ext uri="{FF2B5EF4-FFF2-40B4-BE49-F238E27FC236}">
                    <a16:creationId xmlns:a16="http://schemas.microsoft.com/office/drawing/2014/main" id="{E059B4C3-BA29-F15B-8AFE-4F870FA7375D}"/>
                  </a:ext>
                </a:extLst>
              </p:cNvPr>
              <p:cNvSpPr>
                <a:spLocks noChangeArrowheads="1"/>
              </p:cNvSpPr>
              <p:nvPr/>
            </p:nvSpPr>
            <p:spPr bwMode="auto">
              <a:xfrm>
                <a:off x="1346" y="2890"/>
                <a:ext cx="4"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60" name="Oval 161">
                <a:extLst>
                  <a:ext uri="{FF2B5EF4-FFF2-40B4-BE49-F238E27FC236}">
                    <a16:creationId xmlns:a16="http://schemas.microsoft.com/office/drawing/2014/main" id="{E6508DE8-4E61-4221-76F4-DA10B345AE90}"/>
                  </a:ext>
                </a:extLst>
              </p:cNvPr>
              <p:cNvSpPr>
                <a:spLocks noChangeArrowheads="1"/>
              </p:cNvSpPr>
              <p:nvPr/>
            </p:nvSpPr>
            <p:spPr bwMode="auto">
              <a:xfrm>
                <a:off x="1360" y="2890"/>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61" name="Oval 162">
                <a:extLst>
                  <a:ext uri="{FF2B5EF4-FFF2-40B4-BE49-F238E27FC236}">
                    <a16:creationId xmlns:a16="http://schemas.microsoft.com/office/drawing/2014/main" id="{8BCE89F3-9BFB-B824-1E87-38DC42AA374D}"/>
                  </a:ext>
                </a:extLst>
              </p:cNvPr>
              <p:cNvSpPr>
                <a:spLocks noChangeArrowheads="1"/>
              </p:cNvSpPr>
              <p:nvPr/>
            </p:nvSpPr>
            <p:spPr bwMode="auto">
              <a:xfrm>
                <a:off x="1375" y="2890"/>
                <a:ext cx="4"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56365" name="Group 163">
              <a:extLst>
                <a:ext uri="{FF2B5EF4-FFF2-40B4-BE49-F238E27FC236}">
                  <a16:creationId xmlns:a16="http://schemas.microsoft.com/office/drawing/2014/main" id="{BCAFE960-E16A-6BF3-780D-49698ECE0138}"/>
                </a:ext>
              </a:extLst>
            </p:cNvPr>
            <p:cNvGrpSpPr>
              <a:grpSpLocks/>
            </p:cNvGrpSpPr>
            <p:nvPr/>
          </p:nvGrpSpPr>
          <p:grpSpPr bwMode="auto">
            <a:xfrm>
              <a:off x="1069" y="2928"/>
              <a:ext cx="308" cy="3"/>
              <a:chOff x="1069" y="2928"/>
              <a:chExt cx="308" cy="3"/>
            </a:xfrm>
          </p:grpSpPr>
          <p:sp>
            <p:nvSpPr>
              <p:cNvPr id="56418" name="Oval 164">
                <a:extLst>
                  <a:ext uri="{FF2B5EF4-FFF2-40B4-BE49-F238E27FC236}">
                    <a16:creationId xmlns:a16="http://schemas.microsoft.com/office/drawing/2014/main" id="{92325B09-E5F4-9DD6-6F94-E37D57D25D4F}"/>
                  </a:ext>
                </a:extLst>
              </p:cNvPr>
              <p:cNvSpPr>
                <a:spLocks noChangeArrowheads="1"/>
              </p:cNvSpPr>
              <p:nvPr/>
            </p:nvSpPr>
            <p:spPr bwMode="auto">
              <a:xfrm>
                <a:off x="1069" y="2928"/>
                <a:ext cx="4" cy="3"/>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19" name="Oval 165">
                <a:extLst>
                  <a:ext uri="{FF2B5EF4-FFF2-40B4-BE49-F238E27FC236}">
                    <a16:creationId xmlns:a16="http://schemas.microsoft.com/office/drawing/2014/main" id="{14371D12-0D55-CCB3-3282-AA5637712024}"/>
                  </a:ext>
                </a:extLst>
              </p:cNvPr>
              <p:cNvSpPr>
                <a:spLocks noChangeArrowheads="1"/>
              </p:cNvSpPr>
              <p:nvPr/>
            </p:nvSpPr>
            <p:spPr bwMode="auto">
              <a:xfrm>
                <a:off x="1083" y="2928"/>
                <a:ext cx="5" cy="3"/>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20" name="Oval 166">
                <a:extLst>
                  <a:ext uri="{FF2B5EF4-FFF2-40B4-BE49-F238E27FC236}">
                    <a16:creationId xmlns:a16="http://schemas.microsoft.com/office/drawing/2014/main" id="{3F5CA39C-EBAC-81D3-BF04-E80BE8B21EBA}"/>
                  </a:ext>
                </a:extLst>
              </p:cNvPr>
              <p:cNvSpPr>
                <a:spLocks noChangeArrowheads="1"/>
              </p:cNvSpPr>
              <p:nvPr/>
            </p:nvSpPr>
            <p:spPr bwMode="auto">
              <a:xfrm>
                <a:off x="1094" y="2928"/>
                <a:ext cx="5" cy="3"/>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21" name="Oval 167">
                <a:extLst>
                  <a:ext uri="{FF2B5EF4-FFF2-40B4-BE49-F238E27FC236}">
                    <a16:creationId xmlns:a16="http://schemas.microsoft.com/office/drawing/2014/main" id="{E51EC4FB-C659-9644-5024-C46CB3163CD0}"/>
                  </a:ext>
                </a:extLst>
              </p:cNvPr>
              <p:cNvSpPr>
                <a:spLocks noChangeArrowheads="1"/>
              </p:cNvSpPr>
              <p:nvPr/>
            </p:nvSpPr>
            <p:spPr bwMode="auto">
              <a:xfrm>
                <a:off x="1109" y="2928"/>
                <a:ext cx="6" cy="3"/>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22" name="Oval 168">
                <a:extLst>
                  <a:ext uri="{FF2B5EF4-FFF2-40B4-BE49-F238E27FC236}">
                    <a16:creationId xmlns:a16="http://schemas.microsoft.com/office/drawing/2014/main" id="{9A327702-4D6E-2309-7284-39E0FDF4D13E}"/>
                  </a:ext>
                </a:extLst>
              </p:cNvPr>
              <p:cNvSpPr>
                <a:spLocks noChangeArrowheads="1"/>
              </p:cNvSpPr>
              <p:nvPr/>
            </p:nvSpPr>
            <p:spPr bwMode="auto">
              <a:xfrm>
                <a:off x="1125" y="2928"/>
                <a:ext cx="3" cy="3"/>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23" name="Oval 169">
                <a:extLst>
                  <a:ext uri="{FF2B5EF4-FFF2-40B4-BE49-F238E27FC236}">
                    <a16:creationId xmlns:a16="http://schemas.microsoft.com/office/drawing/2014/main" id="{2DBB923C-CBAB-5766-5604-72C8DB82B721}"/>
                  </a:ext>
                </a:extLst>
              </p:cNvPr>
              <p:cNvSpPr>
                <a:spLocks noChangeArrowheads="1"/>
              </p:cNvSpPr>
              <p:nvPr/>
            </p:nvSpPr>
            <p:spPr bwMode="auto">
              <a:xfrm>
                <a:off x="1139" y="2928"/>
                <a:ext cx="5" cy="3"/>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24" name="Oval 170">
                <a:extLst>
                  <a:ext uri="{FF2B5EF4-FFF2-40B4-BE49-F238E27FC236}">
                    <a16:creationId xmlns:a16="http://schemas.microsoft.com/office/drawing/2014/main" id="{B815DC8F-22F2-3EA4-702F-5700753DCB72}"/>
                  </a:ext>
                </a:extLst>
              </p:cNvPr>
              <p:cNvSpPr>
                <a:spLocks noChangeArrowheads="1"/>
              </p:cNvSpPr>
              <p:nvPr/>
            </p:nvSpPr>
            <p:spPr bwMode="auto">
              <a:xfrm>
                <a:off x="1154" y="2928"/>
                <a:ext cx="4" cy="3"/>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25" name="Oval 171">
                <a:extLst>
                  <a:ext uri="{FF2B5EF4-FFF2-40B4-BE49-F238E27FC236}">
                    <a16:creationId xmlns:a16="http://schemas.microsoft.com/office/drawing/2014/main" id="{D43D7369-3EC5-C37F-E581-66251EAAAF3E}"/>
                  </a:ext>
                </a:extLst>
              </p:cNvPr>
              <p:cNvSpPr>
                <a:spLocks noChangeArrowheads="1"/>
              </p:cNvSpPr>
              <p:nvPr/>
            </p:nvSpPr>
            <p:spPr bwMode="auto">
              <a:xfrm>
                <a:off x="1168" y="2928"/>
                <a:ext cx="4" cy="3"/>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26" name="Oval 172">
                <a:extLst>
                  <a:ext uri="{FF2B5EF4-FFF2-40B4-BE49-F238E27FC236}">
                    <a16:creationId xmlns:a16="http://schemas.microsoft.com/office/drawing/2014/main" id="{679008D5-B089-8B9B-EBD3-733FD4423E54}"/>
                  </a:ext>
                </a:extLst>
              </p:cNvPr>
              <p:cNvSpPr>
                <a:spLocks noChangeArrowheads="1"/>
              </p:cNvSpPr>
              <p:nvPr/>
            </p:nvSpPr>
            <p:spPr bwMode="auto">
              <a:xfrm>
                <a:off x="1183" y="2928"/>
                <a:ext cx="4" cy="3"/>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27" name="Oval 173">
                <a:extLst>
                  <a:ext uri="{FF2B5EF4-FFF2-40B4-BE49-F238E27FC236}">
                    <a16:creationId xmlns:a16="http://schemas.microsoft.com/office/drawing/2014/main" id="{5DF95896-325A-90CB-9D26-0A94611AF2A0}"/>
                  </a:ext>
                </a:extLst>
              </p:cNvPr>
              <p:cNvSpPr>
                <a:spLocks noChangeArrowheads="1"/>
              </p:cNvSpPr>
              <p:nvPr/>
            </p:nvSpPr>
            <p:spPr bwMode="auto">
              <a:xfrm>
                <a:off x="1197" y="2928"/>
                <a:ext cx="6" cy="3"/>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28" name="Oval 174">
                <a:extLst>
                  <a:ext uri="{FF2B5EF4-FFF2-40B4-BE49-F238E27FC236}">
                    <a16:creationId xmlns:a16="http://schemas.microsoft.com/office/drawing/2014/main" id="{3AADADD5-DAEF-C38F-F951-6BFE0FEB1153}"/>
                  </a:ext>
                </a:extLst>
              </p:cNvPr>
              <p:cNvSpPr>
                <a:spLocks noChangeArrowheads="1"/>
              </p:cNvSpPr>
              <p:nvPr/>
            </p:nvSpPr>
            <p:spPr bwMode="auto">
              <a:xfrm>
                <a:off x="1213" y="2928"/>
                <a:ext cx="4" cy="3"/>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29" name="Oval 175">
                <a:extLst>
                  <a:ext uri="{FF2B5EF4-FFF2-40B4-BE49-F238E27FC236}">
                    <a16:creationId xmlns:a16="http://schemas.microsoft.com/office/drawing/2014/main" id="{FEB102C6-3D4A-758A-37BB-9E3D1D3BE9E5}"/>
                  </a:ext>
                </a:extLst>
              </p:cNvPr>
              <p:cNvSpPr>
                <a:spLocks noChangeArrowheads="1"/>
              </p:cNvSpPr>
              <p:nvPr/>
            </p:nvSpPr>
            <p:spPr bwMode="auto">
              <a:xfrm>
                <a:off x="1226" y="2928"/>
                <a:ext cx="5" cy="3"/>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30" name="Oval 176">
                <a:extLst>
                  <a:ext uri="{FF2B5EF4-FFF2-40B4-BE49-F238E27FC236}">
                    <a16:creationId xmlns:a16="http://schemas.microsoft.com/office/drawing/2014/main" id="{B807E256-2325-9938-D1C7-DDFACA890525}"/>
                  </a:ext>
                </a:extLst>
              </p:cNvPr>
              <p:cNvSpPr>
                <a:spLocks noChangeArrowheads="1"/>
              </p:cNvSpPr>
              <p:nvPr/>
            </p:nvSpPr>
            <p:spPr bwMode="auto">
              <a:xfrm>
                <a:off x="1242" y="2928"/>
                <a:ext cx="4" cy="3"/>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31" name="Oval 177">
                <a:extLst>
                  <a:ext uri="{FF2B5EF4-FFF2-40B4-BE49-F238E27FC236}">
                    <a16:creationId xmlns:a16="http://schemas.microsoft.com/office/drawing/2014/main" id="{E6E3E1A6-6395-8739-8427-98994D4604B9}"/>
                  </a:ext>
                </a:extLst>
              </p:cNvPr>
              <p:cNvSpPr>
                <a:spLocks noChangeArrowheads="1"/>
              </p:cNvSpPr>
              <p:nvPr/>
            </p:nvSpPr>
            <p:spPr bwMode="auto">
              <a:xfrm>
                <a:off x="1257" y="2928"/>
                <a:ext cx="4" cy="3"/>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32" name="Oval 178">
                <a:extLst>
                  <a:ext uri="{FF2B5EF4-FFF2-40B4-BE49-F238E27FC236}">
                    <a16:creationId xmlns:a16="http://schemas.microsoft.com/office/drawing/2014/main" id="{1F74A77E-7A0A-3D99-EB2D-913D117EB1E4}"/>
                  </a:ext>
                </a:extLst>
              </p:cNvPr>
              <p:cNvSpPr>
                <a:spLocks noChangeArrowheads="1"/>
              </p:cNvSpPr>
              <p:nvPr/>
            </p:nvSpPr>
            <p:spPr bwMode="auto">
              <a:xfrm>
                <a:off x="1271" y="2928"/>
                <a:ext cx="3" cy="3"/>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33" name="Oval 179">
                <a:extLst>
                  <a:ext uri="{FF2B5EF4-FFF2-40B4-BE49-F238E27FC236}">
                    <a16:creationId xmlns:a16="http://schemas.microsoft.com/office/drawing/2014/main" id="{D4954232-0CC5-EE88-6B1D-FA0B9B1D0D80}"/>
                  </a:ext>
                </a:extLst>
              </p:cNvPr>
              <p:cNvSpPr>
                <a:spLocks noChangeArrowheads="1"/>
              </p:cNvSpPr>
              <p:nvPr/>
            </p:nvSpPr>
            <p:spPr bwMode="auto">
              <a:xfrm>
                <a:off x="1286" y="2928"/>
                <a:ext cx="4" cy="3"/>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34" name="Oval 180">
                <a:extLst>
                  <a:ext uri="{FF2B5EF4-FFF2-40B4-BE49-F238E27FC236}">
                    <a16:creationId xmlns:a16="http://schemas.microsoft.com/office/drawing/2014/main" id="{5659A36B-485F-0437-21B1-CD29804D24C6}"/>
                  </a:ext>
                </a:extLst>
              </p:cNvPr>
              <p:cNvSpPr>
                <a:spLocks noChangeArrowheads="1"/>
              </p:cNvSpPr>
              <p:nvPr/>
            </p:nvSpPr>
            <p:spPr bwMode="auto">
              <a:xfrm>
                <a:off x="1301" y="2928"/>
                <a:ext cx="4" cy="3"/>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35" name="Oval 181">
                <a:extLst>
                  <a:ext uri="{FF2B5EF4-FFF2-40B4-BE49-F238E27FC236}">
                    <a16:creationId xmlns:a16="http://schemas.microsoft.com/office/drawing/2014/main" id="{67C6D0E6-BF76-AAC3-1F27-C960DA1E9B41}"/>
                  </a:ext>
                </a:extLst>
              </p:cNvPr>
              <p:cNvSpPr>
                <a:spLocks noChangeArrowheads="1"/>
              </p:cNvSpPr>
              <p:nvPr/>
            </p:nvSpPr>
            <p:spPr bwMode="auto">
              <a:xfrm>
                <a:off x="1313" y="2928"/>
                <a:ext cx="7" cy="3"/>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36" name="Oval 182">
                <a:extLst>
                  <a:ext uri="{FF2B5EF4-FFF2-40B4-BE49-F238E27FC236}">
                    <a16:creationId xmlns:a16="http://schemas.microsoft.com/office/drawing/2014/main" id="{173FC7DC-E540-A87D-3931-9C158D7D2616}"/>
                  </a:ext>
                </a:extLst>
              </p:cNvPr>
              <p:cNvSpPr>
                <a:spLocks noChangeArrowheads="1"/>
              </p:cNvSpPr>
              <p:nvPr/>
            </p:nvSpPr>
            <p:spPr bwMode="auto">
              <a:xfrm>
                <a:off x="1329" y="2928"/>
                <a:ext cx="5" cy="3"/>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37" name="Oval 183">
                <a:extLst>
                  <a:ext uri="{FF2B5EF4-FFF2-40B4-BE49-F238E27FC236}">
                    <a16:creationId xmlns:a16="http://schemas.microsoft.com/office/drawing/2014/main" id="{41DCEE12-B5CB-C6F2-A76E-983776C4425D}"/>
                  </a:ext>
                </a:extLst>
              </p:cNvPr>
              <p:cNvSpPr>
                <a:spLocks noChangeArrowheads="1"/>
              </p:cNvSpPr>
              <p:nvPr/>
            </p:nvSpPr>
            <p:spPr bwMode="auto">
              <a:xfrm>
                <a:off x="1344" y="2928"/>
                <a:ext cx="4" cy="3"/>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38" name="Oval 184">
                <a:extLst>
                  <a:ext uri="{FF2B5EF4-FFF2-40B4-BE49-F238E27FC236}">
                    <a16:creationId xmlns:a16="http://schemas.microsoft.com/office/drawing/2014/main" id="{AB095972-2782-8656-49FF-1F4F3DC64A08}"/>
                  </a:ext>
                </a:extLst>
              </p:cNvPr>
              <p:cNvSpPr>
                <a:spLocks noChangeArrowheads="1"/>
              </p:cNvSpPr>
              <p:nvPr/>
            </p:nvSpPr>
            <p:spPr bwMode="auto">
              <a:xfrm>
                <a:off x="1359" y="2928"/>
                <a:ext cx="4" cy="3"/>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39" name="Oval 185">
                <a:extLst>
                  <a:ext uri="{FF2B5EF4-FFF2-40B4-BE49-F238E27FC236}">
                    <a16:creationId xmlns:a16="http://schemas.microsoft.com/office/drawing/2014/main" id="{1FEE9B45-5890-E4EC-95C8-DCFFC3028AA4}"/>
                  </a:ext>
                </a:extLst>
              </p:cNvPr>
              <p:cNvSpPr>
                <a:spLocks noChangeArrowheads="1"/>
              </p:cNvSpPr>
              <p:nvPr/>
            </p:nvSpPr>
            <p:spPr bwMode="auto">
              <a:xfrm>
                <a:off x="1375" y="2928"/>
                <a:ext cx="2" cy="3"/>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56366" name="Group 186">
              <a:extLst>
                <a:ext uri="{FF2B5EF4-FFF2-40B4-BE49-F238E27FC236}">
                  <a16:creationId xmlns:a16="http://schemas.microsoft.com/office/drawing/2014/main" id="{E7D84BBB-A2C3-69E0-DF03-0E2AADFD947C}"/>
                </a:ext>
              </a:extLst>
            </p:cNvPr>
            <p:cNvGrpSpPr>
              <a:grpSpLocks/>
            </p:cNvGrpSpPr>
            <p:nvPr/>
          </p:nvGrpSpPr>
          <p:grpSpPr bwMode="auto">
            <a:xfrm>
              <a:off x="1066" y="2970"/>
              <a:ext cx="309" cy="4"/>
              <a:chOff x="1066" y="2970"/>
              <a:chExt cx="309" cy="4"/>
            </a:xfrm>
          </p:grpSpPr>
          <p:sp>
            <p:nvSpPr>
              <p:cNvPr id="56396" name="Oval 187">
                <a:extLst>
                  <a:ext uri="{FF2B5EF4-FFF2-40B4-BE49-F238E27FC236}">
                    <a16:creationId xmlns:a16="http://schemas.microsoft.com/office/drawing/2014/main" id="{0C3A4EB5-3FB2-FDFB-4067-D3F3676E569F}"/>
                  </a:ext>
                </a:extLst>
              </p:cNvPr>
              <p:cNvSpPr>
                <a:spLocks noChangeArrowheads="1"/>
              </p:cNvSpPr>
              <p:nvPr/>
            </p:nvSpPr>
            <p:spPr bwMode="auto">
              <a:xfrm>
                <a:off x="1066" y="2970"/>
                <a:ext cx="4"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97" name="Oval 188">
                <a:extLst>
                  <a:ext uri="{FF2B5EF4-FFF2-40B4-BE49-F238E27FC236}">
                    <a16:creationId xmlns:a16="http://schemas.microsoft.com/office/drawing/2014/main" id="{E9A4838B-FB8A-8944-9FA7-B64B7D91AF3D}"/>
                  </a:ext>
                </a:extLst>
              </p:cNvPr>
              <p:cNvSpPr>
                <a:spLocks noChangeArrowheads="1"/>
              </p:cNvSpPr>
              <p:nvPr/>
            </p:nvSpPr>
            <p:spPr bwMode="auto">
              <a:xfrm>
                <a:off x="1080" y="2970"/>
                <a:ext cx="4"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98" name="Oval 189">
                <a:extLst>
                  <a:ext uri="{FF2B5EF4-FFF2-40B4-BE49-F238E27FC236}">
                    <a16:creationId xmlns:a16="http://schemas.microsoft.com/office/drawing/2014/main" id="{A7B5CFE6-E275-9E11-466C-153CE5A39FBF}"/>
                  </a:ext>
                </a:extLst>
              </p:cNvPr>
              <p:cNvSpPr>
                <a:spLocks noChangeArrowheads="1"/>
              </p:cNvSpPr>
              <p:nvPr/>
            </p:nvSpPr>
            <p:spPr bwMode="auto">
              <a:xfrm>
                <a:off x="1092" y="2970"/>
                <a:ext cx="4"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99" name="Oval 190">
                <a:extLst>
                  <a:ext uri="{FF2B5EF4-FFF2-40B4-BE49-F238E27FC236}">
                    <a16:creationId xmlns:a16="http://schemas.microsoft.com/office/drawing/2014/main" id="{7F3FA7F0-1F37-99B1-E124-330B0C9BFFC9}"/>
                  </a:ext>
                </a:extLst>
              </p:cNvPr>
              <p:cNvSpPr>
                <a:spLocks noChangeArrowheads="1"/>
              </p:cNvSpPr>
              <p:nvPr/>
            </p:nvSpPr>
            <p:spPr bwMode="auto">
              <a:xfrm>
                <a:off x="1107" y="2970"/>
                <a:ext cx="5"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00" name="Oval 191">
                <a:extLst>
                  <a:ext uri="{FF2B5EF4-FFF2-40B4-BE49-F238E27FC236}">
                    <a16:creationId xmlns:a16="http://schemas.microsoft.com/office/drawing/2014/main" id="{4866901D-F07B-D973-57E2-8720462A2BEB}"/>
                  </a:ext>
                </a:extLst>
              </p:cNvPr>
              <p:cNvSpPr>
                <a:spLocks noChangeArrowheads="1"/>
              </p:cNvSpPr>
              <p:nvPr/>
            </p:nvSpPr>
            <p:spPr bwMode="auto">
              <a:xfrm>
                <a:off x="1121" y="2970"/>
                <a:ext cx="5"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01" name="Oval 192">
                <a:extLst>
                  <a:ext uri="{FF2B5EF4-FFF2-40B4-BE49-F238E27FC236}">
                    <a16:creationId xmlns:a16="http://schemas.microsoft.com/office/drawing/2014/main" id="{EB0A3A90-FE10-B765-480E-8C3AC715EF98}"/>
                  </a:ext>
                </a:extLst>
              </p:cNvPr>
              <p:cNvSpPr>
                <a:spLocks noChangeArrowheads="1"/>
              </p:cNvSpPr>
              <p:nvPr/>
            </p:nvSpPr>
            <p:spPr bwMode="auto">
              <a:xfrm>
                <a:off x="1135" y="2970"/>
                <a:ext cx="5"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02" name="Oval 193">
                <a:extLst>
                  <a:ext uri="{FF2B5EF4-FFF2-40B4-BE49-F238E27FC236}">
                    <a16:creationId xmlns:a16="http://schemas.microsoft.com/office/drawing/2014/main" id="{F571F2EE-98C1-2276-02D0-1417BB9C6DEA}"/>
                  </a:ext>
                </a:extLst>
              </p:cNvPr>
              <p:cNvSpPr>
                <a:spLocks noChangeArrowheads="1"/>
              </p:cNvSpPr>
              <p:nvPr/>
            </p:nvSpPr>
            <p:spPr bwMode="auto">
              <a:xfrm>
                <a:off x="1151" y="2970"/>
                <a:ext cx="5"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03" name="Oval 194">
                <a:extLst>
                  <a:ext uri="{FF2B5EF4-FFF2-40B4-BE49-F238E27FC236}">
                    <a16:creationId xmlns:a16="http://schemas.microsoft.com/office/drawing/2014/main" id="{D7441300-7A0A-996C-4595-C2468FA30F59}"/>
                  </a:ext>
                </a:extLst>
              </p:cNvPr>
              <p:cNvSpPr>
                <a:spLocks noChangeArrowheads="1"/>
              </p:cNvSpPr>
              <p:nvPr/>
            </p:nvSpPr>
            <p:spPr bwMode="auto">
              <a:xfrm>
                <a:off x="1166" y="2970"/>
                <a:ext cx="3"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04" name="Oval 195">
                <a:extLst>
                  <a:ext uri="{FF2B5EF4-FFF2-40B4-BE49-F238E27FC236}">
                    <a16:creationId xmlns:a16="http://schemas.microsoft.com/office/drawing/2014/main" id="{A0D5A22C-CA41-E12C-0516-C22D0C3ABE76}"/>
                  </a:ext>
                </a:extLst>
              </p:cNvPr>
              <p:cNvSpPr>
                <a:spLocks noChangeArrowheads="1"/>
              </p:cNvSpPr>
              <p:nvPr/>
            </p:nvSpPr>
            <p:spPr bwMode="auto">
              <a:xfrm>
                <a:off x="1180" y="2970"/>
                <a:ext cx="5"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05" name="Oval 196">
                <a:extLst>
                  <a:ext uri="{FF2B5EF4-FFF2-40B4-BE49-F238E27FC236}">
                    <a16:creationId xmlns:a16="http://schemas.microsoft.com/office/drawing/2014/main" id="{CB47203D-6E23-0F92-D7CA-C6E278EDFCAB}"/>
                  </a:ext>
                </a:extLst>
              </p:cNvPr>
              <p:cNvSpPr>
                <a:spLocks noChangeArrowheads="1"/>
              </p:cNvSpPr>
              <p:nvPr/>
            </p:nvSpPr>
            <p:spPr bwMode="auto">
              <a:xfrm>
                <a:off x="1195" y="2970"/>
                <a:ext cx="4"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06" name="Oval 197">
                <a:extLst>
                  <a:ext uri="{FF2B5EF4-FFF2-40B4-BE49-F238E27FC236}">
                    <a16:creationId xmlns:a16="http://schemas.microsoft.com/office/drawing/2014/main" id="{5261568A-F24E-8056-9D9B-ACC57F9DE3BE}"/>
                  </a:ext>
                </a:extLst>
              </p:cNvPr>
              <p:cNvSpPr>
                <a:spLocks noChangeArrowheads="1"/>
              </p:cNvSpPr>
              <p:nvPr/>
            </p:nvSpPr>
            <p:spPr bwMode="auto">
              <a:xfrm>
                <a:off x="1209" y="2970"/>
                <a:ext cx="5"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07" name="Oval 198">
                <a:extLst>
                  <a:ext uri="{FF2B5EF4-FFF2-40B4-BE49-F238E27FC236}">
                    <a16:creationId xmlns:a16="http://schemas.microsoft.com/office/drawing/2014/main" id="{F0ECF294-28FF-5AC3-EC54-9EC77DB720C4}"/>
                  </a:ext>
                </a:extLst>
              </p:cNvPr>
              <p:cNvSpPr>
                <a:spLocks noChangeArrowheads="1"/>
              </p:cNvSpPr>
              <p:nvPr/>
            </p:nvSpPr>
            <p:spPr bwMode="auto">
              <a:xfrm>
                <a:off x="1224" y="2970"/>
                <a:ext cx="5"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08" name="Oval 199">
                <a:extLst>
                  <a:ext uri="{FF2B5EF4-FFF2-40B4-BE49-F238E27FC236}">
                    <a16:creationId xmlns:a16="http://schemas.microsoft.com/office/drawing/2014/main" id="{E085BB0B-8E64-A109-7BD4-62E76AD6162F}"/>
                  </a:ext>
                </a:extLst>
              </p:cNvPr>
              <p:cNvSpPr>
                <a:spLocks noChangeArrowheads="1"/>
              </p:cNvSpPr>
              <p:nvPr/>
            </p:nvSpPr>
            <p:spPr bwMode="auto">
              <a:xfrm>
                <a:off x="1238" y="2970"/>
                <a:ext cx="5"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09" name="Oval 200">
                <a:extLst>
                  <a:ext uri="{FF2B5EF4-FFF2-40B4-BE49-F238E27FC236}">
                    <a16:creationId xmlns:a16="http://schemas.microsoft.com/office/drawing/2014/main" id="{ACE5E4A6-0926-4E45-26A5-F27CCAE434F3}"/>
                  </a:ext>
                </a:extLst>
              </p:cNvPr>
              <p:cNvSpPr>
                <a:spLocks noChangeArrowheads="1"/>
              </p:cNvSpPr>
              <p:nvPr/>
            </p:nvSpPr>
            <p:spPr bwMode="auto">
              <a:xfrm>
                <a:off x="1253" y="2970"/>
                <a:ext cx="5"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10" name="Oval 201">
                <a:extLst>
                  <a:ext uri="{FF2B5EF4-FFF2-40B4-BE49-F238E27FC236}">
                    <a16:creationId xmlns:a16="http://schemas.microsoft.com/office/drawing/2014/main" id="{FF9CA1C9-BAC3-D9C0-F7B6-AAA9D7C7703F}"/>
                  </a:ext>
                </a:extLst>
              </p:cNvPr>
              <p:cNvSpPr>
                <a:spLocks noChangeArrowheads="1"/>
              </p:cNvSpPr>
              <p:nvPr/>
            </p:nvSpPr>
            <p:spPr bwMode="auto">
              <a:xfrm>
                <a:off x="1269" y="2970"/>
                <a:ext cx="4"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11" name="Oval 202">
                <a:extLst>
                  <a:ext uri="{FF2B5EF4-FFF2-40B4-BE49-F238E27FC236}">
                    <a16:creationId xmlns:a16="http://schemas.microsoft.com/office/drawing/2014/main" id="{42E7C502-2D76-DCC7-9BE4-F5DF22849286}"/>
                  </a:ext>
                </a:extLst>
              </p:cNvPr>
              <p:cNvSpPr>
                <a:spLocks noChangeArrowheads="1"/>
              </p:cNvSpPr>
              <p:nvPr/>
            </p:nvSpPr>
            <p:spPr bwMode="auto">
              <a:xfrm>
                <a:off x="1283" y="2970"/>
                <a:ext cx="4"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12" name="Oval 203">
                <a:extLst>
                  <a:ext uri="{FF2B5EF4-FFF2-40B4-BE49-F238E27FC236}">
                    <a16:creationId xmlns:a16="http://schemas.microsoft.com/office/drawing/2014/main" id="{71FADAEB-4D6F-3193-7BFF-CE0657803085}"/>
                  </a:ext>
                </a:extLst>
              </p:cNvPr>
              <p:cNvSpPr>
                <a:spLocks noChangeArrowheads="1"/>
              </p:cNvSpPr>
              <p:nvPr/>
            </p:nvSpPr>
            <p:spPr bwMode="auto">
              <a:xfrm>
                <a:off x="1298" y="2970"/>
                <a:ext cx="4"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13" name="Oval 204">
                <a:extLst>
                  <a:ext uri="{FF2B5EF4-FFF2-40B4-BE49-F238E27FC236}">
                    <a16:creationId xmlns:a16="http://schemas.microsoft.com/office/drawing/2014/main" id="{AEC56D69-E254-5FCD-EE60-692A3A2DBDCA}"/>
                  </a:ext>
                </a:extLst>
              </p:cNvPr>
              <p:cNvSpPr>
                <a:spLocks noChangeArrowheads="1"/>
              </p:cNvSpPr>
              <p:nvPr/>
            </p:nvSpPr>
            <p:spPr bwMode="auto">
              <a:xfrm>
                <a:off x="1312" y="2970"/>
                <a:ext cx="4"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14" name="Oval 205">
                <a:extLst>
                  <a:ext uri="{FF2B5EF4-FFF2-40B4-BE49-F238E27FC236}">
                    <a16:creationId xmlns:a16="http://schemas.microsoft.com/office/drawing/2014/main" id="{82A6D5DB-5F0F-EEDF-23AE-08C380319937}"/>
                  </a:ext>
                </a:extLst>
              </p:cNvPr>
              <p:cNvSpPr>
                <a:spLocks noChangeArrowheads="1"/>
              </p:cNvSpPr>
              <p:nvPr/>
            </p:nvSpPr>
            <p:spPr bwMode="auto">
              <a:xfrm>
                <a:off x="1326" y="2970"/>
                <a:ext cx="5"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15" name="Oval 206">
                <a:extLst>
                  <a:ext uri="{FF2B5EF4-FFF2-40B4-BE49-F238E27FC236}">
                    <a16:creationId xmlns:a16="http://schemas.microsoft.com/office/drawing/2014/main" id="{57EE68C2-0B9A-C25E-57DB-82450BA204F9}"/>
                  </a:ext>
                </a:extLst>
              </p:cNvPr>
              <p:cNvSpPr>
                <a:spLocks noChangeArrowheads="1"/>
              </p:cNvSpPr>
              <p:nvPr/>
            </p:nvSpPr>
            <p:spPr bwMode="auto">
              <a:xfrm>
                <a:off x="1341" y="2970"/>
                <a:ext cx="5"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16" name="Oval 207">
                <a:extLst>
                  <a:ext uri="{FF2B5EF4-FFF2-40B4-BE49-F238E27FC236}">
                    <a16:creationId xmlns:a16="http://schemas.microsoft.com/office/drawing/2014/main" id="{C296FEF5-548A-79D8-417F-CB8371C002BA}"/>
                  </a:ext>
                </a:extLst>
              </p:cNvPr>
              <p:cNvSpPr>
                <a:spLocks noChangeArrowheads="1"/>
              </p:cNvSpPr>
              <p:nvPr/>
            </p:nvSpPr>
            <p:spPr bwMode="auto">
              <a:xfrm>
                <a:off x="1356" y="2970"/>
                <a:ext cx="4"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417" name="Oval 208">
                <a:extLst>
                  <a:ext uri="{FF2B5EF4-FFF2-40B4-BE49-F238E27FC236}">
                    <a16:creationId xmlns:a16="http://schemas.microsoft.com/office/drawing/2014/main" id="{58E6880D-0527-E79A-AC42-CD909F68EB6E}"/>
                  </a:ext>
                </a:extLst>
              </p:cNvPr>
              <p:cNvSpPr>
                <a:spLocks noChangeArrowheads="1"/>
              </p:cNvSpPr>
              <p:nvPr/>
            </p:nvSpPr>
            <p:spPr bwMode="auto">
              <a:xfrm>
                <a:off x="1372" y="2970"/>
                <a:ext cx="3"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56367" name="Group 209">
              <a:extLst>
                <a:ext uri="{FF2B5EF4-FFF2-40B4-BE49-F238E27FC236}">
                  <a16:creationId xmlns:a16="http://schemas.microsoft.com/office/drawing/2014/main" id="{56E17C3E-E056-31E8-4709-8DEB011677C0}"/>
                </a:ext>
              </a:extLst>
            </p:cNvPr>
            <p:cNvGrpSpPr>
              <a:grpSpLocks/>
            </p:cNvGrpSpPr>
            <p:nvPr/>
          </p:nvGrpSpPr>
          <p:grpSpPr bwMode="auto">
            <a:xfrm>
              <a:off x="1066" y="3011"/>
              <a:ext cx="310" cy="5"/>
              <a:chOff x="1066" y="3011"/>
              <a:chExt cx="310" cy="5"/>
            </a:xfrm>
          </p:grpSpPr>
          <p:sp>
            <p:nvSpPr>
              <p:cNvPr id="56374" name="Oval 210">
                <a:extLst>
                  <a:ext uri="{FF2B5EF4-FFF2-40B4-BE49-F238E27FC236}">
                    <a16:creationId xmlns:a16="http://schemas.microsoft.com/office/drawing/2014/main" id="{0A14E360-C6FC-4BEA-9954-BBFA5997D0C2}"/>
                  </a:ext>
                </a:extLst>
              </p:cNvPr>
              <p:cNvSpPr>
                <a:spLocks noChangeArrowheads="1"/>
              </p:cNvSpPr>
              <p:nvPr/>
            </p:nvSpPr>
            <p:spPr bwMode="auto">
              <a:xfrm>
                <a:off x="1066" y="3011"/>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75" name="Oval 211">
                <a:extLst>
                  <a:ext uri="{FF2B5EF4-FFF2-40B4-BE49-F238E27FC236}">
                    <a16:creationId xmlns:a16="http://schemas.microsoft.com/office/drawing/2014/main" id="{26217610-DB38-74E5-7E22-BB847A9FC2C5}"/>
                  </a:ext>
                </a:extLst>
              </p:cNvPr>
              <p:cNvSpPr>
                <a:spLocks noChangeArrowheads="1"/>
              </p:cNvSpPr>
              <p:nvPr/>
            </p:nvSpPr>
            <p:spPr bwMode="auto">
              <a:xfrm>
                <a:off x="1083" y="3011"/>
                <a:ext cx="3"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76" name="Oval 212">
                <a:extLst>
                  <a:ext uri="{FF2B5EF4-FFF2-40B4-BE49-F238E27FC236}">
                    <a16:creationId xmlns:a16="http://schemas.microsoft.com/office/drawing/2014/main" id="{40F954B1-8AB3-8262-3442-803BC0A605BF}"/>
                  </a:ext>
                </a:extLst>
              </p:cNvPr>
              <p:cNvSpPr>
                <a:spLocks noChangeArrowheads="1"/>
              </p:cNvSpPr>
              <p:nvPr/>
            </p:nvSpPr>
            <p:spPr bwMode="auto">
              <a:xfrm>
                <a:off x="1094" y="3011"/>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77" name="Oval 213">
                <a:extLst>
                  <a:ext uri="{FF2B5EF4-FFF2-40B4-BE49-F238E27FC236}">
                    <a16:creationId xmlns:a16="http://schemas.microsoft.com/office/drawing/2014/main" id="{2ACAA382-6716-A49D-0DA8-A3F4C00CADA7}"/>
                  </a:ext>
                </a:extLst>
              </p:cNvPr>
              <p:cNvSpPr>
                <a:spLocks noChangeArrowheads="1"/>
              </p:cNvSpPr>
              <p:nvPr/>
            </p:nvSpPr>
            <p:spPr bwMode="auto">
              <a:xfrm>
                <a:off x="1108" y="3011"/>
                <a:ext cx="4"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78" name="Oval 214">
                <a:extLst>
                  <a:ext uri="{FF2B5EF4-FFF2-40B4-BE49-F238E27FC236}">
                    <a16:creationId xmlns:a16="http://schemas.microsoft.com/office/drawing/2014/main" id="{EFBF9239-D36F-5FA7-B836-4E0C96DB6F17}"/>
                  </a:ext>
                </a:extLst>
              </p:cNvPr>
              <p:cNvSpPr>
                <a:spLocks noChangeArrowheads="1"/>
              </p:cNvSpPr>
              <p:nvPr/>
            </p:nvSpPr>
            <p:spPr bwMode="auto">
              <a:xfrm>
                <a:off x="1123" y="3011"/>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79" name="Oval 215">
                <a:extLst>
                  <a:ext uri="{FF2B5EF4-FFF2-40B4-BE49-F238E27FC236}">
                    <a16:creationId xmlns:a16="http://schemas.microsoft.com/office/drawing/2014/main" id="{F9DE39F1-4611-4D8E-2154-67984E6B6DA1}"/>
                  </a:ext>
                </a:extLst>
              </p:cNvPr>
              <p:cNvSpPr>
                <a:spLocks noChangeArrowheads="1"/>
              </p:cNvSpPr>
              <p:nvPr/>
            </p:nvSpPr>
            <p:spPr bwMode="auto">
              <a:xfrm>
                <a:off x="1138" y="3011"/>
                <a:ext cx="4"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80" name="Oval 216">
                <a:extLst>
                  <a:ext uri="{FF2B5EF4-FFF2-40B4-BE49-F238E27FC236}">
                    <a16:creationId xmlns:a16="http://schemas.microsoft.com/office/drawing/2014/main" id="{48756440-E689-854C-A771-FB0DC03FF467}"/>
                  </a:ext>
                </a:extLst>
              </p:cNvPr>
              <p:cNvSpPr>
                <a:spLocks noChangeArrowheads="1"/>
              </p:cNvSpPr>
              <p:nvPr/>
            </p:nvSpPr>
            <p:spPr bwMode="auto">
              <a:xfrm>
                <a:off x="1151" y="3011"/>
                <a:ext cx="6"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81" name="Oval 217">
                <a:extLst>
                  <a:ext uri="{FF2B5EF4-FFF2-40B4-BE49-F238E27FC236}">
                    <a16:creationId xmlns:a16="http://schemas.microsoft.com/office/drawing/2014/main" id="{A4E14D31-8C4A-C46C-12C9-7268F42B8EE0}"/>
                  </a:ext>
                </a:extLst>
              </p:cNvPr>
              <p:cNvSpPr>
                <a:spLocks noChangeArrowheads="1"/>
              </p:cNvSpPr>
              <p:nvPr/>
            </p:nvSpPr>
            <p:spPr bwMode="auto">
              <a:xfrm>
                <a:off x="1167" y="3011"/>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82" name="Oval 218">
                <a:extLst>
                  <a:ext uri="{FF2B5EF4-FFF2-40B4-BE49-F238E27FC236}">
                    <a16:creationId xmlns:a16="http://schemas.microsoft.com/office/drawing/2014/main" id="{BAE84C1C-FEA1-1E70-C68A-3CEF2622B892}"/>
                  </a:ext>
                </a:extLst>
              </p:cNvPr>
              <p:cNvSpPr>
                <a:spLocks noChangeArrowheads="1"/>
              </p:cNvSpPr>
              <p:nvPr/>
            </p:nvSpPr>
            <p:spPr bwMode="auto">
              <a:xfrm>
                <a:off x="1182" y="3011"/>
                <a:ext cx="4"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83" name="Oval 219">
                <a:extLst>
                  <a:ext uri="{FF2B5EF4-FFF2-40B4-BE49-F238E27FC236}">
                    <a16:creationId xmlns:a16="http://schemas.microsoft.com/office/drawing/2014/main" id="{45001D3B-6C53-4E89-FA7D-DF48666D5F2A}"/>
                  </a:ext>
                </a:extLst>
              </p:cNvPr>
              <p:cNvSpPr>
                <a:spLocks noChangeArrowheads="1"/>
              </p:cNvSpPr>
              <p:nvPr/>
            </p:nvSpPr>
            <p:spPr bwMode="auto">
              <a:xfrm>
                <a:off x="1196" y="3011"/>
                <a:ext cx="4"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84" name="Oval 220">
                <a:extLst>
                  <a:ext uri="{FF2B5EF4-FFF2-40B4-BE49-F238E27FC236}">
                    <a16:creationId xmlns:a16="http://schemas.microsoft.com/office/drawing/2014/main" id="{3EE28F9C-E747-5874-2F51-5BE093878744}"/>
                  </a:ext>
                </a:extLst>
              </p:cNvPr>
              <p:cNvSpPr>
                <a:spLocks noChangeArrowheads="1"/>
              </p:cNvSpPr>
              <p:nvPr/>
            </p:nvSpPr>
            <p:spPr bwMode="auto">
              <a:xfrm>
                <a:off x="1211" y="3011"/>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85" name="Oval 221">
                <a:extLst>
                  <a:ext uri="{FF2B5EF4-FFF2-40B4-BE49-F238E27FC236}">
                    <a16:creationId xmlns:a16="http://schemas.microsoft.com/office/drawing/2014/main" id="{BB87305A-C75A-DC6E-6C13-C54F50F2EFE5}"/>
                  </a:ext>
                </a:extLst>
              </p:cNvPr>
              <p:cNvSpPr>
                <a:spLocks noChangeArrowheads="1"/>
              </p:cNvSpPr>
              <p:nvPr/>
            </p:nvSpPr>
            <p:spPr bwMode="auto">
              <a:xfrm>
                <a:off x="1225" y="3011"/>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86" name="Oval 222">
                <a:extLst>
                  <a:ext uri="{FF2B5EF4-FFF2-40B4-BE49-F238E27FC236}">
                    <a16:creationId xmlns:a16="http://schemas.microsoft.com/office/drawing/2014/main" id="{AF1780F2-82B9-E85F-A04E-376A35D0F478}"/>
                  </a:ext>
                </a:extLst>
              </p:cNvPr>
              <p:cNvSpPr>
                <a:spLocks noChangeArrowheads="1"/>
              </p:cNvSpPr>
              <p:nvPr/>
            </p:nvSpPr>
            <p:spPr bwMode="auto">
              <a:xfrm>
                <a:off x="1240" y="3011"/>
                <a:ext cx="6"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87" name="Oval 223">
                <a:extLst>
                  <a:ext uri="{FF2B5EF4-FFF2-40B4-BE49-F238E27FC236}">
                    <a16:creationId xmlns:a16="http://schemas.microsoft.com/office/drawing/2014/main" id="{931114E0-9575-27E2-863F-94E3E2653CFA}"/>
                  </a:ext>
                </a:extLst>
              </p:cNvPr>
              <p:cNvSpPr>
                <a:spLocks noChangeArrowheads="1"/>
              </p:cNvSpPr>
              <p:nvPr/>
            </p:nvSpPr>
            <p:spPr bwMode="auto">
              <a:xfrm>
                <a:off x="1255" y="3011"/>
                <a:ext cx="4"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88" name="Oval 224">
                <a:extLst>
                  <a:ext uri="{FF2B5EF4-FFF2-40B4-BE49-F238E27FC236}">
                    <a16:creationId xmlns:a16="http://schemas.microsoft.com/office/drawing/2014/main" id="{0C2EA30B-4DFB-1A07-57F8-1C5DAE39428B}"/>
                  </a:ext>
                </a:extLst>
              </p:cNvPr>
              <p:cNvSpPr>
                <a:spLocks noChangeArrowheads="1"/>
              </p:cNvSpPr>
              <p:nvPr/>
            </p:nvSpPr>
            <p:spPr bwMode="auto">
              <a:xfrm>
                <a:off x="1269" y="3011"/>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89" name="Oval 225">
                <a:extLst>
                  <a:ext uri="{FF2B5EF4-FFF2-40B4-BE49-F238E27FC236}">
                    <a16:creationId xmlns:a16="http://schemas.microsoft.com/office/drawing/2014/main" id="{DF3F76CC-9AC2-0356-73A7-CD3408F768D6}"/>
                  </a:ext>
                </a:extLst>
              </p:cNvPr>
              <p:cNvSpPr>
                <a:spLocks noChangeArrowheads="1"/>
              </p:cNvSpPr>
              <p:nvPr/>
            </p:nvSpPr>
            <p:spPr bwMode="auto">
              <a:xfrm>
                <a:off x="1285" y="3011"/>
                <a:ext cx="3"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90" name="Oval 226">
                <a:extLst>
                  <a:ext uri="{FF2B5EF4-FFF2-40B4-BE49-F238E27FC236}">
                    <a16:creationId xmlns:a16="http://schemas.microsoft.com/office/drawing/2014/main" id="{287739FD-263F-D846-F64D-5F590C1D646E}"/>
                  </a:ext>
                </a:extLst>
              </p:cNvPr>
              <p:cNvSpPr>
                <a:spLocks noChangeArrowheads="1"/>
              </p:cNvSpPr>
              <p:nvPr/>
            </p:nvSpPr>
            <p:spPr bwMode="auto">
              <a:xfrm>
                <a:off x="1298" y="3011"/>
                <a:ext cx="4"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91" name="Oval 227">
                <a:extLst>
                  <a:ext uri="{FF2B5EF4-FFF2-40B4-BE49-F238E27FC236}">
                    <a16:creationId xmlns:a16="http://schemas.microsoft.com/office/drawing/2014/main" id="{B3031846-686F-1768-A0B7-F17AC5AF2F00}"/>
                  </a:ext>
                </a:extLst>
              </p:cNvPr>
              <p:cNvSpPr>
                <a:spLocks noChangeArrowheads="1"/>
              </p:cNvSpPr>
              <p:nvPr/>
            </p:nvSpPr>
            <p:spPr bwMode="auto">
              <a:xfrm>
                <a:off x="1313" y="3011"/>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92" name="Oval 228">
                <a:extLst>
                  <a:ext uri="{FF2B5EF4-FFF2-40B4-BE49-F238E27FC236}">
                    <a16:creationId xmlns:a16="http://schemas.microsoft.com/office/drawing/2014/main" id="{3AE70BAD-541F-B027-0677-34D061EED072}"/>
                  </a:ext>
                </a:extLst>
              </p:cNvPr>
              <p:cNvSpPr>
                <a:spLocks noChangeArrowheads="1"/>
              </p:cNvSpPr>
              <p:nvPr/>
            </p:nvSpPr>
            <p:spPr bwMode="auto">
              <a:xfrm>
                <a:off x="1327" y="3011"/>
                <a:ext cx="6"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93" name="Oval 229">
                <a:extLst>
                  <a:ext uri="{FF2B5EF4-FFF2-40B4-BE49-F238E27FC236}">
                    <a16:creationId xmlns:a16="http://schemas.microsoft.com/office/drawing/2014/main" id="{7F643895-C82C-C831-BDF2-B59AFAF5ACC8}"/>
                  </a:ext>
                </a:extLst>
              </p:cNvPr>
              <p:cNvSpPr>
                <a:spLocks noChangeArrowheads="1"/>
              </p:cNvSpPr>
              <p:nvPr/>
            </p:nvSpPr>
            <p:spPr bwMode="auto">
              <a:xfrm>
                <a:off x="1342" y="3011"/>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94" name="Oval 230">
                <a:extLst>
                  <a:ext uri="{FF2B5EF4-FFF2-40B4-BE49-F238E27FC236}">
                    <a16:creationId xmlns:a16="http://schemas.microsoft.com/office/drawing/2014/main" id="{749C4B0F-BC55-6C51-DBF4-4E752DC2D578}"/>
                  </a:ext>
                </a:extLst>
              </p:cNvPr>
              <p:cNvSpPr>
                <a:spLocks noChangeArrowheads="1"/>
              </p:cNvSpPr>
              <p:nvPr/>
            </p:nvSpPr>
            <p:spPr bwMode="auto">
              <a:xfrm>
                <a:off x="1359" y="3011"/>
                <a:ext cx="3"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95" name="Oval 231">
                <a:extLst>
                  <a:ext uri="{FF2B5EF4-FFF2-40B4-BE49-F238E27FC236}">
                    <a16:creationId xmlns:a16="http://schemas.microsoft.com/office/drawing/2014/main" id="{85FCBE94-0E29-58CA-B162-9C5C44649735}"/>
                  </a:ext>
                </a:extLst>
              </p:cNvPr>
              <p:cNvSpPr>
                <a:spLocks noChangeArrowheads="1"/>
              </p:cNvSpPr>
              <p:nvPr/>
            </p:nvSpPr>
            <p:spPr bwMode="auto">
              <a:xfrm>
                <a:off x="1372" y="3011"/>
                <a:ext cx="4"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sp>
          <p:nvSpPr>
            <p:cNvPr id="56368" name="AutoShape 232">
              <a:extLst>
                <a:ext uri="{FF2B5EF4-FFF2-40B4-BE49-F238E27FC236}">
                  <a16:creationId xmlns:a16="http://schemas.microsoft.com/office/drawing/2014/main" id="{4DCAB58D-5FEB-DDD8-5DDD-73FCA0DE8FED}"/>
                </a:ext>
              </a:extLst>
            </p:cNvPr>
            <p:cNvSpPr>
              <a:spLocks noChangeArrowheads="1"/>
            </p:cNvSpPr>
            <p:nvPr/>
          </p:nvSpPr>
          <p:spPr bwMode="auto">
            <a:xfrm>
              <a:off x="1450" y="2825"/>
              <a:ext cx="62" cy="190"/>
            </a:xfrm>
            <a:prstGeom prst="cube">
              <a:avLst>
                <a:gd name="adj" fmla="val 24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69" name="AutoShape 233">
              <a:extLst>
                <a:ext uri="{FF2B5EF4-FFF2-40B4-BE49-F238E27FC236}">
                  <a16:creationId xmlns:a16="http://schemas.microsoft.com/office/drawing/2014/main" id="{7E6CA390-444E-3601-B8A7-F12BEA08BD37}"/>
                </a:ext>
              </a:extLst>
            </p:cNvPr>
            <p:cNvSpPr>
              <a:spLocks noChangeArrowheads="1"/>
            </p:cNvSpPr>
            <p:nvPr/>
          </p:nvSpPr>
          <p:spPr bwMode="auto">
            <a:xfrm>
              <a:off x="1464" y="2958"/>
              <a:ext cx="15" cy="38"/>
            </a:xfrm>
            <a:prstGeom prst="octagon">
              <a:avLst>
                <a:gd name="adj" fmla="val 29282"/>
              </a:avLst>
            </a:prstGeom>
            <a:solidFill>
              <a:schemeClr val="bg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70" name="Rectangle 234">
              <a:extLst>
                <a:ext uri="{FF2B5EF4-FFF2-40B4-BE49-F238E27FC236}">
                  <a16:creationId xmlns:a16="http://schemas.microsoft.com/office/drawing/2014/main" id="{4A0BCAAF-BD73-6786-75B5-20646F988584}"/>
                </a:ext>
              </a:extLst>
            </p:cNvPr>
            <p:cNvSpPr>
              <a:spLocks noChangeArrowheads="1"/>
            </p:cNvSpPr>
            <p:nvPr/>
          </p:nvSpPr>
          <p:spPr bwMode="auto">
            <a:xfrm>
              <a:off x="1462" y="2886"/>
              <a:ext cx="21" cy="15"/>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71" name="Rectangle 235">
              <a:extLst>
                <a:ext uri="{FF2B5EF4-FFF2-40B4-BE49-F238E27FC236}">
                  <a16:creationId xmlns:a16="http://schemas.microsoft.com/office/drawing/2014/main" id="{472C8BCD-6C1D-C557-4D89-ED7B5C210F0C}"/>
                </a:ext>
              </a:extLst>
            </p:cNvPr>
            <p:cNvSpPr>
              <a:spLocks noChangeArrowheads="1"/>
            </p:cNvSpPr>
            <p:nvPr/>
          </p:nvSpPr>
          <p:spPr bwMode="auto">
            <a:xfrm>
              <a:off x="1462" y="2851"/>
              <a:ext cx="21" cy="16"/>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72" name="Line 236">
              <a:extLst>
                <a:ext uri="{FF2B5EF4-FFF2-40B4-BE49-F238E27FC236}">
                  <a16:creationId xmlns:a16="http://schemas.microsoft.com/office/drawing/2014/main" id="{2A7288DD-B670-D862-8B55-B68CD406065E}"/>
                </a:ext>
              </a:extLst>
            </p:cNvPr>
            <p:cNvSpPr>
              <a:spLocks noChangeShapeType="1"/>
            </p:cNvSpPr>
            <p:nvPr/>
          </p:nvSpPr>
          <p:spPr bwMode="auto">
            <a:xfrm>
              <a:off x="967" y="2884"/>
              <a:ext cx="7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73" name="Line 237">
              <a:extLst>
                <a:ext uri="{FF2B5EF4-FFF2-40B4-BE49-F238E27FC236}">
                  <a16:creationId xmlns:a16="http://schemas.microsoft.com/office/drawing/2014/main" id="{7B5EE8CC-4629-DA96-5807-CA31ADDFE5FB}"/>
                </a:ext>
              </a:extLst>
            </p:cNvPr>
            <p:cNvSpPr>
              <a:spLocks noChangeShapeType="1"/>
            </p:cNvSpPr>
            <p:nvPr/>
          </p:nvSpPr>
          <p:spPr bwMode="auto">
            <a:xfrm>
              <a:off x="967" y="2939"/>
              <a:ext cx="7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6339" name="Group 238">
            <a:extLst>
              <a:ext uri="{FF2B5EF4-FFF2-40B4-BE49-F238E27FC236}">
                <a16:creationId xmlns:a16="http://schemas.microsoft.com/office/drawing/2014/main" id="{0F902629-1EE0-B27B-AAC2-F631F20BB860}"/>
              </a:ext>
            </a:extLst>
          </p:cNvPr>
          <p:cNvGrpSpPr>
            <a:grpSpLocks/>
          </p:cNvGrpSpPr>
          <p:nvPr/>
        </p:nvGrpSpPr>
        <p:grpSpPr bwMode="auto">
          <a:xfrm>
            <a:off x="549275" y="3581400"/>
            <a:ext cx="7750175" cy="120650"/>
            <a:chOff x="727" y="2375"/>
            <a:chExt cx="4882" cy="76"/>
          </a:xfrm>
        </p:grpSpPr>
        <p:sp>
          <p:nvSpPr>
            <p:cNvPr id="56344" name="Line 239">
              <a:extLst>
                <a:ext uri="{FF2B5EF4-FFF2-40B4-BE49-F238E27FC236}">
                  <a16:creationId xmlns:a16="http://schemas.microsoft.com/office/drawing/2014/main" id="{2D55511C-E7C1-BFD6-8D0D-603A4326DC0B}"/>
                </a:ext>
              </a:extLst>
            </p:cNvPr>
            <p:cNvSpPr>
              <a:spLocks noChangeShapeType="1"/>
            </p:cNvSpPr>
            <p:nvPr/>
          </p:nvSpPr>
          <p:spPr bwMode="auto">
            <a:xfrm>
              <a:off x="727" y="2375"/>
              <a:ext cx="4882" cy="0"/>
            </a:xfrm>
            <a:prstGeom prst="line">
              <a:avLst/>
            </a:prstGeom>
            <a:noFill/>
            <a:ln w="1270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45" name="Line 240">
              <a:extLst>
                <a:ext uri="{FF2B5EF4-FFF2-40B4-BE49-F238E27FC236}">
                  <a16:creationId xmlns:a16="http://schemas.microsoft.com/office/drawing/2014/main" id="{68DE6AC8-E4B6-7669-F433-3EFE76C32FD4}"/>
                </a:ext>
              </a:extLst>
            </p:cNvPr>
            <p:cNvSpPr>
              <a:spLocks noChangeShapeType="1"/>
            </p:cNvSpPr>
            <p:nvPr/>
          </p:nvSpPr>
          <p:spPr bwMode="auto">
            <a:xfrm>
              <a:off x="727" y="2451"/>
              <a:ext cx="4882" cy="0"/>
            </a:xfrm>
            <a:prstGeom prst="line">
              <a:avLst/>
            </a:prstGeom>
            <a:noFill/>
            <a:ln w="1270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6340" name="Rectangle 241">
            <a:extLst>
              <a:ext uri="{FF2B5EF4-FFF2-40B4-BE49-F238E27FC236}">
                <a16:creationId xmlns:a16="http://schemas.microsoft.com/office/drawing/2014/main" id="{B6E0D798-DC9A-D37E-D014-71D533B19C9E}"/>
              </a:ext>
            </a:extLst>
          </p:cNvPr>
          <p:cNvSpPr>
            <a:spLocks noChangeArrowheads="1"/>
          </p:cNvSpPr>
          <p:nvPr/>
        </p:nvSpPr>
        <p:spPr bwMode="auto">
          <a:xfrm>
            <a:off x="2954338" y="3455988"/>
            <a:ext cx="2171700"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sz="1800">
                <a:solidFill>
                  <a:schemeClr val="bg1"/>
                </a:solidFill>
              </a:rPr>
              <a:t>PROFIBUS-DP</a:t>
            </a:r>
          </a:p>
        </p:txBody>
      </p:sp>
      <p:sp>
        <p:nvSpPr>
          <p:cNvPr id="56341" name="AutoShape 242">
            <a:extLst>
              <a:ext uri="{FF2B5EF4-FFF2-40B4-BE49-F238E27FC236}">
                <a16:creationId xmlns:a16="http://schemas.microsoft.com/office/drawing/2014/main" id="{263D2CE5-76A6-3D93-F7DE-D93CC3B6BC7A}"/>
              </a:ext>
            </a:extLst>
          </p:cNvPr>
          <p:cNvSpPr>
            <a:spLocks noChangeArrowheads="1"/>
          </p:cNvSpPr>
          <p:nvPr/>
        </p:nvSpPr>
        <p:spPr bwMode="auto">
          <a:xfrm rot="-5400000">
            <a:off x="-11112" y="3375025"/>
            <a:ext cx="546100" cy="523875"/>
          </a:xfrm>
          <a:prstGeom prst="triangle">
            <a:avLst>
              <a:gd name="adj" fmla="val 49995"/>
            </a:avLst>
          </a:prstGeom>
          <a:solidFill>
            <a:schemeClr val="hlink"/>
          </a:solidFill>
          <a:ln w="1270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42" name="AutoShape 243">
            <a:extLst>
              <a:ext uri="{FF2B5EF4-FFF2-40B4-BE49-F238E27FC236}">
                <a16:creationId xmlns:a16="http://schemas.microsoft.com/office/drawing/2014/main" id="{1F2538C1-54DC-D90C-6CF5-C8BE62D0D145}"/>
              </a:ext>
            </a:extLst>
          </p:cNvPr>
          <p:cNvSpPr>
            <a:spLocks noChangeArrowheads="1"/>
          </p:cNvSpPr>
          <p:nvPr/>
        </p:nvSpPr>
        <p:spPr bwMode="auto">
          <a:xfrm rot="5400000">
            <a:off x="8267701" y="3375025"/>
            <a:ext cx="546100" cy="523875"/>
          </a:xfrm>
          <a:prstGeom prst="triangle">
            <a:avLst>
              <a:gd name="adj" fmla="val 49995"/>
            </a:avLst>
          </a:prstGeom>
          <a:solidFill>
            <a:schemeClr val="hlink"/>
          </a:solidFill>
          <a:ln w="1270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6343" name="Rectangle 244">
            <a:extLst>
              <a:ext uri="{FF2B5EF4-FFF2-40B4-BE49-F238E27FC236}">
                <a16:creationId xmlns:a16="http://schemas.microsoft.com/office/drawing/2014/main" id="{0FAABE33-4399-322D-6DAF-DF473E2F9A8B}"/>
              </a:ext>
            </a:extLst>
          </p:cNvPr>
          <p:cNvSpPr>
            <a:spLocks noChangeArrowheads="1"/>
          </p:cNvSpPr>
          <p:nvPr/>
        </p:nvSpPr>
        <p:spPr bwMode="auto">
          <a:xfrm>
            <a:off x="1944688" y="2200275"/>
            <a:ext cx="585787"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sz="1600">
                <a:solidFill>
                  <a:schemeClr val="bg1"/>
                </a:solidFill>
              </a:rPr>
              <a:t>PLC</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43">
            <a:extLst>
              <a:ext uri="{FF2B5EF4-FFF2-40B4-BE49-F238E27FC236}">
                <a16:creationId xmlns:a16="http://schemas.microsoft.com/office/drawing/2014/main" id="{CE3E59B2-DBBB-56F0-BE46-508D63C3574F}"/>
              </a:ext>
            </a:extLst>
          </p:cNvPr>
          <p:cNvSpPr>
            <a:spLocks noChangeArrowheads="1"/>
          </p:cNvSpPr>
          <p:nvPr/>
        </p:nvSpPr>
        <p:spPr bwMode="auto">
          <a:xfrm>
            <a:off x="455613" y="6016625"/>
            <a:ext cx="2057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371" name="Rectangle 244">
            <a:extLst>
              <a:ext uri="{FF2B5EF4-FFF2-40B4-BE49-F238E27FC236}">
                <a16:creationId xmlns:a16="http://schemas.microsoft.com/office/drawing/2014/main" id="{082A869C-513C-17BB-88C5-C113CFF986C9}"/>
              </a:ext>
            </a:extLst>
          </p:cNvPr>
          <p:cNvSpPr>
            <a:spLocks noChangeArrowheads="1"/>
          </p:cNvSpPr>
          <p:nvPr/>
        </p:nvSpPr>
        <p:spPr bwMode="auto">
          <a:xfrm>
            <a:off x="3122613" y="6016625"/>
            <a:ext cx="304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372" name="Oval 245">
            <a:extLst>
              <a:ext uri="{FF2B5EF4-FFF2-40B4-BE49-F238E27FC236}">
                <a16:creationId xmlns:a16="http://schemas.microsoft.com/office/drawing/2014/main" id="{319329D6-E9EB-ED7C-FF3D-ECA03004BA10}"/>
              </a:ext>
            </a:extLst>
          </p:cNvPr>
          <p:cNvSpPr>
            <a:spLocks noChangeArrowheads="1"/>
          </p:cNvSpPr>
          <p:nvPr/>
        </p:nvSpPr>
        <p:spPr bwMode="auto">
          <a:xfrm>
            <a:off x="4119563" y="2105025"/>
            <a:ext cx="4711700" cy="3644900"/>
          </a:xfrm>
          <a:prstGeom prst="ellipse">
            <a:avLst/>
          </a:prstGeom>
          <a:solidFill>
            <a:srgbClr val="FCFEB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373" name="Oval 246">
            <a:extLst>
              <a:ext uri="{FF2B5EF4-FFF2-40B4-BE49-F238E27FC236}">
                <a16:creationId xmlns:a16="http://schemas.microsoft.com/office/drawing/2014/main" id="{5F74DDFB-4672-DD5C-BF6A-9E6B54C01660}"/>
              </a:ext>
            </a:extLst>
          </p:cNvPr>
          <p:cNvSpPr>
            <a:spLocks noChangeArrowheads="1"/>
          </p:cNvSpPr>
          <p:nvPr/>
        </p:nvSpPr>
        <p:spPr bwMode="auto">
          <a:xfrm>
            <a:off x="461963" y="2105025"/>
            <a:ext cx="4711700" cy="3644900"/>
          </a:xfrm>
          <a:prstGeom prst="ellipse">
            <a:avLst/>
          </a:prstGeom>
          <a:solidFill>
            <a:srgbClr val="FCFEB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374" name="Rectangle 247">
            <a:extLst>
              <a:ext uri="{FF2B5EF4-FFF2-40B4-BE49-F238E27FC236}">
                <a16:creationId xmlns:a16="http://schemas.microsoft.com/office/drawing/2014/main" id="{3AB5E0EA-248E-D713-1C10-C060B5825154}"/>
              </a:ext>
            </a:extLst>
          </p:cNvPr>
          <p:cNvSpPr>
            <a:spLocks noChangeArrowheads="1"/>
          </p:cNvSpPr>
          <p:nvPr/>
        </p:nvSpPr>
        <p:spPr bwMode="auto">
          <a:xfrm>
            <a:off x="2741613" y="454025"/>
            <a:ext cx="4514850" cy="51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a:solidFill>
                  <a:srgbClr val="2F00CC"/>
                </a:solidFill>
              </a:rPr>
              <a:t>PROFIBUS-DP </a:t>
            </a:r>
            <a:r>
              <a:rPr kumimoji="1" lang="zh-CN" altLang="en-US">
                <a:solidFill>
                  <a:srgbClr val="2F00CC"/>
                </a:solidFill>
              </a:rPr>
              <a:t>多主站系统</a:t>
            </a:r>
          </a:p>
        </p:txBody>
      </p:sp>
      <p:sp>
        <p:nvSpPr>
          <p:cNvPr id="58375" name="Rectangle 248">
            <a:extLst>
              <a:ext uri="{FF2B5EF4-FFF2-40B4-BE49-F238E27FC236}">
                <a16:creationId xmlns:a16="http://schemas.microsoft.com/office/drawing/2014/main" id="{8A6C80DE-4354-23EC-8D9C-365BA8E60091}"/>
              </a:ext>
            </a:extLst>
          </p:cNvPr>
          <p:cNvSpPr>
            <a:spLocks noChangeArrowheads="1"/>
          </p:cNvSpPr>
          <p:nvPr/>
        </p:nvSpPr>
        <p:spPr bwMode="auto">
          <a:xfrm>
            <a:off x="400050" y="1076325"/>
            <a:ext cx="3914775" cy="30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ctr">
              <a:spcBef>
                <a:spcPct val="0"/>
              </a:spcBef>
            </a:pPr>
            <a:r>
              <a:rPr kumimoji="1" lang="zh-CN" altLang="en-US" sz="1400" dirty="0">
                <a:solidFill>
                  <a:srgbClr val="2F00CC"/>
                </a:solidFill>
              </a:rPr>
              <a:t>若干个 </a:t>
            </a:r>
            <a:r>
              <a:rPr kumimoji="1" lang="en-US" altLang="zh-CN" sz="1400" dirty="0">
                <a:solidFill>
                  <a:srgbClr val="2F00CC"/>
                </a:solidFill>
              </a:rPr>
              <a:t>DP-</a:t>
            </a:r>
            <a:r>
              <a:rPr kumimoji="1" lang="zh-CN" altLang="en-US" sz="1400" dirty="0">
                <a:solidFill>
                  <a:srgbClr val="2F00CC"/>
                </a:solidFill>
              </a:rPr>
              <a:t>主站可以用读功能访问一个 </a:t>
            </a:r>
            <a:r>
              <a:rPr kumimoji="1" lang="en-US" altLang="zh-CN" sz="1400" dirty="0">
                <a:solidFill>
                  <a:srgbClr val="2F00CC"/>
                </a:solidFill>
              </a:rPr>
              <a:t>DP-</a:t>
            </a:r>
            <a:r>
              <a:rPr kumimoji="1" lang="zh-CN" altLang="en-US" sz="1400" dirty="0">
                <a:solidFill>
                  <a:srgbClr val="2F00CC"/>
                </a:solidFill>
              </a:rPr>
              <a:t>从站</a:t>
            </a:r>
          </a:p>
        </p:txBody>
      </p:sp>
      <p:sp>
        <p:nvSpPr>
          <p:cNvPr id="58376" name="Rectangle 249">
            <a:extLst>
              <a:ext uri="{FF2B5EF4-FFF2-40B4-BE49-F238E27FC236}">
                <a16:creationId xmlns:a16="http://schemas.microsoft.com/office/drawing/2014/main" id="{5E710DCB-CEF0-9A62-746A-84EAE412277D}"/>
              </a:ext>
            </a:extLst>
          </p:cNvPr>
          <p:cNvSpPr>
            <a:spLocks noChangeArrowheads="1"/>
          </p:cNvSpPr>
          <p:nvPr/>
        </p:nvSpPr>
        <p:spPr bwMode="auto">
          <a:xfrm>
            <a:off x="4770438" y="1076325"/>
            <a:ext cx="3529012" cy="93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sz="1400">
                <a:solidFill>
                  <a:srgbClr val="2F00CC"/>
                </a:solidFill>
              </a:rPr>
              <a:t>PROFIBUS-DP </a:t>
            </a:r>
            <a:r>
              <a:rPr kumimoji="1" lang="zh-CN" altLang="en-US" sz="1400">
                <a:solidFill>
                  <a:srgbClr val="2F00CC"/>
                </a:solidFill>
              </a:rPr>
              <a:t>多主站系统的组成</a:t>
            </a:r>
            <a:r>
              <a:rPr kumimoji="1" lang="en-US" altLang="zh-CN" sz="1400">
                <a:solidFill>
                  <a:srgbClr val="2F00CC"/>
                </a:solidFill>
              </a:rPr>
              <a:t>:</a:t>
            </a:r>
          </a:p>
          <a:p>
            <a:pPr>
              <a:spcBef>
                <a:spcPct val="0"/>
              </a:spcBef>
            </a:pPr>
            <a:r>
              <a:rPr kumimoji="1" lang="en-US" altLang="zh-CN" sz="1400">
                <a:solidFill>
                  <a:srgbClr val="2F00CC"/>
                </a:solidFill>
              </a:rPr>
              <a:t>	- </a:t>
            </a:r>
            <a:r>
              <a:rPr kumimoji="1" lang="zh-CN" altLang="en-US" sz="1400">
                <a:solidFill>
                  <a:srgbClr val="2F00CC"/>
                </a:solidFill>
              </a:rPr>
              <a:t>多个主设备 </a:t>
            </a:r>
            <a:r>
              <a:rPr kumimoji="1" lang="en-US" altLang="zh-CN" sz="1400">
                <a:solidFill>
                  <a:srgbClr val="2F00CC"/>
                </a:solidFill>
              </a:rPr>
              <a:t>(1 </a:t>
            </a:r>
            <a:r>
              <a:rPr kumimoji="1" lang="zh-CN" altLang="en-US" sz="1400">
                <a:solidFill>
                  <a:srgbClr val="2F00CC"/>
                </a:solidFill>
              </a:rPr>
              <a:t>类 </a:t>
            </a:r>
            <a:r>
              <a:rPr kumimoji="1" lang="en-US" altLang="zh-CN" sz="1400">
                <a:solidFill>
                  <a:srgbClr val="2F00CC"/>
                </a:solidFill>
              </a:rPr>
              <a:t>or 2 </a:t>
            </a:r>
            <a:r>
              <a:rPr kumimoji="1" lang="zh-CN" altLang="en-US" sz="1400">
                <a:solidFill>
                  <a:srgbClr val="2F00CC"/>
                </a:solidFill>
              </a:rPr>
              <a:t>类</a:t>
            </a:r>
            <a:r>
              <a:rPr kumimoji="1" lang="en-US" altLang="zh-CN" sz="1400">
                <a:solidFill>
                  <a:srgbClr val="2F00CC"/>
                </a:solidFill>
              </a:rPr>
              <a:t>)</a:t>
            </a:r>
          </a:p>
          <a:p>
            <a:pPr>
              <a:spcBef>
                <a:spcPct val="0"/>
              </a:spcBef>
            </a:pPr>
            <a:r>
              <a:rPr kumimoji="1" lang="en-US" altLang="zh-CN" sz="1400">
                <a:solidFill>
                  <a:srgbClr val="2F00CC"/>
                </a:solidFill>
              </a:rPr>
              <a:t>	- 1 </a:t>
            </a:r>
            <a:r>
              <a:rPr kumimoji="1" lang="zh-CN" altLang="en-US" sz="1400">
                <a:solidFill>
                  <a:srgbClr val="2F00CC"/>
                </a:solidFill>
              </a:rPr>
              <a:t>到最多</a:t>
            </a:r>
            <a:r>
              <a:rPr kumimoji="1" lang="en-US" altLang="zh-CN" sz="1400">
                <a:solidFill>
                  <a:srgbClr val="2F00CC"/>
                </a:solidFill>
              </a:rPr>
              <a:t>124 </a:t>
            </a:r>
            <a:r>
              <a:rPr kumimoji="1" lang="zh-CN" altLang="en-US" sz="1400">
                <a:solidFill>
                  <a:srgbClr val="2F00CC"/>
                </a:solidFill>
              </a:rPr>
              <a:t>个 </a:t>
            </a:r>
            <a:r>
              <a:rPr kumimoji="1" lang="en-US" altLang="zh-CN" sz="1400">
                <a:solidFill>
                  <a:srgbClr val="2F00CC"/>
                </a:solidFill>
              </a:rPr>
              <a:t>DP-</a:t>
            </a:r>
            <a:r>
              <a:rPr kumimoji="1" lang="zh-CN" altLang="en-US" sz="1400">
                <a:solidFill>
                  <a:srgbClr val="2F00CC"/>
                </a:solidFill>
              </a:rPr>
              <a:t>从设备</a:t>
            </a:r>
          </a:p>
          <a:p>
            <a:pPr>
              <a:spcBef>
                <a:spcPct val="0"/>
              </a:spcBef>
            </a:pPr>
            <a:r>
              <a:rPr kumimoji="1" lang="zh-CN" altLang="en-US" sz="1400">
                <a:solidFill>
                  <a:srgbClr val="2F00CC"/>
                </a:solidFill>
              </a:rPr>
              <a:t>	</a:t>
            </a:r>
            <a:r>
              <a:rPr kumimoji="1" lang="en-US" altLang="zh-CN" sz="1400">
                <a:solidFill>
                  <a:srgbClr val="2F00CC"/>
                </a:solidFill>
              </a:rPr>
              <a:t>- </a:t>
            </a:r>
            <a:r>
              <a:rPr kumimoji="1" lang="zh-CN" altLang="en-US" sz="1400">
                <a:solidFill>
                  <a:srgbClr val="2F00CC"/>
                </a:solidFill>
              </a:rPr>
              <a:t>在同一个总线上最多</a:t>
            </a:r>
            <a:r>
              <a:rPr kumimoji="1" lang="en-US" altLang="zh-CN" sz="1400">
                <a:solidFill>
                  <a:srgbClr val="2F00CC"/>
                </a:solidFill>
              </a:rPr>
              <a:t>126 </a:t>
            </a:r>
            <a:r>
              <a:rPr kumimoji="1" lang="zh-CN" altLang="en-US" sz="1400">
                <a:solidFill>
                  <a:srgbClr val="2F00CC"/>
                </a:solidFill>
              </a:rPr>
              <a:t>个设备</a:t>
            </a:r>
          </a:p>
        </p:txBody>
      </p:sp>
      <p:sp>
        <p:nvSpPr>
          <p:cNvPr id="58377" name="Rectangle 250">
            <a:extLst>
              <a:ext uri="{FF2B5EF4-FFF2-40B4-BE49-F238E27FC236}">
                <a16:creationId xmlns:a16="http://schemas.microsoft.com/office/drawing/2014/main" id="{FA21CE0F-24DF-3F6C-A96B-BBE4993078A5}"/>
              </a:ext>
            </a:extLst>
          </p:cNvPr>
          <p:cNvSpPr>
            <a:spLocks noChangeArrowheads="1"/>
          </p:cNvSpPr>
          <p:nvPr/>
        </p:nvSpPr>
        <p:spPr bwMode="auto">
          <a:xfrm>
            <a:off x="3470275" y="1755775"/>
            <a:ext cx="790575"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ctr">
              <a:spcBef>
                <a:spcPct val="0"/>
              </a:spcBef>
            </a:pPr>
            <a:r>
              <a:rPr kumimoji="1" lang="en-US" altLang="zh-CN" sz="1200">
                <a:solidFill>
                  <a:srgbClr val="2F00CC"/>
                </a:solidFill>
              </a:rPr>
              <a:t>DP- </a:t>
            </a:r>
            <a:r>
              <a:rPr kumimoji="1" lang="zh-CN" altLang="en-US" sz="1200">
                <a:solidFill>
                  <a:srgbClr val="2F00CC"/>
                </a:solidFill>
              </a:rPr>
              <a:t>主站</a:t>
            </a:r>
          </a:p>
          <a:p>
            <a:pPr algn="ctr">
              <a:spcBef>
                <a:spcPct val="0"/>
              </a:spcBef>
            </a:pPr>
            <a:r>
              <a:rPr kumimoji="1" lang="en-US" altLang="zh-CN" sz="1200">
                <a:solidFill>
                  <a:srgbClr val="2F00CC"/>
                </a:solidFill>
              </a:rPr>
              <a:t>( 2 </a:t>
            </a:r>
            <a:r>
              <a:rPr kumimoji="1" lang="zh-CN" altLang="en-US" sz="1200">
                <a:solidFill>
                  <a:srgbClr val="2F00CC"/>
                </a:solidFill>
              </a:rPr>
              <a:t>类</a:t>
            </a:r>
            <a:r>
              <a:rPr kumimoji="1" lang="en-US" altLang="zh-CN" sz="1200">
                <a:solidFill>
                  <a:srgbClr val="2F00CC"/>
                </a:solidFill>
              </a:rPr>
              <a:t>)</a:t>
            </a:r>
          </a:p>
        </p:txBody>
      </p:sp>
      <p:sp>
        <p:nvSpPr>
          <p:cNvPr id="58378" name="Rectangle 251">
            <a:extLst>
              <a:ext uri="{FF2B5EF4-FFF2-40B4-BE49-F238E27FC236}">
                <a16:creationId xmlns:a16="http://schemas.microsoft.com/office/drawing/2014/main" id="{090FBB4E-9348-261D-62D4-4A2B893B9BCA}"/>
              </a:ext>
            </a:extLst>
          </p:cNvPr>
          <p:cNvSpPr>
            <a:spLocks noChangeArrowheads="1"/>
          </p:cNvSpPr>
          <p:nvPr/>
        </p:nvSpPr>
        <p:spPr bwMode="auto">
          <a:xfrm>
            <a:off x="7031038" y="2860675"/>
            <a:ext cx="790575"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ctr">
              <a:spcBef>
                <a:spcPct val="0"/>
              </a:spcBef>
            </a:pPr>
            <a:r>
              <a:rPr kumimoji="1" lang="en-US" altLang="zh-CN" sz="1200"/>
              <a:t>DP- </a:t>
            </a:r>
            <a:r>
              <a:rPr kumimoji="1" lang="zh-CN" altLang="en-US" sz="1200"/>
              <a:t>主站</a:t>
            </a:r>
          </a:p>
          <a:p>
            <a:pPr algn="ctr">
              <a:spcBef>
                <a:spcPct val="0"/>
              </a:spcBef>
            </a:pPr>
            <a:r>
              <a:rPr kumimoji="1" lang="en-US" altLang="zh-CN" sz="1200"/>
              <a:t>( 1 </a:t>
            </a:r>
            <a:r>
              <a:rPr kumimoji="1" lang="zh-CN" altLang="en-US" sz="1200"/>
              <a:t>类</a:t>
            </a:r>
            <a:r>
              <a:rPr kumimoji="1" lang="en-US" altLang="zh-CN" sz="1200"/>
              <a:t>)</a:t>
            </a:r>
          </a:p>
        </p:txBody>
      </p:sp>
      <p:sp>
        <p:nvSpPr>
          <p:cNvPr id="58379" name="Rectangle 252">
            <a:extLst>
              <a:ext uri="{FF2B5EF4-FFF2-40B4-BE49-F238E27FC236}">
                <a16:creationId xmlns:a16="http://schemas.microsoft.com/office/drawing/2014/main" id="{027E7433-DA0C-C2AE-62FD-0003AD265C96}"/>
              </a:ext>
            </a:extLst>
          </p:cNvPr>
          <p:cNvSpPr>
            <a:spLocks noChangeArrowheads="1"/>
          </p:cNvSpPr>
          <p:nvPr/>
        </p:nvSpPr>
        <p:spPr bwMode="auto">
          <a:xfrm>
            <a:off x="1377950" y="2730500"/>
            <a:ext cx="790575"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ctr">
              <a:spcBef>
                <a:spcPct val="0"/>
              </a:spcBef>
            </a:pPr>
            <a:r>
              <a:rPr kumimoji="1" lang="en-US" altLang="zh-CN" sz="1200"/>
              <a:t>DP- </a:t>
            </a:r>
            <a:r>
              <a:rPr kumimoji="1" lang="zh-CN" altLang="en-US" sz="1200"/>
              <a:t>主站</a:t>
            </a:r>
          </a:p>
          <a:p>
            <a:pPr algn="ctr">
              <a:spcBef>
                <a:spcPct val="0"/>
              </a:spcBef>
            </a:pPr>
            <a:r>
              <a:rPr kumimoji="1" lang="en-US" altLang="zh-CN" sz="1200"/>
              <a:t>( 1 </a:t>
            </a:r>
            <a:r>
              <a:rPr kumimoji="1" lang="zh-CN" altLang="en-US" sz="1200"/>
              <a:t>类</a:t>
            </a:r>
            <a:r>
              <a:rPr kumimoji="1" lang="en-US" altLang="zh-CN" sz="1200"/>
              <a:t>)</a:t>
            </a:r>
          </a:p>
        </p:txBody>
      </p:sp>
      <p:sp>
        <p:nvSpPr>
          <p:cNvPr id="58380" name="Rectangle 253">
            <a:extLst>
              <a:ext uri="{FF2B5EF4-FFF2-40B4-BE49-F238E27FC236}">
                <a16:creationId xmlns:a16="http://schemas.microsoft.com/office/drawing/2014/main" id="{4B63E411-7055-BFDA-B348-8761B3117974}"/>
              </a:ext>
            </a:extLst>
          </p:cNvPr>
          <p:cNvSpPr>
            <a:spLocks noChangeArrowheads="1"/>
          </p:cNvSpPr>
          <p:nvPr/>
        </p:nvSpPr>
        <p:spPr bwMode="auto">
          <a:xfrm>
            <a:off x="2284413" y="5178425"/>
            <a:ext cx="885825" cy="271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zh-CN" altLang="en-US" sz="1200"/>
              <a:t>分散的 </a:t>
            </a:r>
            <a:r>
              <a:rPr kumimoji="1" lang="en-US" altLang="zh-CN" sz="1200"/>
              <a:t>I/O</a:t>
            </a:r>
            <a:endParaRPr kumimoji="1" lang="en-US" altLang="zh-CN" sz="1000"/>
          </a:p>
        </p:txBody>
      </p:sp>
      <p:sp>
        <p:nvSpPr>
          <p:cNvPr id="58381" name="Rectangle 254">
            <a:extLst>
              <a:ext uri="{FF2B5EF4-FFF2-40B4-BE49-F238E27FC236}">
                <a16:creationId xmlns:a16="http://schemas.microsoft.com/office/drawing/2014/main" id="{29E00224-97E1-3470-0148-4D5B3B2DE141}"/>
              </a:ext>
            </a:extLst>
          </p:cNvPr>
          <p:cNvSpPr>
            <a:spLocks noChangeArrowheads="1"/>
          </p:cNvSpPr>
          <p:nvPr/>
        </p:nvSpPr>
        <p:spPr bwMode="auto">
          <a:xfrm>
            <a:off x="6170613" y="5254625"/>
            <a:ext cx="920750" cy="271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zh-CN" altLang="en-US" sz="1200"/>
              <a:t>分散的 </a:t>
            </a:r>
            <a:r>
              <a:rPr kumimoji="1" lang="en-US" altLang="zh-CN" sz="1200"/>
              <a:t>I/O</a:t>
            </a:r>
            <a:r>
              <a:rPr kumimoji="1" lang="en-US" altLang="zh-CN" sz="1000"/>
              <a:t> </a:t>
            </a:r>
          </a:p>
        </p:txBody>
      </p:sp>
      <p:sp>
        <p:nvSpPr>
          <p:cNvPr id="58382" name="Rectangle 255">
            <a:extLst>
              <a:ext uri="{FF2B5EF4-FFF2-40B4-BE49-F238E27FC236}">
                <a16:creationId xmlns:a16="http://schemas.microsoft.com/office/drawing/2014/main" id="{A595FC61-1162-60AE-E735-42038C17111C}"/>
              </a:ext>
            </a:extLst>
          </p:cNvPr>
          <p:cNvSpPr>
            <a:spLocks noChangeArrowheads="1"/>
          </p:cNvSpPr>
          <p:nvPr/>
        </p:nvSpPr>
        <p:spPr bwMode="auto">
          <a:xfrm>
            <a:off x="3821113" y="5597525"/>
            <a:ext cx="1277937" cy="30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sz="1400">
                <a:solidFill>
                  <a:schemeClr val="bg1"/>
                </a:solidFill>
              </a:rPr>
              <a:t>PROFIBUS-P</a:t>
            </a:r>
          </a:p>
        </p:txBody>
      </p:sp>
      <p:grpSp>
        <p:nvGrpSpPr>
          <p:cNvPr id="58383" name="Group 256">
            <a:extLst>
              <a:ext uri="{FF2B5EF4-FFF2-40B4-BE49-F238E27FC236}">
                <a16:creationId xmlns:a16="http://schemas.microsoft.com/office/drawing/2014/main" id="{6568D2DA-31AF-1FFF-7E9C-B7FF96E7F5BD}"/>
              </a:ext>
            </a:extLst>
          </p:cNvPr>
          <p:cNvGrpSpPr>
            <a:grpSpLocks/>
          </p:cNvGrpSpPr>
          <p:nvPr/>
        </p:nvGrpSpPr>
        <p:grpSpPr bwMode="auto">
          <a:xfrm>
            <a:off x="5387975" y="4845050"/>
            <a:ext cx="2420938" cy="215900"/>
            <a:chOff x="3587" y="3198"/>
            <a:chExt cx="1525" cy="136"/>
          </a:xfrm>
        </p:grpSpPr>
        <p:sp>
          <p:nvSpPr>
            <p:cNvPr id="58665" name="Line 257">
              <a:extLst>
                <a:ext uri="{FF2B5EF4-FFF2-40B4-BE49-F238E27FC236}">
                  <a16:creationId xmlns:a16="http://schemas.microsoft.com/office/drawing/2014/main" id="{B551E24E-3200-0E1C-00E9-480D7135F3B1}"/>
                </a:ext>
              </a:extLst>
            </p:cNvPr>
            <p:cNvSpPr>
              <a:spLocks noChangeShapeType="1"/>
            </p:cNvSpPr>
            <p:nvPr/>
          </p:nvSpPr>
          <p:spPr bwMode="auto">
            <a:xfrm>
              <a:off x="3587" y="3198"/>
              <a:ext cx="0"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666" name="Line 258">
              <a:extLst>
                <a:ext uri="{FF2B5EF4-FFF2-40B4-BE49-F238E27FC236}">
                  <a16:creationId xmlns:a16="http://schemas.microsoft.com/office/drawing/2014/main" id="{75428803-65B9-88BB-78D7-2DF5F8C5687C}"/>
                </a:ext>
              </a:extLst>
            </p:cNvPr>
            <p:cNvSpPr>
              <a:spLocks noChangeShapeType="1"/>
            </p:cNvSpPr>
            <p:nvPr/>
          </p:nvSpPr>
          <p:spPr bwMode="auto">
            <a:xfrm>
              <a:off x="3683" y="3198"/>
              <a:ext cx="0"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667" name="Line 259">
              <a:extLst>
                <a:ext uri="{FF2B5EF4-FFF2-40B4-BE49-F238E27FC236}">
                  <a16:creationId xmlns:a16="http://schemas.microsoft.com/office/drawing/2014/main" id="{41FF4AA6-9CCB-3CF0-9539-836C6F8A550E}"/>
                </a:ext>
              </a:extLst>
            </p:cNvPr>
            <p:cNvSpPr>
              <a:spLocks noChangeShapeType="1"/>
            </p:cNvSpPr>
            <p:nvPr/>
          </p:nvSpPr>
          <p:spPr bwMode="auto">
            <a:xfrm>
              <a:off x="4045" y="3198"/>
              <a:ext cx="0"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668" name="Line 260">
              <a:extLst>
                <a:ext uri="{FF2B5EF4-FFF2-40B4-BE49-F238E27FC236}">
                  <a16:creationId xmlns:a16="http://schemas.microsoft.com/office/drawing/2014/main" id="{A45DC480-9F0D-9E26-6360-78ECD196C037}"/>
                </a:ext>
              </a:extLst>
            </p:cNvPr>
            <p:cNvSpPr>
              <a:spLocks noChangeShapeType="1"/>
            </p:cNvSpPr>
            <p:nvPr/>
          </p:nvSpPr>
          <p:spPr bwMode="auto">
            <a:xfrm>
              <a:off x="4141" y="3198"/>
              <a:ext cx="0"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669" name="Line 261">
              <a:extLst>
                <a:ext uri="{FF2B5EF4-FFF2-40B4-BE49-F238E27FC236}">
                  <a16:creationId xmlns:a16="http://schemas.microsoft.com/office/drawing/2014/main" id="{7E85875C-3301-82C2-BB25-FDDAD425C985}"/>
                </a:ext>
              </a:extLst>
            </p:cNvPr>
            <p:cNvSpPr>
              <a:spLocks noChangeShapeType="1"/>
            </p:cNvSpPr>
            <p:nvPr/>
          </p:nvSpPr>
          <p:spPr bwMode="auto">
            <a:xfrm>
              <a:off x="4558" y="3198"/>
              <a:ext cx="0"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670" name="Line 262">
              <a:extLst>
                <a:ext uri="{FF2B5EF4-FFF2-40B4-BE49-F238E27FC236}">
                  <a16:creationId xmlns:a16="http://schemas.microsoft.com/office/drawing/2014/main" id="{52BF0814-DE63-4693-4CFF-E0C72DA8F001}"/>
                </a:ext>
              </a:extLst>
            </p:cNvPr>
            <p:cNvSpPr>
              <a:spLocks noChangeShapeType="1"/>
            </p:cNvSpPr>
            <p:nvPr/>
          </p:nvSpPr>
          <p:spPr bwMode="auto">
            <a:xfrm>
              <a:off x="4654" y="3198"/>
              <a:ext cx="0"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671" name="Line 263">
              <a:extLst>
                <a:ext uri="{FF2B5EF4-FFF2-40B4-BE49-F238E27FC236}">
                  <a16:creationId xmlns:a16="http://schemas.microsoft.com/office/drawing/2014/main" id="{F6D66A4C-2074-92CE-7580-455A441266BB}"/>
                </a:ext>
              </a:extLst>
            </p:cNvPr>
            <p:cNvSpPr>
              <a:spLocks noChangeShapeType="1"/>
            </p:cNvSpPr>
            <p:nvPr/>
          </p:nvSpPr>
          <p:spPr bwMode="auto">
            <a:xfrm>
              <a:off x="5016" y="3198"/>
              <a:ext cx="0"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672" name="Line 264">
              <a:extLst>
                <a:ext uri="{FF2B5EF4-FFF2-40B4-BE49-F238E27FC236}">
                  <a16:creationId xmlns:a16="http://schemas.microsoft.com/office/drawing/2014/main" id="{319D0F2D-7FC2-0B90-EF95-9D91AFA5BCE9}"/>
                </a:ext>
              </a:extLst>
            </p:cNvPr>
            <p:cNvSpPr>
              <a:spLocks noChangeShapeType="1"/>
            </p:cNvSpPr>
            <p:nvPr/>
          </p:nvSpPr>
          <p:spPr bwMode="auto">
            <a:xfrm>
              <a:off x="5112" y="3198"/>
              <a:ext cx="0"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8384" name="Line 265">
            <a:extLst>
              <a:ext uri="{FF2B5EF4-FFF2-40B4-BE49-F238E27FC236}">
                <a16:creationId xmlns:a16="http://schemas.microsoft.com/office/drawing/2014/main" id="{9586CB87-08BF-2406-C821-0E93358B8F87}"/>
              </a:ext>
            </a:extLst>
          </p:cNvPr>
          <p:cNvSpPr>
            <a:spLocks noChangeShapeType="1"/>
          </p:cNvSpPr>
          <p:nvPr/>
        </p:nvSpPr>
        <p:spPr bwMode="auto">
          <a:xfrm>
            <a:off x="1985963" y="5832475"/>
            <a:ext cx="5702300" cy="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85" name="Rectangle 266">
            <a:extLst>
              <a:ext uri="{FF2B5EF4-FFF2-40B4-BE49-F238E27FC236}">
                <a16:creationId xmlns:a16="http://schemas.microsoft.com/office/drawing/2014/main" id="{3046BF83-486F-F1A5-9FEF-B364341AE35D}"/>
              </a:ext>
            </a:extLst>
          </p:cNvPr>
          <p:cNvSpPr>
            <a:spLocks noChangeArrowheads="1"/>
          </p:cNvSpPr>
          <p:nvPr/>
        </p:nvSpPr>
        <p:spPr bwMode="auto">
          <a:xfrm>
            <a:off x="3997325" y="5657850"/>
            <a:ext cx="1416050" cy="3635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zh-CN" altLang="en-US" sz="1800">
                <a:solidFill>
                  <a:srgbClr val="2F00CC"/>
                </a:solidFill>
              </a:rPr>
              <a:t>  </a:t>
            </a:r>
            <a:r>
              <a:rPr kumimoji="1" lang="en-US" altLang="zh-CN" sz="1800">
                <a:solidFill>
                  <a:srgbClr val="2F00CC"/>
                </a:solidFill>
              </a:rPr>
              <a:t>DP - </a:t>
            </a:r>
            <a:r>
              <a:rPr kumimoji="1" lang="zh-CN" altLang="en-US" sz="1800">
                <a:solidFill>
                  <a:srgbClr val="2F00CC"/>
                </a:solidFill>
              </a:rPr>
              <a:t>从站  </a:t>
            </a:r>
          </a:p>
        </p:txBody>
      </p:sp>
      <p:graphicFrame>
        <p:nvGraphicFramePr>
          <p:cNvPr id="58386" name="Object 267">
            <a:hlinkClick r:id="" action="ppaction://ole?verb=0"/>
            <a:extLst>
              <a:ext uri="{FF2B5EF4-FFF2-40B4-BE49-F238E27FC236}">
                <a16:creationId xmlns:a16="http://schemas.microsoft.com/office/drawing/2014/main" id="{8B2D359E-C23E-E9D1-30D9-D1A6C2264924}"/>
              </a:ext>
            </a:extLst>
          </p:cNvPr>
          <p:cNvGraphicFramePr>
            <a:graphicFrameLocks/>
          </p:cNvGraphicFramePr>
          <p:nvPr/>
        </p:nvGraphicFramePr>
        <p:xfrm>
          <a:off x="5875338" y="2389188"/>
          <a:ext cx="1139825" cy="868362"/>
        </p:xfrm>
        <a:graphic>
          <a:graphicData uri="http://schemas.openxmlformats.org/presentationml/2006/ole">
            <mc:AlternateContent xmlns:mc="http://schemas.openxmlformats.org/markup-compatibility/2006">
              <mc:Choice xmlns:v="urn:schemas-microsoft-com:vml" Requires="v">
                <p:oleObj spid="_x0000_s3085" name="Clip" r:id="rId4" imgW="3917883" imgH="4076661" progId="MS_ClipArt_Gallery.2">
                  <p:embed/>
                </p:oleObj>
              </mc:Choice>
              <mc:Fallback>
                <p:oleObj name="Clip" r:id="rId4" imgW="3917883" imgH="4076661" progId="MS_ClipArt_Gallery.2">
                  <p:embed/>
                  <p:pic>
                    <p:nvPicPr>
                      <p:cNvPr id="58386" name="Object 267">
                        <a:hlinkClick r:id="" action="ppaction://ole?verb=0"/>
                        <a:extLst>
                          <a:ext uri="{FF2B5EF4-FFF2-40B4-BE49-F238E27FC236}">
                            <a16:creationId xmlns:a16="http://schemas.microsoft.com/office/drawing/2014/main" id="{8B2D359E-C23E-E9D1-30D9-D1A6C2264924}"/>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75338" y="2389188"/>
                        <a:ext cx="1139825" cy="868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8387" name="Rectangle 268">
            <a:extLst>
              <a:ext uri="{FF2B5EF4-FFF2-40B4-BE49-F238E27FC236}">
                <a16:creationId xmlns:a16="http://schemas.microsoft.com/office/drawing/2014/main" id="{E15B8AD4-32E3-40C2-D43A-EB4FE355D12D}"/>
              </a:ext>
            </a:extLst>
          </p:cNvPr>
          <p:cNvSpPr>
            <a:spLocks noChangeArrowheads="1"/>
          </p:cNvSpPr>
          <p:nvPr/>
        </p:nvSpPr>
        <p:spPr bwMode="auto">
          <a:xfrm>
            <a:off x="6127750" y="2532063"/>
            <a:ext cx="585788"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sz="1600">
                <a:solidFill>
                  <a:schemeClr val="bg1"/>
                </a:solidFill>
              </a:rPr>
              <a:t>PLC</a:t>
            </a:r>
          </a:p>
        </p:txBody>
      </p:sp>
      <p:sp>
        <p:nvSpPr>
          <p:cNvPr id="58388" name="Oval 269">
            <a:extLst>
              <a:ext uri="{FF2B5EF4-FFF2-40B4-BE49-F238E27FC236}">
                <a16:creationId xmlns:a16="http://schemas.microsoft.com/office/drawing/2014/main" id="{62F74F9E-B252-8B77-E5D6-6AC44854304A}"/>
              </a:ext>
            </a:extLst>
          </p:cNvPr>
          <p:cNvSpPr>
            <a:spLocks noChangeArrowheads="1"/>
          </p:cNvSpPr>
          <p:nvPr/>
        </p:nvSpPr>
        <p:spPr bwMode="auto">
          <a:xfrm>
            <a:off x="4119563" y="2105025"/>
            <a:ext cx="4711700" cy="3644900"/>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389" name="Freeform 270">
            <a:extLst>
              <a:ext uri="{FF2B5EF4-FFF2-40B4-BE49-F238E27FC236}">
                <a16:creationId xmlns:a16="http://schemas.microsoft.com/office/drawing/2014/main" id="{0D2978FD-FA7F-8A0D-9052-12B593B3AE2A}"/>
              </a:ext>
            </a:extLst>
          </p:cNvPr>
          <p:cNvSpPr>
            <a:spLocks/>
          </p:cNvSpPr>
          <p:nvPr/>
        </p:nvSpPr>
        <p:spPr bwMode="auto">
          <a:xfrm>
            <a:off x="684213" y="2708275"/>
            <a:ext cx="8078787" cy="1830388"/>
          </a:xfrm>
          <a:custGeom>
            <a:avLst/>
            <a:gdLst>
              <a:gd name="T0" fmla="*/ 0 w 5089"/>
              <a:gd name="T1" fmla="*/ 2147483646 h 1153"/>
              <a:gd name="T2" fmla="*/ 2147483646 w 5089"/>
              <a:gd name="T3" fmla="*/ 2147483646 h 1153"/>
              <a:gd name="T4" fmla="*/ 2147483646 w 5089"/>
              <a:gd name="T5" fmla="*/ 2147483646 h 1153"/>
              <a:gd name="T6" fmla="*/ 2147483646 w 5089"/>
              <a:gd name="T7" fmla="*/ 2147483646 h 1153"/>
              <a:gd name="T8" fmla="*/ 2147483646 w 5089"/>
              <a:gd name="T9" fmla="*/ 2147483646 h 1153"/>
              <a:gd name="T10" fmla="*/ 2147483646 w 5089"/>
              <a:gd name="T11" fmla="*/ 2147483646 h 1153"/>
              <a:gd name="T12" fmla="*/ 2147483646 w 5089"/>
              <a:gd name="T13" fmla="*/ 2147483646 h 1153"/>
              <a:gd name="T14" fmla="*/ 2147483646 w 5089"/>
              <a:gd name="T15" fmla="*/ 2147483646 h 1153"/>
              <a:gd name="T16" fmla="*/ 2147483646 w 5089"/>
              <a:gd name="T17" fmla="*/ 2147483646 h 1153"/>
              <a:gd name="T18" fmla="*/ 2147483646 w 5089"/>
              <a:gd name="T19" fmla="*/ 2147483646 h 1153"/>
              <a:gd name="T20" fmla="*/ 2147483646 w 5089"/>
              <a:gd name="T21" fmla="*/ 2147483646 h 1153"/>
              <a:gd name="T22" fmla="*/ 2147483646 w 5089"/>
              <a:gd name="T23" fmla="*/ 2147483646 h 1153"/>
              <a:gd name="T24" fmla="*/ 2147483646 w 5089"/>
              <a:gd name="T25" fmla="*/ 2147483646 h 1153"/>
              <a:gd name="T26" fmla="*/ 2147483646 w 5089"/>
              <a:gd name="T27" fmla="*/ 2147483646 h 1153"/>
              <a:gd name="T28" fmla="*/ 2147483646 w 5089"/>
              <a:gd name="T29" fmla="*/ 2147483646 h 1153"/>
              <a:gd name="T30" fmla="*/ 2147483646 w 5089"/>
              <a:gd name="T31" fmla="*/ 2147483646 h 1153"/>
              <a:gd name="T32" fmla="*/ 2147483646 w 5089"/>
              <a:gd name="T33" fmla="*/ 2147483646 h 1153"/>
              <a:gd name="T34" fmla="*/ 2147483646 w 5089"/>
              <a:gd name="T35" fmla="*/ 2147483646 h 1153"/>
              <a:gd name="T36" fmla="*/ 2147483646 w 5089"/>
              <a:gd name="T37" fmla="*/ 2147483646 h 1153"/>
              <a:gd name="T38" fmla="*/ 2147483646 w 5089"/>
              <a:gd name="T39" fmla="*/ 2147483646 h 1153"/>
              <a:gd name="T40" fmla="*/ 2147483646 w 5089"/>
              <a:gd name="T41" fmla="*/ 2147483646 h 1153"/>
              <a:gd name="T42" fmla="*/ 2147483646 w 5089"/>
              <a:gd name="T43" fmla="*/ 2147483646 h 1153"/>
              <a:gd name="T44" fmla="*/ 2147483646 w 5089"/>
              <a:gd name="T45" fmla="*/ 2147483646 h 1153"/>
              <a:gd name="T46" fmla="*/ 2147483646 w 5089"/>
              <a:gd name="T47" fmla="*/ 2147483646 h 1153"/>
              <a:gd name="T48" fmla="*/ 2147483646 w 5089"/>
              <a:gd name="T49" fmla="*/ 2147483646 h 1153"/>
              <a:gd name="T50" fmla="*/ 2147483646 w 5089"/>
              <a:gd name="T51" fmla="*/ 2147483646 h 1153"/>
              <a:gd name="T52" fmla="*/ 2147483646 w 5089"/>
              <a:gd name="T53" fmla="*/ 2147483646 h 1153"/>
              <a:gd name="T54" fmla="*/ 2147483646 w 5089"/>
              <a:gd name="T55" fmla="*/ 2147483646 h 1153"/>
              <a:gd name="T56" fmla="*/ 2147483646 w 5089"/>
              <a:gd name="T57" fmla="*/ 2147483646 h 1153"/>
              <a:gd name="T58" fmla="*/ 2147483646 w 5089"/>
              <a:gd name="T59" fmla="*/ 2147483646 h 1153"/>
              <a:gd name="T60" fmla="*/ 2147483646 w 5089"/>
              <a:gd name="T61" fmla="*/ 2147483646 h 1153"/>
              <a:gd name="T62" fmla="*/ 2147483646 w 5089"/>
              <a:gd name="T63" fmla="*/ 2147483646 h 1153"/>
              <a:gd name="T64" fmla="*/ 2147483646 w 5089"/>
              <a:gd name="T65" fmla="*/ 2147483646 h 1153"/>
              <a:gd name="T66" fmla="*/ 2147483646 w 5089"/>
              <a:gd name="T67" fmla="*/ 2147483646 h 1153"/>
              <a:gd name="T68" fmla="*/ 2147483646 w 5089"/>
              <a:gd name="T69" fmla="*/ 0 h 1153"/>
              <a:gd name="T70" fmla="*/ 2147483646 w 5089"/>
              <a:gd name="T71" fmla="*/ 0 h 1153"/>
              <a:gd name="T72" fmla="*/ 2147483646 w 5089"/>
              <a:gd name="T73" fmla="*/ 2147483646 h 1153"/>
              <a:gd name="T74" fmla="*/ 2147483646 w 5089"/>
              <a:gd name="T75" fmla="*/ 2147483646 h 1153"/>
              <a:gd name="T76" fmla="*/ 2147483646 w 5089"/>
              <a:gd name="T77" fmla="*/ 2147483646 h 1153"/>
              <a:gd name="T78" fmla="*/ 2147483646 w 5089"/>
              <a:gd name="T79" fmla="*/ 2147483646 h 1153"/>
              <a:gd name="T80" fmla="*/ 2147483646 w 5089"/>
              <a:gd name="T81" fmla="*/ 2147483646 h 1153"/>
              <a:gd name="T82" fmla="*/ 2147483646 w 5089"/>
              <a:gd name="T83" fmla="*/ 2147483646 h 1153"/>
              <a:gd name="T84" fmla="*/ 2147483646 w 5089"/>
              <a:gd name="T85" fmla="*/ 2147483646 h 1153"/>
              <a:gd name="T86" fmla="*/ 0 w 5089"/>
              <a:gd name="T87" fmla="*/ 2147483646 h 115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5089" h="1153">
                <a:moveTo>
                  <a:pt x="0" y="624"/>
                </a:moveTo>
                <a:lnTo>
                  <a:pt x="192" y="768"/>
                </a:lnTo>
                <a:lnTo>
                  <a:pt x="192" y="672"/>
                </a:lnTo>
                <a:lnTo>
                  <a:pt x="672" y="672"/>
                </a:lnTo>
                <a:lnTo>
                  <a:pt x="672" y="1008"/>
                </a:lnTo>
                <a:lnTo>
                  <a:pt x="720" y="1008"/>
                </a:lnTo>
                <a:lnTo>
                  <a:pt x="720" y="672"/>
                </a:lnTo>
                <a:lnTo>
                  <a:pt x="1536" y="672"/>
                </a:lnTo>
                <a:lnTo>
                  <a:pt x="1536" y="1056"/>
                </a:lnTo>
                <a:lnTo>
                  <a:pt x="1584" y="1056"/>
                </a:lnTo>
                <a:lnTo>
                  <a:pt x="1584" y="672"/>
                </a:lnTo>
                <a:lnTo>
                  <a:pt x="2448" y="672"/>
                </a:lnTo>
                <a:lnTo>
                  <a:pt x="2448" y="1008"/>
                </a:lnTo>
                <a:lnTo>
                  <a:pt x="2496" y="1008"/>
                </a:lnTo>
                <a:lnTo>
                  <a:pt x="2496" y="672"/>
                </a:lnTo>
                <a:lnTo>
                  <a:pt x="3264" y="672"/>
                </a:lnTo>
                <a:lnTo>
                  <a:pt x="3264" y="1152"/>
                </a:lnTo>
                <a:lnTo>
                  <a:pt x="3312" y="1152"/>
                </a:lnTo>
                <a:lnTo>
                  <a:pt x="3312" y="672"/>
                </a:lnTo>
                <a:lnTo>
                  <a:pt x="3936" y="672"/>
                </a:lnTo>
                <a:lnTo>
                  <a:pt x="4224" y="672"/>
                </a:lnTo>
                <a:lnTo>
                  <a:pt x="4224" y="1152"/>
                </a:lnTo>
                <a:lnTo>
                  <a:pt x="4272" y="1152"/>
                </a:lnTo>
                <a:lnTo>
                  <a:pt x="4272" y="672"/>
                </a:lnTo>
                <a:lnTo>
                  <a:pt x="4896" y="672"/>
                </a:lnTo>
                <a:lnTo>
                  <a:pt x="4896" y="768"/>
                </a:lnTo>
                <a:lnTo>
                  <a:pt x="5088" y="624"/>
                </a:lnTo>
                <a:lnTo>
                  <a:pt x="4896" y="432"/>
                </a:lnTo>
                <a:lnTo>
                  <a:pt x="4896" y="528"/>
                </a:lnTo>
                <a:lnTo>
                  <a:pt x="3696" y="528"/>
                </a:lnTo>
                <a:lnTo>
                  <a:pt x="3696" y="336"/>
                </a:lnTo>
                <a:lnTo>
                  <a:pt x="3648" y="336"/>
                </a:lnTo>
                <a:lnTo>
                  <a:pt x="3648" y="528"/>
                </a:lnTo>
                <a:lnTo>
                  <a:pt x="2496" y="528"/>
                </a:lnTo>
                <a:lnTo>
                  <a:pt x="2496" y="0"/>
                </a:lnTo>
                <a:lnTo>
                  <a:pt x="2448" y="0"/>
                </a:lnTo>
                <a:lnTo>
                  <a:pt x="2448" y="528"/>
                </a:lnTo>
                <a:lnTo>
                  <a:pt x="1344" y="528"/>
                </a:lnTo>
                <a:lnTo>
                  <a:pt x="1344" y="48"/>
                </a:lnTo>
                <a:lnTo>
                  <a:pt x="1296" y="48"/>
                </a:lnTo>
                <a:lnTo>
                  <a:pt x="1296" y="528"/>
                </a:lnTo>
                <a:lnTo>
                  <a:pt x="192" y="528"/>
                </a:lnTo>
                <a:lnTo>
                  <a:pt x="192" y="432"/>
                </a:lnTo>
                <a:lnTo>
                  <a:pt x="0" y="624"/>
                </a:lnTo>
              </a:path>
            </a:pathLst>
          </a:custGeom>
          <a:solidFill>
            <a:schemeClr val="hlink"/>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90" name="Rectangle 271">
            <a:extLst>
              <a:ext uri="{FF2B5EF4-FFF2-40B4-BE49-F238E27FC236}">
                <a16:creationId xmlns:a16="http://schemas.microsoft.com/office/drawing/2014/main" id="{0179E528-283B-3D70-208F-8FAF5F472DB3}"/>
              </a:ext>
            </a:extLst>
          </p:cNvPr>
          <p:cNvSpPr>
            <a:spLocks noChangeArrowheads="1"/>
          </p:cNvSpPr>
          <p:nvPr/>
        </p:nvSpPr>
        <p:spPr bwMode="auto">
          <a:xfrm>
            <a:off x="3989388" y="3509963"/>
            <a:ext cx="16922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sz="1600">
                <a:solidFill>
                  <a:schemeClr val="bg1"/>
                </a:solidFill>
              </a:rPr>
              <a:t>PROFIBUS - DP</a:t>
            </a:r>
          </a:p>
        </p:txBody>
      </p:sp>
      <p:grpSp>
        <p:nvGrpSpPr>
          <p:cNvPr id="58391" name="Group 272">
            <a:extLst>
              <a:ext uri="{FF2B5EF4-FFF2-40B4-BE49-F238E27FC236}">
                <a16:creationId xmlns:a16="http://schemas.microsoft.com/office/drawing/2014/main" id="{4C9403F0-4C0C-8927-C31D-52DDE7B6EC61}"/>
              </a:ext>
            </a:extLst>
          </p:cNvPr>
          <p:cNvGrpSpPr>
            <a:grpSpLocks/>
          </p:cNvGrpSpPr>
          <p:nvPr/>
        </p:nvGrpSpPr>
        <p:grpSpPr bwMode="auto">
          <a:xfrm>
            <a:off x="1255713" y="4059238"/>
            <a:ext cx="874712" cy="673100"/>
            <a:chOff x="984" y="2703"/>
            <a:chExt cx="551" cy="424"/>
          </a:xfrm>
        </p:grpSpPr>
        <p:sp>
          <p:nvSpPr>
            <p:cNvPr id="58617" name="Freeform 273">
              <a:extLst>
                <a:ext uri="{FF2B5EF4-FFF2-40B4-BE49-F238E27FC236}">
                  <a16:creationId xmlns:a16="http://schemas.microsoft.com/office/drawing/2014/main" id="{CE80276B-066C-E2FC-7FB2-554CC513B34D}"/>
                </a:ext>
              </a:extLst>
            </p:cNvPr>
            <p:cNvSpPr>
              <a:spLocks/>
            </p:cNvSpPr>
            <p:nvPr/>
          </p:nvSpPr>
          <p:spPr bwMode="auto">
            <a:xfrm>
              <a:off x="984" y="2703"/>
              <a:ext cx="144" cy="289"/>
            </a:xfrm>
            <a:custGeom>
              <a:avLst/>
              <a:gdLst>
                <a:gd name="T0" fmla="*/ 120 w 144"/>
                <a:gd name="T1" fmla="*/ 1 h 289"/>
                <a:gd name="T2" fmla="*/ 112 w 144"/>
                <a:gd name="T3" fmla="*/ 1 h 289"/>
                <a:gd name="T4" fmla="*/ 104 w 144"/>
                <a:gd name="T5" fmla="*/ 3 h 289"/>
                <a:gd name="T6" fmla="*/ 96 w 144"/>
                <a:gd name="T7" fmla="*/ 6 h 289"/>
                <a:gd name="T8" fmla="*/ 90 w 144"/>
                <a:gd name="T9" fmla="*/ 9 h 289"/>
                <a:gd name="T10" fmla="*/ 84 w 144"/>
                <a:gd name="T11" fmla="*/ 14 h 289"/>
                <a:gd name="T12" fmla="*/ 77 w 144"/>
                <a:gd name="T13" fmla="*/ 20 h 289"/>
                <a:gd name="T14" fmla="*/ 71 w 144"/>
                <a:gd name="T15" fmla="*/ 27 h 289"/>
                <a:gd name="T16" fmla="*/ 65 w 144"/>
                <a:gd name="T17" fmla="*/ 34 h 289"/>
                <a:gd name="T18" fmla="*/ 58 w 144"/>
                <a:gd name="T19" fmla="*/ 43 h 289"/>
                <a:gd name="T20" fmla="*/ 51 w 144"/>
                <a:gd name="T21" fmla="*/ 53 h 289"/>
                <a:gd name="T22" fmla="*/ 45 w 144"/>
                <a:gd name="T23" fmla="*/ 63 h 289"/>
                <a:gd name="T24" fmla="*/ 37 w 144"/>
                <a:gd name="T25" fmla="*/ 78 h 289"/>
                <a:gd name="T26" fmla="*/ 30 w 144"/>
                <a:gd name="T27" fmla="*/ 94 h 289"/>
                <a:gd name="T28" fmla="*/ 24 w 144"/>
                <a:gd name="T29" fmla="*/ 108 h 289"/>
                <a:gd name="T30" fmla="*/ 19 w 144"/>
                <a:gd name="T31" fmla="*/ 120 h 289"/>
                <a:gd name="T32" fmla="*/ 16 w 144"/>
                <a:gd name="T33" fmla="*/ 129 h 289"/>
                <a:gd name="T34" fmla="*/ 13 w 144"/>
                <a:gd name="T35" fmla="*/ 140 h 289"/>
                <a:gd name="T36" fmla="*/ 8 w 144"/>
                <a:gd name="T37" fmla="*/ 157 h 289"/>
                <a:gd name="T38" fmla="*/ 5 w 144"/>
                <a:gd name="T39" fmla="*/ 170 h 289"/>
                <a:gd name="T40" fmla="*/ 3 w 144"/>
                <a:gd name="T41" fmla="*/ 183 h 289"/>
                <a:gd name="T42" fmla="*/ 1 w 144"/>
                <a:gd name="T43" fmla="*/ 199 h 289"/>
                <a:gd name="T44" fmla="*/ 0 w 144"/>
                <a:gd name="T45" fmla="*/ 212 h 289"/>
                <a:gd name="T46" fmla="*/ 0 w 144"/>
                <a:gd name="T47" fmla="*/ 223 h 289"/>
                <a:gd name="T48" fmla="*/ 1 w 144"/>
                <a:gd name="T49" fmla="*/ 236 h 289"/>
                <a:gd name="T50" fmla="*/ 3 w 144"/>
                <a:gd name="T51" fmla="*/ 250 h 289"/>
                <a:gd name="T52" fmla="*/ 6 w 144"/>
                <a:gd name="T53" fmla="*/ 260 h 289"/>
                <a:gd name="T54" fmla="*/ 10 w 144"/>
                <a:gd name="T55" fmla="*/ 268 h 289"/>
                <a:gd name="T56" fmla="*/ 15 w 144"/>
                <a:gd name="T57" fmla="*/ 274 h 289"/>
                <a:gd name="T58" fmla="*/ 20 w 144"/>
                <a:gd name="T59" fmla="*/ 279 h 289"/>
                <a:gd name="T60" fmla="*/ 25 w 144"/>
                <a:gd name="T61" fmla="*/ 282 h 289"/>
                <a:gd name="T62" fmla="*/ 143 w 144"/>
                <a:gd name="T63" fmla="*/ 7 h 28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44" h="289">
                  <a:moveTo>
                    <a:pt x="143" y="7"/>
                  </a:moveTo>
                  <a:lnTo>
                    <a:pt x="120" y="1"/>
                  </a:lnTo>
                  <a:lnTo>
                    <a:pt x="115" y="0"/>
                  </a:lnTo>
                  <a:lnTo>
                    <a:pt x="112" y="1"/>
                  </a:lnTo>
                  <a:lnTo>
                    <a:pt x="108" y="1"/>
                  </a:lnTo>
                  <a:lnTo>
                    <a:pt x="104" y="3"/>
                  </a:lnTo>
                  <a:lnTo>
                    <a:pt x="100" y="4"/>
                  </a:lnTo>
                  <a:lnTo>
                    <a:pt x="96" y="6"/>
                  </a:lnTo>
                  <a:lnTo>
                    <a:pt x="94" y="7"/>
                  </a:lnTo>
                  <a:lnTo>
                    <a:pt x="90" y="9"/>
                  </a:lnTo>
                  <a:lnTo>
                    <a:pt x="87" y="11"/>
                  </a:lnTo>
                  <a:lnTo>
                    <a:pt x="84" y="14"/>
                  </a:lnTo>
                  <a:lnTo>
                    <a:pt x="81" y="17"/>
                  </a:lnTo>
                  <a:lnTo>
                    <a:pt x="77" y="20"/>
                  </a:lnTo>
                  <a:lnTo>
                    <a:pt x="73" y="24"/>
                  </a:lnTo>
                  <a:lnTo>
                    <a:pt x="71" y="27"/>
                  </a:lnTo>
                  <a:lnTo>
                    <a:pt x="67" y="31"/>
                  </a:lnTo>
                  <a:lnTo>
                    <a:pt x="65" y="34"/>
                  </a:lnTo>
                  <a:lnTo>
                    <a:pt x="62" y="38"/>
                  </a:lnTo>
                  <a:lnTo>
                    <a:pt x="58" y="43"/>
                  </a:lnTo>
                  <a:lnTo>
                    <a:pt x="54" y="48"/>
                  </a:lnTo>
                  <a:lnTo>
                    <a:pt x="51" y="53"/>
                  </a:lnTo>
                  <a:lnTo>
                    <a:pt x="48" y="59"/>
                  </a:lnTo>
                  <a:lnTo>
                    <a:pt x="45" y="63"/>
                  </a:lnTo>
                  <a:lnTo>
                    <a:pt x="41" y="70"/>
                  </a:lnTo>
                  <a:lnTo>
                    <a:pt x="37" y="78"/>
                  </a:lnTo>
                  <a:lnTo>
                    <a:pt x="33" y="86"/>
                  </a:lnTo>
                  <a:lnTo>
                    <a:pt x="30" y="94"/>
                  </a:lnTo>
                  <a:lnTo>
                    <a:pt x="26" y="102"/>
                  </a:lnTo>
                  <a:lnTo>
                    <a:pt x="24" y="108"/>
                  </a:lnTo>
                  <a:lnTo>
                    <a:pt x="21" y="115"/>
                  </a:lnTo>
                  <a:lnTo>
                    <a:pt x="19" y="120"/>
                  </a:lnTo>
                  <a:lnTo>
                    <a:pt x="18" y="124"/>
                  </a:lnTo>
                  <a:lnTo>
                    <a:pt x="16" y="129"/>
                  </a:lnTo>
                  <a:lnTo>
                    <a:pt x="15" y="133"/>
                  </a:lnTo>
                  <a:lnTo>
                    <a:pt x="13" y="140"/>
                  </a:lnTo>
                  <a:lnTo>
                    <a:pt x="10" y="149"/>
                  </a:lnTo>
                  <a:lnTo>
                    <a:pt x="8" y="157"/>
                  </a:lnTo>
                  <a:lnTo>
                    <a:pt x="6" y="164"/>
                  </a:lnTo>
                  <a:lnTo>
                    <a:pt x="5" y="170"/>
                  </a:lnTo>
                  <a:lnTo>
                    <a:pt x="4" y="176"/>
                  </a:lnTo>
                  <a:lnTo>
                    <a:pt x="3" y="183"/>
                  </a:lnTo>
                  <a:lnTo>
                    <a:pt x="2" y="191"/>
                  </a:lnTo>
                  <a:lnTo>
                    <a:pt x="1" y="199"/>
                  </a:lnTo>
                  <a:lnTo>
                    <a:pt x="1" y="206"/>
                  </a:lnTo>
                  <a:lnTo>
                    <a:pt x="0" y="212"/>
                  </a:lnTo>
                  <a:lnTo>
                    <a:pt x="0" y="217"/>
                  </a:lnTo>
                  <a:lnTo>
                    <a:pt x="0" y="223"/>
                  </a:lnTo>
                  <a:lnTo>
                    <a:pt x="0" y="229"/>
                  </a:lnTo>
                  <a:lnTo>
                    <a:pt x="1" y="236"/>
                  </a:lnTo>
                  <a:lnTo>
                    <a:pt x="2" y="243"/>
                  </a:lnTo>
                  <a:lnTo>
                    <a:pt x="3" y="250"/>
                  </a:lnTo>
                  <a:lnTo>
                    <a:pt x="5" y="255"/>
                  </a:lnTo>
                  <a:lnTo>
                    <a:pt x="6" y="260"/>
                  </a:lnTo>
                  <a:lnTo>
                    <a:pt x="8" y="264"/>
                  </a:lnTo>
                  <a:lnTo>
                    <a:pt x="10" y="268"/>
                  </a:lnTo>
                  <a:lnTo>
                    <a:pt x="13" y="271"/>
                  </a:lnTo>
                  <a:lnTo>
                    <a:pt x="15" y="274"/>
                  </a:lnTo>
                  <a:lnTo>
                    <a:pt x="18" y="278"/>
                  </a:lnTo>
                  <a:lnTo>
                    <a:pt x="20" y="279"/>
                  </a:lnTo>
                  <a:lnTo>
                    <a:pt x="23" y="281"/>
                  </a:lnTo>
                  <a:lnTo>
                    <a:pt x="25" y="282"/>
                  </a:lnTo>
                  <a:lnTo>
                    <a:pt x="47" y="288"/>
                  </a:lnTo>
                  <a:lnTo>
                    <a:pt x="143" y="7"/>
                  </a:lnTo>
                </a:path>
              </a:pathLst>
            </a:custGeom>
            <a:gradFill rotWithShape="0">
              <a:gsLst>
                <a:gs pos="0">
                  <a:srgbClr val="FC0128"/>
                </a:gs>
                <a:gs pos="100000">
                  <a:srgbClr val="4B000C"/>
                </a:gs>
              </a:gsLst>
              <a:lin ang="5400000" scaled="1"/>
            </a:gra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618" name="Freeform 274">
              <a:extLst>
                <a:ext uri="{FF2B5EF4-FFF2-40B4-BE49-F238E27FC236}">
                  <a16:creationId xmlns:a16="http://schemas.microsoft.com/office/drawing/2014/main" id="{F109AE35-429C-6FA2-32E7-3AC3E678F6D4}"/>
                </a:ext>
              </a:extLst>
            </p:cNvPr>
            <p:cNvSpPr>
              <a:spLocks/>
            </p:cNvSpPr>
            <p:nvPr/>
          </p:nvSpPr>
          <p:spPr bwMode="auto">
            <a:xfrm>
              <a:off x="1006" y="2704"/>
              <a:ext cx="488" cy="405"/>
            </a:xfrm>
            <a:custGeom>
              <a:avLst/>
              <a:gdLst>
                <a:gd name="T0" fmla="*/ 109 w 488"/>
                <a:gd name="T1" fmla="*/ 0 h 405"/>
                <a:gd name="T2" fmla="*/ 103 w 488"/>
                <a:gd name="T3" fmla="*/ 1 h 405"/>
                <a:gd name="T4" fmla="*/ 97 w 488"/>
                <a:gd name="T5" fmla="*/ 4 h 405"/>
                <a:gd name="T6" fmla="*/ 92 w 488"/>
                <a:gd name="T7" fmla="*/ 7 h 405"/>
                <a:gd name="T8" fmla="*/ 87 w 488"/>
                <a:gd name="T9" fmla="*/ 12 h 405"/>
                <a:gd name="T10" fmla="*/ 82 w 488"/>
                <a:gd name="T11" fmla="*/ 17 h 405"/>
                <a:gd name="T12" fmla="*/ 76 w 488"/>
                <a:gd name="T13" fmla="*/ 24 h 405"/>
                <a:gd name="T14" fmla="*/ 71 w 488"/>
                <a:gd name="T15" fmla="*/ 31 h 405"/>
                <a:gd name="T16" fmla="*/ 66 w 488"/>
                <a:gd name="T17" fmla="*/ 39 h 405"/>
                <a:gd name="T18" fmla="*/ 61 w 488"/>
                <a:gd name="T19" fmla="*/ 48 h 405"/>
                <a:gd name="T20" fmla="*/ 54 w 488"/>
                <a:gd name="T21" fmla="*/ 59 h 405"/>
                <a:gd name="T22" fmla="*/ 50 w 488"/>
                <a:gd name="T23" fmla="*/ 69 h 405"/>
                <a:gd name="T24" fmla="*/ 42 w 488"/>
                <a:gd name="T25" fmla="*/ 85 h 405"/>
                <a:gd name="T26" fmla="*/ 35 w 488"/>
                <a:gd name="T27" fmla="*/ 101 h 405"/>
                <a:gd name="T28" fmla="*/ 29 w 488"/>
                <a:gd name="T29" fmla="*/ 115 h 405"/>
                <a:gd name="T30" fmla="*/ 25 w 488"/>
                <a:gd name="T31" fmla="*/ 128 h 405"/>
                <a:gd name="T32" fmla="*/ 22 w 488"/>
                <a:gd name="T33" fmla="*/ 136 h 405"/>
                <a:gd name="T34" fmla="*/ 18 w 488"/>
                <a:gd name="T35" fmla="*/ 148 h 405"/>
                <a:gd name="T36" fmla="*/ 13 w 488"/>
                <a:gd name="T37" fmla="*/ 165 h 405"/>
                <a:gd name="T38" fmla="*/ 10 w 488"/>
                <a:gd name="T39" fmla="*/ 178 h 405"/>
                <a:gd name="T40" fmla="*/ 7 w 488"/>
                <a:gd name="T41" fmla="*/ 191 h 405"/>
                <a:gd name="T42" fmla="*/ 4 w 488"/>
                <a:gd name="T43" fmla="*/ 208 h 405"/>
                <a:gd name="T44" fmla="*/ 2 w 488"/>
                <a:gd name="T45" fmla="*/ 220 h 405"/>
                <a:gd name="T46" fmla="*/ 1 w 488"/>
                <a:gd name="T47" fmla="*/ 231 h 405"/>
                <a:gd name="T48" fmla="*/ 0 w 488"/>
                <a:gd name="T49" fmla="*/ 244 h 405"/>
                <a:gd name="T50" fmla="*/ 1 w 488"/>
                <a:gd name="T51" fmla="*/ 257 h 405"/>
                <a:gd name="T52" fmla="*/ 1 w 488"/>
                <a:gd name="T53" fmla="*/ 267 h 405"/>
                <a:gd name="T54" fmla="*/ 3 w 488"/>
                <a:gd name="T55" fmla="*/ 274 h 405"/>
                <a:gd name="T56" fmla="*/ 6 w 488"/>
                <a:gd name="T57" fmla="*/ 280 h 405"/>
                <a:gd name="T58" fmla="*/ 10 w 488"/>
                <a:gd name="T59" fmla="*/ 285 h 405"/>
                <a:gd name="T60" fmla="*/ 13 w 488"/>
                <a:gd name="T61" fmla="*/ 287 h 405"/>
                <a:gd name="T62" fmla="*/ 487 w 488"/>
                <a:gd name="T63" fmla="*/ 118 h 40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488" h="405">
                  <a:moveTo>
                    <a:pt x="487" y="118"/>
                  </a:moveTo>
                  <a:lnTo>
                    <a:pt x="109" y="0"/>
                  </a:lnTo>
                  <a:lnTo>
                    <a:pt x="106" y="0"/>
                  </a:lnTo>
                  <a:lnTo>
                    <a:pt x="103" y="1"/>
                  </a:lnTo>
                  <a:lnTo>
                    <a:pt x="100" y="2"/>
                  </a:lnTo>
                  <a:lnTo>
                    <a:pt x="97" y="4"/>
                  </a:lnTo>
                  <a:lnTo>
                    <a:pt x="94" y="6"/>
                  </a:lnTo>
                  <a:lnTo>
                    <a:pt x="92" y="7"/>
                  </a:lnTo>
                  <a:lnTo>
                    <a:pt x="89" y="9"/>
                  </a:lnTo>
                  <a:lnTo>
                    <a:pt x="87" y="12"/>
                  </a:lnTo>
                  <a:lnTo>
                    <a:pt x="84" y="14"/>
                  </a:lnTo>
                  <a:lnTo>
                    <a:pt x="82" y="17"/>
                  </a:lnTo>
                  <a:lnTo>
                    <a:pt x="79" y="20"/>
                  </a:lnTo>
                  <a:lnTo>
                    <a:pt x="76" y="24"/>
                  </a:lnTo>
                  <a:lnTo>
                    <a:pt x="73" y="28"/>
                  </a:lnTo>
                  <a:lnTo>
                    <a:pt x="71" y="31"/>
                  </a:lnTo>
                  <a:lnTo>
                    <a:pt x="68" y="35"/>
                  </a:lnTo>
                  <a:lnTo>
                    <a:pt x="66" y="39"/>
                  </a:lnTo>
                  <a:lnTo>
                    <a:pt x="64" y="43"/>
                  </a:lnTo>
                  <a:lnTo>
                    <a:pt x="61" y="48"/>
                  </a:lnTo>
                  <a:lnTo>
                    <a:pt x="57" y="53"/>
                  </a:lnTo>
                  <a:lnTo>
                    <a:pt x="54" y="59"/>
                  </a:lnTo>
                  <a:lnTo>
                    <a:pt x="52" y="64"/>
                  </a:lnTo>
                  <a:lnTo>
                    <a:pt x="50" y="69"/>
                  </a:lnTo>
                  <a:lnTo>
                    <a:pt x="46" y="76"/>
                  </a:lnTo>
                  <a:lnTo>
                    <a:pt x="42" y="85"/>
                  </a:lnTo>
                  <a:lnTo>
                    <a:pt x="39" y="93"/>
                  </a:lnTo>
                  <a:lnTo>
                    <a:pt x="35" y="101"/>
                  </a:lnTo>
                  <a:lnTo>
                    <a:pt x="32" y="109"/>
                  </a:lnTo>
                  <a:lnTo>
                    <a:pt x="29" y="115"/>
                  </a:lnTo>
                  <a:lnTo>
                    <a:pt x="27" y="122"/>
                  </a:lnTo>
                  <a:lnTo>
                    <a:pt x="25" y="128"/>
                  </a:lnTo>
                  <a:lnTo>
                    <a:pt x="23" y="132"/>
                  </a:lnTo>
                  <a:lnTo>
                    <a:pt x="22" y="136"/>
                  </a:lnTo>
                  <a:lnTo>
                    <a:pt x="20" y="141"/>
                  </a:lnTo>
                  <a:lnTo>
                    <a:pt x="18" y="148"/>
                  </a:lnTo>
                  <a:lnTo>
                    <a:pt x="15" y="157"/>
                  </a:lnTo>
                  <a:lnTo>
                    <a:pt x="13" y="165"/>
                  </a:lnTo>
                  <a:lnTo>
                    <a:pt x="11" y="172"/>
                  </a:lnTo>
                  <a:lnTo>
                    <a:pt x="10" y="178"/>
                  </a:lnTo>
                  <a:lnTo>
                    <a:pt x="8" y="184"/>
                  </a:lnTo>
                  <a:lnTo>
                    <a:pt x="7" y="191"/>
                  </a:lnTo>
                  <a:lnTo>
                    <a:pt x="6" y="199"/>
                  </a:lnTo>
                  <a:lnTo>
                    <a:pt x="4" y="208"/>
                  </a:lnTo>
                  <a:lnTo>
                    <a:pt x="3" y="214"/>
                  </a:lnTo>
                  <a:lnTo>
                    <a:pt x="2" y="220"/>
                  </a:lnTo>
                  <a:lnTo>
                    <a:pt x="2" y="225"/>
                  </a:lnTo>
                  <a:lnTo>
                    <a:pt x="1" y="231"/>
                  </a:lnTo>
                  <a:lnTo>
                    <a:pt x="0" y="237"/>
                  </a:lnTo>
                  <a:lnTo>
                    <a:pt x="0" y="244"/>
                  </a:lnTo>
                  <a:lnTo>
                    <a:pt x="0" y="250"/>
                  </a:lnTo>
                  <a:lnTo>
                    <a:pt x="1" y="257"/>
                  </a:lnTo>
                  <a:lnTo>
                    <a:pt x="1" y="262"/>
                  </a:lnTo>
                  <a:lnTo>
                    <a:pt x="1" y="267"/>
                  </a:lnTo>
                  <a:lnTo>
                    <a:pt x="2" y="271"/>
                  </a:lnTo>
                  <a:lnTo>
                    <a:pt x="3" y="274"/>
                  </a:lnTo>
                  <a:lnTo>
                    <a:pt x="5" y="278"/>
                  </a:lnTo>
                  <a:lnTo>
                    <a:pt x="6" y="280"/>
                  </a:lnTo>
                  <a:lnTo>
                    <a:pt x="8" y="283"/>
                  </a:lnTo>
                  <a:lnTo>
                    <a:pt x="10" y="285"/>
                  </a:lnTo>
                  <a:lnTo>
                    <a:pt x="11" y="286"/>
                  </a:lnTo>
                  <a:lnTo>
                    <a:pt x="13" y="287"/>
                  </a:lnTo>
                  <a:lnTo>
                    <a:pt x="390" y="404"/>
                  </a:lnTo>
                  <a:lnTo>
                    <a:pt x="487" y="118"/>
                  </a:lnTo>
                </a:path>
              </a:pathLst>
            </a:custGeom>
            <a:gradFill rotWithShape="0">
              <a:gsLst>
                <a:gs pos="0">
                  <a:srgbClr val="4B000C"/>
                </a:gs>
                <a:gs pos="100000">
                  <a:srgbClr val="FC0128"/>
                </a:gs>
              </a:gsLst>
              <a:lin ang="0" scaled="1"/>
            </a:gra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8619" name="Group 275">
              <a:extLst>
                <a:ext uri="{FF2B5EF4-FFF2-40B4-BE49-F238E27FC236}">
                  <a16:creationId xmlns:a16="http://schemas.microsoft.com/office/drawing/2014/main" id="{00FEF556-EC33-5D1A-0E18-174C6B85F624}"/>
                </a:ext>
              </a:extLst>
            </p:cNvPr>
            <p:cNvGrpSpPr>
              <a:grpSpLocks/>
            </p:cNvGrpSpPr>
            <p:nvPr/>
          </p:nvGrpSpPr>
          <p:grpSpPr bwMode="auto">
            <a:xfrm>
              <a:off x="1369" y="2820"/>
              <a:ext cx="151" cy="303"/>
              <a:chOff x="1369" y="2820"/>
              <a:chExt cx="151" cy="303"/>
            </a:xfrm>
          </p:grpSpPr>
          <p:sp>
            <p:nvSpPr>
              <p:cNvPr id="58663" name="Freeform 276">
                <a:extLst>
                  <a:ext uri="{FF2B5EF4-FFF2-40B4-BE49-F238E27FC236}">
                    <a16:creationId xmlns:a16="http://schemas.microsoft.com/office/drawing/2014/main" id="{3E5971E1-87C9-F2BC-26B6-6E18DBF24C34}"/>
                  </a:ext>
                </a:extLst>
              </p:cNvPr>
              <p:cNvSpPr>
                <a:spLocks/>
              </p:cNvSpPr>
              <p:nvPr/>
            </p:nvSpPr>
            <p:spPr bwMode="auto">
              <a:xfrm>
                <a:off x="1369" y="2822"/>
                <a:ext cx="142" cy="293"/>
              </a:xfrm>
              <a:custGeom>
                <a:avLst/>
                <a:gdLst>
                  <a:gd name="T0" fmla="*/ 119 w 142"/>
                  <a:gd name="T1" fmla="*/ 1 h 293"/>
                  <a:gd name="T2" fmla="*/ 111 w 142"/>
                  <a:gd name="T3" fmla="*/ 1 h 293"/>
                  <a:gd name="T4" fmla="*/ 103 w 142"/>
                  <a:gd name="T5" fmla="*/ 3 h 293"/>
                  <a:gd name="T6" fmla="*/ 96 w 142"/>
                  <a:gd name="T7" fmla="*/ 6 h 293"/>
                  <a:gd name="T8" fmla="*/ 90 w 142"/>
                  <a:gd name="T9" fmla="*/ 10 h 293"/>
                  <a:gd name="T10" fmla="*/ 84 w 142"/>
                  <a:gd name="T11" fmla="*/ 15 h 293"/>
                  <a:gd name="T12" fmla="*/ 77 w 142"/>
                  <a:gd name="T13" fmla="*/ 21 h 293"/>
                  <a:gd name="T14" fmla="*/ 71 w 142"/>
                  <a:gd name="T15" fmla="*/ 28 h 293"/>
                  <a:gd name="T16" fmla="*/ 65 w 142"/>
                  <a:gd name="T17" fmla="*/ 35 h 293"/>
                  <a:gd name="T18" fmla="*/ 58 w 142"/>
                  <a:gd name="T19" fmla="*/ 44 h 293"/>
                  <a:gd name="T20" fmla="*/ 51 w 142"/>
                  <a:gd name="T21" fmla="*/ 55 h 293"/>
                  <a:gd name="T22" fmla="*/ 46 w 142"/>
                  <a:gd name="T23" fmla="*/ 64 h 293"/>
                  <a:gd name="T24" fmla="*/ 37 w 142"/>
                  <a:gd name="T25" fmla="*/ 80 h 293"/>
                  <a:gd name="T26" fmla="*/ 30 w 142"/>
                  <a:gd name="T27" fmla="*/ 96 h 293"/>
                  <a:gd name="T28" fmla="*/ 24 w 142"/>
                  <a:gd name="T29" fmla="*/ 110 h 293"/>
                  <a:gd name="T30" fmla="*/ 20 w 142"/>
                  <a:gd name="T31" fmla="*/ 123 h 293"/>
                  <a:gd name="T32" fmla="*/ 17 w 142"/>
                  <a:gd name="T33" fmla="*/ 131 h 293"/>
                  <a:gd name="T34" fmla="*/ 13 w 142"/>
                  <a:gd name="T35" fmla="*/ 143 h 293"/>
                  <a:gd name="T36" fmla="*/ 8 w 142"/>
                  <a:gd name="T37" fmla="*/ 160 h 293"/>
                  <a:gd name="T38" fmla="*/ 5 w 142"/>
                  <a:gd name="T39" fmla="*/ 173 h 293"/>
                  <a:gd name="T40" fmla="*/ 3 w 142"/>
                  <a:gd name="T41" fmla="*/ 187 h 293"/>
                  <a:gd name="T42" fmla="*/ 1 w 142"/>
                  <a:gd name="T43" fmla="*/ 203 h 293"/>
                  <a:gd name="T44" fmla="*/ 0 w 142"/>
                  <a:gd name="T45" fmla="*/ 215 h 293"/>
                  <a:gd name="T46" fmla="*/ 0 w 142"/>
                  <a:gd name="T47" fmla="*/ 227 h 293"/>
                  <a:gd name="T48" fmla="*/ 1 w 142"/>
                  <a:gd name="T49" fmla="*/ 240 h 293"/>
                  <a:gd name="T50" fmla="*/ 3 w 142"/>
                  <a:gd name="T51" fmla="*/ 254 h 293"/>
                  <a:gd name="T52" fmla="*/ 5 w 142"/>
                  <a:gd name="T53" fmla="*/ 264 h 293"/>
                  <a:gd name="T54" fmla="*/ 9 w 142"/>
                  <a:gd name="T55" fmla="*/ 272 h 293"/>
                  <a:gd name="T56" fmla="*/ 14 w 142"/>
                  <a:gd name="T57" fmla="*/ 279 h 293"/>
                  <a:gd name="T58" fmla="*/ 19 w 142"/>
                  <a:gd name="T59" fmla="*/ 284 h 293"/>
                  <a:gd name="T60" fmla="*/ 24 w 142"/>
                  <a:gd name="T61" fmla="*/ 286 h 293"/>
                  <a:gd name="T62" fmla="*/ 141 w 142"/>
                  <a:gd name="T63" fmla="*/ 7 h 29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42" h="293">
                    <a:moveTo>
                      <a:pt x="141" y="7"/>
                    </a:moveTo>
                    <a:lnTo>
                      <a:pt x="119" y="1"/>
                    </a:lnTo>
                    <a:lnTo>
                      <a:pt x="115" y="0"/>
                    </a:lnTo>
                    <a:lnTo>
                      <a:pt x="111" y="1"/>
                    </a:lnTo>
                    <a:lnTo>
                      <a:pt x="107" y="2"/>
                    </a:lnTo>
                    <a:lnTo>
                      <a:pt x="103" y="3"/>
                    </a:lnTo>
                    <a:lnTo>
                      <a:pt x="99" y="4"/>
                    </a:lnTo>
                    <a:lnTo>
                      <a:pt x="96" y="6"/>
                    </a:lnTo>
                    <a:lnTo>
                      <a:pt x="93" y="8"/>
                    </a:lnTo>
                    <a:lnTo>
                      <a:pt x="90" y="10"/>
                    </a:lnTo>
                    <a:lnTo>
                      <a:pt x="87" y="12"/>
                    </a:lnTo>
                    <a:lnTo>
                      <a:pt x="84" y="15"/>
                    </a:lnTo>
                    <a:lnTo>
                      <a:pt x="81" y="18"/>
                    </a:lnTo>
                    <a:lnTo>
                      <a:pt x="77" y="21"/>
                    </a:lnTo>
                    <a:lnTo>
                      <a:pt x="73" y="25"/>
                    </a:lnTo>
                    <a:lnTo>
                      <a:pt x="71" y="28"/>
                    </a:lnTo>
                    <a:lnTo>
                      <a:pt x="67" y="32"/>
                    </a:lnTo>
                    <a:lnTo>
                      <a:pt x="65" y="35"/>
                    </a:lnTo>
                    <a:lnTo>
                      <a:pt x="62" y="39"/>
                    </a:lnTo>
                    <a:lnTo>
                      <a:pt x="58" y="44"/>
                    </a:lnTo>
                    <a:lnTo>
                      <a:pt x="55" y="50"/>
                    </a:lnTo>
                    <a:lnTo>
                      <a:pt x="51" y="55"/>
                    </a:lnTo>
                    <a:lnTo>
                      <a:pt x="48" y="60"/>
                    </a:lnTo>
                    <a:lnTo>
                      <a:pt x="46" y="64"/>
                    </a:lnTo>
                    <a:lnTo>
                      <a:pt x="41" y="72"/>
                    </a:lnTo>
                    <a:lnTo>
                      <a:pt x="37" y="80"/>
                    </a:lnTo>
                    <a:lnTo>
                      <a:pt x="34" y="88"/>
                    </a:lnTo>
                    <a:lnTo>
                      <a:pt x="30" y="96"/>
                    </a:lnTo>
                    <a:lnTo>
                      <a:pt x="27" y="104"/>
                    </a:lnTo>
                    <a:lnTo>
                      <a:pt x="24" y="110"/>
                    </a:lnTo>
                    <a:lnTo>
                      <a:pt x="21" y="117"/>
                    </a:lnTo>
                    <a:lnTo>
                      <a:pt x="20" y="123"/>
                    </a:lnTo>
                    <a:lnTo>
                      <a:pt x="18" y="127"/>
                    </a:lnTo>
                    <a:lnTo>
                      <a:pt x="17" y="131"/>
                    </a:lnTo>
                    <a:lnTo>
                      <a:pt x="15" y="136"/>
                    </a:lnTo>
                    <a:lnTo>
                      <a:pt x="13" y="143"/>
                    </a:lnTo>
                    <a:lnTo>
                      <a:pt x="11" y="152"/>
                    </a:lnTo>
                    <a:lnTo>
                      <a:pt x="8" y="160"/>
                    </a:lnTo>
                    <a:lnTo>
                      <a:pt x="7" y="167"/>
                    </a:lnTo>
                    <a:lnTo>
                      <a:pt x="5" y="173"/>
                    </a:lnTo>
                    <a:lnTo>
                      <a:pt x="4" y="179"/>
                    </a:lnTo>
                    <a:lnTo>
                      <a:pt x="3" y="187"/>
                    </a:lnTo>
                    <a:lnTo>
                      <a:pt x="2" y="194"/>
                    </a:lnTo>
                    <a:lnTo>
                      <a:pt x="1" y="203"/>
                    </a:lnTo>
                    <a:lnTo>
                      <a:pt x="1" y="210"/>
                    </a:lnTo>
                    <a:lnTo>
                      <a:pt x="0" y="215"/>
                    </a:lnTo>
                    <a:lnTo>
                      <a:pt x="0" y="221"/>
                    </a:lnTo>
                    <a:lnTo>
                      <a:pt x="0" y="227"/>
                    </a:lnTo>
                    <a:lnTo>
                      <a:pt x="0" y="233"/>
                    </a:lnTo>
                    <a:lnTo>
                      <a:pt x="1" y="240"/>
                    </a:lnTo>
                    <a:lnTo>
                      <a:pt x="1" y="247"/>
                    </a:lnTo>
                    <a:lnTo>
                      <a:pt x="3" y="254"/>
                    </a:lnTo>
                    <a:lnTo>
                      <a:pt x="4" y="259"/>
                    </a:lnTo>
                    <a:lnTo>
                      <a:pt x="5" y="264"/>
                    </a:lnTo>
                    <a:lnTo>
                      <a:pt x="7" y="268"/>
                    </a:lnTo>
                    <a:lnTo>
                      <a:pt x="9" y="272"/>
                    </a:lnTo>
                    <a:lnTo>
                      <a:pt x="11" y="276"/>
                    </a:lnTo>
                    <a:lnTo>
                      <a:pt x="14" y="279"/>
                    </a:lnTo>
                    <a:lnTo>
                      <a:pt x="17" y="282"/>
                    </a:lnTo>
                    <a:lnTo>
                      <a:pt x="19" y="284"/>
                    </a:lnTo>
                    <a:lnTo>
                      <a:pt x="21" y="285"/>
                    </a:lnTo>
                    <a:lnTo>
                      <a:pt x="24" y="286"/>
                    </a:lnTo>
                    <a:lnTo>
                      <a:pt x="45" y="292"/>
                    </a:lnTo>
                    <a:lnTo>
                      <a:pt x="141" y="7"/>
                    </a:lnTo>
                  </a:path>
                </a:pathLst>
              </a:custGeom>
              <a:solidFill>
                <a:srgbClr val="40404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664" name="Oval 277">
                <a:extLst>
                  <a:ext uri="{FF2B5EF4-FFF2-40B4-BE49-F238E27FC236}">
                    <a16:creationId xmlns:a16="http://schemas.microsoft.com/office/drawing/2014/main" id="{1F5AD3AD-F9A5-4A7E-96FD-492C03EF8F61}"/>
                  </a:ext>
                </a:extLst>
              </p:cNvPr>
              <p:cNvSpPr>
                <a:spLocks noChangeArrowheads="1"/>
              </p:cNvSpPr>
              <p:nvPr/>
            </p:nvSpPr>
            <p:spPr bwMode="auto">
              <a:xfrm rot="1080000">
                <a:off x="1400" y="2820"/>
                <a:ext cx="120" cy="303"/>
              </a:xfrm>
              <a:prstGeom prst="ellipse">
                <a:avLst/>
              </a:prstGeom>
              <a:solidFill>
                <a:srgbClr val="20202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58620" name="Group 278">
              <a:extLst>
                <a:ext uri="{FF2B5EF4-FFF2-40B4-BE49-F238E27FC236}">
                  <a16:creationId xmlns:a16="http://schemas.microsoft.com/office/drawing/2014/main" id="{63F7D749-6DC6-E062-3734-0EB17846D0CF}"/>
                </a:ext>
              </a:extLst>
            </p:cNvPr>
            <p:cNvGrpSpPr>
              <a:grpSpLocks/>
            </p:cNvGrpSpPr>
            <p:nvPr/>
          </p:nvGrpSpPr>
          <p:grpSpPr bwMode="auto">
            <a:xfrm>
              <a:off x="1385" y="2826"/>
              <a:ext cx="150" cy="301"/>
              <a:chOff x="1385" y="2826"/>
              <a:chExt cx="150" cy="301"/>
            </a:xfrm>
          </p:grpSpPr>
          <p:sp>
            <p:nvSpPr>
              <p:cNvPr id="58661" name="Freeform 279">
                <a:extLst>
                  <a:ext uri="{FF2B5EF4-FFF2-40B4-BE49-F238E27FC236}">
                    <a16:creationId xmlns:a16="http://schemas.microsoft.com/office/drawing/2014/main" id="{0D36C99E-11A1-9AC3-D5B1-EE2E508BAF08}"/>
                  </a:ext>
                </a:extLst>
              </p:cNvPr>
              <p:cNvSpPr>
                <a:spLocks/>
              </p:cNvSpPr>
              <p:nvPr/>
            </p:nvSpPr>
            <p:spPr bwMode="auto">
              <a:xfrm>
                <a:off x="1385" y="2826"/>
                <a:ext cx="144" cy="292"/>
              </a:xfrm>
              <a:custGeom>
                <a:avLst/>
                <a:gdLst>
                  <a:gd name="T0" fmla="*/ 121 w 144"/>
                  <a:gd name="T1" fmla="*/ 0 h 292"/>
                  <a:gd name="T2" fmla="*/ 112 w 144"/>
                  <a:gd name="T3" fmla="*/ 1 h 292"/>
                  <a:gd name="T4" fmla="*/ 105 w 144"/>
                  <a:gd name="T5" fmla="*/ 3 h 292"/>
                  <a:gd name="T6" fmla="*/ 97 w 144"/>
                  <a:gd name="T7" fmla="*/ 6 h 292"/>
                  <a:gd name="T8" fmla="*/ 91 w 144"/>
                  <a:gd name="T9" fmla="*/ 10 h 292"/>
                  <a:gd name="T10" fmla="*/ 85 w 144"/>
                  <a:gd name="T11" fmla="*/ 15 h 292"/>
                  <a:gd name="T12" fmla="*/ 78 w 144"/>
                  <a:gd name="T13" fmla="*/ 21 h 292"/>
                  <a:gd name="T14" fmla="*/ 72 w 144"/>
                  <a:gd name="T15" fmla="*/ 28 h 292"/>
                  <a:gd name="T16" fmla="*/ 66 w 144"/>
                  <a:gd name="T17" fmla="*/ 35 h 292"/>
                  <a:gd name="T18" fmla="*/ 59 w 144"/>
                  <a:gd name="T19" fmla="*/ 44 h 292"/>
                  <a:gd name="T20" fmla="*/ 52 w 144"/>
                  <a:gd name="T21" fmla="*/ 55 h 292"/>
                  <a:gd name="T22" fmla="*/ 47 w 144"/>
                  <a:gd name="T23" fmla="*/ 64 h 292"/>
                  <a:gd name="T24" fmla="*/ 38 w 144"/>
                  <a:gd name="T25" fmla="*/ 80 h 292"/>
                  <a:gd name="T26" fmla="*/ 31 w 144"/>
                  <a:gd name="T27" fmla="*/ 96 h 292"/>
                  <a:gd name="T28" fmla="*/ 24 w 144"/>
                  <a:gd name="T29" fmla="*/ 110 h 292"/>
                  <a:gd name="T30" fmla="*/ 20 w 144"/>
                  <a:gd name="T31" fmla="*/ 122 h 292"/>
                  <a:gd name="T32" fmla="*/ 17 w 144"/>
                  <a:gd name="T33" fmla="*/ 131 h 292"/>
                  <a:gd name="T34" fmla="*/ 13 w 144"/>
                  <a:gd name="T35" fmla="*/ 142 h 292"/>
                  <a:gd name="T36" fmla="*/ 8 w 144"/>
                  <a:gd name="T37" fmla="*/ 160 h 292"/>
                  <a:gd name="T38" fmla="*/ 6 w 144"/>
                  <a:gd name="T39" fmla="*/ 173 h 292"/>
                  <a:gd name="T40" fmla="*/ 3 w 144"/>
                  <a:gd name="T41" fmla="*/ 186 h 292"/>
                  <a:gd name="T42" fmla="*/ 1 w 144"/>
                  <a:gd name="T43" fmla="*/ 202 h 292"/>
                  <a:gd name="T44" fmla="*/ 0 w 144"/>
                  <a:gd name="T45" fmla="*/ 215 h 292"/>
                  <a:gd name="T46" fmla="*/ 0 w 144"/>
                  <a:gd name="T47" fmla="*/ 226 h 292"/>
                  <a:gd name="T48" fmla="*/ 1 w 144"/>
                  <a:gd name="T49" fmla="*/ 240 h 292"/>
                  <a:gd name="T50" fmla="*/ 3 w 144"/>
                  <a:gd name="T51" fmla="*/ 253 h 292"/>
                  <a:gd name="T52" fmla="*/ 6 w 144"/>
                  <a:gd name="T53" fmla="*/ 263 h 292"/>
                  <a:gd name="T54" fmla="*/ 9 w 144"/>
                  <a:gd name="T55" fmla="*/ 271 h 292"/>
                  <a:gd name="T56" fmla="*/ 14 w 144"/>
                  <a:gd name="T57" fmla="*/ 278 h 292"/>
                  <a:gd name="T58" fmla="*/ 19 w 144"/>
                  <a:gd name="T59" fmla="*/ 283 h 292"/>
                  <a:gd name="T60" fmla="*/ 24 w 144"/>
                  <a:gd name="T61" fmla="*/ 285 h 292"/>
                  <a:gd name="T62" fmla="*/ 143 w 144"/>
                  <a:gd name="T63" fmla="*/ 7 h 29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44" h="292">
                    <a:moveTo>
                      <a:pt x="143" y="7"/>
                    </a:moveTo>
                    <a:lnTo>
                      <a:pt x="121" y="0"/>
                    </a:lnTo>
                    <a:lnTo>
                      <a:pt x="116" y="0"/>
                    </a:lnTo>
                    <a:lnTo>
                      <a:pt x="112" y="1"/>
                    </a:lnTo>
                    <a:lnTo>
                      <a:pt x="109" y="1"/>
                    </a:lnTo>
                    <a:lnTo>
                      <a:pt x="105" y="3"/>
                    </a:lnTo>
                    <a:lnTo>
                      <a:pt x="100" y="4"/>
                    </a:lnTo>
                    <a:lnTo>
                      <a:pt x="97" y="6"/>
                    </a:lnTo>
                    <a:lnTo>
                      <a:pt x="95" y="8"/>
                    </a:lnTo>
                    <a:lnTo>
                      <a:pt x="91" y="10"/>
                    </a:lnTo>
                    <a:lnTo>
                      <a:pt x="88" y="12"/>
                    </a:lnTo>
                    <a:lnTo>
                      <a:pt x="85" y="15"/>
                    </a:lnTo>
                    <a:lnTo>
                      <a:pt x="82" y="17"/>
                    </a:lnTo>
                    <a:lnTo>
                      <a:pt x="78" y="21"/>
                    </a:lnTo>
                    <a:lnTo>
                      <a:pt x="75" y="24"/>
                    </a:lnTo>
                    <a:lnTo>
                      <a:pt x="72" y="28"/>
                    </a:lnTo>
                    <a:lnTo>
                      <a:pt x="68" y="31"/>
                    </a:lnTo>
                    <a:lnTo>
                      <a:pt x="66" y="35"/>
                    </a:lnTo>
                    <a:lnTo>
                      <a:pt x="63" y="39"/>
                    </a:lnTo>
                    <a:lnTo>
                      <a:pt x="59" y="44"/>
                    </a:lnTo>
                    <a:lnTo>
                      <a:pt x="55" y="50"/>
                    </a:lnTo>
                    <a:lnTo>
                      <a:pt x="52" y="55"/>
                    </a:lnTo>
                    <a:lnTo>
                      <a:pt x="49" y="60"/>
                    </a:lnTo>
                    <a:lnTo>
                      <a:pt x="47" y="64"/>
                    </a:lnTo>
                    <a:lnTo>
                      <a:pt x="42" y="71"/>
                    </a:lnTo>
                    <a:lnTo>
                      <a:pt x="38" y="80"/>
                    </a:lnTo>
                    <a:lnTo>
                      <a:pt x="34" y="88"/>
                    </a:lnTo>
                    <a:lnTo>
                      <a:pt x="31" y="96"/>
                    </a:lnTo>
                    <a:lnTo>
                      <a:pt x="27" y="103"/>
                    </a:lnTo>
                    <a:lnTo>
                      <a:pt x="24" y="110"/>
                    </a:lnTo>
                    <a:lnTo>
                      <a:pt x="22" y="117"/>
                    </a:lnTo>
                    <a:lnTo>
                      <a:pt x="20" y="122"/>
                    </a:lnTo>
                    <a:lnTo>
                      <a:pt x="19" y="126"/>
                    </a:lnTo>
                    <a:lnTo>
                      <a:pt x="17" y="131"/>
                    </a:lnTo>
                    <a:lnTo>
                      <a:pt x="16" y="136"/>
                    </a:lnTo>
                    <a:lnTo>
                      <a:pt x="13" y="142"/>
                    </a:lnTo>
                    <a:lnTo>
                      <a:pt x="11" y="152"/>
                    </a:lnTo>
                    <a:lnTo>
                      <a:pt x="8" y="160"/>
                    </a:lnTo>
                    <a:lnTo>
                      <a:pt x="7" y="166"/>
                    </a:lnTo>
                    <a:lnTo>
                      <a:pt x="6" y="173"/>
                    </a:lnTo>
                    <a:lnTo>
                      <a:pt x="5" y="179"/>
                    </a:lnTo>
                    <a:lnTo>
                      <a:pt x="3" y="186"/>
                    </a:lnTo>
                    <a:lnTo>
                      <a:pt x="2" y="194"/>
                    </a:lnTo>
                    <a:lnTo>
                      <a:pt x="1" y="202"/>
                    </a:lnTo>
                    <a:lnTo>
                      <a:pt x="1" y="209"/>
                    </a:lnTo>
                    <a:lnTo>
                      <a:pt x="0" y="215"/>
                    </a:lnTo>
                    <a:lnTo>
                      <a:pt x="0" y="220"/>
                    </a:lnTo>
                    <a:lnTo>
                      <a:pt x="0" y="226"/>
                    </a:lnTo>
                    <a:lnTo>
                      <a:pt x="0" y="232"/>
                    </a:lnTo>
                    <a:lnTo>
                      <a:pt x="1" y="240"/>
                    </a:lnTo>
                    <a:lnTo>
                      <a:pt x="1" y="246"/>
                    </a:lnTo>
                    <a:lnTo>
                      <a:pt x="3" y="253"/>
                    </a:lnTo>
                    <a:lnTo>
                      <a:pt x="4" y="258"/>
                    </a:lnTo>
                    <a:lnTo>
                      <a:pt x="6" y="263"/>
                    </a:lnTo>
                    <a:lnTo>
                      <a:pt x="7" y="267"/>
                    </a:lnTo>
                    <a:lnTo>
                      <a:pt x="9" y="271"/>
                    </a:lnTo>
                    <a:lnTo>
                      <a:pt x="12" y="275"/>
                    </a:lnTo>
                    <a:lnTo>
                      <a:pt x="14" y="278"/>
                    </a:lnTo>
                    <a:lnTo>
                      <a:pt x="17" y="281"/>
                    </a:lnTo>
                    <a:lnTo>
                      <a:pt x="19" y="283"/>
                    </a:lnTo>
                    <a:lnTo>
                      <a:pt x="22" y="284"/>
                    </a:lnTo>
                    <a:lnTo>
                      <a:pt x="24" y="285"/>
                    </a:lnTo>
                    <a:lnTo>
                      <a:pt x="46" y="291"/>
                    </a:lnTo>
                    <a:lnTo>
                      <a:pt x="143" y="7"/>
                    </a:lnTo>
                  </a:path>
                </a:pathLst>
              </a:custGeom>
              <a:gradFill rotWithShape="0">
                <a:gsLst>
                  <a:gs pos="0">
                    <a:srgbClr val="FFFFFF"/>
                  </a:gs>
                  <a:gs pos="100000">
                    <a:srgbClr val="DADADA"/>
                  </a:gs>
                </a:gsLst>
                <a:lin ang="5400000" scaled="1"/>
              </a:gra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662" name="Oval 280">
                <a:extLst>
                  <a:ext uri="{FF2B5EF4-FFF2-40B4-BE49-F238E27FC236}">
                    <a16:creationId xmlns:a16="http://schemas.microsoft.com/office/drawing/2014/main" id="{D09BD330-620E-7511-147F-4F7E4607B7BF}"/>
                  </a:ext>
                </a:extLst>
              </p:cNvPr>
              <p:cNvSpPr>
                <a:spLocks noChangeArrowheads="1"/>
              </p:cNvSpPr>
              <p:nvPr/>
            </p:nvSpPr>
            <p:spPr bwMode="auto">
              <a:xfrm rot="1080000">
                <a:off x="1415" y="2826"/>
                <a:ext cx="120" cy="301"/>
              </a:xfrm>
              <a:prstGeom prst="ellipse">
                <a:avLst/>
              </a:prstGeom>
              <a:gradFill rotWithShape="0">
                <a:gsLst>
                  <a:gs pos="0">
                    <a:srgbClr val="FFFFFF"/>
                  </a:gs>
                  <a:gs pos="100000">
                    <a:srgbClr val="DADADA"/>
                  </a:gs>
                </a:gsLst>
                <a:lin ang="540000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sp>
          <p:nvSpPr>
            <p:cNvPr id="58621" name="Freeform 281">
              <a:extLst>
                <a:ext uri="{FF2B5EF4-FFF2-40B4-BE49-F238E27FC236}">
                  <a16:creationId xmlns:a16="http://schemas.microsoft.com/office/drawing/2014/main" id="{372701A6-3B52-D8F3-3F18-008A654E9D04}"/>
                </a:ext>
              </a:extLst>
            </p:cNvPr>
            <p:cNvSpPr>
              <a:spLocks/>
            </p:cNvSpPr>
            <p:nvPr/>
          </p:nvSpPr>
          <p:spPr bwMode="auto">
            <a:xfrm>
              <a:off x="1427" y="2920"/>
              <a:ext cx="70" cy="114"/>
            </a:xfrm>
            <a:custGeom>
              <a:avLst/>
              <a:gdLst>
                <a:gd name="T0" fmla="*/ 56 w 70"/>
                <a:gd name="T1" fmla="*/ 0 h 114"/>
                <a:gd name="T2" fmla="*/ 51 w 70"/>
                <a:gd name="T3" fmla="*/ 0 h 114"/>
                <a:gd name="T4" fmla="*/ 47 w 70"/>
                <a:gd name="T5" fmla="*/ 1 h 114"/>
                <a:gd name="T6" fmla="*/ 42 w 70"/>
                <a:gd name="T7" fmla="*/ 1 h 114"/>
                <a:gd name="T8" fmla="*/ 39 w 70"/>
                <a:gd name="T9" fmla="*/ 3 h 114"/>
                <a:gd name="T10" fmla="*/ 36 w 70"/>
                <a:gd name="T11" fmla="*/ 4 h 114"/>
                <a:gd name="T12" fmla="*/ 32 w 70"/>
                <a:gd name="T13" fmla="*/ 6 h 114"/>
                <a:gd name="T14" fmla="*/ 29 w 70"/>
                <a:gd name="T15" fmla="*/ 9 h 114"/>
                <a:gd name="T16" fmla="*/ 26 w 70"/>
                <a:gd name="T17" fmla="*/ 11 h 114"/>
                <a:gd name="T18" fmla="*/ 23 w 70"/>
                <a:gd name="T19" fmla="*/ 14 h 114"/>
                <a:gd name="T20" fmla="*/ 19 w 70"/>
                <a:gd name="T21" fmla="*/ 18 h 114"/>
                <a:gd name="T22" fmla="*/ 17 w 70"/>
                <a:gd name="T23" fmla="*/ 22 h 114"/>
                <a:gd name="T24" fmla="*/ 13 w 70"/>
                <a:gd name="T25" fmla="*/ 28 h 114"/>
                <a:gd name="T26" fmla="*/ 9 w 70"/>
                <a:gd name="T27" fmla="*/ 33 h 114"/>
                <a:gd name="T28" fmla="*/ 7 w 70"/>
                <a:gd name="T29" fmla="*/ 39 h 114"/>
                <a:gd name="T30" fmla="*/ 5 w 70"/>
                <a:gd name="T31" fmla="*/ 43 h 114"/>
                <a:gd name="T32" fmla="*/ 4 w 70"/>
                <a:gd name="T33" fmla="*/ 47 h 114"/>
                <a:gd name="T34" fmla="*/ 3 w 70"/>
                <a:gd name="T35" fmla="*/ 51 h 114"/>
                <a:gd name="T36" fmla="*/ 1 w 70"/>
                <a:gd name="T37" fmla="*/ 58 h 114"/>
                <a:gd name="T38" fmla="*/ 0 w 70"/>
                <a:gd name="T39" fmla="*/ 63 h 114"/>
                <a:gd name="T40" fmla="*/ 0 w 70"/>
                <a:gd name="T41" fmla="*/ 68 h 114"/>
                <a:gd name="T42" fmla="*/ 0 w 70"/>
                <a:gd name="T43" fmla="*/ 75 h 114"/>
                <a:gd name="T44" fmla="*/ 0 w 70"/>
                <a:gd name="T45" fmla="*/ 80 h 114"/>
                <a:gd name="T46" fmla="*/ 1 w 70"/>
                <a:gd name="T47" fmla="*/ 84 h 114"/>
                <a:gd name="T48" fmla="*/ 2 w 70"/>
                <a:gd name="T49" fmla="*/ 90 h 114"/>
                <a:gd name="T50" fmla="*/ 4 w 70"/>
                <a:gd name="T51" fmla="*/ 95 h 114"/>
                <a:gd name="T52" fmla="*/ 7 w 70"/>
                <a:gd name="T53" fmla="*/ 100 h 114"/>
                <a:gd name="T54" fmla="*/ 9 w 70"/>
                <a:gd name="T55" fmla="*/ 103 h 114"/>
                <a:gd name="T56" fmla="*/ 12 w 70"/>
                <a:gd name="T57" fmla="*/ 106 h 114"/>
                <a:gd name="T58" fmla="*/ 16 w 70"/>
                <a:gd name="T59" fmla="*/ 108 h 114"/>
                <a:gd name="T60" fmla="*/ 19 w 70"/>
                <a:gd name="T61" fmla="*/ 110 h 114"/>
                <a:gd name="T62" fmla="*/ 69 w 70"/>
                <a:gd name="T63" fmla="*/ 5 h 11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70" h="114">
                  <a:moveTo>
                    <a:pt x="69" y="5"/>
                  </a:moveTo>
                  <a:lnTo>
                    <a:pt x="56" y="0"/>
                  </a:lnTo>
                  <a:lnTo>
                    <a:pt x="53" y="0"/>
                  </a:lnTo>
                  <a:lnTo>
                    <a:pt x="51" y="0"/>
                  </a:lnTo>
                  <a:lnTo>
                    <a:pt x="49" y="0"/>
                  </a:lnTo>
                  <a:lnTo>
                    <a:pt x="47" y="1"/>
                  </a:lnTo>
                  <a:lnTo>
                    <a:pt x="44" y="1"/>
                  </a:lnTo>
                  <a:lnTo>
                    <a:pt x="42" y="1"/>
                  </a:lnTo>
                  <a:lnTo>
                    <a:pt x="41" y="2"/>
                  </a:lnTo>
                  <a:lnTo>
                    <a:pt x="39" y="3"/>
                  </a:lnTo>
                  <a:lnTo>
                    <a:pt x="37" y="3"/>
                  </a:lnTo>
                  <a:lnTo>
                    <a:pt x="36" y="4"/>
                  </a:lnTo>
                  <a:lnTo>
                    <a:pt x="34" y="5"/>
                  </a:lnTo>
                  <a:lnTo>
                    <a:pt x="32" y="6"/>
                  </a:lnTo>
                  <a:lnTo>
                    <a:pt x="30" y="7"/>
                  </a:lnTo>
                  <a:lnTo>
                    <a:pt x="29" y="9"/>
                  </a:lnTo>
                  <a:lnTo>
                    <a:pt x="27" y="10"/>
                  </a:lnTo>
                  <a:lnTo>
                    <a:pt x="26" y="11"/>
                  </a:lnTo>
                  <a:lnTo>
                    <a:pt x="25" y="12"/>
                  </a:lnTo>
                  <a:lnTo>
                    <a:pt x="23" y="14"/>
                  </a:lnTo>
                  <a:lnTo>
                    <a:pt x="21" y="16"/>
                  </a:lnTo>
                  <a:lnTo>
                    <a:pt x="19" y="18"/>
                  </a:lnTo>
                  <a:lnTo>
                    <a:pt x="18" y="20"/>
                  </a:lnTo>
                  <a:lnTo>
                    <a:pt x="17" y="22"/>
                  </a:lnTo>
                  <a:lnTo>
                    <a:pt x="15" y="24"/>
                  </a:lnTo>
                  <a:lnTo>
                    <a:pt x="13" y="28"/>
                  </a:lnTo>
                  <a:lnTo>
                    <a:pt x="11" y="30"/>
                  </a:lnTo>
                  <a:lnTo>
                    <a:pt x="9" y="33"/>
                  </a:lnTo>
                  <a:lnTo>
                    <a:pt x="8" y="36"/>
                  </a:lnTo>
                  <a:lnTo>
                    <a:pt x="7" y="39"/>
                  </a:lnTo>
                  <a:lnTo>
                    <a:pt x="6" y="41"/>
                  </a:lnTo>
                  <a:lnTo>
                    <a:pt x="5" y="43"/>
                  </a:lnTo>
                  <a:lnTo>
                    <a:pt x="5" y="45"/>
                  </a:lnTo>
                  <a:lnTo>
                    <a:pt x="4" y="47"/>
                  </a:lnTo>
                  <a:lnTo>
                    <a:pt x="4" y="48"/>
                  </a:lnTo>
                  <a:lnTo>
                    <a:pt x="3" y="51"/>
                  </a:lnTo>
                  <a:lnTo>
                    <a:pt x="2" y="55"/>
                  </a:lnTo>
                  <a:lnTo>
                    <a:pt x="1" y="58"/>
                  </a:lnTo>
                  <a:lnTo>
                    <a:pt x="0" y="60"/>
                  </a:lnTo>
                  <a:lnTo>
                    <a:pt x="0" y="63"/>
                  </a:lnTo>
                  <a:lnTo>
                    <a:pt x="0" y="65"/>
                  </a:lnTo>
                  <a:lnTo>
                    <a:pt x="0" y="68"/>
                  </a:lnTo>
                  <a:lnTo>
                    <a:pt x="0" y="71"/>
                  </a:lnTo>
                  <a:lnTo>
                    <a:pt x="0" y="75"/>
                  </a:lnTo>
                  <a:lnTo>
                    <a:pt x="0" y="77"/>
                  </a:lnTo>
                  <a:lnTo>
                    <a:pt x="0" y="80"/>
                  </a:lnTo>
                  <a:lnTo>
                    <a:pt x="0" y="82"/>
                  </a:lnTo>
                  <a:lnTo>
                    <a:pt x="1" y="84"/>
                  </a:lnTo>
                  <a:lnTo>
                    <a:pt x="1" y="86"/>
                  </a:lnTo>
                  <a:lnTo>
                    <a:pt x="2" y="90"/>
                  </a:lnTo>
                  <a:lnTo>
                    <a:pt x="3" y="92"/>
                  </a:lnTo>
                  <a:lnTo>
                    <a:pt x="4" y="95"/>
                  </a:lnTo>
                  <a:lnTo>
                    <a:pt x="5" y="97"/>
                  </a:lnTo>
                  <a:lnTo>
                    <a:pt x="7" y="100"/>
                  </a:lnTo>
                  <a:lnTo>
                    <a:pt x="8" y="101"/>
                  </a:lnTo>
                  <a:lnTo>
                    <a:pt x="9" y="103"/>
                  </a:lnTo>
                  <a:lnTo>
                    <a:pt x="11" y="105"/>
                  </a:lnTo>
                  <a:lnTo>
                    <a:pt x="12" y="106"/>
                  </a:lnTo>
                  <a:lnTo>
                    <a:pt x="15" y="107"/>
                  </a:lnTo>
                  <a:lnTo>
                    <a:pt x="16" y="108"/>
                  </a:lnTo>
                  <a:lnTo>
                    <a:pt x="18" y="109"/>
                  </a:lnTo>
                  <a:lnTo>
                    <a:pt x="19" y="110"/>
                  </a:lnTo>
                  <a:lnTo>
                    <a:pt x="32" y="113"/>
                  </a:lnTo>
                  <a:lnTo>
                    <a:pt x="69" y="5"/>
                  </a:lnTo>
                </a:path>
              </a:pathLst>
            </a:custGeom>
            <a:gradFill rotWithShape="0">
              <a:gsLst>
                <a:gs pos="0">
                  <a:srgbClr val="414141"/>
                </a:gs>
                <a:gs pos="100000">
                  <a:srgbClr val="DADADA"/>
                </a:gs>
              </a:gsLst>
              <a:lin ang="5400000" scaled="1"/>
            </a:gra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622" name="Freeform 282">
              <a:extLst>
                <a:ext uri="{FF2B5EF4-FFF2-40B4-BE49-F238E27FC236}">
                  <a16:creationId xmlns:a16="http://schemas.microsoft.com/office/drawing/2014/main" id="{94D7BC47-9159-40F1-4DDA-2EF5E654C87E}"/>
                </a:ext>
              </a:extLst>
            </p:cNvPr>
            <p:cNvSpPr>
              <a:spLocks/>
            </p:cNvSpPr>
            <p:nvPr/>
          </p:nvSpPr>
          <p:spPr bwMode="auto">
            <a:xfrm>
              <a:off x="1437" y="2924"/>
              <a:ext cx="69" cy="111"/>
            </a:xfrm>
            <a:custGeom>
              <a:avLst/>
              <a:gdLst>
                <a:gd name="T0" fmla="*/ 55 w 69"/>
                <a:gd name="T1" fmla="*/ 1 h 111"/>
                <a:gd name="T2" fmla="*/ 50 w 69"/>
                <a:gd name="T3" fmla="*/ 0 h 111"/>
                <a:gd name="T4" fmla="*/ 46 w 69"/>
                <a:gd name="T5" fmla="*/ 1 h 111"/>
                <a:gd name="T6" fmla="*/ 42 w 69"/>
                <a:gd name="T7" fmla="*/ 1 h 111"/>
                <a:gd name="T8" fmla="*/ 38 w 69"/>
                <a:gd name="T9" fmla="*/ 3 h 111"/>
                <a:gd name="T10" fmla="*/ 35 w 69"/>
                <a:gd name="T11" fmla="*/ 4 h 111"/>
                <a:gd name="T12" fmla="*/ 32 w 69"/>
                <a:gd name="T13" fmla="*/ 6 h 111"/>
                <a:gd name="T14" fmla="*/ 29 w 69"/>
                <a:gd name="T15" fmla="*/ 8 h 111"/>
                <a:gd name="T16" fmla="*/ 26 w 69"/>
                <a:gd name="T17" fmla="*/ 11 h 111"/>
                <a:gd name="T18" fmla="*/ 23 w 69"/>
                <a:gd name="T19" fmla="*/ 14 h 111"/>
                <a:gd name="T20" fmla="*/ 19 w 69"/>
                <a:gd name="T21" fmla="*/ 18 h 111"/>
                <a:gd name="T22" fmla="*/ 17 w 69"/>
                <a:gd name="T23" fmla="*/ 21 h 111"/>
                <a:gd name="T24" fmla="*/ 13 w 69"/>
                <a:gd name="T25" fmla="*/ 27 h 111"/>
                <a:gd name="T26" fmla="*/ 9 w 69"/>
                <a:gd name="T27" fmla="*/ 33 h 111"/>
                <a:gd name="T28" fmla="*/ 7 w 69"/>
                <a:gd name="T29" fmla="*/ 38 h 111"/>
                <a:gd name="T30" fmla="*/ 5 w 69"/>
                <a:gd name="T31" fmla="*/ 42 h 111"/>
                <a:gd name="T32" fmla="*/ 4 w 69"/>
                <a:gd name="T33" fmla="*/ 46 h 111"/>
                <a:gd name="T34" fmla="*/ 3 w 69"/>
                <a:gd name="T35" fmla="*/ 50 h 111"/>
                <a:gd name="T36" fmla="*/ 1 w 69"/>
                <a:gd name="T37" fmla="*/ 56 h 111"/>
                <a:gd name="T38" fmla="*/ 0 w 69"/>
                <a:gd name="T39" fmla="*/ 61 h 111"/>
                <a:gd name="T40" fmla="*/ 0 w 69"/>
                <a:gd name="T41" fmla="*/ 66 h 111"/>
                <a:gd name="T42" fmla="*/ 0 w 69"/>
                <a:gd name="T43" fmla="*/ 73 h 111"/>
                <a:gd name="T44" fmla="*/ 0 w 69"/>
                <a:gd name="T45" fmla="*/ 78 h 111"/>
                <a:gd name="T46" fmla="*/ 1 w 69"/>
                <a:gd name="T47" fmla="*/ 82 h 111"/>
                <a:gd name="T48" fmla="*/ 2 w 69"/>
                <a:gd name="T49" fmla="*/ 87 h 111"/>
                <a:gd name="T50" fmla="*/ 4 w 69"/>
                <a:gd name="T51" fmla="*/ 93 h 111"/>
                <a:gd name="T52" fmla="*/ 7 w 69"/>
                <a:gd name="T53" fmla="*/ 97 h 111"/>
                <a:gd name="T54" fmla="*/ 9 w 69"/>
                <a:gd name="T55" fmla="*/ 100 h 111"/>
                <a:gd name="T56" fmla="*/ 12 w 69"/>
                <a:gd name="T57" fmla="*/ 103 h 111"/>
                <a:gd name="T58" fmla="*/ 16 w 69"/>
                <a:gd name="T59" fmla="*/ 105 h 111"/>
                <a:gd name="T60" fmla="*/ 19 w 69"/>
                <a:gd name="T61" fmla="*/ 107 h 111"/>
                <a:gd name="T62" fmla="*/ 68 w 69"/>
                <a:gd name="T63" fmla="*/ 5 h 11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69" h="111">
                  <a:moveTo>
                    <a:pt x="68" y="5"/>
                  </a:moveTo>
                  <a:lnTo>
                    <a:pt x="55" y="1"/>
                  </a:lnTo>
                  <a:lnTo>
                    <a:pt x="52" y="0"/>
                  </a:lnTo>
                  <a:lnTo>
                    <a:pt x="50" y="0"/>
                  </a:lnTo>
                  <a:lnTo>
                    <a:pt x="48" y="0"/>
                  </a:lnTo>
                  <a:lnTo>
                    <a:pt x="46" y="1"/>
                  </a:lnTo>
                  <a:lnTo>
                    <a:pt x="43" y="1"/>
                  </a:lnTo>
                  <a:lnTo>
                    <a:pt x="42" y="1"/>
                  </a:lnTo>
                  <a:lnTo>
                    <a:pt x="40" y="2"/>
                  </a:lnTo>
                  <a:lnTo>
                    <a:pt x="38" y="3"/>
                  </a:lnTo>
                  <a:lnTo>
                    <a:pt x="37" y="3"/>
                  </a:lnTo>
                  <a:lnTo>
                    <a:pt x="35" y="4"/>
                  </a:lnTo>
                  <a:lnTo>
                    <a:pt x="34" y="5"/>
                  </a:lnTo>
                  <a:lnTo>
                    <a:pt x="32" y="6"/>
                  </a:lnTo>
                  <a:lnTo>
                    <a:pt x="30" y="7"/>
                  </a:lnTo>
                  <a:lnTo>
                    <a:pt x="29" y="8"/>
                  </a:lnTo>
                  <a:lnTo>
                    <a:pt x="27" y="10"/>
                  </a:lnTo>
                  <a:lnTo>
                    <a:pt x="26" y="11"/>
                  </a:lnTo>
                  <a:lnTo>
                    <a:pt x="24" y="12"/>
                  </a:lnTo>
                  <a:lnTo>
                    <a:pt x="23" y="14"/>
                  </a:lnTo>
                  <a:lnTo>
                    <a:pt x="21" y="16"/>
                  </a:lnTo>
                  <a:lnTo>
                    <a:pt x="19" y="18"/>
                  </a:lnTo>
                  <a:lnTo>
                    <a:pt x="18" y="19"/>
                  </a:lnTo>
                  <a:lnTo>
                    <a:pt x="17" y="21"/>
                  </a:lnTo>
                  <a:lnTo>
                    <a:pt x="15" y="24"/>
                  </a:lnTo>
                  <a:lnTo>
                    <a:pt x="13" y="27"/>
                  </a:lnTo>
                  <a:lnTo>
                    <a:pt x="11" y="30"/>
                  </a:lnTo>
                  <a:lnTo>
                    <a:pt x="9" y="33"/>
                  </a:lnTo>
                  <a:lnTo>
                    <a:pt x="8" y="36"/>
                  </a:lnTo>
                  <a:lnTo>
                    <a:pt x="7" y="38"/>
                  </a:lnTo>
                  <a:lnTo>
                    <a:pt x="6" y="40"/>
                  </a:lnTo>
                  <a:lnTo>
                    <a:pt x="5" y="42"/>
                  </a:lnTo>
                  <a:lnTo>
                    <a:pt x="5" y="44"/>
                  </a:lnTo>
                  <a:lnTo>
                    <a:pt x="4" y="46"/>
                  </a:lnTo>
                  <a:lnTo>
                    <a:pt x="3" y="47"/>
                  </a:lnTo>
                  <a:lnTo>
                    <a:pt x="3" y="50"/>
                  </a:lnTo>
                  <a:lnTo>
                    <a:pt x="2" y="53"/>
                  </a:lnTo>
                  <a:lnTo>
                    <a:pt x="1" y="56"/>
                  </a:lnTo>
                  <a:lnTo>
                    <a:pt x="1" y="59"/>
                  </a:lnTo>
                  <a:lnTo>
                    <a:pt x="0" y="61"/>
                  </a:lnTo>
                  <a:lnTo>
                    <a:pt x="0" y="63"/>
                  </a:lnTo>
                  <a:lnTo>
                    <a:pt x="0" y="66"/>
                  </a:lnTo>
                  <a:lnTo>
                    <a:pt x="0" y="69"/>
                  </a:lnTo>
                  <a:lnTo>
                    <a:pt x="0" y="73"/>
                  </a:lnTo>
                  <a:lnTo>
                    <a:pt x="0" y="75"/>
                  </a:lnTo>
                  <a:lnTo>
                    <a:pt x="0" y="78"/>
                  </a:lnTo>
                  <a:lnTo>
                    <a:pt x="0" y="79"/>
                  </a:lnTo>
                  <a:lnTo>
                    <a:pt x="1" y="82"/>
                  </a:lnTo>
                  <a:lnTo>
                    <a:pt x="1" y="84"/>
                  </a:lnTo>
                  <a:lnTo>
                    <a:pt x="2" y="87"/>
                  </a:lnTo>
                  <a:lnTo>
                    <a:pt x="3" y="90"/>
                  </a:lnTo>
                  <a:lnTo>
                    <a:pt x="4" y="93"/>
                  </a:lnTo>
                  <a:lnTo>
                    <a:pt x="5" y="95"/>
                  </a:lnTo>
                  <a:lnTo>
                    <a:pt x="7" y="97"/>
                  </a:lnTo>
                  <a:lnTo>
                    <a:pt x="8" y="98"/>
                  </a:lnTo>
                  <a:lnTo>
                    <a:pt x="9" y="100"/>
                  </a:lnTo>
                  <a:lnTo>
                    <a:pt x="11" y="102"/>
                  </a:lnTo>
                  <a:lnTo>
                    <a:pt x="12" y="103"/>
                  </a:lnTo>
                  <a:lnTo>
                    <a:pt x="14" y="104"/>
                  </a:lnTo>
                  <a:lnTo>
                    <a:pt x="16" y="105"/>
                  </a:lnTo>
                  <a:lnTo>
                    <a:pt x="17" y="106"/>
                  </a:lnTo>
                  <a:lnTo>
                    <a:pt x="19" y="107"/>
                  </a:lnTo>
                  <a:lnTo>
                    <a:pt x="31" y="110"/>
                  </a:lnTo>
                  <a:lnTo>
                    <a:pt x="68" y="5"/>
                  </a:lnTo>
                </a:path>
              </a:pathLst>
            </a:custGeom>
            <a:gradFill rotWithShape="0">
              <a:gsLst>
                <a:gs pos="0">
                  <a:srgbClr val="414141"/>
                </a:gs>
                <a:gs pos="100000">
                  <a:srgbClr val="DADADA"/>
                </a:gs>
              </a:gsLst>
              <a:lin ang="5400000" scaled="1"/>
            </a:gra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623" name="Oval 283">
              <a:extLst>
                <a:ext uri="{FF2B5EF4-FFF2-40B4-BE49-F238E27FC236}">
                  <a16:creationId xmlns:a16="http://schemas.microsoft.com/office/drawing/2014/main" id="{6C709A0D-C984-46BB-BDE7-03C08DB8A588}"/>
                </a:ext>
              </a:extLst>
            </p:cNvPr>
            <p:cNvSpPr>
              <a:spLocks noChangeArrowheads="1"/>
            </p:cNvSpPr>
            <p:nvPr/>
          </p:nvSpPr>
          <p:spPr bwMode="auto">
            <a:xfrm rot="1080000">
              <a:off x="1447" y="2924"/>
              <a:ext cx="71" cy="113"/>
            </a:xfrm>
            <a:prstGeom prst="ellipse">
              <a:avLst/>
            </a:prstGeom>
            <a:gradFill rotWithShape="0">
              <a:gsLst>
                <a:gs pos="0">
                  <a:srgbClr val="DADADA"/>
                </a:gs>
                <a:gs pos="100000">
                  <a:srgbClr val="F0F0F0"/>
                </a:gs>
              </a:gsLst>
              <a:lin ang="540000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624" name="Oval 284">
              <a:extLst>
                <a:ext uri="{FF2B5EF4-FFF2-40B4-BE49-F238E27FC236}">
                  <a16:creationId xmlns:a16="http://schemas.microsoft.com/office/drawing/2014/main" id="{2161071A-1F59-558D-37BD-5D33B25E20A4}"/>
                </a:ext>
              </a:extLst>
            </p:cNvPr>
            <p:cNvSpPr>
              <a:spLocks noChangeArrowheads="1"/>
            </p:cNvSpPr>
            <p:nvPr/>
          </p:nvSpPr>
          <p:spPr bwMode="auto">
            <a:xfrm rot="1080000">
              <a:off x="1464" y="2953"/>
              <a:ext cx="41" cy="58"/>
            </a:xfrm>
            <a:prstGeom prst="ellipse">
              <a:avLst/>
            </a:prstGeom>
            <a:gradFill rotWithShape="0">
              <a:gsLst>
                <a:gs pos="0">
                  <a:srgbClr val="DADADA"/>
                </a:gs>
                <a:gs pos="100000">
                  <a:srgbClr val="151515"/>
                </a:gs>
              </a:gsLst>
              <a:lin ang="1890000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nvGrpSpPr>
            <p:cNvPr id="58625" name="Group 285">
              <a:extLst>
                <a:ext uri="{FF2B5EF4-FFF2-40B4-BE49-F238E27FC236}">
                  <a16:creationId xmlns:a16="http://schemas.microsoft.com/office/drawing/2014/main" id="{C52AB712-937C-4632-1A52-162CDAAD2DAF}"/>
                </a:ext>
              </a:extLst>
            </p:cNvPr>
            <p:cNvGrpSpPr>
              <a:grpSpLocks/>
            </p:cNvGrpSpPr>
            <p:nvPr/>
          </p:nvGrpSpPr>
          <p:grpSpPr bwMode="auto">
            <a:xfrm>
              <a:off x="1073" y="2746"/>
              <a:ext cx="345" cy="113"/>
              <a:chOff x="1073" y="2746"/>
              <a:chExt cx="345" cy="113"/>
            </a:xfrm>
          </p:grpSpPr>
          <p:sp>
            <p:nvSpPr>
              <p:cNvPr id="58658" name="Oval 286">
                <a:extLst>
                  <a:ext uri="{FF2B5EF4-FFF2-40B4-BE49-F238E27FC236}">
                    <a16:creationId xmlns:a16="http://schemas.microsoft.com/office/drawing/2014/main" id="{1FFABD49-AD03-6E80-B2C3-C079D389F8CB}"/>
                  </a:ext>
                </a:extLst>
              </p:cNvPr>
              <p:cNvSpPr>
                <a:spLocks noChangeArrowheads="1"/>
              </p:cNvSpPr>
              <p:nvPr/>
            </p:nvSpPr>
            <p:spPr bwMode="auto">
              <a:xfrm rot="1080000">
                <a:off x="1383" y="2842"/>
                <a:ext cx="35" cy="17"/>
              </a:xfrm>
              <a:prstGeom prst="ellipse">
                <a:avLst/>
              </a:prstGeom>
              <a:gradFill rotWithShape="0">
                <a:gsLst>
                  <a:gs pos="0">
                    <a:srgbClr val="000000"/>
                  </a:gs>
                  <a:gs pos="100000">
                    <a:srgbClr val="3F000B"/>
                  </a:gs>
                </a:gsLst>
                <a:lin ang="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659" name="Rectangle 287">
                <a:extLst>
                  <a:ext uri="{FF2B5EF4-FFF2-40B4-BE49-F238E27FC236}">
                    <a16:creationId xmlns:a16="http://schemas.microsoft.com/office/drawing/2014/main" id="{6D6D7A91-5E6B-A896-9A3F-5B2DAFE82DF4}"/>
                  </a:ext>
                </a:extLst>
              </p:cNvPr>
              <p:cNvSpPr>
                <a:spLocks noChangeArrowheads="1"/>
              </p:cNvSpPr>
              <p:nvPr/>
            </p:nvSpPr>
            <p:spPr bwMode="auto">
              <a:xfrm rot="1080000">
                <a:off x="1087" y="2794"/>
                <a:ext cx="324" cy="19"/>
              </a:xfrm>
              <a:prstGeom prst="rect">
                <a:avLst/>
              </a:prstGeom>
              <a:gradFill rotWithShape="0">
                <a:gsLst>
                  <a:gs pos="0">
                    <a:srgbClr val="FC0128"/>
                  </a:gs>
                  <a:gs pos="100000">
                    <a:srgbClr val="4B000C"/>
                  </a:gs>
                </a:gsLst>
                <a:lin ang="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660" name="Oval 288">
                <a:extLst>
                  <a:ext uri="{FF2B5EF4-FFF2-40B4-BE49-F238E27FC236}">
                    <a16:creationId xmlns:a16="http://schemas.microsoft.com/office/drawing/2014/main" id="{B7B60841-B107-8399-0858-0E28F5F92574}"/>
                  </a:ext>
                </a:extLst>
              </p:cNvPr>
              <p:cNvSpPr>
                <a:spLocks noChangeArrowheads="1"/>
              </p:cNvSpPr>
              <p:nvPr/>
            </p:nvSpPr>
            <p:spPr bwMode="auto">
              <a:xfrm rot="1080000">
                <a:off x="1073" y="2746"/>
                <a:ext cx="41" cy="16"/>
              </a:xfrm>
              <a:prstGeom prst="ellipse">
                <a:avLst/>
              </a:prstGeom>
              <a:gradFill rotWithShape="0">
                <a:gsLst>
                  <a:gs pos="0">
                    <a:srgbClr val="E20124"/>
                  </a:gs>
                  <a:gs pos="100000">
                    <a:srgbClr val="FC0128"/>
                  </a:gs>
                </a:gsLst>
                <a:lin ang="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58626" name="Group 289">
              <a:extLst>
                <a:ext uri="{FF2B5EF4-FFF2-40B4-BE49-F238E27FC236}">
                  <a16:creationId xmlns:a16="http://schemas.microsoft.com/office/drawing/2014/main" id="{83DD2487-2A97-448A-F085-CAF60BC6C374}"/>
                </a:ext>
              </a:extLst>
            </p:cNvPr>
            <p:cNvGrpSpPr>
              <a:grpSpLocks/>
            </p:cNvGrpSpPr>
            <p:nvPr/>
          </p:nvGrpSpPr>
          <p:grpSpPr bwMode="auto">
            <a:xfrm>
              <a:off x="1063" y="2773"/>
              <a:ext cx="344" cy="112"/>
              <a:chOff x="1063" y="2773"/>
              <a:chExt cx="344" cy="112"/>
            </a:xfrm>
          </p:grpSpPr>
          <p:sp>
            <p:nvSpPr>
              <p:cNvPr id="58655" name="Oval 290">
                <a:extLst>
                  <a:ext uri="{FF2B5EF4-FFF2-40B4-BE49-F238E27FC236}">
                    <a16:creationId xmlns:a16="http://schemas.microsoft.com/office/drawing/2014/main" id="{1949066F-6990-D1EB-B15C-CD927D27AF1C}"/>
                  </a:ext>
                </a:extLst>
              </p:cNvPr>
              <p:cNvSpPr>
                <a:spLocks noChangeArrowheads="1"/>
              </p:cNvSpPr>
              <p:nvPr/>
            </p:nvSpPr>
            <p:spPr bwMode="auto">
              <a:xfrm rot="1080000">
                <a:off x="1368" y="2869"/>
                <a:ext cx="39" cy="16"/>
              </a:xfrm>
              <a:prstGeom prst="ellipse">
                <a:avLst/>
              </a:prstGeom>
              <a:gradFill rotWithShape="0">
                <a:gsLst>
                  <a:gs pos="0">
                    <a:srgbClr val="000000"/>
                  </a:gs>
                  <a:gs pos="100000">
                    <a:srgbClr val="3F000B"/>
                  </a:gs>
                </a:gsLst>
                <a:lin ang="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656" name="Rectangle 291">
                <a:extLst>
                  <a:ext uri="{FF2B5EF4-FFF2-40B4-BE49-F238E27FC236}">
                    <a16:creationId xmlns:a16="http://schemas.microsoft.com/office/drawing/2014/main" id="{8E125210-96B5-A4EB-5AE9-3117512A8352}"/>
                  </a:ext>
                </a:extLst>
              </p:cNvPr>
              <p:cNvSpPr>
                <a:spLocks noChangeArrowheads="1"/>
              </p:cNvSpPr>
              <p:nvPr/>
            </p:nvSpPr>
            <p:spPr bwMode="auto">
              <a:xfrm rot="1080000">
                <a:off x="1073" y="2820"/>
                <a:ext cx="325" cy="19"/>
              </a:xfrm>
              <a:prstGeom prst="rect">
                <a:avLst/>
              </a:prstGeom>
              <a:gradFill rotWithShape="0">
                <a:gsLst>
                  <a:gs pos="0">
                    <a:srgbClr val="FC0128"/>
                  </a:gs>
                  <a:gs pos="100000">
                    <a:srgbClr val="4B000C"/>
                  </a:gs>
                </a:gsLst>
                <a:lin ang="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657" name="Oval 292">
                <a:extLst>
                  <a:ext uri="{FF2B5EF4-FFF2-40B4-BE49-F238E27FC236}">
                    <a16:creationId xmlns:a16="http://schemas.microsoft.com/office/drawing/2014/main" id="{BA8B1B8A-BC4F-F093-7FCB-899B5787DCB0}"/>
                  </a:ext>
                </a:extLst>
              </p:cNvPr>
              <p:cNvSpPr>
                <a:spLocks noChangeArrowheads="1"/>
              </p:cNvSpPr>
              <p:nvPr/>
            </p:nvSpPr>
            <p:spPr bwMode="auto">
              <a:xfrm rot="1080000">
                <a:off x="1063" y="2773"/>
                <a:ext cx="39" cy="19"/>
              </a:xfrm>
              <a:prstGeom prst="ellipse">
                <a:avLst/>
              </a:prstGeom>
              <a:gradFill rotWithShape="0">
                <a:gsLst>
                  <a:gs pos="0">
                    <a:srgbClr val="E20124"/>
                  </a:gs>
                  <a:gs pos="100000">
                    <a:srgbClr val="FC0128"/>
                  </a:gs>
                </a:gsLst>
                <a:lin ang="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58627" name="Group 293">
              <a:extLst>
                <a:ext uri="{FF2B5EF4-FFF2-40B4-BE49-F238E27FC236}">
                  <a16:creationId xmlns:a16="http://schemas.microsoft.com/office/drawing/2014/main" id="{B58EF96D-DB69-F743-8C0F-451E533F0DAE}"/>
                </a:ext>
              </a:extLst>
            </p:cNvPr>
            <p:cNvGrpSpPr>
              <a:grpSpLocks/>
            </p:cNvGrpSpPr>
            <p:nvPr/>
          </p:nvGrpSpPr>
          <p:grpSpPr bwMode="auto">
            <a:xfrm>
              <a:off x="1048" y="2801"/>
              <a:ext cx="345" cy="112"/>
              <a:chOff x="1048" y="2801"/>
              <a:chExt cx="345" cy="112"/>
            </a:xfrm>
          </p:grpSpPr>
          <p:sp>
            <p:nvSpPr>
              <p:cNvPr id="58652" name="Oval 294">
                <a:extLst>
                  <a:ext uri="{FF2B5EF4-FFF2-40B4-BE49-F238E27FC236}">
                    <a16:creationId xmlns:a16="http://schemas.microsoft.com/office/drawing/2014/main" id="{B7A39E3B-D38F-FD9F-33DE-7CF5A2295488}"/>
                  </a:ext>
                </a:extLst>
              </p:cNvPr>
              <p:cNvSpPr>
                <a:spLocks noChangeArrowheads="1"/>
              </p:cNvSpPr>
              <p:nvPr/>
            </p:nvSpPr>
            <p:spPr bwMode="auto">
              <a:xfrm rot="1080000">
                <a:off x="1354" y="2895"/>
                <a:ext cx="39" cy="18"/>
              </a:xfrm>
              <a:prstGeom prst="ellipse">
                <a:avLst/>
              </a:prstGeom>
              <a:gradFill rotWithShape="0">
                <a:gsLst>
                  <a:gs pos="0">
                    <a:srgbClr val="000000"/>
                  </a:gs>
                  <a:gs pos="100000">
                    <a:srgbClr val="3F000B"/>
                  </a:gs>
                </a:gsLst>
                <a:lin ang="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653" name="Rectangle 295">
                <a:extLst>
                  <a:ext uri="{FF2B5EF4-FFF2-40B4-BE49-F238E27FC236}">
                    <a16:creationId xmlns:a16="http://schemas.microsoft.com/office/drawing/2014/main" id="{FD1CB7D0-DC19-FAFC-85D7-515354B36E82}"/>
                  </a:ext>
                </a:extLst>
              </p:cNvPr>
              <p:cNvSpPr>
                <a:spLocks noChangeArrowheads="1"/>
              </p:cNvSpPr>
              <p:nvPr/>
            </p:nvSpPr>
            <p:spPr bwMode="auto">
              <a:xfrm rot="1080000">
                <a:off x="1061" y="2848"/>
                <a:ext cx="322" cy="17"/>
              </a:xfrm>
              <a:prstGeom prst="rect">
                <a:avLst/>
              </a:prstGeom>
              <a:gradFill rotWithShape="0">
                <a:gsLst>
                  <a:gs pos="0">
                    <a:srgbClr val="FC0128"/>
                  </a:gs>
                  <a:gs pos="100000">
                    <a:srgbClr val="4B000C"/>
                  </a:gs>
                </a:gsLst>
                <a:lin ang="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654" name="Oval 296">
                <a:extLst>
                  <a:ext uri="{FF2B5EF4-FFF2-40B4-BE49-F238E27FC236}">
                    <a16:creationId xmlns:a16="http://schemas.microsoft.com/office/drawing/2014/main" id="{53852652-AB46-FB29-DAA3-E59FF27D772C}"/>
                  </a:ext>
                </a:extLst>
              </p:cNvPr>
              <p:cNvSpPr>
                <a:spLocks noChangeArrowheads="1"/>
              </p:cNvSpPr>
              <p:nvPr/>
            </p:nvSpPr>
            <p:spPr bwMode="auto">
              <a:xfrm rot="1080000">
                <a:off x="1048" y="2801"/>
                <a:ext cx="38" cy="18"/>
              </a:xfrm>
              <a:prstGeom prst="ellipse">
                <a:avLst/>
              </a:prstGeom>
              <a:gradFill rotWithShape="0">
                <a:gsLst>
                  <a:gs pos="0">
                    <a:srgbClr val="E20124"/>
                  </a:gs>
                  <a:gs pos="100000">
                    <a:srgbClr val="FC0128"/>
                  </a:gs>
                </a:gsLst>
                <a:lin ang="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58628" name="Group 297">
              <a:extLst>
                <a:ext uri="{FF2B5EF4-FFF2-40B4-BE49-F238E27FC236}">
                  <a16:creationId xmlns:a16="http://schemas.microsoft.com/office/drawing/2014/main" id="{3DA043B6-512E-A66D-D713-B2587E3541AC}"/>
                </a:ext>
              </a:extLst>
            </p:cNvPr>
            <p:cNvGrpSpPr>
              <a:grpSpLocks/>
            </p:cNvGrpSpPr>
            <p:nvPr/>
          </p:nvGrpSpPr>
          <p:grpSpPr bwMode="auto">
            <a:xfrm>
              <a:off x="1035" y="2832"/>
              <a:ext cx="345" cy="110"/>
              <a:chOff x="1035" y="2832"/>
              <a:chExt cx="345" cy="110"/>
            </a:xfrm>
          </p:grpSpPr>
          <p:sp>
            <p:nvSpPr>
              <p:cNvPr id="58649" name="Oval 298">
                <a:extLst>
                  <a:ext uri="{FF2B5EF4-FFF2-40B4-BE49-F238E27FC236}">
                    <a16:creationId xmlns:a16="http://schemas.microsoft.com/office/drawing/2014/main" id="{BE97E5F8-14D0-C539-ACB0-EC16F0F74F3E}"/>
                  </a:ext>
                </a:extLst>
              </p:cNvPr>
              <p:cNvSpPr>
                <a:spLocks noChangeArrowheads="1"/>
              </p:cNvSpPr>
              <p:nvPr/>
            </p:nvSpPr>
            <p:spPr bwMode="auto">
              <a:xfrm rot="1080000">
                <a:off x="1339" y="2925"/>
                <a:ext cx="41" cy="17"/>
              </a:xfrm>
              <a:prstGeom prst="ellipse">
                <a:avLst/>
              </a:prstGeom>
              <a:gradFill rotWithShape="0">
                <a:gsLst>
                  <a:gs pos="0">
                    <a:srgbClr val="000000"/>
                  </a:gs>
                  <a:gs pos="100000">
                    <a:srgbClr val="3F000B"/>
                  </a:gs>
                </a:gsLst>
                <a:lin ang="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650" name="Rectangle 299">
                <a:extLst>
                  <a:ext uri="{FF2B5EF4-FFF2-40B4-BE49-F238E27FC236}">
                    <a16:creationId xmlns:a16="http://schemas.microsoft.com/office/drawing/2014/main" id="{864929AB-007A-CB46-3809-CE43E4626FEC}"/>
                  </a:ext>
                </a:extLst>
              </p:cNvPr>
              <p:cNvSpPr>
                <a:spLocks noChangeArrowheads="1"/>
              </p:cNvSpPr>
              <p:nvPr/>
            </p:nvSpPr>
            <p:spPr bwMode="auto">
              <a:xfrm rot="1080000">
                <a:off x="1047" y="2876"/>
                <a:ext cx="321" cy="19"/>
              </a:xfrm>
              <a:prstGeom prst="rect">
                <a:avLst/>
              </a:prstGeom>
              <a:gradFill rotWithShape="0">
                <a:gsLst>
                  <a:gs pos="0">
                    <a:srgbClr val="FC0128"/>
                  </a:gs>
                  <a:gs pos="100000">
                    <a:srgbClr val="4B000C"/>
                  </a:gs>
                </a:gsLst>
                <a:lin ang="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651" name="Oval 300">
                <a:extLst>
                  <a:ext uri="{FF2B5EF4-FFF2-40B4-BE49-F238E27FC236}">
                    <a16:creationId xmlns:a16="http://schemas.microsoft.com/office/drawing/2014/main" id="{85528612-E8C3-C8B4-6DA9-08224B6E3BCA}"/>
                  </a:ext>
                </a:extLst>
              </p:cNvPr>
              <p:cNvSpPr>
                <a:spLocks noChangeArrowheads="1"/>
              </p:cNvSpPr>
              <p:nvPr/>
            </p:nvSpPr>
            <p:spPr bwMode="auto">
              <a:xfrm rot="1080000">
                <a:off x="1035" y="2832"/>
                <a:ext cx="38" cy="16"/>
              </a:xfrm>
              <a:prstGeom prst="ellipse">
                <a:avLst/>
              </a:prstGeom>
              <a:gradFill rotWithShape="0">
                <a:gsLst>
                  <a:gs pos="0">
                    <a:srgbClr val="E20124"/>
                  </a:gs>
                  <a:gs pos="100000">
                    <a:srgbClr val="FC0128"/>
                  </a:gs>
                </a:gsLst>
                <a:lin ang="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58629" name="Group 301">
              <a:extLst>
                <a:ext uri="{FF2B5EF4-FFF2-40B4-BE49-F238E27FC236}">
                  <a16:creationId xmlns:a16="http://schemas.microsoft.com/office/drawing/2014/main" id="{2320B6C5-AF8B-2B80-FFC9-D395D5A1CB83}"/>
                </a:ext>
              </a:extLst>
            </p:cNvPr>
            <p:cNvGrpSpPr>
              <a:grpSpLocks/>
            </p:cNvGrpSpPr>
            <p:nvPr/>
          </p:nvGrpSpPr>
          <p:grpSpPr bwMode="auto">
            <a:xfrm>
              <a:off x="1031" y="2865"/>
              <a:ext cx="344" cy="112"/>
              <a:chOff x="1031" y="2865"/>
              <a:chExt cx="344" cy="112"/>
            </a:xfrm>
          </p:grpSpPr>
          <p:sp>
            <p:nvSpPr>
              <p:cNvPr id="58646" name="Oval 302">
                <a:extLst>
                  <a:ext uri="{FF2B5EF4-FFF2-40B4-BE49-F238E27FC236}">
                    <a16:creationId xmlns:a16="http://schemas.microsoft.com/office/drawing/2014/main" id="{1944CDA6-9AD3-6C7A-88D5-E59053B89125}"/>
                  </a:ext>
                </a:extLst>
              </p:cNvPr>
              <p:cNvSpPr>
                <a:spLocks noChangeArrowheads="1"/>
              </p:cNvSpPr>
              <p:nvPr/>
            </p:nvSpPr>
            <p:spPr bwMode="auto">
              <a:xfrm rot="1080000">
                <a:off x="1336" y="2958"/>
                <a:ext cx="39" cy="19"/>
              </a:xfrm>
              <a:prstGeom prst="ellipse">
                <a:avLst/>
              </a:prstGeom>
              <a:gradFill rotWithShape="0">
                <a:gsLst>
                  <a:gs pos="0">
                    <a:srgbClr val="000000"/>
                  </a:gs>
                  <a:gs pos="100000">
                    <a:srgbClr val="3F000B"/>
                  </a:gs>
                </a:gsLst>
                <a:lin ang="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647" name="Rectangle 303">
                <a:extLst>
                  <a:ext uri="{FF2B5EF4-FFF2-40B4-BE49-F238E27FC236}">
                    <a16:creationId xmlns:a16="http://schemas.microsoft.com/office/drawing/2014/main" id="{22DC46A6-91A9-234E-A000-D975BF01EEC5}"/>
                  </a:ext>
                </a:extLst>
              </p:cNvPr>
              <p:cNvSpPr>
                <a:spLocks noChangeArrowheads="1"/>
              </p:cNvSpPr>
              <p:nvPr/>
            </p:nvSpPr>
            <p:spPr bwMode="auto">
              <a:xfrm rot="1080000">
                <a:off x="1043" y="2910"/>
                <a:ext cx="322" cy="18"/>
              </a:xfrm>
              <a:prstGeom prst="rect">
                <a:avLst/>
              </a:prstGeom>
              <a:gradFill rotWithShape="0">
                <a:gsLst>
                  <a:gs pos="0">
                    <a:srgbClr val="FC0128"/>
                  </a:gs>
                  <a:gs pos="100000">
                    <a:srgbClr val="4B000C"/>
                  </a:gs>
                </a:gsLst>
                <a:lin ang="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648" name="Oval 304">
                <a:extLst>
                  <a:ext uri="{FF2B5EF4-FFF2-40B4-BE49-F238E27FC236}">
                    <a16:creationId xmlns:a16="http://schemas.microsoft.com/office/drawing/2014/main" id="{1DEB4555-6204-910F-D2E9-1F98F2BB2432}"/>
                  </a:ext>
                </a:extLst>
              </p:cNvPr>
              <p:cNvSpPr>
                <a:spLocks noChangeArrowheads="1"/>
              </p:cNvSpPr>
              <p:nvPr/>
            </p:nvSpPr>
            <p:spPr bwMode="auto">
              <a:xfrm rot="1080000">
                <a:off x="1031" y="2865"/>
                <a:ext cx="39" cy="16"/>
              </a:xfrm>
              <a:prstGeom prst="ellipse">
                <a:avLst/>
              </a:prstGeom>
              <a:gradFill rotWithShape="0">
                <a:gsLst>
                  <a:gs pos="0">
                    <a:srgbClr val="E20124"/>
                  </a:gs>
                  <a:gs pos="100000">
                    <a:srgbClr val="FC0128"/>
                  </a:gs>
                </a:gsLst>
                <a:lin ang="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58630" name="Group 305">
              <a:extLst>
                <a:ext uri="{FF2B5EF4-FFF2-40B4-BE49-F238E27FC236}">
                  <a16:creationId xmlns:a16="http://schemas.microsoft.com/office/drawing/2014/main" id="{630768FF-C002-43FF-ABA1-C3CD80EC8E3E}"/>
                </a:ext>
              </a:extLst>
            </p:cNvPr>
            <p:cNvGrpSpPr>
              <a:grpSpLocks/>
            </p:cNvGrpSpPr>
            <p:nvPr/>
          </p:nvGrpSpPr>
          <p:grpSpPr bwMode="auto">
            <a:xfrm>
              <a:off x="1025" y="2895"/>
              <a:ext cx="347" cy="115"/>
              <a:chOff x="1025" y="2895"/>
              <a:chExt cx="347" cy="115"/>
            </a:xfrm>
          </p:grpSpPr>
          <p:sp>
            <p:nvSpPr>
              <p:cNvPr id="58643" name="Oval 306">
                <a:extLst>
                  <a:ext uri="{FF2B5EF4-FFF2-40B4-BE49-F238E27FC236}">
                    <a16:creationId xmlns:a16="http://schemas.microsoft.com/office/drawing/2014/main" id="{68931040-DCE2-DE86-671D-EB467BAA8F7F}"/>
                  </a:ext>
                </a:extLst>
              </p:cNvPr>
              <p:cNvSpPr>
                <a:spLocks noChangeArrowheads="1"/>
              </p:cNvSpPr>
              <p:nvPr/>
            </p:nvSpPr>
            <p:spPr bwMode="auto">
              <a:xfrm rot="1080000">
                <a:off x="1331" y="2992"/>
                <a:ext cx="41" cy="18"/>
              </a:xfrm>
              <a:prstGeom prst="ellipse">
                <a:avLst/>
              </a:prstGeom>
              <a:gradFill rotWithShape="0">
                <a:gsLst>
                  <a:gs pos="0">
                    <a:srgbClr val="000000"/>
                  </a:gs>
                  <a:gs pos="100000">
                    <a:srgbClr val="3F000B"/>
                  </a:gs>
                </a:gsLst>
                <a:lin ang="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644" name="Rectangle 307">
                <a:extLst>
                  <a:ext uri="{FF2B5EF4-FFF2-40B4-BE49-F238E27FC236}">
                    <a16:creationId xmlns:a16="http://schemas.microsoft.com/office/drawing/2014/main" id="{722B3F94-A557-DDA8-2EB2-51DD21F53A24}"/>
                  </a:ext>
                </a:extLst>
              </p:cNvPr>
              <p:cNvSpPr>
                <a:spLocks noChangeArrowheads="1"/>
              </p:cNvSpPr>
              <p:nvPr/>
            </p:nvSpPr>
            <p:spPr bwMode="auto">
              <a:xfrm rot="1080000">
                <a:off x="1038" y="2943"/>
                <a:ext cx="321" cy="19"/>
              </a:xfrm>
              <a:prstGeom prst="rect">
                <a:avLst/>
              </a:prstGeom>
              <a:gradFill rotWithShape="0">
                <a:gsLst>
                  <a:gs pos="0">
                    <a:srgbClr val="FC0128"/>
                  </a:gs>
                  <a:gs pos="100000">
                    <a:srgbClr val="4B000C"/>
                  </a:gs>
                </a:gsLst>
                <a:lin ang="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645" name="Oval 308">
                <a:extLst>
                  <a:ext uri="{FF2B5EF4-FFF2-40B4-BE49-F238E27FC236}">
                    <a16:creationId xmlns:a16="http://schemas.microsoft.com/office/drawing/2014/main" id="{063957E8-E632-D6CD-143E-0E5702C8650F}"/>
                  </a:ext>
                </a:extLst>
              </p:cNvPr>
              <p:cNvSpPr>
                <a:spLocks noChangeArrowheads="1"/>
              </p:cNvSpPr>
              <p:nvPr/>
            </p:nvSpPr>
            <p:spPr bwMode="auto">
              <a:xfrm rot="1080000">
                <a:off x="1025" y="2895"/>
                <a:ext cx="40" cy="20"/>
              </a:xfrm>
              <a:prstGeom prst="ellipse">
                <a:avLst/>
              </a:prstGeom>
              <a:gradFill rotWithShape="0">
                <a:gsLst>
                  <a:gs pos="0">
                    <a:srgbClr val="E20124"/>
                  </a:gs>
                  <a:gs pos="100000">
                    <a:srgbClr val="FC0128"/>
                  </a:gs>
                </a:gsLst>
                <a:lin ang="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58631" name="Group 309">
              <a:extLst>
                <a:ext uri="{FF2B5EF4-FFF2-40B4-BE49-F238E27FC236}">
                  <a16:creationId xmlns:a16="http://schemas.microsoft.com/office/drawing/2014/main" id="{9C44707E-8FB2-77FC-8273-A66FDDB9E92C}"/>
                </a:ext>
              </a:extLst>
            </p:cNvPr>
            <p:cNvGrpSpPr>
              <a:grpSpLocks/>
            </p:cNvGrpSpPr>
            <p:nvPr/>
          </p:nvGrpSpPr>
          <p:grpSpPr bwMode="auto">
            <a:xfrm>
              <a:off x="1021" y="2929"/>
              <a:ext cx="345" cy="114"/>
              <a:chOff x="1021" y="2929"/>
              <a:chExt cx="345" cy="114"/>
            </a:xfrm>
          </p:grpSpPr>
          <p:sp>
            <p:nvSpPr>
              <p:cNvPr id="58640" name="Oval 310">
                <a:extLst>
                  <a:ext uri="{FF2B5EF4-FFF2-40B4-BE49-F238E27FC236}">
                    <a16:creationId xmlns:a16="http://schemas.microsoft.com/office/drawing/2014/main" id="{8BB09700-AAAE-2A73-0DA2-391FB58ADEC0}"/>
                  </a:ext>
                </a:extLst>
              </p:cNvPr>
              <p:cNvSpPr>
                <a:spLocks noChangeArrowheads="1"/>
              </p:cNvSpPr>
              <p:nvPr/>
            </p:nvSpPr>
            <p:spPr bwMode="auto">
              <a:xfrm rot="1080000">
                <a:off x="1328" y="3025"/>
                <a:ext cx="38" cy="18"/>
              </a:xfrm>
              <a:prstGeom prst="ellipse">
                <a:avLst/>
              </a:prstGeom>
              <a:gradFill rotWithShape="0">
                <a:gsLst>
                  <a:gs pos="0">
                    <a:srgbClr val="000000"/>
                  </a:gs>
                  <a:gs pos="100000">
                    <a:srgbClr val="3F000B"/>
                  </a:gs>
                </a:gsLst>
                <a:lin ang="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641" name="Rectangle 311">
                <a:extLst>
                  <a:ext uri="{FF2B5EF4-FFF2-40B4-BE49-F238E27FC236}">
                    <a16:creationId xmlns:a16="http://schemas.microsoft.com/office/drawing/2014/main" id="{9517A81A-6DD5-A826-3DBF-A73506596444}"/>
                  </a:ext>
                </a:extLst>
              </p:cNvPr>
              <p:cNvSpPr>
                <a:spLocks noChangeArrowheads="1"/>
              </p:cNvSpPr>
              <p:nvPr/>
            </p:nvSpPr>
            <p:spPr bwMode="auto">
              <a:xfrm rot="1080000">
                <a:off x="1034" y="2977"/>
                <a:ext cx="322" cy="17"/>
              </a:xfrm>
              <a:prstGeom prst="rect">
                <a:avLst/>
              </a:prstGeom>
              <a:gradFill rotWithShape="0">
                <a:gsLst>
                  <a:gs pos="0">
                    <a:srgbClr val="FC0128"/>
                  </a:gs>
                  <a:gs pos="100000">
                    <a:srgbClr val="4B000C"/>
                  </a:gs>
                </a:gsLst>
                <a:lin ang="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642" name="Oval 312">
                <a:extLst>
                  <a:ext uri="{FF2B5EF4-FFF2-40B4-BE49-F238E27FC236}">
                    <a16:creationId xmlns:a16="http://schemas.microsoft.com/office/drawing/2014/main" id="{08545F83-9603-ECF8-94AD-9A0DC17B22F2}"/>
                  </a:ext>
                </a:extLst>
              </p:cNvPr>
              <p:cNvSpPr>
                <a:spLocks noChangeArrowheads="1"/>
              </p:cNvSpPr>
              <p:nvPr/>
            </p:nvSpPr>
            <p:spPr bwMode="auto">
              <a:xfrm rot="1080000">
                <a:off x="1021" y="2929"/>
                <a:ext cx="40" cy="17"/>
              </a:xfrm>
              <a:prstGeom prst="ellipse">
                <a:avLst/>
              </a:prstGeom>
              <a:gradFill rotWithShape="0">
                <a:gsLst>
                  <a:gs pos="0">
                    <a:srgbClr val="E20124"/>
                  </a:gs>
                  <a:gs pos="100000">
                    <a:srgbClr val="FC0128"/>
                  </a:gs>
                </a:gsLst>
                <a:lin ang="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58632" name="Group 313">
              <a:extLst>
                <a:ext uri="{FF2B5EF4-FFF2-40B4-BE49-F238E27FC236}">
                  <a16:creationId xmlns:a16="http://schemas.microsoft.com/office/drawing/2014/main" id="{4B28DA4B-9C0D-2264-BC68-8F4FC8081BB7}"/>
                </a:ext>
              </a:extLst>
            </p:cNvPr>
            <p:cNvGrpSpPr>
              <a:grpSpLocks/>
            </p:cNvGrpSpPr>
            <p:nvPr/>
          </p:nvGrpSpPr>
          <p:grpSpPr bwMode="auto">
            <a:xfrm>
              <a:off x="1018" y="2962"/>
              <a:ext cx="343" cy="115"/>
              <a:chOff x="1018" y="2962"/>
              <a:chExt cx="343" cy="115"/>
            </a:xfrm>
          </p:grpSpPr>
          <p:sp>
            <p:nvSpPr>
              <p:cNvPr id="58637" name="Oval 314">
                <a:extLst>
                  <a:ext uri="{FF2B5EF4-FFF2-40B4-BE49-F238E27FC236}">
                    <a16:creationId xmlns:a16="http://schemas.microsoft.com/office/drawing/2014/main" id="{884CBA8F-F1FF-11C5-87BF-001A37755DBB}"/>
                  </a:ext>
                </a:extLst>
              </p:cNvPr>
              <p:cNvSpPr>
                <a:spLocks noChangeArrowheads="1"/>
              </p:cNvSpPr>
              <p:nvPr/>
            </p:nvSpPr>
            <p:spPr bwMode="auto">
              <a:xfrm rot="1080000">
                <a:off x="1322" y="3058"/>
                <a:ext cx="39" cy="19"/>
              </a:xfrm>
              <a:prstGeom prst="ellipse">
                <a:avLst/>
              </a:prstGeom>
              <a:gradFill rotWithShape="0">
                <a:gsLst>
                  <a:gs pos="0">
                    <a:srgbClr val="000000"/>
                  </a:gs>
                  <a:gs pos="100000">
                    <a:srgbClr val="3F000B"/>
                  </a:gs>
                </a:gsLst>
                <a:lin ang="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638" name="Rectangle 315">
                <a:extLst>
                  <a:ext uri="{FF2B5EF4-FFF2-40B4-BE49-F238E27FC236}">
                    <a16:creationId xmlns:a16="http://schemas.microsoft.com/office/drawing/2014/main" id="{E8171DC0-26AC-105C-7146-0A6095EF175C}"/>
                  </a:ext>
                </a:extLst>
              </p:cNvPr>
              <p:cNvSpPr>
                <a:spLocks noChangeArrowheads="1"/>
              </p:cNvSpPr>
              <p:nvPr/>
            </p:nvSpPr>
            <p:spPr bwMode="auto">
              <a:xfrm rot="1080000">
                <a:off x="1029" y="3010"/>
                <a:ext cx="322" cy="18"/>
              </a:xfrm>
              <a:prstGeom prst="rect">
                <a:avLst/>
              </a:prstGeom>
              <a:gradFill rotWithShape="0">
                <a:gsLst>
                  <a:gs pos="0">
                    <a:srgbClr val="FC0128"/>
                  </a:gs>
                  <a:gs pos="100000">
                    <a:srgbClr val="4B000C"/>
                  </a:gs>
                </a:gsLst>
                <a:lin ang="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639" name="Oval 316">
                <a:extLst>
                  <a:ext uri="{FF2B5EF4-FFF2-40B4-BE49-F238E27FC236}">
                    <a16:creationId xmlns:a16="http://schemas.microsoft.com/office/drawing/2014/main" id="{0A575699-95B0-5ADB-43D0-C231D7A5D471}"/>
                  </a:ext>
                </a:extLst>
              </p:cNvPr>
              <p:cNvSpPr>
                <a:spLocks noChangeArrowheads="1"/>
              </p:cNvSpPr>
              <p:nvPr/>
            </p:nvSpPr>
            <p:spPr bwMode="auto">
              <a:xfrm rot="1080000">
                <a:off x="1018" y="2962"/>
                <a:ext cx="40" cy="17"/>
              </a:xfrm>
              <a:prstGeom prst="ellipse">
                <a:avLst/>
              </a:prstGeom>
              <a:gradFill rotWithShape="0">
                <a:gsLst>
                  <a:gs pos="0">
                    <a:srgbClr val="E20124"/>
                  </a:gs>
                  <a:gs pos="100000">
                    <a:srgbClr val="FC0128"/>
                  </a:gs>
                </a:gsLst>
                <a:lin ang="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58633" name="Group 317">
              <a:extLst>
                <a:ext uri="{FF2B5EF4-FFF2-40B4-BE49-F238E27FC236}">
                  <a16:creationId xmlns:a16="http://schemas.microsoft.com/office/drawing/2014/main" id="{4DD5E928-A321-5CA0-07F3-42DC6CDCA0E8}"/>
                </a:ext>
              </a:extLst>
            </p:cNvPr>
            <p:cNvGrpSpPr>
              <a:grpSpLocks/>
            </p:cNvGrpSpPr>
            <p:nvPr/>
          </p:nvGrpSpPr>
          <p:grpSpPr bwMode="auto">
            <a:xfrm>
              <a:off x="1101" y="2722"/>
              <a:ext cx="341" cy="112"/>
              <a:chOff x="1101" y="2722"/>
              <a:chExt cx="341" cy="112"/>
            </a:xfrm>
          </p:grpSpPr>
          <p:sp>
            <p:nvSpPr>
              <p:cNvPr id="58634" name="Oval 318">
                <a:extLst>
                  <a:ext uri="{FF2B5EF4-FFF2-40B4-BE49-F238E27FC236}">
                    <a16:creationId xmlns:a16="http://schemas.microsoft.com/office/drawing/2014/main" id="{475EFCE6-081B-F346-CD36-55C951DA22D9}"/>
                  </a:ext>
                </a:extLst>
              </p:cNvPr>
              <p:cNvSpPr>
                <a:spLocks noChangeArrowheads="1"/>
              </p:cNvSpPr>
              <p:nvPr/>
            </p:nvSpPr>
            <p:spPr bwMode="auto">
              <a:xfrm rot="1080000">
                <a:off x="1405" y="2818"/>
                <a:ext cx="37" cy="16"/>
              </a:xfrm>
              <a:prstGeom prst="ellipse">
                <a:avLst/>
              </a:prstGeom>
              <a:gradFill rotWithShape="0">
                <a:gsLst>
                  <a:gs pos="0">
                    <a:srgbClr val="000000"/>
                  </a:gs>
                  <a:gs pos="100000">
                    <a:srgbClr val="3F000B"/>
                  </a:gs>
                </a:gsLst>
                <a:lin ang="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635" name="Rectangle 319">
                <a:extLst>
                  <a:ext uri="{FF2B5EF4-FFF2-40B4-BE49-F238E27FC236}">
                    <a16:creationId xmlns:a16="http://schemas.microsoft.com/office/drawing/2014/main" id="{8ACEF6E1-74CD-305A-A97A-A07F2D3843C7}"/>
                  </a:ext>
                </a:extLst>
              </p:cNvPr>
              <p:cNvSpPr>
                <a:spLocks noChangeArrowheads="1"/>
              </p:cNvSpPr>
              <p:nvPr/>
            </p:nvSpPr>
            <p:spPr bwMode="auto">
              <a:xfrm rot="1080000">
                <a:off x="1109" y="2769"/>
                <a:ext cx="323" cy="20"/>
              </a:xfrm>
              <a:prstGeom prst="rect">
                <a:avLst/>
              </a:prstGeom>
              <a:gradFill rotWithShape="0">
                <a:gsLst>
                  <a:gs pos="0">
                    <a:srgbClr val="FC0128"/>
                  </a:gs>
                  <a:gs pos="100000">
                    <a:srgbClr val="4B000C"/>
                  </a:gs>
                </a:gsLst>
                <a:lin ang="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636" name="Oval 320">
                <a:extLst>
                  <a:ext uri="{FF2B5EF4-FFF2-40B4-BE49-F238E27FC236}">
                    <a16:creationId xmlns:a16="http://schemas.microsoft.com/office/drawing/2014/main" id="{EC00B8F5-26B7-725F-5EFD-657098E79894}"/>
                  </a:ext>
                </a:extLst>
              </p:cNvPr>
              <p:cNvSpPr>
                <a:spLocks noChangeArrowheads="1"/>
              </p:cNvSpPr>
              <p:nvPr/>
            </p:nvSpPr>
            <p:spPr bwMode="auto">
              <a:xfrm rot="1080000">
                <a:off x="1101" y="2722"/>
                <a:ext cx="38" cy="17"/>
              </a:xfrm>
              <a:prstGeom prst="ellipse">
                <a:avLst/>
              </a:prstGeom>
              <a:gradFill rotWithShape="0">
                <a:gsLst>
                  <a:gs pos="0">
                    <a:srgbClr val="E20124"/>
                  </a:gs>
                  <a:gs pos="100000">
                    <a:srgbClr val="FC0128"/>
                  </a:gs>
                </a:gsLst>
                <a:lin ang="0" scaled="1"/>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grpSp>
        <p:nvGrpSpPr>
          <p:cNvPr id="58392" name="Group 321">
            <a:extLst>
              <a:ext uri="{FF2B5EF4-FFF2-40B4-BE49-F238E27FC236}">
                <a16:creationId xmlns:a16="http://schemas.microsoft.com/office/drawing/2014/main" id="{78F3954B-C37C-BA5C-F397-0EEAF2BC33B7}"/>
              </a:ext>
            </a:extLst>
          </p:cNvPr>
          <p:cNvGrpSpPr>
            <a:grpSpLocks/>
          </p:cNvGrpSpPr>
          <p:nvPr/>
        </p:nvGrpSpPr>
        <p:grpSpPr bwMode="auto">
          <a:xfrm>
            <a:off x="6856413" y="4198938"/>
            <a:ext cx="1233487" cy="500062"/>
            <a:chOff x="4512" y="2791"/>
            <a:chExt cx="777" cy="315"/>
          </a:xfrm>
        </p:grpSpPr>
        <p:sp>
          <p:nvSpPr>
            <p:cNvPr id="58598" name="Rectangle 322">
              <a:extLst>
                <a:ext uri="{FF2B5EF4-FFF2-40B4-BE49-F238E27FC236}">
                  <a16:creationId xmlns:a16="http://schemas.microsoft.com/office/drawing/2014/main" id="{C16AB64D-4A39-C1C1-147F-96392B6D9051}"/>
                </a:ext>
              </a:extLst>
            </p:cNvPr>
            <p:cNvSpPr>
              <a:spLocks noChangeArrowheads="1"/>
            </p:cNvSpPr>
            <p:nvPr/>
          </p:nvSpPr>
          <p:spPr bwMode="auto">
            <a:xfrm>
              <a:off x="4512" y="2791"/>
              <a:ext cx="777" cy="235"/>
            </a:xfrm>
            <a:prstGeom prst="rect">
              <a:avLst/>
            </a:prstGeom>
            <a:solidFill>
              <a:srgbClr val="C1CE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599" name="AutoShape 323">
              <a:extLst>
                <a:ext uri="{FF2B5EF4-FFF2-40B4-BE49-F238E27FC236}">
                  <a16:creationId xmlns:a16="http://schemas.microsoft.com/office/drawing/2014/main" id="{03B52BC9-235B-5228-9EA7-B39CA27C556C}"/>
                </a:ext>
              </a:extLst>
            </p:cNvPr>
            <p:cNvSpPr>
              <a:spLocks noChangeArrowheads="1"/>
            </p:cNvSpPr>
            <p:nvPr/>
          </p:nvSpPr>
          <p:spPr bwMode="auto">
            <a:xfrm>
              <a:off x="4512" y="2792"/>
              <a:ext cx="730" cy="314"/>
            </a:xfrm>
            <a:prstGeom prst="cube">
              <a:avLst>
                <a:gd name="adj" fmla="val 24995"/>
              </a:avLst>
            </a:prstGeom>
            <a:solidFill>
              <a:srgbClr val="EAE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600" name="Line 324">
              <a:extLst>
                <a:ext uri="{FF2B5EF4-FFF2-40B4-BE49-F238E27FC236}">
                  <a16:creationId xmlns:a16="http://schemas.microsoft.com/office/drawing/2014/main" id="{75512B7F-CE2A-FD1B-DA6F-4AD763D9F995}"/>
                </a:ext>
              </a:extLst>
            </p:cNvPr>
            <p:cNvSpPr>
              <a:spLocks noChangeShapeType="1"/>
            </p:cNvSpPr>
            <p:nvPr/>
          </p:nvSpPr>
          <p:spPr bwMode="auto">
            <a:xfrm>
              <a:off x="4767" y="2873"/>
              <a:ext cx="0" cy="2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601" name="Line 325">
              <a:extLst>
                <a:ext uri="{FF2B5EF4-FFF2-40B4-BE49-F238E27FC236}">
                  <a16:creationId xmlns:a16="http://schemas.microsoft.com/office/drawing/2014/main" id="{458DEAD5-2AC3-DB4C-B467-91718A189B56}"/>
                </a:ext>
              </a:extLst>
            </p:cNvPr>
            <p:cNvSpPr>
              <a:spLocks noChangeShapeType="1"/>
            </p:cNvSpPr>
            <p:nvPr/>
          </p:nvSpPr>
          <p:spPr bwMode="auto">
            <a:xfrm>
              <a:off x="4916" y="2877"/>
              <a:ext cx="0" cy="22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602" name="Line 326">
              <a:extLst>
                <a:ext uri="{FF2B5EF4-FFF2-40B4-BE49-F238E27FC236}">
                  <a16:creationId xmlns:a16="http://schemas.microsoft.com/office/drawing/2014/main" id="{C2C47F06-D84A-3A87-C123-163011B027A2}"/>
                </a:ext>
              </a:extLst>
            </p:cNvPr>
            <p:cNvSpPr>
              <a:spLocks noChangeShapeType="1"/>
            </p:cNvSpPr>
            <p:nvPr/>
          </p:nvSpPr>
          <p:spPr bwMode="auto">
            <a:xfrm>
              <a:off x="4513" y="2949"/>
              <a:ext cx="2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603" name="Line 327">
              <a:extLst>
                <a:ext uri="{FF2B5EF4-FFF2-40B4-BE49-F238E27FC236}">
                  <a16:creationId xmlns:a16="http://schemas.microsoft.com/office/drawing/2014/main" id="{6AC5C373-FA88-238D-E0EB-625E9BA663A9}"/>
                </a:ext>
              </a:extLst>
            </p:cNvPr>
            <p:cNvSpPr>
              <a:spLocks noChangeShapeType="1"/>
            </p:cNvSpPr>
            <p:nvPr/>
          </p:nvSpPr>
          <p:spPr bwMode="auto">
            <a:xfrm>
              <a:off x="4514" y="3036"/>
              <a:ext cx="24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604" name="Line 328">
              <a:extLst>
                <a:ext uri="{FF2B5EF4-FFF2-40B4-BE49-F238E27FC236}">
                  <a16:creationId xmlns:a16="http://schemas.microsoft.com/office/drawing/2014/main" id="{11A1AC30-BBEB-E2F9-723C-513E4338711C}"/>
                </a:ext>
              </a:extLst>
            </p:cNvPr>
            <p:cNvSpPr>
              <a:spLocks noChangeShapeType="1"/>
            </p:cNvSpPr>
            <p:nvPr/>
          </p:nvSpPr>
          <p:spPr bwMode="auto">
            <a:xfrm>
              <a:off x="4920" y="2948"/>
              <a:ext cx="23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605" name="Line 329">
              <a:extLst>
                <a:ext uri="{FF2B5EF4-FFF2-40B4-BE49-F238E27FC236}">
                  <a16:creationId xmlns:a16="http://schemas.microsoft.com/office/drawing/2014/main" id="{F3DD63A5-89BC-CFC9-C0EC-33C3F3962A32}"/>
                </a:ext>
              </a:extLst>
            </p:cNvPr>
            <p:cNvSpPr>
              <a:spLocks noChangeShapeType="1"/>
            </p:cNvSpPr>
            <p:nvPr/>
          </p:nvSpPr>
          <p:spPr bwMode="auto">
            <a:xfrm>
              <a:off x="4916" y="3028"/>
              <a:ext cx="24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606" name="Rectangle 330">
              <a:extLst>
                <a:ext uri="{FF2B5EF4-FFF2-40B4-BE49-F238E27FC236}">
                  <a16:creationId xmlns:a16="http://schemas.microsoft.com/office/drawing/2014/main" id="{8D29A50F-C668-DCF2-C1F6-00FCD60D72AD}"/>
                </a:ext>
              </a:extLst>
            </p:cNvPr>
            <p:cNvSpPr>
              <a:spLocks noChangeArrowheads="1"/>
            </p:cNvSpPr>
            <p:nvPr/>
          </p:nvSpPr>
          <p:spPr bwMode="auto">
            <a:xfrm>
              <a:off x="4942" y="2897"/>
              <a:ext cx="196" cy="20"/>
            </a:xfrm>
            <a:prstGeom prst="rect">
              <a:avLst/>
            </a:prstGeom>
            <a:solidFill>
              <a:schemeClr val="bg2"/>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607" name="Oval 331">
              <a:extLst>
                <a:ext uri="{FF2B5EF4-FFF2-40B4-BE49-F238E27FC236}">
                  <a16:creationId xmlns:a16="http://schemas.microsoft.com/office/drawing/2014/main" id="{8B2096A8-AA1C-F53F-32F5-D8E2AE9FEB8E}"/>
                </a:ext>
              </a:extLst>
            </p:cNvPr>
            <p:cNvSpPr>
              <a:spLocks noChangeArrowheads="1"/>
            </p:cNvSpPr>
            <p:nvPr/>
          </p:nvSpPr>
          <p:spPr bwMode="auto">
            <a:xfrm>
              <a:off x="4792" y="2975"/>
              <a:ext cx="28" cy="28"/>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608" name="Oval 332">
              <a:extLst>
                <a:ext uri="{FF2B5EF4-FFF2-40B4-BE49-F238E27FC236}">
                  <a16:creationId xmlns:a16="http://schemas.microsoft.com/office/drawing/2014/main" id="{BFBCD345-BE11-AF19-C2C3-296B94ECA055}"/>
                </a:ext>
              </a:extLst>
            </p:cNvPr>
            <p:cNvSpPr>
              <a:spLocks noChangeArrowheads="1"/>
            </p:cNvSpPr>
            <p:nvPr/>
          </p:nvSpPr>
          <p:spPr bwMode="auto">
            <a:xfrm>
              <a:off x="4864" y="2975"/>
              <a:ext cx="28" cy="28"/>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609" name="Oval 333">
              <a:extLst>
                <a:ext uri="{FF2B5EF4-FFF2-40B4-BE49-F238E27FC236}">
                  <a16:creationId xmlns:a16="http://schemas.microsoft.com/office/drawing/2014/main" id="{BE6D8A2A-3524-375A-C412-E3360C9D7A5B}"/>
                </a:ext>
              </a:extLst>
            </p:cNvPr>
            <p:cNvSpPr>
              <a:spLocks noChangeArrowheads="1"/>
            </p:cNvSpPr>
            <p:nvPr/>
          </p:nvSpPr>
          <p:spPr bwMode="auto">
            <a:xfrm>
              <a:off x="5259" y="2816"/>
              <a:ext cx="15" cy="1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610" name="Oval 334">
              <a:extLst>
                <a:ext uri="{FF2B5EF4-FFF2-40B4-BE49-F238E27FC236}">
                  <a16:creationId xmlns:a16="http://schemas.microsoft.com/office/drawing/2014/main" id="{7B30CC82-8833-6F40-94CE-6E23CA289906}"/>
                </a:ext>
              </a:extLst>
            </p:cNvPr>
            <p:cNvSpPr>
              <a:spLocks noChangeArrowheads="1"/>
            </p:cNvSpPr>
            <p:nvPr/>
          </p:nvSpPr>
          <p:spPr bwMode="auto">
            <a:xfrm>
              <a:off x="5260" y="2985"/>
              <a:ext cx="15" cy="1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611" name="Oval 335">
              <a:extLst>
                <a:ext uri="{FF2B5EF4-FFF2-40B4-BE49-F238E27FC236}">
                  <a16:creationId xmlns:a16="http://schemas.microsoft.com/office/drawing/2014/main" id="{9C57E218-7A4C-BF7B-EA1D-7FF0D9397E08}"/>
                </a:ext>
              </a:extLst>
            </p:cNvPr>
            <p:cNvSpPr>
              <a:spLocks noChangeArrowheads="1"/>
            </p:cNvSpPr>
            <p:nvPr/>
          </p:nvSpPr>
          <p:spPr bwMode="auto">
            <a:xfrm>
              <a:off x="4533" y="2816"/>
              <a:ext cx="15" cy="1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612" name="Rectangle 336">
              <a:extLst>
                <a:ext uri="{FF2B5EF4-FFF2-40B4-BE49-F238E27FC236}">
                  <a16:creationId xmlns:a16="http://schemas.microsoft.com/office/drawing/2014/main" id="{47956495-04DA-AFB8-D9F7-9E19BDB24723}"/>
                </a:ext>
              </a:extLst>
            </p:cNvPr>
            <p:cNvSpPr>
              <a:spLocks noChangeArrowheads="1"/>
            </p:cNvSpPr>
            <p:nvPr/>
          </p:nvSpPr>
          <p:spPr bwMode="auto">
            <a:xfrm>
              <a:off x="4942" y="2977"/>
              <a:ext cx="196" cy="20"/>
            </a:xfrm>
            <a:prstGeom prst="rect">
              <a:avLst/>
            </a:prstGeom>
            <a:solidFill>
              <a:schemeClr val="bg2"/>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613" name="Rectangle 337">
              <a:extLst>
                <a:ext uri="{FF2B5EF4-FFF2-40B4-BE49-F238E27FC236}">
                  <a16:creationId xmlns:a16="http://schemas.microsoft.com/office/drawing/2014/main" id="{1776EF4E-407E-6026-1EB9-A28FDF21C8FF}"/>
                </a:ext>
              </a:extLst>
            </p:cNvPr>
            <p:cNvSpPr>
              <a:spLocks noChangeArrowheads="1"/>
            </p:cNvSpPr>
            <p:nvPr/>
          </p:nvSpPr>
          <p:spPr bwMode="auto">
            <a:xfrm>
              <a:off x="4942" y="3057"/>
              <a:ext cx="196" cy="20"/>
            </a:xfrm>
            <a:prstGeom prst="rect">
              <a:avLst/>
            </a:prstGeom>
            <a:solidFill>
              <a:schemeClr val="bg2"/>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614" name="Rectangle 338">
              <a:extLst>
                <a:ext uri="{FF2B5EF4-FFF2-40B4-BE49-F238E27FC236}">
                  <a16:creationId xmlns:a16="http://schemas.microsoft.com/office/drawing/2014/main" id="{D07ABE8E-1661-BD78-7BB3-17DA48AD5942}"/>
                </a:ext>
              </a:extLst>
            </p:cNvPr>
            <p:cNvSpPr>
              <a:spLocks noChangeArrowheads="1"/>
            </p:cNvSpPr>
            <p:nvPr/>
          </p:nvSpPr>
          <p:spPr bwMode="auto">
            <a:xfrm>
              <a:off x="4540" y="2898"/>
              <a:ext cx="195" cy="20"/>
            </a:xfrm>
            <a:prstGeom prst="rect">
              <a:avLst/>
            </a:prstGeom>
            <a:solidFill>
              <a:schemeClr val="bg2"/>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615" name="Rectangle 339">
              <a:extLst>
                <a:ext uri="{FF2B5EF4-FFF2-40B4-BE49-F238E27FC236}">
                  <a16:creationId xmlns:a16="http://schemas.microsoft.com/office/drawing/2014/main" id="{8BE3387B-89E3-DD5F-ECBC-BE72800E3647}"/>
                </a:ext>
              </a:extLst>
            </p:cNvPr>
            <p:cNvSpPr>
              <a:spLocks noChangeArrowheads="1"/>
            </p:cNvSpPr>
            <p:nvPr/>
          </p:nvSpPr>
          <p:spPr bwMode="auto">
            <a:xfrm>
              <a:off x="4540" y="2978"/>
              <a:ext cx="195" cy="20"/>
            </a:xfrm>
            <a:prstGeom prst="rect">
              <a:avLst/>
            </a:prstGeom>
            <a:solidFill>
              <a:schemeClr val="bg2"/>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616" name="Rectangle 340">
              <a:extLst>
                <a:ext uri="{FF2B5EF4-FFF2-40B4-BE49-F238E27FC236}">
                  <a16:creationId xmlns:a16="http://schemas.microsoft.com/office/drawing/2014/main" id="{7D65E844-78B5-BD0B-0055-BD5D00895099}"/>
                </a:ext>
              </a:extLst>
            </p:cNvPr>
            <p:cNvSpPr>
              <a:spLocks noChangeArrowheads="1"/>
            </p:cNvSpPr>
            <p:nvPr/>
          </p:nvSpPr>
          <p:spPr bwMode="auto">
            <a:xfrm>
              <a:off x="4540" y="3060"/>
              <a:ext cx="195" cy="20"/>
            </a:xfrm>
            <a:prstGeom prst="rect">
              <a:avLst/>
            </a:prstGeom>
            <a:solidFill>
              <a:schemeClr val="bg2"/>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58393" name="Group 341">
            <a:extLst>
              <a:ext uri="{FF2B5EF4-FFF2-40B4-BE49-F238E27FC236}">
                <a16:creationId xmlns:a16="http://schemas.microsoft.com/office/drawing/2014/main" id="{DD35765C-3053-F21E-5651-7F07A9AE4CC8}"/>
              </a:ext>
            </a:extLst>
          </p:cNvPr>
          <p:cNvGrpSpPr>
            <a:grpSpLocks/>
          </p:cNvGrpSpPr>
          <p:nvPr/>
        </p:nvGrpSpPr>
        <p:grpSpPr bwMode="auto">
          <a:xfrm>
            <a:off x="5300663" y="4198938"/>
            <a:ext cx="1233487" cy="500062"/>
            <a:chOff x="3532" y="2791"/>
            <a:chExt cx="777" cy="315"/>
          </a:xfrm>
        </p:grpSpPr>
        <p:sp>
          <p:nvSpPr>
            <p:cNvPr id="58579" name="Rectangle 342">
              <a:extLst>
                <a:ext uri="{FF2B5EF4-FFF2-40B4-BE49-F238E27FC236}">
                  <a16:creationId xmlns:a16="http://schemas.microsoft.com/office/drawing/2014/main" id="{6CB674A3-3DE4-A9FC-5953-F2EFD904E0E4}"/>
                </a:ext>
              </a:extLst>
            </p:cNvPr>
            <p:cNvSpPr>
              <a:spLocks noChangeArrowheads="1"/>
            </p:cNvSpPr>
            <p:nvPr/>
          </p:nvSpPr>
          <p:spPr bwMode="auto">
            <a:xfrm>
              <a:off x="3532" y="2791"/>
              <a:ext cx="777" cy="235"/>
            </a:xfrm>
            <a:prstGeom prst="rect">
              <a:avLst/>
            </a:prstGeom>
            <a:solidFill>
              <a:srgbClr val="C1CE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580" name="AutoShape 343">
              <a:extLst>
                <a:ext uri="{FF2B5EF4-FFF2-40B4-BE49-F238E27FC236}">
                  <a16:creationId xmlns:a16="http://schemas.microsoft.com/office/drawing/2014/main" id="{79ACD1F6-3A22-AC8C-829D-B07F75356A55}"/>
                </a:ext>
              </a:extLst>
            </p:cNvPr>
            <p:cNvSpPr>
              <a:spLocks noChangeArrowheads="1"/>
            </p:cNvSpPr>
            <p:nvPr/>
          </p:nvSpPr>
          <p:spPr bwMode="auto">
            <a:xfrm>
              <a:off x="3532" y="2792"/>
              <a:ext cx="730" cy="314"/>
            </a:xfrm>
            <a:prstGeom prst="cube">
              <a:avLst>
                <a:gd name="adj" fmla="val 24995"/>
              </a:avLst>
            </a:prstGeom>
            <a:solidFill>
              <a:srgbClr val="EAE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581" name="Line 344">
              <a:extLst>
                <a:ext uri="{FF2B5EF4-FFF2-40B4-BE49-F238E27FC236}">
                  <a16:creationId xmlns:a16="http://schemas.microsoft.com/office/drawing/2014/main" id="{C352B296-E063-13DF-056A-FEEDC508A111}"/>
                </a:ext>
              </a:extLst>
            </p:cNvPr>
            <p:cNvSpPr>
              <a:spLocks noChangeShapeType="1"/>
            </p:cNvSpPr>
            <p:nvPr/>
          </p:nvSpPr>
          <p:spPr bwMode="auto">
            <a:xfrm>
              <a:off x="3787" y="2873"/>
              <a:ext cx="0" cy="2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582" name="Line 345">
              <a:extLst>
                <a:ext uri="{FF2B5EF4-FFF2-40B4-BE49-F238E27FC236}">
                  <a16:creationId xmlns:a16="http://schemas.microsoft.com/office/drawing/2014/main" id="{07A9C716-B764-B4EA-895E-DB10B9751385}"/>
                </a:ext>
              </a:extLst>
            </p:cNvPr>
            <p:cNvSpPr>
              <a:spLocks noChangeShapeType="1"/>
            </p:cNvSpPr>
            <p:nvPr/>
          </p:nvSpPr>
          <p:spPr bwMode="auto">
            <a:xfrm>
              <a:off x="3936" y="2877"/>
              <a:ext cx="0" cy="22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583" name="Line 346">
              <a:extLst>
                <a:ext uri="{FF2B5EF4-FFF2-40B4-BE49-F238E27FC236}">
                  <a16:creationId xmlns:a16="http://schemas.microsoft.com/office/drawing/2014/main" id="{30FD0B22-89A7-EB27-93F7-AC9438B6B1C1}"/>
                </a:ext>
              </a:extLst>
            </p:cNvPr>
            <p:cNvSpPr>
              <a:spLocks noChangeShapeType="1"/>
            </p:cNvSpPr>
            <p:nvPr/>
          </p:nvSpPr>
          <p:spPr bwMode="auto">
            <a:xfrm>
              <a:off x="3534" y="2949"/>
              <a:ext cx="24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584" name="Line 347">
              <a:extLst>
                <a:ext uri="{FF2B5EF4-FFF2-40B4-BE49-F238E27FC236}">
                  <a16:creationId xmlns:a16="http://schemas.microsoft.com/office/drawing/2014/main" id="{C0682F3B-F2AD-D1D6-0571-5BCDBF932EB8}"/>
                </a:ext>
              </a:extLst>
            </p:cNvPr>
            <p:cNvSpPr>
              <a:spLocks noChangeShapeType="1"/>
            </p:cNvSpPr>
            <p:nvPr/>
          </p:nvSpPr>
          <p:spPr bwMode="auto">
            <a:xfrm>
              <a:off x="3534" y="3036"/>
              <a:ext cx="24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585" name="Line 348">
              <a:extLst>
                <a:ext uri="{FF2B5EF4-FFF2-40B4-BE49-F238E27FC236}">
                  <a16:creationId xmlns:a16="http://schemas.microsoft.com/office/drawing/2014/main" id="{73E86387-C680-9C1F-576B-95591E4A98B1}"/>
                </a:ext>
              </a:extLst>
            </p:cNvPr>
            <p:cNvSpPr>
              <a:spLocks noChangeShapeType="1"/>
            </p:cNvSpPr>
            <p:nvPr/>
          </p:nvSpPr>
          <p:spPr bwMode="auto">
            <a:xfrm>
              <a:off x="3940" y="2948"/>
              <a:ext cx="23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586" name="Line 349">
              <a:extLst>
                <a:ext uri="{FF2B5EF4-FFF2-40B4-BE49-F238E27FC236}">
                  <a16:creationId xmlns:a16="http://schemas.microsoft.com/office/drawing/2014/main" id="{4C4FBB31-1346-D23C-75F7-242D8FCF8620}"/>
                </a:ext>
              </a:extLst>
            </p:cNvPr>
            <p:cNvSpPr>
              <a:spLocks noChangeShapeType="1"/>
            </p:cNvSpPr>
            <p:nvPr/>
          </p:nvSpPr>
          <p:spPr bwMode="auto">
            <a:xfrm>
              <a:off x="3937" y="3028"/>
              <a:ext cx="241"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587" name="Rectangle 350">
              <a:extLst>
                <a:ext uri="{FF2B5EF4-FFF2-40B4-BE49-F238E27FC236}">
                  <a16:creationId xmlns:a16="http://schemas.microsoft.com/office/drawing/2014/main" id="{9C3AFF6A-974F-DEBC-3CD8-3BA1F3277E7A}"/>
                </a:ext>
              </a:extLst>
            </p:cNvPr>
            <p:cNvSpPr>
              <a:spLocks noChangeArrowheads="1"/>
            </p:cNvSpPr>
            <p:nvPr/>
          </p:nvSpPr>
          <p:spPr bwMode="auto">
            <a:xfrm>
              <a:off x="3963" y="2897"/>
              <a:ext cx="194" cy="20"/>
            </a:xfrm>
            <a:prstGeom prst="rect">
              <a:avLst/>
            </a:prstGeom>
            <a:solidFill>
              <a:schemeClr val="bg2"/>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588" name="Oval 351">
              <a:extLst>
                <a:ext uri="{FF2B5EF4-FFF2-40B4-BE49-F238E27FC236}">
                  <a16:creationId xmlns:a16="http://schemas.microsoft.com/office/drawing/2014/main" id="{346319E2-C5BE-DFC0-E5F8-6F951BD33BDA}"/>
                </a:ext>
              </a:extLst>
            </p:cNvPr>
            <p:cNvSpPr>
              <a:spLocks noChangeArrowheads="1"/>
            </p:cNvSpPr>
            <p:nvPr/>
          </p:nvSpPr>
          <p:spPr bwMode="auto">
            <a:xfrm>
              <a:off x="3812" y="2975"/>
              <a:ext cx="28" cy="28"/>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589" name="Oval 352">
              <a:extLst>
                <a:ext uri="{FF2B5EF4-FFF2-40B4-BE49-F238E27FC236}">
                  <a16:creationId xmlns:a16="http://schemas.microsoft.com/office/drawing/2014/main" id="{12D1DFFA-0991-1F33-30DC-E3EB2763F699}"/>
                </a:ext>
              </a:extLst>
            </p:cNvPr>
            <p:cNvSpPr>
              <a:spLocks noChangeArrowheads="1"/>
            </p:cNvSpPr>
            <p:nvPr/>
          </p:nvSpPr>
          <p:spPr bwMode="auto">
            <a:xfrm>
              <a:off x="3885" y="2975"/>
              <a:ext cx="27" cy="28"/>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590" name="Oval 353">
              <a:extLst>
                <a:ext uri="{FF2B5EF4-FFF2-40B4-BE49-F238E27FC236}">
                  <a16:creationId xmlns:a16="http://schemas.microsoft.com/office/drawing/2014/main" id="{E598F1B2-2243-41C4-27F6-B925625E4673}"/>
                </a:ext>
              </a:extLst>
            </p:cNvPr>
            <p:cNvSpPr>
              <a:spLocks noChangeArrowheads="1"/>
            </p:cNvSpPr>
            <p:nvPr/>
          </p:nvSpPr>
          <p:spPr bwMode="auto">
            <a:xfrm>
              <a:off x="4279" y="2816"/>
              <a:ext cx="15" cy="1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591" name="Oval 354">
              <a:extLst>
                <a:ext uri="{FF2B5EF4-FFF2-40B4-BE49-F238E27FC236}">
                  <a16:creationId xmlns:a16="http://schemas.microsoft.com/office/drawing/2014/main" id="{D5001FA8-98FB-D8E1-0D90-A6E8D3B34A5F}"/>
                </a:ext>
              </a:extLst>
            </p:cNvPr>
            <p:cNvSpPr>
              <a:spLocks noChangeArrowheads="1"/>
            </p:cNvSpPr>
            <p:nvPr/>
          </p:nvSpPr>
          <p:spPr bwMode="auto">
            <a:xfrm>
              <a:off x="4280" y="2985"/>
              <a:ext cx="15" cy="1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592" name="Oval 355">
              <a:extLst>
                <a:ext uri="{FF2B5EF4-FFF2-40B4-BE49-F238E27FC236}">
                  <a16:creationId xmlns:a16="http://schemas.microsoft.com/office/drawing/2014/main" id="{7FBB77C2-1B18-DD8C-5503-F0B4F2446456}"/>
                </a:ext>
              </a:extLst>
            </p:cNvPr>
            <p:cNvSpPr>
              <a:spLocks noChangeArrowheads="1"/>
            </p:cNvSpPr>
            <p:nvPr/>
          </p:nvSpPr>
          <p:spPr bwMode="auto">
            <a:xfrm>
              <a:off x="3553" y="2816"/>
              <a:ext cx="15" cy="1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593" name="Rectangle 356">
              <a:extLst>
                <a:ext uri="{FF2B5EF4-FFF2-40B4-BE49-F238E27FC236}">
                  <a16:creationId xmlns:a16="http://schemas.microsoft.com/office/drawing/2014/main" id="{C63FF8AA-D667-2772-5A18-19889EDE80E0}"/>
                </a:ext>
              </a:extLst>
            </p:cNvPr>
            <p:cNvSpPr>
              <a:spLocks noChangeArrowheads="1"/>
            </p:cNvSpPr>
            <p:nvPr/>
          </p:nvSpPr>
          <p:spPr bwMode="auto">
            <a:xfrm>
              <a:off x="3963" y="2977"/>
              <a:ext cx="194" cy="20"/>
            </a:xfrm>
            <a:prstGeom prst="rect">
              <a:avLst/>
            </a:prstGeom>
            <a:solidFill>
              <a:schemeClr val="bg2"/>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594" name="Rectangle 357">
              <a:extLst>
                <a:ext uri="{FF2B5EF4-FFF2-40B4-BE49-F238E27FC236}">
                  <a16:creationId xmlns:a16="http://schemas.microsoft.com/office/drawing/2014/main" id="{19264357-1278-64CC-6397-E668CFC6F83A}"/>
                </a:ext>
              </a:extLst>
            </p:cNvPr>
            <p:cNvSpPr>
              <a:spLocks noChangeArrowheads="1"/>
            </p:cNvSpPr>
            <p:nvPr/>
          </p:nvSpPr>
          <p:spPr bwMode="auto">
            <a:xfrm>
              <a:off x="3963" y="3057"/>
              <a:ext cx="194" cy="20"/>
            </a:xfrm>
            <a:prstGeom prst="rect">
              <a:avLst/>
            </a:prstGeom>
            <a:solidFill>
              <a:schemeClr val="bg2"/>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595" name="Rectangle 358">
              <a:extLst>
                <a:ext uri="{FF2B5EF4-FFF2-40B4-BE49-F238E27FC236}">
                  <a16:creationId xmlns:a16="http://schemas.microsoft.com/office/drawing/2014/main" id="{13B8B60F-EE0F-51EE-9338-80EEF4EAA7DF}"/>
                </a:ext>
              </a:extLst>
            </p:cNvPr>
            <p:cNvSpPr>
              <a:spLocks noChangeArrowheads="1"/>
            </p:cNvSpPr>
            <p:nvPr/>
          </p:nvSpPr>
          <p:spPr bwMode="auto">
            <a:xfrm>
              <a:off x="3560" y="2898"/>
              <a:ext cx="195" cy="20"/>
            </a:xfrm>
            <a:prstGeom prst="rect">
              <a:avLst/>
            </a:prstGeom>
            <a:solidFill>
              <a:schemeClr val="bg2"/>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596" name="Rectangle 359">
              <a:extLst>
                <a:ext uri="{FF2B5EF4-FFF2-40B4-BE49-F238E27FC236}">
                  <a16:creationId xmlns:a16="http://schemas.microsoft.com/office/drawing/2014/main" id="{9A29219E-A0BF-BDCB-CB77-FBA97E13E86D}"/>
                </a:ext>
              </a:extLst>
            </p:cNvPr>
            <p:cNvSpPr>
              <a:spLocks noChangeArrowheads="1"/>
            </p:cNvSpPr>
            <p:nvPr/>
          </p:nvSpPr>
          <p:spPr bwMode="auto">
            <a:xfrm>
              <a:off x="3560" y="2978"/>
              <a:ext cx="195" cy="20"/>
            </a:xfrm>
            <a:prstGeom prst="rect">
              <a:avLst/>
            </a:prstGeom>
            <a:solidFill>
              <a:schemeClr val="bg2"/>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597" name="Rectangle 360">
              <a:extLst>
                <a:ext uri="{FF2B5EF4-FFF2-40B4-BE49-F238E27FC236}">
                  <a16:creationId xmlns:a16="http://schemas.microsoft.com/office/drawing/2014/main" id="{AFA952DA-ACB9-4F34-DC9D-E6FD57FDF956}"/>
                </a:ext>
              </a:extLst>
            </p:cNvPr>
            <p:cNvSpPr>
              <a:spLocks noChangeArrowheads="1"/>
            </p:cNvSpPr>
            <p:nvPr/>
          </p:nvSpPr>
          <p:spPr bwMode="auto">
            <a:xfrm>
              <a:off x="3560" y="3060"/>
              <a:ext cx="195" cy="20"/>
            </a:xfrm>
            <a:prstGeom prst="rect">
              <a:avLst/>
            </a:prstGeom>
            <a:solidFill>
              <a:schemeClr val="bg2"/>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aphicFrame>
        <p:nvGraphicFramePr>
          <p:cNvPr id="58394" name="Object 361">
            <a:hlinkClick r:id="" action="ppaction://ole?verb=0"/>
            <a:extLst>
              <a:ext uri="{FF2B5EF4-FFF2-40B4-BE49-F238E27FC236}">
                <a16:creationId xmlns:a16="http://schemas.microsoft.com/office/drawing/2014/main" id="{ABA6CBF5-8AB3-312D-F09D-CA7A722ADE4C}"/>
              </a:ext>
            </a:extLst>
          </p:cNvPr>
          <p:cNvGraphicFramePr>
            <a:graphicFrameLocks/>
          </p:cNvGraphicFramePr>
          <p:nvPr/>
        </p:nvGraphicFramePr>
        <p:xfrm>
          <a:off x="3906838" y="1754188"/>
          <a:ext cx="1447800" cy="1109662"/>
        </p:xfrm>
        <a:graphic>
          <a:graphicData uri="http://schemas.openxmlformats.org/presentationml/2006/ole">
            <mc:AlternateContent xmlns:mc="http://schemas.openxmlformats.org/markup-compatibility/2006">
              <mc:Choice xmlns:v="urn:schemas-microsoft-com:vml" Requires="v">
                <p:oleObj spid="_x0000_s3086" name="Clip" r:id="rId6" imgW="4114844" imgH="3143133" progId="MS_ClipArt_Gallery.2">
                  <p:embed/>
                </p:oleObj>
              </mc:Choice>
              <mc:Fallback>
                <p:oleObj name="Clip" r:id="rId6" imgW="4114844" imgH="3143133" progId="MS_ClipArt_Gallery.2">
                  <p:embed/>
                  <p:pic>
                    <p:nvPicPr>
                      <p:cNvPr id="58394" name="Object 361">
                        <a:hlinkClick r:id="" action="ppaction://ole?verb=0"/>
                        <a:extLst>
                          <a:ext uri="{FF2B5EF4-FFF2-40B4-BE49-F238E27FC236}">
                            <a16:creationId xmlns:a16="http://schemas.microsoft.com/office/drawing/2014/main" id="{ABA6CBF5-8AB3-312D-F09D-CA7A722ADE4C}"/>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06838" y="1754188"/>
                        <a:ext cx="1447800" cy="1109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8395" name="Rectangle 362">
            <a:extLst>
              <a:ext uri="{FF2B5EF4-FFF2-40B4-BE49-F238E27FC236}">
                <a16:creationId xmlns:a16="http://schemas.microsoft.com/office/drawing/2014/main" id="{E6224613-3BC0-539B-B978-7C66D3C7FA93}"/>
              </a:ext>
            </a:extLst>
          </p:cNvPr>
          <p:cNvSpPr>
            <a:spLocks noChangeArrowheads="1"/>
          </p:cNvSpPr>
          <p:nvPr/>
        </p:nvSpPr>
        <p:spPr bwMode="auto">
          <a:xfrm>
            <a:off x="4405313" y="1933575"/>
            <a:ext cx="461962"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sz="1600"/>
              <a:t>PC</a:t>
            </a:r>
          </a:p>
        </p:txBody>
      </p:sp>
      <p:grpSp>
        <p:nvGrpSpPr>
          <p:cNvPr id="58396" name="Group 363">
            <a:extLst>
              <a:ext uri="{FF2B5EF4-FFF2-40B4-BE49-F238E27FC236}">
                <a16:creationId xmlns:a16="http://schemas.microsoft.com/office/drawing/2014/main" id="{ED8A732D-428E-9639-B341-55D12F7D66ED}"/>
              </a:ext>
            </a:extLst>
          </p:cNvPr>
          <p:cNvGrpSpPr>
            <a:grpSpLocks/>
          </p:cNvGrpSpPr>
          <p:nvPr/>
        </p:nvGrpSpPr>
        <p:grpSpPr bwMode="auto">
          <a:xfrm>
            <a:off x="2209800" y="2414588"/>
            <a:ext cx="1149350" cy="706437"/>
            <a:chOff x="1585" y="1667"/>
            <a:chExt cx="724" cy="445"/>
          </a:xfrm>
        </p:grpSpPr>
        <p:grpSp>
          <p:nvGrpSpPr>
            <p:cNvPr id="58486" name="Group 364">
              <a:extLst>
                <a:ext uri="{FF2B5EF4-FFF2-40B4-BE49-F238E27FC236}">
                  <a16:creationId xmlns:a16="http://schemas.microsoft.com/office/drawing/2014/main" id="{B367B13B-8C52-D576-D915-A0F9EF7E96E6}"/>
                </a:ext>
              </a:extLst>
            </p:cNvPr>
            <p:cNvGrpSpPr>
              <a:grpSpLocks/>
            </p:cNvGrpSpPr>
            <p:nvPr/>
          </p:nvGrpSpPr>
          <p:grpSpPr bwMode="auto">
            <a:xfrm>
              <a:off x="1585" y="1667"/>
              <a:ext cx="724" cy="43"/>
              <a:chOff x="1585" y="1667"/>
              <a:chExt cx="724" cy="43"/>
            </a:xfrm>
          </p:grpSpPr>
          <p:sp>
            <p:nvSpPr>
              <p:cNvPr id="58576" name="Freeform 365">
                <a:extLst>
                  <a:ext uri="{FF2B5EF4-FFF2-40B4-BE49-F238E27FC236}">
                    <a16:creationId xmlns:a16="http://schemas.microsoft.com/office/drawing/2014/main" id="{81A85BCE-4829-9054-8969-52A66465A389}"/>
                  </a:ext>
                </a:extLst>
              </p:cNvPr>
              <p:cNvSpPr>
                <a:spLocks/>
              </p:cNvSpPr>
              <p:nvPr/>
            </p:nvSpPr>
            <p:spPr bwMode="auto">
              <a:xfrm>
                <a:off x="1585" y="1667"/>
                <a:ext cx="724" cy="40"/>
              </a:xfrm>
              <a:custGeom>
                <a:avLst/>
                <a:gdLst>
                  <a:gd name="T0" fmla="*/ 0 w 724"/>
                  <a:gd name="T1" fmla="*/ 39 h 40"/>
                  <a:gd name="T2" fmla="*/ 723 w 724"/>
                  <a:gd name="T3" fmla="*/ 39 h 40"/>
                  <a:gd name="T4" fmla="*/ 643 w 724"/>
                  <a:gd name="T5" fmla="*/ 0 h 40"/>
                  <a:gd name="T6" fmla="*/ 80 w 724"/>
                  <a:gd name="T7" fmla="*/ 0 h 40"/>
                  <a:gd name="T8" fmla="*/ 0 w 724"/>
                  <a:gd name="T9" fmla="*/ 39 h 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4" h="40">
                    <a:moveTo>
                      <a:pt x="0" y="39"/>
                    </a:moveTo>
                    <a:lnTo>
                      <a:pt x="723" y="39"/>
                    </a:lnTo>
                    <a:lnTo>
                      <a:pt x="643" y="0"/>
                    </a:lnTo>
                    <a:lnTo>
                      <a:pt x="80" y="0"/>
                    </a:lnTo>
                    <a:lnTo>
                      <a:pt x="0" y="39"/>
                    </a:lnTo>
                  </a:path>
                </a:pathLst>
              </a:custGeom>
              <a:solidFill>
                <a:srgbClr val="C0C0C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77" name="Line 366">
                <a:extLst>
                  <a:ext uri="{FF2B5EF4-FFF2-40B4-BE49-F238E27FC236}">
                    <a16:creationId xmlns:a16="http://schemas.microsoft.com/office/drawing/2014/main" id="{D6CE3D01-9302-0544-3BE9-241CEB2153C3}"/>
                  </a:ext>
                </a:extLst>
              </p:cNvPr>
              <p:cNvSpPr>
                <a:spLocks noChangeShapeType="1"/>
              </p:cNvSpPr>
              <p:nvPr/>
            </p:nvSpPr>
            <p:spPr bwMode="auto">
              <a:xfrm>
                <a:off x="1610" y="1696"/>
                <a:ext cx="673"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578" name="Line 367">
                <a:extLst>
                  <a:ext uri="{FF2B5EF4-FFF2-40B4-BE49-F238E27FC236}">
                    <a16:creationId xmlns:a16="http://schemas.microsoft.com/office/drawing/2014/main" id="{5FC7122C-D3B3-038C-E19D-8EA18B0B5F7B}"/>
                  </a:ext>
                </a:extLst>
              </p:cNvPr>
              <p:cNvSpPr>
                <a:spLocks noChangeShapeType="1"/>
              </p:cNvSpPr>
              <p:nvPr/>
            </p:nvSpPr>
            <p:spPr bwMode="auto">
              <a:xfrm flipH="1" flipV="1">
                <a:off x="2089" y="1692"/>
                <a:ext cx="11" cy="1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8487" name="Group 368">
              <a:extLst>
                <a:ext uri="{FF2B5EF4-FFF2-40B4-BE49-F238E27FC236}">
                  <a16:creationId xmlns:a16="http://schemas.microsoft.com/office/drawing/2014/main" id="{34CE07EB-96BA-0DE0-DBCB-3BBE73C80227}"/>
                </a:ext>
              </a:extLst>
            </p:cNvPr>
            <p:cNvGrpSpPr>
              <a:grpSpLocks/>
            </p:cNvGrpSpPr>
            <p:nvPr/>
          </p:nvGrpSpPr>
          <p:grpSpPr bwMode="auto">
            <a:xfrm>
              <a:off x="1585" y="1706"/>
              <a:ext cx="724" cy="406"/>
              <a:chOff x="1585" y="1706"/>
              <a:chExt cx="724" cy="406"/>
            </a:xfrm>
          </p:grpSpPr>
          <p:sp>
            <p:nvSpPr>
              <p:cNvPr id="58574" name="Freeform 369">
                <a:extLst>
                  <a:ext uri="{FF2B5EF4-FFF2-40B4-BE49-F238E27FC236}">
                    <a16:creationId xmlns:a16="http://schemas.microsoft.com/office/drawing/2014/main" id="{A78EC511-6FDF-AE85-762E-EE2C00D276A0}"/>
                  </a:ext>
                </a:extLst>
              </p:cNvPr>
              <p:cNvSpPr>
                <a:spLocks/>
              </p:cNvSpPr>
              <p:nvPr/>
            </p:nvSpPr>
            <p:spPr bwMode="auto">
              <a:xfrm>
                <a:off x="1585" y="1706"/>
                <a:ext cx="724" cy="406"/>
              </a:xfrm>
              <a:custGeom>
                <a:avLst/>
                <a:gdLst>
                  <a:gd name="T0" fmla="*/ 0 w 724"/>
                  <a:gd name="T1" fmla="*/ 0 h 406"/>
                  <a:gd name="T2" fmla="*/ 723 w 724"/>
                  <a:gd name="T3" fmla="*/ 0 h 406"/>
                  <a:gd name="T4" fmla="*/ 723 w 724"/>
                  <a:gd name="T5" fmla="*/ 405 h 406"/>
                  <a:gd name="T6" fmla="*/ 0 w 724"/>
                  <a:gd name="T7" fmla="*/ 405 h 406"/>
                  <a:gd name="T8" fmla="*/ 0 w 724"/>
                  <a:gd name="T9" fmla="*/ 0 h 4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4" h="406">
                    <a:moveTo>
                      <a:pt x="0" y="0"/>
                    </a:moveTo>
                    <a:lnTo>
                      <a:pt x="723" y="0"/>
                    </a:lnTo>
                    <a:lnTo>
                      <a:pt x="723" y="405"/>
                    </a:lnTo>
                    <a:lnTo>
                      <a:pt x="0" y="405"/>
                    </a:lnTo>
                    <a:lnTo>
                      <a:pt x="0" y="0"/>
                    </a:lnTo>
                  </a:path>
                </a:pathLst>
              </a:custGeom>
              <a:solidFill>
                <a:srgbClr val="919191"/>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75" name="Freeform 370">
                <a:extLst>
                  <a:ext uri="{FF2B5EF4-FFF2-40B4-BE49-F238E27FC236}">
                    <a16:creationId xmlns:a16="http://schemas.microsoft.com/office/drawing/2014/main" id="{55BEED41-9ECE-F78B-B534-A674A13EA0E8}"/>
                  </a:ext>
                </a:extLst>
              </p:cNvPr>
              <p:cNvSpPr>
                <a:spLocks/>
              </p:cNvSpPr>
              <p:nvPr/>
            </p:nvSpPr>
            <p:spPr bwMode="auto">
              <a:xfrm>
                <a:off x="1585" y="1706"/>
                <a:ext cx="512" cy="406"/>
              </a:xfrm>
              <a:custGeom>
                <a:avLst/>
                <a:gdLst>
                  <a:gd name="T0" fmla="*/ 0 w 512"/>
                  <a:gd name="T1" fmla="*/ 0 h 406"/>
                  <a:gd name="T2" fmla="*/ 511 w 512"/>
                  <a:gd name="T3" fmla="*/ 0 h 406"/>
                  <a:gd name="T4" fmla="*/ 511 w 512"/>
                  <a:gd name="T5" fmla="*/ 405 h 406"/>
                  <a:gd name="T6" fmla="*/ 0 w 512"/>
                  <a:gd name="T7" fmla="*/ 405 h 406"/>
                  <a:gd name="T8" fmla="*/ 0 w 512"/>
                  <a:gd name="T9" fmla="*/ 0 h 4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2" h="406">
                    <a:moveTo>
                      <a:pt x="0" y="0"/>
                    </a:moveTo>
                    <a:lnTo>
                      <a:pt x="511" y="0"/>
                    </a:lnTo>
                    <a:lnTo>
                      <a:pt x="511" y="405"/>
                    </a:lnTo>
                    <a:lnTo>
                      <a:pt x="0" y="405"/>
                    </a:lnTo>
                    <a:lnTo>
                      <a:pt x="0" y="0"/>
                    </a:lnTo>
                  </a:path>
                </a:pathLst>
              </a:custGeom>
              <a:solidFill>
                <a:srgbClr val="919191"/>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8488" name="Freeform 371">
              <a:extLst>
                <a:ext uri="{FF2B5EF4-FFF2-40B4-BE49-F238E27FC236}">
                  <a16:creationId xmlns:a16="http://schemas.microsoft.com/office/drawing/2014/main" id="{31006791-D0FD-D463-8DC8-2B840C9536EF}"/>
                </a:ext>
              </a:extLst>
            </p:cNvPr>
            <p:cNvSpPr>
              <a:spLocks/>
            </p:cNvSpPr>
            <p:nvPr/>
          </p:nvSpPr>
          <p:spPr bwMode="auto">
            <a:xfrm>
              <a:off x="1630" y="1744"/>
              <a:ext cx="397" cy="320"/>
            </a:xfrm>
            <a:custGeom>
              <a:avLst/>
              <a:gdLst>
                <a:gd name="T0" fmla="*/ 0 w 397"/>
                <a:gd name="T1" fmla="*/ 0 h 320"/>
                <a:gd name="T2" fmla="*/ 0 w 397"/>
                <a:gd name="T3" fmla="*/ 319 h 320"/>
                <a:gd name="T4" fmla="*/ 396 w 397"/>
                <a:gd name="T5" fmla="*/ 319 h 320"/>
                <a:gd name="T6" fmla="*/ 396 w 397"/>
                <a:gd name="T7" fmla="*/ 0 h 320"/>
                <a:gd name="T8" fmla="*/ 0 w 397"/>
                <a:gd name="T9" fmla="*/ 0 h 3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7" h="320">
                  <a:moveTo>
                    <a:pt x="0" y="0"/>
                  </a:moveTo>
                  <a:lnTo>
                    <a:pt x="0" y="319"/>
                  </a:lnTo>
                  <a:lnTo>
                    <a:pt x="396" y="319"/>
                  </a:lnTo>
                  <a:lnTo>
                    <a:pt x="396" y="0"/>
                  </a:lnTo>
                  <a:lnTo>
                    <a:pt x="0" y="0"/>
                  </a:lnTo>
                </a:path>
              </a:pathLst>
            </a:custGeom>
            <a:solidFill>
              <a:srgbClr val="C0C0C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89" name="Freeform 372">
              <a:extLst>
                <a:ext uri="{FF2B5EF4-FFF2-40B4-BE49-F238E27FC236}">
                  <a16:creationId xmlns:a16="http://schemas.microsoft.com/office/drawing/2014/main" id="{EAE63742-CA6C-BF43-E0E4-DCC0D7AB4E8C}"/>
                </a:ext>
              </a:extLst>
            </p:cNvPr>
            <p:cNvSpPr>
              <a:spLocks/>
            </p:cNvSpPr>
            <p:nvPr/>
          </p:nvSpPr>
          <p:spPr bwMode="auto">
            <a:xfrm>
              <a:off x="1625" y="2043"/>
              <a:ext cx="402" cy="21"/>
            </a:xfrm>
            <a:custGeom>
              <a:avLst/>
              <a:gdLst>
                <a:gd name="T0" fmla="*/ 0 w 402"/>
                <a:gd name="T1" fmla="*/ 20 h 21"/>
                <a:gd name="T2" fmla="*/ 30 w 402"/>
                <a:gd name="T3" fmla="*/ 0 h 21"/>
                <a:gd name="T4" fmla="*/ 401 w 402"/>
                <a:gd name="T5" fmla="*/ 0 h 21"/>
                <a:gd name="T6" fmla="*/ 401 w 402"/>
                <a:gd name="T7" fmla="*/ 20 h 21"/>
                <a:gd name="T8" fmla="*/ 0 w 402"/>
                <a:gd name="T9" fmla="*/ 20 h 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2" h="21">
                  <a:moveTo>
                    <a:pt x="0" y="20"/>
                  </a:moveTo>
                  <a:lnTo>
                    <a:pt x="30" y="0"/>
                  </a:lnTo>
                  <a:lnTo>
                    <a:pt x="401" y="0"/>
                  </a:lnTo>
                  <a:lnTo>
                    <a:pt x="401" y="20"/>
                  </a:lnTo>
                  <a:lnTo>
                    <a:pt x="0" y="20"/>
                  </a:lnTo>
                </a:path>
              </a:pathLst>
            </a:custGeom>
            <a:solidFill>
              <a:srgbClr val="80808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90" name="Freeform 373">
              <a:extLst>
                <a:ext uri="{FF2B5EF4-FFF2-40B4-BE49-F238E27FC236}">
                  <a16:creationId xmlns:a16="http://schemas.microsoft.com/office/drawing/2014/main" id="{ABC60D86-5F44-2AA9-2E01-EE92DB650496}"/>
                </a:ext>
              </a:extLst>
            </p:cNvPr>
            <p:cNvSpPr>
              <a:spLocks/>
            </p:cNvSpPr>
            <p:nvPr/>
          </p:nvSpPr>
          <p:spPr bwMode="auto">
            <a:xfrm>
              <a:off x="1625" y="1744"/>
              <a:ext cx="31" cy="320"/>
            </a:xfrm>
            <a:custGeom>
              <a:avLst/>
              <a:gdLst>
                <a:gd name="T0" fmla="*/ 0 w 31"/>
                <a:gd name="T1" fmla="*/ 0 h 320"/>
                <a:gd name="T2" fmla="*/ 30 w 31"/>
                <a:gd name="T3" fmla="*/ 0 h 320"/>
                <a:gd name="T4" fmla="*/ 30 w 31"/>
                <a:gd name="T5" fmla="*/ 300 h 320"/>
                <a:gd name="T6" fmla="*/ 0 w 31"/>
                <a:gd name="T7" fmla="*/ 319 h 320"/>
                <a:gd name="T8" fmla="*/ 0 w 31"/>
                <a:gd name="T9" fmla="*/ 0 h 3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320">
                  <a:moveTo>
                    <a:pt x="0" y="0"/>
                  </a:moveTo>
                  <a:lnTo>
                    <a:pt x="30" y="0"/>
                  </a:lnTo>
                  <a:lnTo>
                    <a:pt x="30" y="300"/>
                  </a:lnTo>
                  <a:lnTo>
                    <a:pt x="0" y="319"/>
                  </a:lnTo>
                  <a:lnTo>
                    <a:pt x="0" y="0"/>
                  </a:lnTo>
                </a:path>
              </a:pathLst>
            </a:custGeom>
            <a:solidFill>
              <a:srgbClr val="20202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91" name="Freeform 374">
              <a:extLst>
                <a:ext uri="{FF2B5EF4-FFF2-40B4-BE49-F238E27FC236}">
                  <a16:creationId xmlns:a16="http://schemas.microsoft.com/office/drawing/2014/main" id="{53E4662F-DB85-5288-C4B2-29A2267A94B0}"/>
                </a:ext>
              </a:extLst>
            </p:cNvPr>
            <p:cNvSpPr>
              <a:spLocks/>
            </p:cNvSpPr>
            <p:nvPr/>
          </p:nvSpPr>
          <p:spPr bwMode="auto">
            <a:xfrm>
              <a:off x="2123" y="1812"/>
              <a:ext cx="53" cy="51"/>
            </a:xfrm>
            <a:custGeom>
              <a:avLst/>
              <a:gdLst>
                <a:gd name="T0" fmla="*/ 0 w 53"/>
                <a:gd name="T1" fmla="*/ 0 h 51"/>
                <a:gd name="T2" fmla="*/ 52 w 53"/>
                <a:gd name="T3" fmla="*/ 0 h 51"/>
                <a:gd name="T4" fmla="*/ 52 w 53"/>
                <a:gd name="T5" fmla="*/ 50 h 51"/>
                <a:gd name="T6" fmla="*/ 0 w 53"/>
                <a:gd name="T7" fmla="*/ 50 h 51"/>
                <a:gd name="T8" fmla="*/ 0 w 53"/>
                <a:gd name="T9" fmla="*/ 0 h 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51">
                  <a:moveTo>
                    <a:pt x="0" y="0"/>
                  </a:moveTo>
                  <a:lnTo>
                    <a:pt x="52" y="0"/>
                  </a:lnTo>
                  <a:lnTo>
                    <a:pt x="52" y="50"/>
                  </a:lnTo>
                  <a:lnTo>
                    <a:pt x="0" y="50"/>
                  </a:lnTo>
                  <a:lnTo>
                    <a:pt x="0" y="0"/>
                  </a:lnTo>
                </a:path>
              </a:pathLst>
            </a:custGeom>
            <a:solidFill>
              <a:srgbClr val="40404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92" name="Freeform 375">
              <a:extLst>
                <a:ext uri="{FF2B5EF4-FFF2-40B4-BE49-F238E27FC236}">
                  <a16:creationId xmlns:a16="http://schemas.microsoft.com/office/drawing/2014/main" id="{FB2B6787-030F-0A58-0846-2295C1612CD1}"/>
                </a:ext>
              </a:extLst>
            </p:cNvPr>
            <p:cNvSpPr>
              <a:spLocks/>
            </p:cNvSpPr>
            <p:nvPr/>
          </p:nvSpPr>
          <p:spPr bwMode="auto">
            <a:xfrm>
              <a:off x="2228" y="1913"/>
              <a:ext cx="53" cy="52"/>
            </a:xfrm>
            <a:custGeom>
              <a:avLst/>
              <a:gdLst>
                <a:gd name="T0" fmla="*/ 0 w 53"/>
                <a:gd name="T1" fmla="*/ 0 h 52"/>
                <a:gd name="T2" fmla="*/ 52 w 53"/>
                <a:gd name="T3" fmla="*/ 0 h 52"/>
                <a:gd name="T4" fmla="*/ 52 w 53"/>
                <a:gd name="T5" fmla="*/ 51 h 52"/>
                <a:gd name="T6" fmla="*/ 0 w 53"/>
                <a:gd name="T7" fmla="*/ 51 h 52"/>
                <a:gd name="T8" fmla="*/ 0 w 53"/>
                <a:gd name="T9" fmla="*/ 0 h 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52">
                  <a:moveTo>
                    <a:pt x="0" y="0"/>
                  </a:moveTo>
                  <a:lnTo>
                    <a:pt x="52" y="0"/>
                  </a:lnTo>
                  <a:lnTo>
                    <a:pt x="52" y="51"/>
                  </a:lnTo>
                  <a:lnTo>
                    <a:pt x="0" y="51"/>
                  </a:lnTo>
                  <a:lnTo>
                    <a:pt x="0" y="0"/>
                  </a:lnTo>
                </a:path>
              </a:pathLst>
            </a:custGeom>
            <a:solidFill>
              <a:srgbClr val="40404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93" name="Freeform 376">
              <a:extLst>
                <a:ext uri="{FF2B5EF4-FFF2-40B4-BE49-F238E27FC236}">
                  <a16:creationId xmlns:a16="http://schemas.microsoft.com/office/drawing/2014/main" id="{86BC1858-244C-B9F3-DF58-005DC1BC1CB4}"/>
                </a:ext>
              </a:extLst>
            </p:cNvPr>
            <p:cNvSpPr>
              <a:spLocks/>
            </p:cNvSpPr>
            <p:nvPr/>
          </p:nvSpPr>
          <p:spPr bwMode="auto">
            <a:xfrm>
              <a:off x="2175" y="1812"/>
              <a:ext cx="54" cy="51"/>
            </a:xfrm>
            <a:custGeom>
              <a:avLst/>
              <a:gdLst>
                <a:gd name="T0" fmla="*/ 0 w 54"/>
                <a:gd name="T1" fmla="*/ 0 h 51"/>
                <a:gd name="T2" fmla="*/ 53 w 54"/>
                <a:gd name="T3" fmla="*/ 0 h 51"/>
                <a:gd name="T4" fmla="*/ 53 w 54"/>
                <a:gd name="T5" fmla="*/ 50 h 51"/>
                <a:gd name="T6" fmla="*/ 0 w 54"/>
                <a:gd name="T7" fmla="*/ 50 h 51"/>
                <a:gd name="T8" fmla="*/ 0 w 54"/>
                <a:gd name="T9" fmla="*/ 0 h 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 h="51">
                  <a:moveTo>
                    <a:pt x="0" y="0"/>
                  </a:moveTo>
                  <a:lnTo>
                    <a:pt x="53" y="0"/>
                  </a:lnTo>
                  <a:lnTo>
                    <a:pt x="53" y="50"/>
                  </a:lnTo>
                  <a:lnTo>
                    <a:pt x="0" y="50"/>
                  </a:lnTo>
                  <a:lnTo>
                    <a:pt x="0" y="0"/>
                  </a:lnTo>
                </a:path>
              </a:pathLst>
            </a:custGeom>
            <a:solidFill>
              <a:srgbClr val="40404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94" name="Freeform 377">
              <a:extLst>
                <a:ext uri="{FF2B5EF4-FFF2-40B4-BE49-F238E27FC236}">
                  <a16:creationId xmlns:a16="http://schemas.microsoft.com/office/drawing/2014/main" id="{88FB3544-BEB0-DF4C-77B1-516B05DC3E5A}"/>
                </a:ext>
              </a:extLst>
            </p:cNvPr>
            <p:cNvSpPr>
              <a:spLocks/>
            </p:cNvSpPr>
            <p:nvPr/>
          </p:nvSpPr>
          <p:spPr bwMode="auto">
            <a:xfrm>
              <a:off x="2228" y="1812"/>
              <a:ext cx="53" cy="51"/>
            </a:xfrm>
            <a:custGeom>
              <a:avLst/>
              <a:gdLst>
                <a:gd name="T0" fmla="*/ 0 w 53"/>
                <a:gd name="T1" fmla="*/ 0 h 51"/>
                <a:gd name="T2" fmla="*/ 52 w 53"/>
                <a:gd name="T3" fmla="*/ 0 h 51"/>
                <a:gd name="T4" fmla="*/ 52 w 53"/>
                <a:gd name="T5" fmla="*/ 50 h 51"/>
                <a:gd name="T6" fmla="*/ 0 w 53"/>
                <a:gd name="T7" fmla="*/ 50 h 51"/>
                <a:gd name="T8" fmla="*/ 0 w 53"/>
                <a:gd name="T9" fmla="*/ 0 h 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51">
                  <a:moveTo>
                    <a:pt x="0" y="0"/>
                  </a:moveTo>
                  <a:lnTo>
                    <a:pt x="52" y="0"/>
                  </a:lnTo>
                  <a:lnTo>
                    <a:pt x="52" y="50"/>
                  </a:lnTo>
                  <a:lnTo>
                    <a:pt x="0" y="50"/>
                  </a:lnTo>
                  <a:lnTo>
                    <a:pt x="0" y="0"/>
                  </a:lnTo>
                </a:path>
              </a:pathLst>
            </a:custGeom>
            <a:solidFill>
              <a:srgbClr val="40404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95" name="Freeform 378">
              <a:extLst>
                <a:ext uri="{FF2B5EF4-FFF2-40B4-BE49-F238E27FC236}">
                  <a16:creationId xmlns:a16="http://schemas.microsoft.com/office/drawing/2014/main" id="{47F0E6C7-1199-6AC8-4CFF-41854258B08A}"/>
                </a:ext>
              </a:extLst>
            </p:cNvPr>
            <p:cNvSpPr>
              <a:spLocks/>
            </p:cNvSpPr>
            <p:nvPr/>
          </p:nvSpPr>
          <p:spPr bwMode="auto">
            <a:xfrm>
              <a:off x="2228" y="1862"/>
              <a:ext cx="53" cy="52"/>
            </a:xfrm>
            <a:custGeom>
              <a:avLst/>
              <a:gdLst>
                <a:gd name="T0" fmla="*/ 0 w 53"/>
                <a:gd name="T1" fmla="*/ 0 h 52"/>
                <a:gd name="T2" fmla="*/ 52 w 53"/>
                <a:gd name="T3" fmla="*/ 0 h 52"/>
                <a:gd name="T4" fmla="*/ 52 w 53"/>
                <a:gd name="T5" fmla="*/ 51 h 52"/>
                <a:gd name="T6" fmla="*/ 0 w 53"/>
                <a:gd name="T7" fmla="*/ 51 h 52"/>
                <a:gd name="T8" fmla="*/ 0 w 53"/>
                <a:gd name="T9" fmla="*/ 0 h 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52">
                  <a:moveTo>
                    <a:pt x="0" y="0"/>
                  </a:moveTo>
                  <a:lnTo>
                    <a:pt x="52" y="0"/>
                  </a:lnTo>
                  <a:lnTo>
                    <a:pt x="52" y="51"/>
                  </a:lnTo>
                  <a:lnTo>
                    <a:pt x="0" y="51"/>
                  </a:lnTo>
                  <a:lnTo>
                    <a:pt x="0" y="0"/>
                  </a:lnTo>
                </a:path>
              </a:pathLst>
            </a:custGeom>
            <a:solidFill>
              <a:srgbClr val="40404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96" name="Freeform 379">
              <a:extLst>
                <a:ext uri="{FF2B5EF4-FFF2-40B4-BE49-F238E27FC236}">
                  <a16:creationId xmlns:a16="http://schemas.microsoft.com/office/drawing/2014/main" id="{75281BE6-A650-88E9-DF1A-2F2746F27FE3}"/>
                </a:ext>
              </a:extLst>
            </p:cNvPr>
            <p:cNvSpPr>
              <a:spLocks/>
            </p:cNvSpPr>
            <p:nvPr/>
          </p:nvSpPr>
          <p:spPr bwMode="auto">
            <a:xfrm>
              <a:off x="2175" y="1862"/>
              <a:ext cx="54" cy="52"/>
            </a:xfrm>
            <a:custGeom>
              <a:avLst/>
              <a:gdLst>
                <a:gd name="T0" fmla="*/ 0 w 54"/>
                <a:gd name="T1" fmla="*/ 0 h 52"/>
                <a:gd name="T2" fmla="*/ 53 w 54"/>
                <a:gd name="T3" fmla="*/ 0 h 52"/>
                <a:gd name="T4" fmla="*/ 53 w 54"/>
                <a:gd name="T5" fmla="*/ 51 h 52"/>
                <a:gd name="T6" fmla="*/ 0 w 54"/>
                <a:gd name="T7" fmla="*/ 51 h 52"/>
                <a:gd name="T8" fmla="*/ 0 w 54"/>
                <a:gd name="T9" fmla="*/ 0 h 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 h="52">
                  <a:moveTo>
                    <a:pt x="0" y="0"/>
                  </a:moveTo>
                  <a:lnTo>
                    <a:pt x="53" y="0"/>
                  </a:lnTo>
                  <a:lnTo>
                    <a:pt x="53" y="51"/>
                  </a:lnTo>
                  <a:lnTo>
                    <a:pt x="0" y="51"/>
                  </a:lnTo>
                  <a:lnTo>
                    <a:pt x="0" y="0"/>
                  </a:lnTo>
                </a:path>
              </a:pathLst>
            </a:custGeom>
            <a:solidFill>
              <a:srgbClr val="40404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97" name="Freeform 380">
              <a:extLst>
                <a:ext uri="{FF2B5EF4-FFF2-40B4-BE49-F238E27FC236}">
                  <a16:creationId xmlns:a16="http://schemas.microsoft.com/office/drawing/2014/main" id="{5AFBC993-52F0-12AF-0D44-EA9AFBDD3BB9}"/>
                </a:ext>
              </a:extLst>
            </p:cNvPr>
            <p:cNvSpPr>
              <a:spLocks/>
            </p:cNvSpPr>
            <p:nvPr/>
          </p:nvSpPr>
          <p:spPr bwMode="auto">
            <a:xfrm>
              <a:off x="2123" y="1862"/>
              <a:ext cx="53" cy="52"/>
            </a:xfrm>
            <a:custGeom>
              <a:avLst/>
              <a:gdLst>
                <a:gd name="T0" fmla="*/ 0 w 53"/>
                <a:gd name="T1" fmla="*/ 0 h 52"/>
                <a:gd name="T2" fmla="*/ 52 w 53"/>
                <a:gd name="T3" fmla="*/ 0 h 52"/>
                <a:gd name="T4" fmla="*/ 52 w 53"/>
                <a:gd name="T5" fmla="*/ 51 h 52"/>
                <a:gd name="T6" fmla="*/ 0 w 53"/>
                <a:gd name="T7" fmla="*/ 51 h 52"/>
                <a:gd name="T8" fmla="*/ 0 w 53"/>
                <a:gd name="T9" fmla="*/ 0 h 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52">
                  <a:moveTo>
                    <a:pt x="0" y="0"/>
                  </a:moveTo>
                  <a:lnTo>
                    <a:pt x="52" y="0"/>
                  </a:lnTo>
                  <a:lnTo>
                    <a:pt x="52" y="51"/>
                  </a:lnTo>
                  <a:lnTo>
                    <a:pt x="0" y="51"/>
                  </a:lnTo>
                  <a:lnTo>
                    <a:pt x="0" y="0"/>
                  </a:lnTo>
                </a:path>
              </a:pathLst>
            </a:custGeom>
            <a:solidFill>
              <a:srgbClr val="40404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98" name="Freeform 381">
              <a:extLst>
                <a:ext uri="{FF2B5EF4-FFF2-40B4-BE49-F238E27FC236}">
                  <a16:creationId xmlns:a16="http://schemas.microsoft.com/office/drawing/2014/main" id="{485A085B-0C1E-F1EC-13A7-D16B4B4127E6}"/>
                </a:ext>
              </a:extLst>
            </p:cNvPr>
            <p:cNvSpPr>
              <a:spLocks/>
            </p:cNvSpPr>
            <p:nvPr/>
          </p:nvSpPr>
          <p:spPr bwMode="auto">
            <a:xfrm>
              <a:off x="2175" y="1913"/>
              <a:ext cx="54" cy="52"/>
            </a:xfrm>
            <a:custGeom>
              <a:avLst/>
              <a:gdLst>
                <a:gd name="T0" fmla="*/ 0 w 54"/>
                <a:gd name="T1" fmla="*/ 0 h 52"/>
                <a:gd name="T2" fmla="*/ 53 w 54"/>
                <a:gd name="T3" fmla="*/ 0 h 52"/>
                <a:gd name="T4" fmla="*/ 53 w 54"/>
                <a:gd name="T5" fmla="*/ 51 h 52"/>
                <a:gd name="T6" fmla="*/ 0 w 54"/>
                <a:gd name="T7" fmla="*/ 51 h 52"/>
                <a:gd name="T8" fmla="*/ 0 w 54"/>
                <a:gd name="T9" fmla="*/ 0 h 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 h="52">
                  <a:moveTo>
                    <a:pt x="0" y="0"/>
                  </a:moveTo>
                  <a:lnTo>
                    <a:pt x="53" y="0"/>
                  </a:lnTo>
                  <a:lnTo>
                    <a:pt x="53" y="51"/>
                  </a:lnTo>
                  <a:lnTo>
                    <a:pt x="0" y="51"/>
                  </a:lnTo>
                  <a:lnTo>
                    <a:pt x="0" y="0"/>
                  </a:lnTo>
                </a:path>
              </a:pathLst>
            </a:custGeom>
            <a:solidFill>
              <a:srgbClr val="40404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99" name="Freeform 382">
              <a:extLst>
                <a:ext uri="{FF2B5EF4-FFF2-40B4-BE49-F238E27FC236}">
                  <a16:creationId xmlns:a16="http://schemas.microsoft.com/office/drawing/2014/main" id="{494F7A56-7CCD-B208-6CF0-5B9D21DA27EA}"/>
                </a:ext>
              </a:extLst>
            </p:cNvPr>
            <p:cNvSpPr>
              <a:spLocks/>
            </p:cNvSpPr>
            <p:nvPr/>
          </p:nvSpPr>
          <p:spPr bwMode="auto">
            <a:xfrm>
              <a:off x="2123" y="1913"/>
              <a:ext cx="53" cy="52"/>
            </a:xfrm>
            <a:custGeom>
              <a:avLst/>
              <a:gdLst>
                <a:gd name="T0" fmla="*/ 0 w 53"/>
                <a:gd name="T1" fmla="*/ 0 h 52"/>
                <a:gd name="T2" fmla="*/ 52 w 53"/>
                <a:gd name="T3" fmla="*/ 0 h 52"/>
                <a:gd name="T4" fmla="*/ 52 w 53"/>
                <a:gd name="T5" fmla="*/ 51 h 52"/>
                <a:gd name="T6" fmla="*/ 0 w 53"/>
                <a:gd name="T7" fmla="*/ 51 h 52"/>
                <a:gd name="T8" fmla="*/ 0 w 53"/>
                <a:gd name="T9" fmla="*/ 0 h 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52">
                  <a:moveTo>
                    <a:pt x="0" y="0"/>
                  </a:moveTo>
                  <a:lnTo>
                    <a:pt x="52" y="0"/>
                  </a:lnTo>
                  <a:lnTo>
                    <a:pt x="52" y="51"/>
                  </a:lnTo>
                  <a:lnTo>
                    <a:pt x="0" y="51"/>
                  </a:lnTo>
                  <a:lnTo>
                    <a:pt x="0" y="0"/>
                  </a:lnTo>
                </a:path>
              </a:pathLst>
            </a:custGeom>
            <a:solidFill>
              <a:srgbClr val="40404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00" name="Freeform 383">
              <a:extLst>
                <a:ext uri="{FF2B5EF4-FFF2-40B4-BE49-F238E27FC236}">
                  <a16:creationId xmlns:a16="http://schemas.microsoft.com/office/drawing/2014/main" id="{BBC2625E-5469-AE4B-EB06-DFDA376B76D7}"/>
                </a:ext>
              </a:extLst>
            </p:cNvPr>
            <p:cNvSpPr>
              <a:spLocks/>
            </p:cNvSpPr>
            <p:nvPr/>
          </p:nvSpPr>
          <p:spPr bwMode="auto">
            <a:xfrm>
              <a:off x="2175" y="1964"/>
              <a:ext cx="54" cy="51"/>
            </a:xfrm>
            <a:custGeom>
              <a:avLst/>
              <a:gdLst>
                <a:gd name="T0" fmla="*/ 0 w 54"/>
                <a:gd name="T1" fmla="*/ 0 h 51"/>
                <a:gd name="T2" fmla="*/ 53 w 54"/>
                <a:gd name="T3" fmla="*/ 0 h 51"/>
                <a:gd name="T4" fmla="*/ 53 w 54"/>
                <a:gd name="T5" fmla="*/ 50 h 51"/>
                <a:gd name="T6" fmla="*/ 0 w 54"/>
                <a:gd name="T7" fmla="*/ 50 h 51"/>
                <a:gd name="T8" fmla="*/ 0 w 54"/>
                <a:gd name="T9" fmla="*/ 0 h 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 h="51">
                  <a:moveTo>
                    <a:pt x="0" y="0"/>
                  </a:moveTo>
                  <a:lnTo>
                    <a:pt x="53" y="0"/>
                  </a:lnTo>
                  <a:lnTo>
                    <a:pt x="53" y="50"/>
                  </a:lnTo>
                  <a:lnTo>
                    <a:pt x="0" y="50"/>
                  </a:lnTo>
                  <a:lnTo>
                    <a:pt x="0" y="0"/>
                  </a:lnTo>
                </a:path>
              </a:pathLst>
            </a:custGeom>
            <a:solidFill>
              <a:srgbClr val="40404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01" name="Freeform 384">
              <a:extLst>
                <a:ext uri="{FF2B5EF4-FFF2-40B4-BE49-F238E27FC236}">
                  <a16:creationId xmlns:a16="http://schemas.microsoft.com/office/drawing/2014/main" id="{4F590B44-B4DD-D2E8-D8C8-34A8BE5B90AF}"/>
                </a:ext>
              </a:extLst>
            </p:cNvPr>
            <p:cNvSpPr>
              <a:spLocks/>
            </p:cNvSpPr>
            <p:nvPr/>
          </p:nvSpPr>
          <p:spPr bwMode="auto">
            <a:xfrm>
              <a:off x="2192" y="1976"/>
              <a:ext cx="17" cy="21"/>
            </a:xfrm>
            <a:custGeom>
              <a:avLst/>
              <a:gdLst>
                <a:gd name="T0" fmla="*/ 4 w 17"/>
                <a:gd name="T1" fmla="*/ 0 h 21"/>
                <a:gd name="T2" fmla="*/ 12 w 17"/>
                <a:gd name="T3" fmla="*/ 0 h 21"/>
                <a:gd name="T4" fmla="*/ 16 w 17"/>
                <a:gd name="T5" fmla="*/ 3 h 21"/>
                <a:gd name="T6" fmla="*/ 16 w 17"/>
                <a:gd name="T7" fmla="*/ 17 h 21"/>
                <a:gd name="T8" fmla="*/ 12 w 17"/>
                <a:gd name="T9" fmla="*/ 20 h 21"/>
                <a:gd name="T10" fmla="*/ 4 w 17"/>
                <a:gd name="T11" fmla="*/ 20 h 21"/>
                <a:gd name="T12" fmla="*/ 0 w 17"/>
                <a:gd name="T13" fmla="*/ 17 h 21"/>
                <a:gd name="T14" fmla="*/ 0 w 17"/>
                <a:gd name="T15" fmla="*/ 16 h 21"/>
                <a:gd name="T16" fmla="*/ 6 w 17"/>
                <a:gd name="T17" fmla="*/ 16 h 21"/>
                <a:gd name="T18" fmla="*/ 6 w 17"/>
                <a:gd name="T19" fmla="*/ 4 h 21"/>
                <a:gd name="T20" fmla="*/ 10 w 17"/>
                <a:gd name="T21" fmla="*/ 4 h 21"/>
                <a:gd name="T22" fmla="*/ 10 w 17"/>
                <a:gd name="T23" fmla="*/ 16 h 21"/>
                <a:gd name="T24" fmla="*/ 6 w 17"/>
                <a:gd name="T25" fmla="*/ 16 h 21"/>
                <a:gd name="T26" fmla="*/ 0 w 17"/>
                <a:gd name="T27" fmla="*/ 16 h 21"/>
                <a:gd name="T28" fmla="*/ 0 w 17"/>
                <a:gd name="T29" fmla="*/ 3 h 21"/>
                <a:gd name="T30" fmla="*/ 4 w 17"/>
                <a:gd name="T31" fmla="*/ 0 h 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 h="21">
                  <a:moveTo>
                    <a:pt x="4" y="0"/>
                  </a:moveTo>
                  <a:lnTo>
                    <a:pt x="12" y="0"/>
                  </a:lnTo>
                  <a:lnTo>
                    <a:pt x="16" y="3"/>
                  </a:lnTo>
                  <a:lnTo>
                    <a:pt x="16" y="17"/>
                  </a:lnTo>
                  <a:lnTo>
                    <a:pt x="12" y="20"/>
                  </a:lnTo>
                  <a:lnTo>
                    <a:pt x="4" y="20"/>
                  </a:lnTo>
                  <a:lnTo>
                    <a:pt x="0" y="17"/>
                  </a:lnTo>
                  <a:lnTo>
                    <a:pt x="0" y="16"/>
                  </a:lnTo>
                  <a:lnTo>
                    <a:pt x="6" y="16"/>
                  </a:lnTo>
                  <a:lnTo>
                    <a:pt x="6" y="4"/>
                  </a:lnTo>
                  <a:lnTo>
                    <a:pt x="10" y="4"/>
                  </a:lnTo>
                  <a:lnTo>
                    <a:pt x="10" y="16"/>
                  </a:lnTo>
                  <a:lnTo>
                    <a:pt x="6" y="16"/>
                  </a:lnTo>
                  <a:lnTo>
                    <a:pt x="0" y="16"/>
                  </a:lnTo>
                  <a:lnTo>
                    <a:pt x="0" y="3"/>
                  </a:lnTo>
                  <a:lnTo>
                    <a:pt x="4" y="0"/>
                  </a:lnTo>
                </a:path>
              </a:pathLst>
            </a:custGeom>
            <a:solidFill>
              <a:srgbClr val="E0E0E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02" name="Freeform 385">
              <a:extLst>
                <a:ext uri="{FF2B5EF4-FFF2-40B4-BE49-F238E27FC236}">
                  <a16:creationId xmlns:a16="http://schemas.microsoft.com/office/drawing/2014/main" id="{8C21B13A-316F-D72D-DC11-CF96E78A8865}"/>
                </a:ext>
              </a:extLst>
            </p:cNvPr>
            <p:cNvSpPr>
              <a:spLocks/>
            </p:cNvSpPr>
            <p:nvPr/>
          </p:nvSpPr>
          <p:spPr bwMode="auto">
            <a:xfrm>
              <a:off x="2143" y="1821"/>
              <a:ext cx="17" cy="22"/>
            </a:xfrm>
            <a:custGeom>
              <a:avLst/>
              <a:gdLst>
                <a:gd name="T0" fmla="*/ 4 w 17"/>
                <a:gd name="T1" fmla="*/ 21 h 22"/>
                <a:gd name="T2" fmla="*/ 16 w 17"/>
                <a:gd name="T3" fmla="*/ 21 h 22"/>
                <a:gd name="T4" fmla="*/ 16 w 17"/>
                <a:gd name="T5" fmla="*/ 0 h 22"/>
                <a:gd name="T6" fmla="*/ 4 w 17"/>
                <a:gd name="T7" fmla="*/ 0 h 22"/>
                <a:gd name="T8" fmla="*/ 0 w 17"/>
                <a:gd name="T9" fmla="*/ 5 h 22"/>
                <a:gd name="T10" fmla="*/ 4 w 17"/>
                <a:gd name="T11" fmla="*/ 5 h 22"/>
                <a:gd name="T12" fmla="*/ 4 w 17"/>
                <a:gd name="T13" fmla="*/ 21 h 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 h="22">
                  <a:moveTo>
                    <a:pt x="4" y="21"/>
                  </a:moveTo>
                  <a:lnTo>
                    <a:pt x="16" y="21"/>
                  </a:lnTo>
                  <a:lnTo>
                    <a:pt x="16" y="0"/>
                  </a:lnTo>
                  <a:lnTo>
                    <a:pt x="4" y="0"/>
                  </a:lnTo>
                  <a:lnTo>
                    <a:pt x="0" y="5"/>
                  </a:lnTo>
                  <a:lnTo>
                    <a:pt x="4" y="5"/>
                  </a:lnTo>
                  <a:lnTo>
                    <a:pt x="4" y="21"/>
                  </a:lnTo>
                </a:path>
              </a:pathLst>
            </a:custGeom>
            <a:solidFill>
              <a:srgbClr val="E0E0E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03" name="Freeform 386">
              <a:extLst>
                <a:ext uri="{FF2B5EF4-FFF2-40B4-BE49-F238E27FC236}">
                  <a16:creationId xmlns:a16="http://schemas.microsoft.com/office/drawing/2014/main" id="{9BB25B05-9E4A-7B67-B891-7697DFE10E71}"/>
                </a:ext>
              </a:extLst>
            </p:cNvPr>
            <p:cNvSpPr>
              <a:spLocks/>
            </p:cNvSpPr>
            <p:nvPr/>
          </p:nvSpPr>
          <p:spPr bwMode="auto">
            <a:xfrm>
              <a:off x="2191" y="1822"/>
              <a:ext cx="17" cy="21"/>
            </a:xfrm>
            <a:custGeom>
              <a:avLst/>
              <a:gdLst>
                <a:gd name="T0" fmla="*/ 0 w 17"/>
                <a:gd name="T1" fmla="*/ 6 h 21"/>
                <a:gd name="T2" fmla="*/ 6 w 17"/>
                <a:gd name="T3" fmla="*/ 6 h 21"/>
                <a:gd name="T4" fmla="*/ 6 w 17"/>
                <a:gd name="T5" fmla="*/ 4 h 21"/>
                <a:gd name="T6" fmla="*/ 9 w 17"/>
                <a:gd name="T7" fmla="*/ 4 h 21"/>
                <a:gd name="T8" fmla="*/ 9 w 17"/>
                <a:gd name="T9" fmla="*/ 7 h 21"/>
                <a:gd name="T10" fmla="*/ 0 w 17"/>
                <a:gd name="T11" fmla="*/ 17 h 21"/>
                <a:gd name="T12" fmla="*/ 0 w 17"/>
                <a:gd name="T13" fmla="*/ 20 h 21"/>
                <a:gd name="T14" fmla="*/ 16 w 17"/>
                <a:gd name="T15" fmla="*/ 20 h 21"/>
                <a:gd name="T16" fmla="*/ 16 w 17"/>
                <a:gd name="T17" fmla="*/ 17 h 21"/>
                <a:gd name="T18" fmla="*/ 7 w 17"/>
                <a:gd name="T19" fmla="*/ 17 h 21"/>
                <a:gd name="T20" fmla="*/ 16 w 17"/>
                <a:gd name="T21" fmla="*/ 8 h 21"/>
                <a:gd name="T22" fmla="*/ 16 w 17"/>
                <a:gd name="T23" fmla="*/ 2 h 21"/>
                <a:gd name="T24" fmla="*/ 11 w 17"/>
                <a:gd name="T25" fmla="*/ 0 h 21"/>
                <a:gd name="T26" fmla="*/ 4 w 17"/>
                <a:gd name="T27" fmla="*/ 0 h 21"/>
                <a:gd name="T28" fmla="*/ 0 w 17"/>
                <a:gd name="T29" fmla="*/ 2 h 21"/>
                <a:gd name="T30" fmla="*/ 0 w 17"/>
                <a:gd name="T31" fmla="*/ 6 h 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 h="21">
                  <a:moveTo>
                    <a:pt x="0" y="6"/>
                  </a:moveTo>
                  <a:lnTo>
                    <a:pt x="6" y="6"/>
                  </a:lnTo>
                  <a:lnTo>
                    <a:pt x="6" y="4"/>
                  </a:lnTo>
                  <a:lnTo>
                    <a:pt x="9" y="4"/>
                  </a:lnTo>
                  <a:lnTo>
                    <a:pt x="9" y="7"/>
                  </a:lnTo>
                  <a:lnTo>
                    <a:pt x="0" y="17"/>
                  </a:lnTo>
                  <a:lnTo>
                    <a:pt x="0" y="20"/>
                  </a:lnTo>
                  <a:lnTo>
                    <a:pt x="16" y="20"/>
                  </a:lnTo>
                  <a:lnTo>
                    <a:pt x="16" y="17"/>
                  </a:lnTo>
                  <a:lnTo>
                    <a:pt x="7" y="17"/>
                  </a:lnTo>
                  <a:lnTo>
                    <a:pt x="16" y="8"/>
                  </a:lnTo>
                  <a:lnTo>
                    <a:pt x="16" y="2"/>
                  </a:lnTo>
                  <a:lnTo>
                    <a:pt x="11" y="0"/>
                  </a:lnTo>
                  <a:lnTo>
                    <a:pt x="4" y="0"/>
                  </a:lnTo>
                  <a:lnTo>
                    <a:pt x="0" y="2"/>
                  </a:lnTo>
                  <a:lnTo>
                    <a:pt x="0" y="6"/>
                  </a:lnTo>
                </a:path>
              </a:pathLst>
            </a:custGeom>
            <a:solidFill>
              <a:srgbClr val="E0E0E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04" name="Freeform 387">
              <a:extLst>
                <a:ext uri="{FF2B5EF4-FFF2-40B4-BE49-F238E27FC236}">
                  <a16:creationId xmlns:a16="http://schemas.microsoft.com/office/drawing/2014/main" id="{94A85D43-C513-3C18-BFCD-00CDB95FCA24}"/>
                </a:ext>
              </a:extLst>
            </p:cNvPr>
            <p:cNvSpPr>
              <a:spLocks/>
            </p:cNvSpPr>
            <p:nvPr/>
          </p:nvSpPr>
          <p:spPr bwMode="auto">
            <a:xfrm>
              <a:off x="2243" y="1821"/>
              <a:ext cx="17" cy="22"/>
            </a:xfrm>
            <a:custGeom>
              <a:avLst/>
              <a:gdLst>
                <a:gd name="T0" fmla="*/ 4 w 17"/>
                <a:gd name="T1" fmla="*/ 0 h 22"/>
                <a:gd name="T2" fmla="*/ 12 w 17"/>
                <a:gd name="T3" fmla="*/ 0 h 22"/>
                <a:gd name="T4" fmla="*/ 16 w 17"/>
                <a:gd name="T5" fmla="*/ 3 h 22"/>
                <a:gd name="T6" fmla="*/ 16 w 17"/>
                <a:gd name="T7" fmla="*/ 8 h 22"/>
                <a:gd name="T8" fmla="*/ 13 w 17"/>
                <a:gd name="T9" fmla="*/ 11 h 22"/>
                <a:gd name="T10" fmla="*/ 16 w 17"/>
                <a:gd name="T11" fmla="*/ 13 h 22"/>
                <a:gd name="T12" fmla="*/ 16 w 17"/>
                <a:gd name="T13" fmla="*/ 18 h 22"/>
                <a:gd name="T14" fmla="*/ 12 w 17"/>
                <a:gd name="T15" fmla="*/ 21 h 22"/>
                <a:gd name="T16" fmla="*/ 4 w 17"/>
                <a:gd name="T17" fmla="*/ 21 h 22"/>
                <a:gd name="T18" fmla="*/ 0 w 17"/>
                <a:gd name="T19" fmla="*/ 18 h 22"/>
                <a:gd name="T20" fmla="*/ 0 w 17"/>
                <a:gd name="T21" fmla="*/ 15 h 22"/>
                <a:gd name="T22" fmla="*/ 6 w 17"/>
                <a:gd name="T23" fmla="*/ 15 h 22"/>
                <a:gd name="T24" fmla="*/ 6 w 17"/>
                <a:gd name="T25" fmla="*/ 17 h 22"/>
                <a:gd name="T26" fmla="*/ 11 w 17"/>
                <a:gd name="T27" fmla="*/ 17 h 22"/>
                <a:gd name="T28" fmla="*/ 11 w 17"/>
                <a:gd name="T29" fmla="*/ 13 h 22"/>
                <a:gd name="T30" fmla="*/ 6 w 17"/>
                <a:gd name="T31" fmla="*/ 13 h 22"/>
                <a:gd name="T32" fmla="*/ 6 w 17"/>
                <a:gd name="T33" fmla="*/ 8 h 22"/>
                <a:gd name="T34" fmla="*/ 11 w 17"/>
                <a:gd name="T35" fmla="*/ 8 h 22"/>
                <a:gd name="T36" fmla="*/ 11 w 17"/>
                <a:gd name="T37" fmla="*/ 4 h 22"/>
                <a:gd name="T38" fmla="*/ 6 w 17"/>
                <a:gd name="T39" fmla="*/ 4 h 22"/>
                <a:gd name="T40" fmla="*/ 6 w 17"/>
                <a:gd name="T41" fmla="*/ 6 h 22"/>
                <a:gd name="T42" fmla="*/ 0 w 17"/>
                <a:gd name="T43" fmla="*/ 6 h 22"/>
                <a:gd name="T44" fmla="*/ 0 w 17"/>
                <a:gd name="T45" fmla="*/ 3 h 22"/>
                <a:gd name="T46" fmla="*/ 4 w 17"/>
                <a:gd name="T47" fmla="*/ 0 h 2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7" h="22">
                  <a:moveTo>
                    <a:pt x="4" y="0"/>
                  </a:moveTo>
                  <a:lnTo>
                    <a:pt x="12" y="0"/>
                  </a:lnTo>
                  <a:lnTo>
                    <a:pt x="16" y="3"/>
                  </a:lnTo>
                  <a:lnTo>
                    <a:pt x="16" y="8"/>
                  </a:lnTo>
                  <a:lnTo>
                    <a:pt x="13" y="11"/>
                  </a:lnTo>
                  <a:lnTo>
                    <a:pt x="16" y="13"/>
                  </a:lnTo>
                  <a:lnTo>
                    <a:pt x="16" y="18"/>
                  </a:lnTo>
                  <a:lnTo>
                    <a:pt x="12" y="21"/>
                  </a:lnTo>
                  <a:lnTo>
                    <a:pt x="4" y="21"/>
                  </a:lnTo>
                  <a:lnTo>
                    <a:pt x="0" y="18"/>
                  </a:lnTo>
                  <a:lnTo>
                    <a:pt x="0" y="15"/>
                  </a:lnTo>
                  <a:lnTo>
                    <a:pt x="6" y="15"/>
                  </a:lnTo>
                  <a:lnTo>
                    <a:pt x="6" y="17"/>
                  </a:lnTo>
                  <a:lnTo>
                    <a:pt x="11" y="17"/>
                  </a:lnTo>
                  <a:lnTo>
                    <a:pt x="11" y="13"/>
                  </a:lnTo>
                  <a:lnTo>
                    <a:pt x="6" y="13"/>
                  </a:lnTo>
                  <a:lnTo>
                    <a:pt x="6" y="8"/>
                  </a:lnTo>
                  <a:lnTo>
                    <a:pt x="11" y="8"/>
                  </a:lnTo>
                  <a:lnTo>
                    <a:pt x="11" y="4"/>
                  </a:lnTo>
                  <a:lnTo>
                    <a:pt x="6" y="4"/>
                  </a:lnTo>
                  <a:lnTo>
                    <a:pt x="6" y="6"/>
                  </a:lnTo>
                  <a:lnTo>
                    <a:pt x="0" y="6"/>
                  </a:lnTo>
                  <a:lnTo>
                    <a:pt x="0" y="3"/>
                  </a:lnTo>
                  <a:lnTo>
                    <a:pt x="4" y="0"/>
                  </a:lnTo>
                </a:path>
              </a:pathLst>
            </a:custGeom>
            <a:solidFill>
              <a:srgbClr val="E0E0E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05" name="Freeform 388">
              <a:extLst>
                <a:ext uri="{FF2B5EF4-FFF2-40B4-BE49-F238E27FC236}">
                  <a16:creationId xmlns:a16="http://schemas.microsoft.com/office/drawing/2014/main" id="{D786C541-B426-185A-AD1A-2A011F399809}"/>
                </a:ext>
              </a:extLst>
            </p:cNvPr>
            <p:cNvSpPr>
              <a:spLocks/>
            </p:cNvSpPr>
            <p:nvPr/>
          </p:nvSpPr>
          <p:spPr bwMode="auto">
            <a:xfrm>
              <a:off x="2139" y="1874"/>
              <a:ext cx="17" cy="21"/>
            </a:xfrm>
            <a:custGeom>
              <a:avLst/>
              <a:gdLst>
                <a:gd name="T0" fmla="*/ 9 w 17"/>
                <a:gd name="T1" fmla="*/ 0 h 21"/>
                <a:gd name="T2" fmla="*/ 13 w 17"/>
                <a:gd name="T3" fmla="*/ 0 h 21"/>
                <a:gd name="T4" fmla="*/ 13 w 17"/>
                <a:gd name="T5" fmla="*/ 12 h 21"/>
                <a:gd name="T6" fmla="*/ 16 w 17"/>
                <a:gd name="T7" fmla="*/ 12 h 21"/>
                <a:gd name="T8" fmla="*/ 16 w 17"/>
                <a:gd name="T9" fmla="*/ 17 h 21"/>
                <a:gd name="T10" fmla="*/ 13 w 17"/>
                <a:gd name="T11" fmla="*/ 17 h 21"/>
                <a:gd name="T12" fmla="*/ 13 w 17"/>
                <a:gd name="T13" fmla="*/ 20 h 21"/>
                <a:gd name="T14" fmla="*/ 9 w 17"/>
                <a:gd name="T15" fmla="*/ 20 h 21"/>
                <a:gd name="T16" fmla="*/ 9 w 17"/>
                <a:gd name="T17" fmla="*/ 17 h 21"/>
                <a:gd name="T18" fmla="*/ 9 w 17"/>
                <a:gd name="T19" fmla="*/ 12 h 21"/>
                <a:gd name="T20" fmla="*/ 6 w 17"/>
                <a:gd name="T21" fmla="*/ 12 h 21"/>
                <a:gd name="T22" fmla="*/ 9 w 17"/>
                <a:gd name="T23" fmla="*/ 7 h 21"/>
                <a:gd name="T24" fmla="*/ 9 w 17"/>
                <a:gd name="T25" fmla="*/ 12 h 21"/>
                <a:gd name="T26" fmla="*/ 9 w 17"/>
                <a:gd name="T27" fmla="*/ 17 h 21"/>
                <a:gd name="T28" fmla="*/ 0 w 17"/>
                <a:gd name="T29" fmla="*/ 17 h 21"/>
                <a:gd name="T30" fmla="*/ 0 w 17"/>
                <a:gd name="T31" fmla="*/ 12 h 21"/>
                <a:gd name="T32" fmla="*/ 9 w 17"/>
                <a:gd name="T33" fmla="*/ 0 h 2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7" h="21">
                  <a:moveTo>
                    <a:pt x="9" y="0"/>
                  </a:moveTo>
                  <a:lnTo>
                    <a:pt x="13" y="0"/>
                  </a:lnTo>
                  <a:lnTo>
                    <a:pt x="13" y="12"/>
                  </a:lnTo>
                  <a:lnTo>
                    <a:pt x="16" y="12"/>
                  </a:lnTo>
                  <a:lnTo>
                    <a:pt x="16" y="17"/>
                  </a:lnTo>
                  <a:lnTo>
                    <a:pt x="13" y="17"/>
                  </a:lnTo>
                  <a:lnTo>
                    <a:pt x="13" y="20"/>
                  </a:lnTo>
                  <a:lnTo>
                    <a:pt x="9" y="20"/>
                  </a:lnTo>
                  <a:lnTo>
                    <a:pt x="9" y="17"/>
                  </a:lnTo>
                  <a:lnTo>
                    <a:pt x="9" y="12"/>
                  </a:lnTo>
                  <a:lnTo>
                    <a:pt x="6" y="12"/>
                  </a:lnTo>
                  <a:lnTo>
                    <a:pt x="9" y="7"/>
                  </a:lnTo>
                  <a:lnTo>
                    <a:pt x="9" y="12"/>
                  </a:lnTo>
                  <a:lnTo>
                    <a:pt x="9" y="17"/>
                  </a:lnTo>
                  <a:lnTo>
                    <a:pt x="0" y="17"/>
                  </a:lnTo>
                  <a:lnTo>
                    <a:pt x="0" y="12"/>
                  </a:lnTo>
                  <a:lnTo>
                    <a:pt x="9" y="0"/>
                  </a:lnTo>
                </a:path>
              </a:pathLst>
            </a:custGeom>
            <a:solidFill>
              <a:srgbClr val="E0E0E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06" name="Freeform 389">
              <a:extLst>
                <a:ext uri="{FF2B5EF4-FFF2-40B4-BE49-F238E27FC236}">
                  <a16:creationId xmlns:a16="http://schemas.microsoft.com/office/drawing/2014/main" id="{B478C7A8-D473-D58B-C522-5CBBF8F9EFB7}"/>
                </a:ext>
              </a:extLst>
            </p:cNvPr>
            <p:cNvSpPr>
              <a:spLocks/>
            </p:cNvSpPr>
            <p:nvPr/>
          </p:nvSpPr>
          <p:spPr bwMode="auto">
            <a:xfrm>
              <a:off x="2243" y="1874"/>
              <a:ext cx="17" cy="21"/>
            </a:xfrm>
            <a:custGeom>
              <a:avLst/>
              <a:gdLst>
                <a:gd name="T0" fmla="*/ 4 w 17"/>
                <a:gd name="T1" fmla="*/ 0 h 21"/>
                <a:gd name="T2" fmla="*/ 11 w 17"/>
                <a:gd name="T3" fmla="*/ 0 h 21"/>
                <a:gd name="T4" fmla="*/ 16 w 17"/>
                <a:gd name="T5" fmla="*/ 2 h 21"/>
                <a:gd name="T6" fmla="*/ 16 w 17"/>
                <a:gd name="T7" fmla="*/ 6 h 21"/>
                <a:gd name="T8" fmla="*/ 9 w 17"/>
                <a:gd name="T9" fmla="*/ 6 h 21"/>
                <a:gd name="T10" fmla="*/ 9 w 17"/>
                <a:gd name="T11" fmla="*/ 4 h 21"/>
                <a:gd name="T12" fmla="*/ 6 w 17"/>
                <a:gd name="T13" fmla="*/ 4 h 21"/>
                <a:gd name="T14" fmla="*/ 6 w 17"/>
                <a:gd name="T15" fmla="*/ 7 h 21"/>
                <a:gd name="T16" fmla="*/ 6 w 17"/>
                <a:gd name="T17" fmla="*/ 11 h 21"/>
                <a:gd name="T18" fmla="*/ 9 w 17"/>
                <a:gd name="T19" fmla="*/ 11 h 21"/>
                <a:gd name="T20" fmla="*/ 9 w 17"/>
                <a:gd name="T21" fmla="*/ 17 h 21"/>
                <a:gd name="T22" fmla="*/ 6 w 17"/>
                <a:gd name="T23" fmla="*/ 17 h 21"/>
                <a:gd name="T24" fmla="*/ 6 w 17"/>
                <a:gd name="T25" fmla="*/ 11 h 21"/>
                <a:gd name="T26" fmla="*/ 6 w 17"/>
                <a:gd name="T27" fmla="*/ 7 h 21"/>
                <a:gd name="T28" fmla="*/ 11 w 17"/>
                <a:gd name="T29" fmla="*/ 7 h 21"/>
                <a:gd name="T30" fmla="*/ 16 w 17"/>
                <a:gd name="T31" fmla="*/ 10 h 21"/>
                <a:gd name="T32" fmla="*/ 16 w 17"/>
                <a:gd name="T33" fmla="*/ 18 h 21"/>
                <a:gd name="T34" fmla="*/ 11 w 17"/>
                <a:gd name="T35" fmla="*/ 20 h 21"/>
                <a:gd name="T36" fmla="*/ 4 w 17"/>
                <a:gd name="T37" fmla="*/ 20 h 21"/>
                <a:gd name="T38" fmla="*/ 0 w 17"/>
                <a:gd name="T39" fmla="*/ 18 h 21"/>
                <a:gd name="T40" fmla="*/ 0 w 17"/>
                <a:gd name="T41" fmla="*/ 2 h 21"/>
                <a:gd name="T42" fmla="*/ 4 w 17"/>
                <a:gd name="T43" fmla="*/ 0 h 2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 h="21">
                  <a:moveTo>
                    <a:pt x="4" y="0"/>
                  </a:moveTo>
                  <a:lnTo>
                    <a:pt x="11" y="0"/>
                  </a:lnTo>
                  <a:lnTo>
                    <a:pt x="16" y="2"/>
                  </a:lnTo>
                  <a:lnTo>
                    <a:pt x="16" y="6"/>
                  </a:lnTo>
                  <a:lnTo>
                    <a:pt x="9" y="6"/>
                  </a:lnTo>
                  <a:lnTo>
                    <a:pt x="9" y="4"/>
                  </a:lnTo>
                  <a:lnTo>
                    <a:pt x="6" y="4"/>
                  </a:lnTo>
                  <a:lnTo>
                    <a:pt x="6" y="7"/>
                  </a:lnTo>
                  <a:lnTo>
                    <a:pt x="6" y="11"/>
                  </a:lnTo>
                  <a:lnTo>
                    <a:pt x="9" y="11"/>
                  </a:lnTo>
                  <a:lnTo>
                    <a:pt x="9" y="17"/>
                  </a:lnTo>
                  <a:lnTo>
                    <a:pt x="6" y="17"/>
                  </a:lnTo>
                  <a:lnTo>
                    <a:pt x="6" y="11"/>
                  </a:lnTo>
                  <a:lnTo>
                    <a:pt x="6" y="7"/>
                  </a:lnTo>
                  <a:lnTo>
                    <a:pt x="11" y="7"/>
                  </a:lnTo>
                  <a:lnTo>
                    <a:pt x="16" y="10"/>
                  </a:lnTo>
                  <a:lnTo>
                    <a:pt x="16" y="18"/>
                  </a:lnTo>
                  <a:lnTo>
                    <a:pt x="11" y="20"/>
                  </a:lnTo>
                  <a:lnTo>
                    <a:pt x="4" y="20"/>
                  </a:lnTo>
                  <a:lnTo>
                    <a:pt x="0" y="18"/>
                  </a:lnTo>
                  <a:lnTo>
                    <a:pt x="0" y="2"/>
                  </a:lnTo>
                  <a:lnTo>
                    <a:pt x="4" y="0"/>
                  </a:lnTo>
                </a:path>
              </a:pathLst>
            </a:custGeom>
            <a:solidFill>
              <a:srgbClr val="E0E0E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07" name="Freeform 390">
              <a:extLst>
                <a:ext uri="{FF2B5EF4-FFF2-40B4-BE49-F238E27FC236}">
                  <a16:creationId xmlns:a16="http://schemas.microsoft.com/office/drawing/2014/main" id="{D24708BF-4241-E34B-C3D8-6B1E4E7BCA69}"/>
                </a:ext>
              </a:extLst>
            </p:cNvPr>
            <p:cNvSpPr>
              <a:spLocks/>
            </p:cNvSpPr>
            <p:nvPr/>
          </p:nvSpPr>
          <p:spPr bwMode="auto">
            <a:xfrm>
              <a:off x="2193" y="1874"/>
              <a:ext cx="17" cy="21"/>
            </a:xfrm>
            <a:custGeom>
              <a:avLst/>
              <a:gdLst>
                <a:gd name="T0" fmla="*/ 0 w 17"/>
                <a:gd name="T1" fmla="*/ 0 h 21"/>
                <a:gd name="T2" fmla="*/ 16 w 17"/>
                <a:gd name="T3" fmla="*/ 0 h 21"/>
                <a:gd name="T4" fmla="*/ 16 w 17"/>
                <a:gd name="T5" fmla="*/ 4 h 21"/>
                <a:gd name="T6" fmla="*/ 6 w 17"/>
                <a:gd name="T7" fmla="*/ 4 h 21"/>
                <a:gd name="T8" fmla="*/ 6 w 17"/>
                <a:gd name="T9" fmla="*/ 7 h 21"/>
                <a:gd name="T10" fmla="*/ 12 w 17"/>
                <a:gd name="T11" fmla="*/ 7 h 21"/>
                <a:gd name="T12" fmla="*/ 16 w 17"/>
                <a:gd name="T13" fmla="*/ 10 h 21"/>
                <a:gd name="T14" fmla="*/ 16 w 17"/>
                <a:gd name="T15" fmla="*/ 17 h 21"/>
                <a:gd name="T16" fmla="*/ 12 w 17"/>
                <a:gd name="T17" fmla="*/ 20 h 21"/>
                <a:gd name="T18" fmla="*/ 4 w 17"/>
                <a:gd name="T19" fmla="*/ 20 h 21"/>
                <a:gd name="T20" fmla="*/ 0 w 17"/>
                <a:gd name="T21" fmla="*/ 17 h 21"/>
                <a:gd name="T22" fmla="*/ 0 w 17"/>
                <a:gd name="T23" fmla="*/ 14 h 21"/>
                <a:gd name="T24" fmla="*/ 6 w 17"/>
                <a:gd name="T25" fmla="*/ 14 h 21"/>
                <a:gd name="T26" fmla="*/ 6 w 17"/>
                <a:gd name="T27" fmla="*/ 17 h 21"/>
                <a:gd name="T28" fmla="*/ 11 w 17"/>
                <a:gd name="T29" fmla="*/ 17 h 21"/>
                <a:gd name="T30" fmla="*/ 11 w 17"/>
                <a:gd name="T31" fmla="*/ 10 h 21"/>
                <a:gd name="T32" fmla="*/ 4 w 17"/>
                <a:gd name="T33" fmla="*/ 10 h 21"/>
                <a:gd name="T34" fmla="*/ 0 w 17"/>
                <a:gd name="T35" fmla="*/ 7 h 21"/>
                <a:gd name="T36" fmla="*/ 0 w 17"/>
                <a:gd name="T37" fmla="*/ 0 h 2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7" h="21">
                  <a:moveTo>
                    <a:pt x="0" y="0"/>
                  </a:moveTo>
                  <a:lnTo>
                    <a:pt x="16" y="0"/>
                  </a:lnTo>
                  <a:lnTo>
                    <a:pt x="16" y="4"/>
                  </a:lnTo>
                  <a:lnTo>
                    <a:pt x="6" y="4"/>
                  </a:lnTo>
                  <a:lnTo>
                    <a:pt x="6" y="7"/>
                  </a:lnTo>
                  <a:lnTo>
                    <a:pt x="12" y="7"/>
                  </a:lnTo>
                  <a:lnTo>
                    <a:pt x="16" y="10"/>
                  </a:lnTo>
                  <a:lnTo>
                    <a:pt x="16" y="17"/>
                  </a:lnTo>
                  <a:lnTo>
                    <a:pt x="12" y="20"/>
                  </a:lnTo>
                  <a:lnTo>
                    <a:pt x="4" y="20"/>
                  </a:lnTo>
                  <a:lnTo>
                    <a:pt x="0" y="17"/>
                  </a:lnTo>
                  <a:lnTo>
                    <a:pt x="0" y="14"/>
                  </a:lnTo>
                  <a:lnTo>
                    <a:pt x="6" y="14"/>
                  </a:lnTo>
                  <a:lnTo>
                    <a:pt x="6" y="17"/>
                  </a:lnTo>
                  <a:lnTo>
                    <a:pt x="11" y="17"/>
                  </a:lnTo>
                  <a:lnTo>
                    <a:pt x="11" y="10"/>
                  </a:lnTo>
                  <a:lnTo>
                    <a:pt x="4" y="10"/>
                  </a:lnTo>
                  <a:lnTo>
                    <a:pt x="0" y="7"/>
                  </a:lnTo>
                  <a:lnTo>
                    <a:pt x="0" y="0"/>
                  </a:lnTo>
                </a:path>
              </a:pathLst>
            </a:custGeom>
            <a:solidFill>
              <a:srgbClr val="E0E0E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08" name="Freeform 391">
              <a:extLst>
                <a:ext uri="{FF2B5EF4-FFF2-40B4-BE49-F238E27FC236}">
                  <a16:creationId xmlns:a16="http://schemas.microsoft.com/office/drawing/2014/main" id="{A8047788-9D8A-E2E6-3AAA-698BCDBB9490}"/>
                </a:ext>
              </a:extLst>
            </p:cNvPr>
            <p:cNvSpPr>
              <a:spLocks/>
            </p:cNvSpPr>
            <p:nvPr/>
          </p:nvSpPr>
          <p:spPr bwMode="auto">
            <a:xfrm>
              <a:off x="2193" y="1924"/>
              <a:ext cx="17" cy="22"/>
            </a:xfrm>
            <a:custGeom>
              <a:avLst/>
              <a:gdLst>
                <a:gd name="T0" fmla="*/ 3 w 17"/>
                <a:gd name="T1" fmla="*/ 0 h 22"/>
                <a:gd name="T2" fmla="*/ 12 w 17"/>
                <a:gd name="T3" fmla="*/ 0 h 22"/>
                <a:gd name="T4" fmla="*/ 16 w 17"/>
                <a:gd name="T5" fmla="*/ 3 h 22"/>
                <a:gd name="T6" fmla="*/ 16 w 17"/>
                <a:gd name="T7" fmla="*/ 8 h 22"/>
                <a:gd name="T8" fmla="*/ 13 w 17"/>
                <a:gd name="T9" fmla="*/ 11 h 22"/>
                <a:gd name="T10" fmla="*/ 16 w 17"/>
                <a:gd name="T11" fmla="*/ 13 h 22"/>
                <a:gd name="T12" fmla="*/ 9 w 17"/>
                <a:gd name="T13" fmla="*/ 13 h 22"/>
                <a:gd name="T14" fmla="*/ 9 w 17"/>
                <a:gd name="T15" fmla="*/ 7 h 22"/>
                <a:gd name="T16" fmla="*/ 9 w 17"/>
                <a:gd name="T17" fmla="*/ 4 h 22"/>
                <a:gd name="T18" fmla="*/ 6 w 17"/>
                <a:gd name="T19" fmla="*/ 4 h 22"/>
                <a:gd name="T20" fmla="*/ 6 w 17"/>
                <a:gd name="T21" fmla="*/ 7 h 22"/>
                <a:gd name="T22" fmla="*/ 9 w 17"/>
                <a:gd name="T23" fmla="*/ 7 h 22"/>
                <a:gd name="T24" fmla="*/ 9 w 17"/>
                <a:gd name="T25" fmla="*/ 17 h 22"/>
                <a:gd name="T26" fmla="*/ 6 w 17"/>
                <a:gd name="T27" fmla="*/ 17 h 22"/>
                <a:gd name="T28" fmla="*/ 6 w 17"/>
                <a:gd name="T29" fmla="*/ 13 h 22"/>
                <a:gd name="T30" fmla="*/ 9 w 17"/>
                <a:gd name="T31" fmla="*/ 13 h 22"/>
                <a:gd name="T32" fmla="*/ 16 w 17"/>
                <a:gd name="T33" fmla="*/ 13 h 22"/>
                <a:gd name="T34" fmla="*/ 16 w 17"/>
                <a:gd name="T35" fmla="*/ 18 h 22"/>
                <a:gd name="T36" fmla="*/ 12 w 17"/>
                <a:gd name="T37" fmla="*/ 21 h 22"/>
                <a:gd name="T38" fmla="*/ 3 w 17"/>
                <a:gd name="T39" fmla="*/ 21 h 22"/>
                <a:gd name="T40" fmla="*/ 0 w 17"/>
                <a:gd name="T41" fmla="*/ 18 h 22"/>
                <a:gd name="T42" fmla="*/ 0 w 17"/>
                <a:gd name="T43" fmla="*/ 13 h 22"/>
                <a:gd name="T44" fmla="*/ 2 w 17"/>
                <a:gd name="T45" fmla="*/ 11 h 22"/>
                <a:gd name="T46" fmla="*/ 0 w 17"/>
                <a:gd name="T47" fmla="*/ 8 h 22"/>
                <a:gd name="T48" fmla="*/ 0 w 17"/>
                <a:gd name="T49" fmla="*/ 3 h 22"/>
                <a:gd name="T50" fmla="*/ 3 w 17"/>
                <a:gd name="T51" fmla="*/ 0 h 2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7" h="22">
                  <a:moveTo>
                    <a:pt x="3" y="0"/>
                  </a:moveTo>
                  <a:lnTo>
                    <a:pt x="12" y="0"/>
                  </a:lnTo>
                  <a:lnTo>
                    <a:pt x="16" y="3"/>
                  </a:lnTo>
                  <a:lnTo>
                    <a:pt x="16" y="8"/>
                  </a:lnTo>
                  <a:lnTo>
                    <a:pt x="13" y="11"/>
                  </a:lnTo>
                  <a:lnTo>
                    <a:pt x="16" y="13"/>
                  </a:lnTo>
                  <a:lnTo>
                    <a:pt x="9" y="13"/>
                  </a:lnTo>
                  <a:lnTo>
                    <a:pt x="9" y="7"/>
                  </a:lnTo>
                  <a:lnTo>
                    <a:pt x="9" y="4"/>
                  </a:lnTo>
                  <a:lnTo>
                    <a:pt x="6" y="4"/>
                  </a:lnTo>
                  <a:lnTo>
                    <a:pt x="6" y="7"/>
                  </a:lnTo>
                  <a:lnTo>
                    <a:pt x="9" y="7"/>
                  </a:lnTo>
                  <a:lnTo>
                    <a:pt x="9" y="17"/>
                  </a:lnTo>
                  <a:lnTo>
                    <a:pt x="6" y="17"/>
                  </a:lnTo>
                  <a:lnTo>
                    <a:pt x="6" y="13"/>
                  </a:lnTo>
                  <a:lnTo>
                    <a:pt x="9" y="13"/>
                  </a:lnTo>
                  <a:lnTo>
                    <a:pt x="16" y="13"/>
                  </a:lnTo>
                  <a:lnTo>
                    <a:pt x="16" y="18"/>
                  </a:lnTo>
                  <a:lnTo>
                    <a:pt x="12" y="21"/>
                  </a:lnTo>
                  <a:lnTo>
                    <a:pt x="3" y="21"/>
                  </a:lnTo>
                  <a:lnTo>
                    <a:pt x="0" y="18"/>
                  </a:lnTo>
                  <a:lnTo>
                    <a:pt x="0" y="13"/>
                  </a:lnTo>
                  <a:lnTo>
                    <a:pt x="2" y="11"/>
                  </a:lnTo>
                  <a:lnTo>
                    <a:pt x="0" y="8"/>
                  </a:lnTo>
                  <a:lnTo>
                    <a:pt x="0" y="3"/>
                  </a:lnTo>
                  <a:lnTo>
                    <a:pt x="3" y="0"/>
                  </a:lnTo>
                </a:path>
              </a:pathLst>
            </a:custGeom>
            <a:solidFill>
              <a:srgbClr val="E0E0E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09" name="Freeform 392">
              <a:extLst>
                <a:ext uri="{FF2B5EF4-FFF2-40B4-BE49-F238E27FC236}">
                  <a16:creationId xmlns:a16="http://schemas.microsoft.com/office/drawing/2014/main" id="{DE5C9DE7-123C-49D4-E8E6-EEE42970DB52}"/>
                </a:ext>
              </a:extLst>
            </p:cNvPr>
            <p:cNvSpPr>
              <a:spLocks/>
            </p:cNvSpPr>
            <p:nvPr/>
          </p:nvSpPr>
          <p:spPr bwMode="auto">
            <a:xfrm>
              <a:off x="2243" y="1924"/>
              <a:ext cx="17" cy="22"/>
            </a:xfrm>
            <a:custGeom>
              <a:avLst/>
              <a:gdLst>
                <a:gd name="T0" fmla="*/ 11 w 17"/>
                <a:gd name="T1" fmla="*/ 0 h 22"/>
                <a:gd name="T2" fmla="*/ 16 w 17"/>
                <a:gd name="T3" fmla="*/ 3 h 22"/>
                <a:gd name="T4" fmla="*/ 16 w 17"/>
                <a:gd name="T5" fmla="*/ 18 h 22"/>
                <a:gd name="T6" fmla="*/ 11 w 17"/>
                <a:gd name="T7" fmla="*/ 21 h 22"/>
                <a:gd name="T8" fmla="*/ 4 w 17"/>
                <a:gd name="T9" fmla="*/ 21 h 22"/>
                <a:gd name="T10" fmla="*/ 0 w 17"/>
                <a:gd name="T11" fmla="*/ 18 h 22"/>
                <a:gd name="T12" fmla="*/ 0 w 17"/>
                <a:gd name="T13" fmla="*/ 15 h 22"/>
                <a:gd name="T14" fmla="*/ 6 w 17"/>
                <a:gd name="T15" fmla="*/ 15 h 22"/>
                <a:gd name="T16" fmla="*/ 6 w 17"/>
                <a:gd name="T17" fmla="*/ 16 h 22"/>
                <a:gd name="T18" fmla="*/ 9 w 17"/>
                <a:gd name="T19" fmla="*/ 16 h 22"/>
                <a:gd name="T20" fmla="*/ 9 w 17"/>
                <a:gd name="T21" fmla="*/ 13 h 22"/>
                <a:gd name="T22" fmla="*/ 9 w 17"/>
                <a:gd name="T23" fmla="*/ 9 h 22"/>
                <a:gd name="T24" fmla="*/ 6 w 17"/>
                <a:gd name="T25" fmla="*/ 9 h 22"/>
                <a:gd name="T26" fmla="*/ 6 w 17"/>
                <a:gd name="T27" fmla="*/ 4 h 22"/>
                <a:gd name="T28" fmla="*/ 9 w 17"/>
                <a:gd name="T29" fmla="*/ 4 h 22"/>
                <a:gd name="T30" fmla="*/ 9 w 17"/>
                <a:gd name="T31" fmla="*/ 9 h 22"/>
                <a:gd name="T32" fmla="*/ 9 w 17"/>
                <a:gd name="T33" fmla="*/ 13 h 22"/>
                <a:gd name="T34" fmla="*/ 4 w 17"/>
                <a:gd name="T35" fmla="*/ 13 h 22"/>
                <a:gd name="T36" fmla="*/ 0 w 17"/>
                <a:gd name="T37" fmla="*/ 11 h 22"/>
                <a:gd name="T38" fmla="*/ 0 w 17"/>
                <a:gd name="T39" fmla="*/ 3 h 22"/>
                <a:gd name="T40" fmla="*/ 4 w 17"/>
                <a:gd name="T41" fmla="*/ 0 h 22"/>
                <a:gd name="T42" fmla="*/ 11 w 17"/>
                <a:gd name="T43" fmla="*/ 0 h 2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 h="22">
                  <a:moveTo>
                    <a:pt x="11" y="0"/>
                  </a:moveTo>
                  <a:lnTo>
                    <a:pt x="16" y="3"/>
                  </a:lnTo>
                  <a:lnTo>
                    <a:pt x="16" y="18"/>
                  </a:lnTo>
                  <a:lnTo>
                    <a:pt x="11" y="21"/>
                  </a:lnTo>
                  <a:lnTo>
                    <a:pt x="4" y="21"/>
                  </a:lnTo>
                  <a:lnTo>
                    <a:pt x="0" y="18"/>
                  </a:lnTo>
                  <a:lnTo>
                    <a:pt x="0" y="15"/>
                  </a:lnTo>
                  <a:lnTo>
                    <a:pt x="6" y="15"/>
                  </a:lnTo>
                  <a:lnTo>
                    <a:pt x="6" y="16"/>
                  </a:lnTo>
                  <a:lnTo>
                    <a:pt x="9" y="16"/>
                  </a:lnTo>
                  <a:lnTo>
                    <a:pt x="9" y="13"/>
                  </a:lnTo>
                  <a:lnTo>
                    <a:pt x="9" y="9"/>
                  </a:lnTo>
                  <a:lnTo>
                    <a:pt x="6" y="9"/>
                  </a:lnTo>
                  <a:lnTo>
                    <a:pt x="6" y="4"/>
                  </a:lnTo>
                  <a:lnTo>
                    <a:pt x="9" y="4"/>
                  </a:lnTo>
                  <a:lnTo>
                    <a:pt x="9" y="9"/>
                  </a:lnTo>
                  <a:lnTo>
                    <a:pt x="9" y="13"/>
                  </a:lnTo>
                  <a:lnTo>
                    <a:pt x="4" y="13"/>
                  </a:lnTo>
                  <a:lnTo>
                    <a:pt x="0" y="11"/>
                  </a:lnTo>
                  <a:lnTo>
                    <a:pt x="0" y="3"/>
                  </a:lnTo>
                  <a:lnTo>
                    <a:pt x="4" y="0"/>
                  </a:lnTo>
                  <a:lnTo>
                    <a:pt x="11" y="0"/>
                  </a:lnTo>
                </a:path>
              </a:pathLst>
            </a:custGeom>
            <a:solidFill>
              <a:srgbClr val="E0E0E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10" name="Freeform 393">
              <a:extLst>
                <a:ext uri="{FF2B5EF4-FFF2-40B4-BE49-F238E27FC236}">
                  <a16:creationId xmlns:a16="http://schemas.microsoft.com/office/drawing/2014/main" id="{7DDA5E35-075D-33AC-BE0F-7676A2816B94}"/>
                </a:ext>
              </a:extLst>
            </p:cNvPr>
            <p:cNvSpPr>
              <a:spLocks/>
            </p:cNvSpPr>
            <p:nvPr/>
          </p:nvSpPr>
          <p:spPr bwMode="auto">
            <a:xfrm>
              <a:off x="2142" y="1924"/>
              <a:ext cx="17" cy="22"/>
            </a:xfrm>
            <a:custGeom>
              <a:avLst/>
              <a:gdLst>
                <a:gd name="T0" fmla="*/ 0 w 17"/>
                <a:gd name="T1" fmla="*/ 0 h 22"/>
                <a:gd name="T2" fmla="*/ 16 w 17"/>
                <a:gd name="T3" fmla="*/ 0 h 22"/>
                <a:gd name="T4" fmla="*/ 16 w 17"/>
                <a:gd name="T5" fmla="*/ 5 h 22"/>
                <a:gd name="T6" fmla="*/ 5 w 17"/>
                <a:gd name="T7" fmla="*/ 21 h 22"/>
                <a:gd name="T8" fmla="*/ 0 w 17"/>
                <a:gd name="T9" fmla="*/ 21 h 22"/>
                <a:gd name="T10" fmla="*/ 9 w 17"/>
                <a:gd name="T11" fmla="*/ 5 h 22"/>
                <a:gd name="T12" fmla="*/ 0 w 17"/>
                <a:gd name="T13" fmla="*/ 5 h 22"/>
                <a:gd name="T14" fmla="*/ 0 w 17"/>
                <a:gd name="T15" fmla="*/ 0 h 2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7" h="22">
                  <a:moveTo>
                    <a:pt x="0" y="0"/>
                  </a:moveTo>
                  <a:lnTo>
                    <a:pt x="16" y="0"/>
                  </a:lnTo>
                  <a:lnTo>
                    <a:pt x="16" y="5"/>
                  </a:lnTo>
                  <a:lnTo>
                    <a:pt x="5" y="21"/>
                  </a:lnTo>
                  <a:lnTo>
                    <a:pt x="0" y="21"/>
                  </a:lnTo>
                  <a:lnTo>
                    <a:pt x="9" y="5"/>
                  </a:lnTo>
                  <a:lnTo>
                    <a:pt x="0" y="5"/>
                  </a:lnTo>
                  <a:lnTo>
                    <a:pt x="0" y="0"/>
                  </a:lnTo>
                </a:path>
              </a:pathLst>
            </a:custGeom>
            <a:solidFill>
              <a:srgbClr val="E0E0E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8511" name="Group 394">
              <a:extLst>
                <a:ext uri="{FF2B5EF4-FFF2-40B4-BE49-F238E27FC236}">
                  <a16:creationId xmlns:a16="http://schemas.microsoft.com/office/drawing/2014/main" id="{058C4D6D-BDCA-56A2-8FF0-19B5D33F6F49}"/>
                </a:ext>
              </a:extLst>
            </p:cNvPr>
            <p:cNvGrpSpPr>
              <a:grpSpLocks/>
            </p:cNvGrpSpPr>
            <p:nvPr/>
          </p:nvGrpSpPr>
          <p:grpSpPr bwMode="auto">
            <a:xfrm>
              <a:off x="2152" y="1746"/>
              <a:ext cx="112" cy="39"/>
              <a:chOff x="2152" y="1746"/>
              <a:chExt cx="112" cy="39"/>
            </a:xfrm>
          </p:grpSpPr>
          <p:grpSp>
            <p:nvGrpSpPr>
              <p:cNvPr id="58537" name="Group 395">
                <a:extLst>
                  <a:ext uri="{FF2B5EF4-FFF2-40B4-BE49-F238E27FC236}">
                    <a16:creationId xmlns:a16="http://schemas.microsoft.com/office/drawing/2014/main" id="{E1B71F45-B159-B4BC-89D7-B679A65A3FA3}"/>
                  </a:ext>
                </a:extLst>
              </p:cNvPr>
              <p:cNvGrpSpPr>
                <a:grpSpLocks/>
              </p:cNvGrpSpPr>
              <p:nvPr/>
            </p:nvGrpSpPr>
            <p:grpSpPr bwMode="auto">
              <a:xfrm>
                <a:off x="2196" y="1751"/>
                <a:ext cx="20" cy="29"/>
                <a:chOff x="2196" y="1751"/>
                <a:chExt cx="20" cy="29"/>
              </a:xfrm>
            </p:grpSpPr>
            <p:sp>
              <p:nvSpPr>
                <p:cNvPr id="58572" name="Freeform 396">
                  <a:extLst>
                    <a:ext uri="{FF2B5EF4-FFF2-40B4-BE49-F238E27FC236}">
                      <a16:creationId xmlns:a16="http://schemas.microsoft.com/office/drawing/2014/main" id="{597ABF95-9DE7-70A6-33F0-B36E4C6CACAF}"/>
                    </a:ext>
                  </a:extLst>
                </p:cNvPr>
                <p:cNvSpPr>
                  <a:spLocks/>
                </p:cNvSpPr>
                <p:nvPr/>
              </p:nvSpPr>
              <p:spPr bwMode="auto">
                <a:xfrm>
                  <a:off x="2199" y="1751"/>
                  <a:ext cx="17" cy="17"/>
                </a:xfrm>
                <a:custGeom>
                  <a:avLst/>
                  <a:gdLst>
                    <a:gd name="T0" fmla="*/ 12 w 17"/>
                    <a:gd name="T1" fmla="*/ 16 h 17"/>
                    <a:gd name="T2" fmla="*/ 16 w 17"/>
                    <a:gd name="T3" fmla="*/ 0 h 17"/>
                    <a:gd name="T4" fmla="*/ 3 w 17"/>
                    <a:gd name="T5" fmla="*/ 0 h 17"/>
                    <a:gd name="T6" fmla="*/ 0 w 17"/>
                    <a:gd name="T7" fmla="*/ 16 h 17"/>
                    <a:gd name="T8" fmla="*/ 12 w 17"/>
                    <a:gd name="T9" fmla="*/ 16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12" y="16"/>
                      </a:moveTo>
                      <a:lnTo>
                        <a:pt x="16" y="0"/>
                      </a:lnTo>
                      <a:lnTo>
                        <a:pt x="3" y="0"/>
                      </a:lnTo>
                      <a:lnTo>
                        <a:pt x="0" y="16"/>
                      </a:lnTo>
                      <a:lnTo>
                        <a:pt x="12" y="16"/>
                      </a:lnTo>
                    </a:path>
                  </a:pathLst>
                </a:custGeom>
                <a:solidFill>
                  <a:srgbClr val="00FF0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73" name="Freeform 397">
                  <a:extLst>
                    <a:ext uri="{FF2B5EF4-FFF2-40B4-BE49-F238E27FC236}">
                      <a16:creationId xmlns:a16="http://schemas.microsoft.com/office/drawing/2014/main" id="{EDAD2DF4-E28F-9DA9-E124-9AC1279E24B4}"/>
                    </a:ext>
                  </a:extLst>
                </p:cNvPr>
                <p:cNvSpPr>
                  <a:spLocks/>
                </p:cNvSpPr>
                <p:nvPr/>
              </p:nvSpPr>
              <p:spPr bwMode="auto">
                <a:xfrm>
                  <a:off x="2196" y="1763"/>
                  <a:ext cx="17" cy="17"/>
                </a:xfrm>
                <a:custGeom>
                  <a:avLst/>
                  <a:gdLst>
                    <a:gd name="T0" fmla="*/ 12 w 17"/>
                    <a:gd name="T1" fmla="*/ 16 h 17"/>
                    <a:gd name="T2" fmla="*/ 16 w 17"/>
                    <a:gd name="T3" fmla="*/ 0 h 17"/>
                    <a:gd name="T4" fmla="*/ 4 w 17"/>
                    <a:gd name="T5" fmla="*/ 0 h 17"/>
                    <a:gd name="T6" fmla="*/ 0 w 17"/>
                    <a:gd name="T7" fmla="*/ 16 h 17"/>
                    <a:gd name="T8" fmla="*/ 12 w 17"/>
                    <a:gd name="T9" fmla="*/ 16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12" y="16"/>
                      </a:moveTo>
                      <a:lnTo>
                        <a:pt x="16" y="0"/>
                      </a:lnTo>
                      <a:lnTo>
                        <a:pt x="4" y="0"/>
                      </a:lnTo>
                      <a:lnTo>
                        <a:pt x="0" y="16"/>
                      </a:lnTo>
                      <a:lnTo>
                        <a:pt x="12" y="16"/>
                      </a:lnTo>
                    </a:path>
                  </a:pathLst>
                </a:custGeom>
                <a:solidFill>
                  <a:srgbClr val="00FF0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538" name="Group 398">
                <a:extLst>
                  <a:ext uri="{FF2B5EF4-FFF2-40B4-BE49-F238E27FC236}">
                    <a16:creationId xmlns:a16="http://schemas.microsoft.com/office/drawing/2014/main" id="{5D955883-8F91-0AB4-12E6-C217F7EB8D77}"/>
                  </a:ext>
                </a:extLst>
              </p:cNvPr>
              <p:cNvGrpSpPr>
                <a:grpSpLocks/>
              </p:cNvGrpSpPr>
              <p:nvPr/>
            </p:nvGrpSpPr>
            <p:grpSpPr bwMode="auto">
              <a:xfrm>
                <a:off x="2152" y="1746"/>
                <a:ext cx="60" cy="39"/>
                <a:chOff x="2152" y="1746"/>
                <a:chExt cx="60" cy="39"/>
              </a:xfrm>
            </p:grpSpPr>
            <p:grpSp>
              <p:nvGrpSpPr>
                <p:cNvPr id="58556" name="Group 399">
                  <a:extLst>
                    <a:ext uri="{FF2B5EF4-FFF2-40B4-BE49-F238E27FC236}">
                      <a16:creationId xmlns:a16="http://schemas.microsoft.com/office/drawing/2014/main" id="{DA5E62AC-4662-943D-2C15-EC16A14500F8}"/>
                    </a:ext>
                  </a:extLst>
                </p:cNvPr>
                <p:cNvGrpSpPr>
                  <a:grpSpLocks/>
                </p:cNvGrpSpPr>
                <p:nvPr/>
              </p:nvGrpSpPr>
              <p:grpSpPr bwMode="auto">
                <a:xfrm>
                  <a:off x="2174" y="1746"/>
                  <a:ext cx="38" cy="39"/>
                  <a:chOff x="2174" y="1746"/>
                  <a:chExt cx="38" cy="39"/>
                </a:xfrm>
              </p:grpSpPr>
              <p:sp>
                <p:nvSpPr>
                  <p:cNvPr id="58565" name="Freeform 400">
                    <a:extLst>
                      <a:ext uri="{FF2B5EF4-FFF2-40B4-BE49-F238E27FC236}">
                        <a16:creationId xmlns:a16="http://schemas.microsoft.com/office/drawing/2014/main" id="{CCDAFB53-0D9E-B78D-2B30-7625B75C05E3}"/>
                      </a:ext>
                    </a:extLst>
                  </p:cNvPr>
                  <p:cNvSpPr>
                    <a:spLocks/>
                  </p:cNvSpPr>
                  <p:nvPr/>
                </p:nvSpPr>
                <p:spPr bwMode="auto">
                  <a:xfrm>
                    <a:off x="2184" y="1746"/>
                    <a:ext cx="17" cy="17"/>
                  </a:xfrm>
                  <a:custGeom>
                    <a:avLst/>
                    <a:gdLst>
                      <a:gd name="T0" fmla="*/ 0 w 17"/>
                      <a:gd name="T1" fmla="*/ 16 h 17"/>
                      <a:gd name="T2" fmla="*/ 1 w 17"/>
                      <a:gd name="T3" fmla="*/ 0 h 17"/>
                      <a:gd name="T4" fmla="*/ 12 w 17"/>
                      <a:gd name="T5" fmla="*/ 0 h 17"/>
                      <a:gd name="T6" fmla="*/ 16 w 17"/>
                      <a:gd name="T7" fmla="*/ 16 h 17"/>
                      <a:gd name="T8" fmla="*/ 0 w 17"/>
                      <a:gd name="T9" fmla="*/ 16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0" y="16"/>
                        </a:moveTo>
                        <a:lnTo>
                          <a:pt x="1" y="0"/>
                        </a:lnTo>
                        <a:lnTo>
                          <a:pt x="12" y="0"/>
                        </a:lnTo>
                        <a:lnTo>
                          <a:pt x="16" y="16"/>
                        </a:lnTo>
                        <a:lnTo>
                          <a:pt x="0" y="16"/>
                        </a:lnTo>
                      </a:path>
                    </a:pathLst>
                  </a:custGeom>
                  <a:solidFill>
                    <a:srgbClr val="00FF0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66" name="Freeform 401">
                    <a:extLst>
                      <a:ext uri="{FF2B5EF4-FFF2-40B4-BE49-F238E27FC236}">
                        <a16:creationId xmlns:a16="http://schemas.microsoft.com/office/drawing/2014/main" id="{4E1D06DA-BD41-8EE8-959B-AD2AEAB96B5E}"/>
                      </a:ext>
                    </a:extLst>
                  </p:cNvPr>
                  <p:cNvSpPr>
                    <a:spLocks/>
                  </p:cNvSpPr>
                  <p:nvPr/>
                </p:nvSpPr>
                <p:spPr bwMode="auto">
                  <a:xfrm>
                    <a:off x="2178" y="1768"/>
                    <a:ext cx="17" cy="17"/>
                  </a:xfrm>
                  <a:custGeom>
                    <a:avLst/>
                    <a:gdLst>
                      <a:gd name="T0" fmla="*/ 0 w 17"/>
                      <a:gd name="T1" fmla="*/ 0 h 17"/>
                      <a:gd name="T2" fmla="*/ 3 w 17"/>
                      <a:gd name="T3" fmla="*/ 16 h 17"/>
                      <a:gd name="T4" fmla="*/ 14 w 17"/>
                      <a:gd name="T5" fmla="*/ 16 h 17"/>
                      <a:gd name="T6" fmla="*/ 16 w 17"/>
                      <a:gd name="T7" fmla="*/ 0 h 17"/>
                      <a:gd name="T8" fmla="*/ 0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0" y="0"/>
                        </a:moveTo>
                        <a:lnTo>
                          <a:pt x="3" y="16"/>
                        </a:lnTo>
                        <a:lnTo>
                          <a:pt x="14" y="16"/>
                        </a:lnTo>
                        <a:lnTo>
                          <a:pt x="16" y="0"/>
                        </a:lnTo>
                        <a:lnTo>
                          <a:pt x="0" y="0"/>
                        </a:lnTo>
                      </a:path>
                    </a:pathLst>
                  </a:custGeom>
                  <a:solidFill>
                    <a:srgbClr val="00FF0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67" name="Freeform 402">
                    <a:extLst>
                      <a:ext uri="{FF2B5EF4-FFF2-40B4-BE49-F238E27FC236}">
                        <a16:creationId xmlns:a16="http://schemas.microsoft.com/office/drawing/2014/main" id="{F012D783-6CDA-6AE6-7262-33A5A4CE3395}"/>
                      </a:ext>
                    </a:extLst>
                  </p:cNvPr>
                  <p:cNvSpPr>
                    <a:spLocks/>
                  </p:cNvSpPr>
                  <p:nvPr/>
                </p:nvSpPr>
                <p:spPr bwMode="auto">
                  <a:xfrm>
                    <a:off x="2178" y="1751"/>
                    <a:ext cx="17" cy="17"/>
                  </a:xfrm>
                  <a:custGeom>
                    <a:avLst/>
                    <a:gdLst>
                      <a:gd name="T0" fmla="*/ 8 w 17"/>
                      <a:gd name="T1" fmla="*/ 0 h 17"/>
                      <a:gd name="T2" fmla="*/ 0 w 17"/>
                      <a:gd name="T3" fmla="*/ 4 h 17"/>
                      <a:gd name="T4" fmla="*/ 8 w 17"/>
                      <a:gd name="T5" fmla="*/ 12 h 17"/>
                      <a:gd name="T6" fmla="*/ 16 w 17"/>
                      <a:gd name="T7" fmla="*/ 16 h 17"/>
                      <a:gd name="T8" fmla="*/ 8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8" y="0"/>
                        </a:moveTo>
                        <a:lnTo>
                          <a:pt x="0" y="4"/>
                        </a:lnTo>
                        <a:lnTo>
                          <a:pt x="8" y="12"/>
                        </a:lnTo>
                        <a:lnTo>
                          <a:pt x="16" y="16"/>
                        </a:lnTo>
                        <a:lnTo>
                          <a:pt x="8" y="0"/>
                        </a:lnTo>
                      </a:path>
                    </a:pathLst>
                  </a:custGeom>
                  <a:solidFill>
                    <a:srgbClr val="00FF0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68" name="Freeform 403">
                    <a:extLst>
                      <a:ext uri="{FF2B5EF4-FFF2-40B4-BE49-F238E27FC236}">
                        <a16:creationId xmlns:a16="http://schemas.microsoft.com/office/drawing/2014/main" id="{36A6012B-CCC7-9AC3-AD20-93654FD408F9}"/>
                      </a:ext>
                    </a:extLst>
                  </p:cNvPr>
                  <p:cNvSpPr>
                    <a:spLocks/>
                  </p:cNvSpPr>
                  <p:nvPr/>
                </p:nvSpPr>
                <p:spPr bwMode="auto">
                  <a:xfrm>
                    <a:off x="2174" y="1764"/>
                    <a:ext cx="17" cy="17"/>
                  </a:xfrm>
                  <a:custGeom>
                    <a:avLst/>
                    <a:gdLst>
                      <a:gd name="T0" fmla="*/ 16 w 17"/>
                      <a:gd name="T1" fmla="*/ 16 h 17"/>
                      <a:gd name="T2" fmla="*/ 8 w 17"/>
                      <a:gd name="T3" fmla="*/ 12 h 17"/>
                      <a:gd name="T4" fmla="*/ 0 w 17"/>
                      <a:gd name="T5" fmla="*/ 0 h 17"/>
                      <a:gd name="T6" fmla="*/ 8 w 17"/>
                      <a:gd name="T7" fmla="*/ 0 h 17"/>
                      <a:gd name="T8" fmla="*/ 16 w 17"/>
                      <a:gd name="T9" fmla="*/ 16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16" y="16"/>
                        </a:moveTo>
                        <a:lnTo>
                          <a:pt x="8" y="12"/>
                        </a:lnTo>
                        <a:lnTo>
                          <a:pt x="0" y="0"/>
                        </a:lnTo>
                        <a:lnTo>
                          <a:pt x="8" y="0"/>
                        </a:lnTo>
                        <a:lnTo>
                          <a:pt x="16" y="16"/>
                        </a:lnTo>
                      </a:path>
                    </a:pathLst>
                  </a:custGeom>
                  <a:solidFill>
                    <a:srgbClr val="00FF0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69" name="Freeform 404">
                    <a:extLst>
                      <a:ext uri="{FF2B5EF4-FFF2-40B4-BE49-F238E27FC236}">
                        <a16:creationId xmlns:a16="http://schemas.microsoft.com/office/drawing/2014/main" id="{9EC89387-AE33-7CA5-857A-126C143D4B45}"/>
                      </a:ext>
                    </a:extLst>
                  </p:cNvPr>
                  <p:cNvSpPr>
                    <a:spLocks/>
                  </p:cNvSpPr>
                  <p:nvPr/>
                </p:nvSpPr>
                <p:spPr bwMode="auto">
                  <a:xfrm>
                    <a:off x="2191" y="1764"/>
                    <a:ext cx="17" cy="17"/>
                  </a:xfrm>
                  <a:custGeom>
                    <a:avLst/>
                    <a:gdLst>
                      <a:gd name="T0" fmla="*/ 16 w 17"/>
                      <a:gd name="T1" fmla="*/ 10 h 17"/>
                      <a:gd name="T2" fmla="*/ 8 w 17"/>
                      <a:gd name="T3" fmla="*/ 16 h 17"/>
                      <a:gd name="T4" fmla="*/ 0 w 17"/>
                      <a:gd name="T5" fmla="*/ 0 h 17"/>
                      <a:gd name="T6" fmla="*/ 8 w 17"/>
                      <a:gd name="T7" fmla="*/ 0 h 17"/>
                      <a:gd name="T8" fmla="*/ 16 w 17"/>
                      <a:gd name="T9" fmla="*/ 1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16" y="10"/>
                        </a:moveTo>
                        <a:lnTo>
                          <a:pt x="8" y="16"/>
                        </a:lnTo>
                        <a:lnTo>
                          <a:pt x="0" y="0"/>
                        </a:lnTo>
                        <a:lnTo>
                          <a:pt x="8" y="0"/>
                        </a:lnTo>
                        <a:lnTo>
                          <a:pt x="16" y="10"/>
                        </a:lnTo>
                      </a:path>
                    </a:pathLst>
                  </a:custGeom>
                  <a:solidFill>
                    <a:srgbClr val="00FF0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70" name="Freeform 405">
                    <a:extLst>
                      <a:ext uri="{FF2B5EF4-FFF2-40B4-BE49-F238E27FC236}">
                        <a16:creationId xmlns:a16="http://schemas.microsoft.com/office/drawing/2014/main" id="{A3220D32-BC8E-18AE-14FD-AA0DCF224FB3}"/>
                      </a:ext>
                    </a:extLst>
                  </p:cNvPr>
                  <p:cNvSpPr>
                    <a:spLocks/>
                  </p:cNvSpPr>
                  <p:nvPr/>
                </p:nvSpPr>
                <p:spPr bwMode="auto">
                  <a:xfrm>
                    <a:off x="2195" y="1751"/>
                    <a:ext cx="17" cy="17"/>
                  </a:xfrm>
                  <a:custGeom>
                    <a:avLst/>
                    <a:gdLst>
                      <a:gd name="T0" fmla="*/ 8 w 17"/>
                      <a:gd name="T1" fmla="*/ 4 h 17"/>
                      <a:gd name="T2" fmla="*/ 0 w 17"/>
                      <a:gd name="T3" fmla="*/ 0 h 17"/>
                      <a:gd name="T4" fmla="*/ 8 w 17"/>
                      <a:gd name="T5" fmla="*/ 16 h 17"/>
                      <a:gd name="T6" fmla="*/ 16 w 17"/>
                      <a:gd name="T7" fmla="*/ 12 h 17"/>
                      <a:gd name="T8" fmla="*/ 8 w 17"/>
                      <a:gd name="T9" fmla="*/ 4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8" y="4"/>
                        </a:moveTo>
                        <a:lnTo>
                          <a:pt x="0" y="0"/>
                        </a:lnTo>
                        <a:lnTo>
                          <a:pt x="8" y="16"/>
                        </a:lnTo>
                        <a:lnTo>
                          <a:pt x="16" y="12"/>
                        </a:lnTo>
                        <a:lnTo>
                          <a:pt x="8" y="4"/>
                        </a:lnTo>
                      </a:path>
                    </a:pathLst>
                  </a:custGeom>
                  <a:solidFill>
                    <a:srgbClr val="00FF0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71" name="Freeform 406">
                    <a:extLst>
                      <a:ext uri="{FF2B5EF4-FFF2-40B4-BE49-F238E27FC236}">
                        <a16:creationId xmlns:a16="http://schemas.microsoft.com/office/drawing/2014/main" id="{DFF718AE-5A77-9B55-CFFC-ED65A412159E}"/>
                      </a:ext>
                    </a:extLst>
                  </p:cNvPr>
                  <p:cNvSpPr>
                    <a:spLocks/>
                  </p:cNvSpPr>
                  <p:nvPr/>
                </p:nvSpPr>
                <p:spPr bwMode="auto">
                  <a:xfrm>
                    <a:off x="2181" y="1757"/>
                    <a:ext cx="17" cy="17"/>
                  </a:xfrm>
                  <a:custGeom>
                    <a:avLst/>
                    <a:gdLst>
                      <a:gd name="T0" fmla="*/ 0 w 17"/>
                      <a:gd name="T1" fmla="*/ 6 h 17"/>
                      <a:gd name="T2" fmla="*/ 3 w 17"/>
                      <a:gd name="T3" fmla="*/ 16 h 17"/>
                      <a:gd name="T4" fmla="*/ 14 w 17"/>
                      <a:gd name="T5" fmla="*/ 16 h 17"/>
                      <a:gd name="T6" fmla="*/ 16 w 17"/>
                      <a:gd name="T7" fmla="*/ 6 h 17"/>
                      <a:gd name="T8" fmla="*/ 14 w 17"/>
                      <a:gd name="T9" fmla="*/ 0 h 17"/>
                      <a:gd name="T10" fmla="*/ 1 w 17"/>
                      <a:gd name="T11" fmla="*/ 0 h 17"/>
                      <a:gd name="T12" fmla="*/ 0 w 17"/>
                      <a:gd name="T13" fmla="*/ 6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 h="17">
                        <a:moveTo>
                          <a:pt x="0" y="6"/>
                        </a:moveTo>
                        <a:lnTo>
                          <a:pt x="3" y="16"/>
                        </a:lnTo>
                        <a:lnTo>
                          <a:pt x="14" y="16"/>
                        </a:lnTo>
                        <a:lnTo>
                          <a:pt x="16" y="6"/>
                        </a:lnTo>
                        <a:lnTo>
                          <a:pt x="14" y="0"/>
                        </a:lnTo>
                        <a:lnTo>
                          <a:pt x="1" y="0"/>
                        </a:lnTo>
                        <a:lnTo>
                          <a:pt x="0" y="6"/>
                        </a:lnTo>
                      </a:path>
                    </a:pathLst>
                  </a:custGeom>
                  <a:solidFill>
                    <a:srgbClr val="00FF0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557" name="Group 407">
                  <a:extLst>
                    <a:ext uri="{FF2B5EF4-FFF2-40B4-BE49-F238E27FC236}">
                      <a16:creationId xmlns:a16="http://schemas.microsoft.com/office/drawing/2014/main" id="{80727E68-DF8F-99E7-EE31-2F6E23560F6F}"/>
                    </a:ext>
                  </a:extLst>
                </p:cNvPr>
                <p:cNvGrpSpPr>
                  <a:grpSpLocks/>
                </p:cNvGrpSpPr>
                <p:nvPr/>
              </p:nvGrpSpPr>
              <p:grpSpPr bwMode="auto">
                <a:xfrm>
                  <a:off x="2152" y="1746"/>
                  <a:ext cx="37" cy="39"/>
                  <a:chOff x="2152" y="1746"/>
                  <a:chExt cx="37" cy="39"/>
                </a:xfrm>
              </p:grpSpPr>
              <p:sp>
                <p:nvSpPr>
                  <p:cNvPr id="58558" name="Freeform 408">
                    <a:extLst>
                      <a:ext uri="{FF2B5EF4-FFF2-40B4-BE49-F238E27FC236}">
                        <a16:creationId xmlns:a16="http://schemas.microsoft.com/office/drawing/2014/main" id="{475B7C24-B39D-A1EC-CEB1-79EB60023DA2}"/>
                      </a:ext>
                    </a:extLst>
                  </p:cNvPr>
                  <p:cNvSpPr>
                    <a:spLocks/>
                  </p:cNvSpPr>
                  <p:nvPr/>
                </p:nvSpPr>
                <p:spPr bwMode="auto">
                  <a:xfrm>
                    <a:off x="2162" y="1746"/>
                    <a:ext cx="17" cy="17"/>
                  </a:xfrm>
                  <a:custGeom>
                    <a:avLst/>
                    <a:gdLst>
                      <a:gd name="T0" fmla="*/ 0 w 17"/>
                      <a:gd name="T1" fmla="*/ 16 h 17"/>
                      <a:gd name="T2" fmla="*/ 1 w 17"/>
                      <a:gd name="T3" fmla="*/ 0 h 17"/>
                      <a:gd name="T4" fmla="*/ 12 w 17"/>
                      <a:gd name="T5" fmla="*/ 0 h 17"/>
                      <a:gd name="T6" fmla="*/ 16 w 17"/>
                      <a:gd name="T7" fmla="*/ 16 h 17"/>
                      <a:gd name="T8" fmla="*/ 0 w 17"/>
                      <a:gd name="T9" fmla="*/ 16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0" y="16"/>
                        </a:moveTo>
                        <a:lnTo>
                          <a:pt x="1" y="0"/>
                        </a:lnTo>
                        <a:lnTo>
                          <a:pt x="12" y="0"/>
                        </a:lnTo>
                        <a:lnTo>
                          <a:pt x="16" y="16"/>
                        </a:lnTo>
                        <a:lnTo>
                          <a:pt x="0" y="16"/>
                        </a:lnTo>
                      </a:path>
                    </a:pathLst>
                  </a:custGeom>
                  <a:solidFill>
                    <a:srgbClr val="00FF0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59" name="Freeform 409">
                    <a:extLst>
                      <a:ext uri="{FF2B5EF4-FFF2-40B4-BE49-F238E27FC236}">
                        <a16:creationId xmlns:a16="http://schemas.microsoft.com/office/drawing/2014/main" id="{719B59EC-20F6-9381-679B-2AD159D99B47}"/>
                      </a:ext>
                    </a:extLst>
                  </p:cNvPr>
                  <p:cNvSpPr>
                    <a:spLocks/>
                  </p:cNvSpPr>
                  <p:nvPr/>
                </p:nvSpPr>
                <p:spPr bwMode="auto">
                  <a:xfrm>
                    <a:off x="2153" y="1768"/>
                    <a:ext cx="17" cy="17"/>
                  </a:xfrm>
                  <a:custGeom>
                    <a:avLst/>
                    <a:gdLst>
                      <a:gd name="T0" fmla="*/ 0 w 17"/>
                      <a:gd name="T1" fmla="*/ 0 h 17"/>
                      <a:gd name="T2" fmla="*/ 4 w 17"/>
                      <a:gd name="T3" fmla="*/ 16 h 17"/>
                      <a:gd name="T4" fmla="*/ 14 w 17"/>
                      <a:gd name="T5" fmla="*/ 16 h 17"/>
                      <a:gd name="T6" fmla="*/ 16 w 17"/>
                      <a:gd name="T7" fmla="*/ 0 h 17"/>
                      <a:gd name="T8" fmla="*/ 0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0" y="0"/>
                        </a:moveTo>
                        <a:lnTo>
                          <a:pt x="4" y="16"/>
                        </a:lnTo>
                        <a:lnTo>
                          <a:pt x="14" y="16"/>
                        </a:lnTo>
                        <a:lnTo>
                          <a:pt x="16" y="0"/>
                        </a:lnTo>
                        <a:lnTo>
                          <a:pt x="0" y="0"/>
                        </a:lnTo>
                      </a:path>
                    </a:pathLst>
                  </a:custGeom>
                  <a:solidFill>
                    <a:srgbClr val="00FF0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60" name="Freeform 410">
                    <a:extLst>
                      <a:ext uri="{FF2B5EF4-FFF2-40B4-BE49-F238E27FC236}">
                        <a16:creationId xmlns:a16="http://schemas.microsoft.com/office/drawing/2014/main" id="{E4E2A2B8-F551-98A9-4438-D30AB03C2E4E}"/>
                      </a:ext>
                    </a:extLst>
                  </p:cNvPr>
                  <p:cNvSpPr>
                    <a:spLocks/>
                  </p:cNvSpPr>
                  <p:nvPr/>
                </p:nvSpPr>
                <p:spPr bwMode="auto">
                  <a:xfrm>
                    <a:off x="2154" y="1751"/>
                    <a:ext cx="17" cy="17"/>
                  </a:xfrm>
                  <a:custGeom>
                    <a:avLst/>
                    <a:gdLst>
                      <a:gd name="T0" fmla="*/ 5 w 17"/>
                      <a:gd name="T1" fmla="*/ 0 h 17"/>
                      <a:gd name="T2" fmla="*/ 0 w 17"/>
                      <a:gd name="T3" fmla="*/ 4 h 17"/>
                      <a:gd name="T4" fmla="*/ 5 w 17"/>
                      <a:gd name="T5" fmla="*/ 12 h 17"/>
                      <a:gd name="T6" fmla="*/ 16 w 17"/>
                      <a:gd name="T7" fmla="*/ 16 h 17"/>
                      <a:gd name="T8" fmla="*/ 5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5" y="0"/>
                        </a:moveTo>
                        <a:lnTo>
                          <a:pt x="0" y="4"/>
                        </a:lnTo>
                        <a:lnTo>
                          <a:pt x="5" y="12"/>
                        </a:lnTo>
                        <a:lnTo>
                          <a:pt x="16" y="16"/>
                        </a:lnTo>
                        <a:lnTo>
                          <a:pt x="5" y="0"/>
                        </a:lnTo>
                      </a:path>
                    </a:pathLst>
                  </a:custGeom>
                  <a:solidFill>
                    <a:srgbClr val="00FF0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61" name="Freeform 411">
                    <a:extLst>
                      <a:ext uri="{FF2B5EF4-FFF2-40B4-BE49-F238E27FC236}">
                        <a16:creationId xmlns:a16="http://schemas.microsoft.com/office/drawing/2014/main" id="{4F464D3E-B750-FD78-BB68-A1BCBFB5652B}"/>
                      </a:ext>
                    </a:extLst>
                  </p:cNvPr>
                  <p:cNvSpPr>
                    <a:spLocks/>
                  </p:cNvSpPr>
                  <p:nvPr/>
                </p:nvSpPr>
                <p:spPr bwMode="auto">
                  <a:xfrm>
                    <a:off x="2152" y="1764"/>
                    <a:ext cx="17" cy="17"/>
                  </a:xfrm>
                  <a:custGeom>
                    <a:avLst/>
                    <a:gdLst>
                      <a:gd name="T0" fmla="*/ 16 w 17"/>
                      <a:gd name="T1" fmla="*/ 16 h 17"/>
                      <a:gd name="T2" fmla="*/ 0 w 17"/>
                      <a:gd name="T3" fmla="*/ 12 h 17"/>
                      <a:gd name="T4" fmla="*/ 0 w 17"/>
                      <a:gd name="T5" fmla="*/ 0 h 17"/>
                      <a:gd name="T6" fmla="*/ 16 w 17"/>
                      <a:gd name="T7" fmla="*/ 16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16" y="16"/>
                        </a:moveTo>
                        <a:lnTo>
                          <a:pt x="0" y="12"/>
                        </a:lnTo>
                        <a:lnTo>
                          <a:pt x="0" y="0"/>
                        </a:lnTo>
                        <a:lnTo>
                          <a:pt x="16" y="16"/>
                        </a:lnTo>
                      </a:path>
                    </a:pathLst>
                  </a:custGeom>
                  <a:solidFill>
                    <a:srgbClr val="00FF0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62" name="Freeform 412">
                    <a:extLst>
                      <a:ext uri="{FF2B5EF4-FFF2-40B4-BE49-F238E27FC236}">
                        <a16:creationId xmlns:a16="http://schemas.microsoft.com/office/drawing/2014/main" id="{E95B6E84-35FB-9113-989E-79A70BB02671}"/>
                      </a:ext>
                    </a:extLst>
                  </p:cNvPr>
                  <p:cNvSpPr>
                    <a:spLocks/>
                  </p:cNvSpPr>
                  <p:nvPr/>
                </p:nvSpPr>
                <p:spPr bwMode="auto">
                  <a:xfrm>
                    <a:off x="2167" y="1764"/>
                    <a:ext cx="17" cy="17"/>
                  </a:xfrm>
                  <a:custGeom>
                    <a:avLst/>
                    <a:gdLst>
                      <a:gd name="T0" fmla="*/ 16 w 17"/>
                      <a:gd name="T1" fmla="*/ 10 h 17"/>
                      <a:gd name="T2" fmla="*/ 10 w 17"/>
                      <a:gd name="T3" fmla="*/ 16 h 17"/>
                      <a:gd name="T4" fmla="*/ 0 w 17"/>
                      <a:gd name="T5" fmla="*/ 0 h 17"/>
                      <a:gd name="T6" fmla="*/ 10 w 17"/>
                      <a:gd name="T7" fmla="*/ 0 h 17"/>
                      <a:gd name="T8" fmla="*/ 16 w 17"/>
                      <a:gd name="T9" fmla="*/ 1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16" y="10"/>
                        </a:moveTo>
                        <a:lnTo>
                          <a:pt x="10" y="16"/>
                        </a:lnTo>
                        <a:lnTo>
                          <a:pt x="0" y="0"/>
                        </a:lnTo>
                        <a:lnTo>
                          <a:pt x="10" y="0"/>
                        </a:lnTo>
                        <a:lnTo>
                          <a:pt x="16" y="10"/>
                        </a:lnTo>
                      </a:path>
                    </a:pathLst>
                  </a:custGeom>
                  <a:solidFill>
                    <a:srgbClr val="00FF0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63" name="Freeform 413">
                    <a:extLst>
                      <a:ext uri="{FF2B5EF4-FFF2-40B4-BE49-F238E27FC236}">
                        <a16:creationId xmlns:a16="http://schemas.microsoft.com/office/drawing/2014/main" id="{74AB4A1E-9B0D-97D7-5B72-917CDA4A82DF}"/>
                      </a:ext>
                    </a:extLst>
                  </p:cNvPr>
                  <p:cNvSpPr>
                    <a:spLocks/>
                  </p:cNvSpPr>
                  <p:nvPr/>
                </p:nvSpPr>
                <p:spPr bwMode="auto">
                  <a:xfrm>
                    <a:off x="2172" y="1751"/>
                    <a:ext cx="17" cy="17"/>
                  </a:xfrm>
                  <a:custGeom>
                    <a:avLst/>
                    <a:gdLst>
                      <a:gd name="T0" fmla="*/ 16 w 17"/>
                      <a:gd name="T1" fmla="*/ 4 h 17"/>
                      <a:gd name="T2" fmla="*/ 0 w 17"/>
                      <a:gd name="T3" fmla="*/ 0 h 17"/>
                      <a:gd name="T4" fmla="*/ 16 w 17"/>
                      <a:gd name="T5" fmla="*/ 16 h 17"/>
                      <a:gd name="T6" fmla="*/ 16 w 17"/>
                      <a:gd name="T7" fmla="*/ 12 h 17"/>
                      <a:gd name="T8" fmla="*/ 16 w 17"/>
                      <a:gd name="T9" fmla="*/ 4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16" y="4"/>
                        </a:moveTo>
                        <a:lnTo>
                          <a:pt x="0" y="0"/>
                        </a:lnTo>
                        <a:lnTo>
                          <a:pt x="16" y="16"/>
                        </a:lnTo>
                        <a:lnTo>
                          <a:pt x="16" y="12"/>
                        </a:lnTo>
                        <a:lnTo>
                          <a:pt x="16" y="4"/>
                        </a:lnTo>
                      </a:path>
                    </a:pathLst>
                  </a:custGeom>
                  <a:solidFill>
                    <a:srgbClr val="00FF0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64" name="Freeform 414">
                    <a:extLst>
                      <a:ext uri="{FF2B5EF4-FFF2-40B4-BE49-F238E27FC236}">
                        <a16:creationId xmlns:a16="http://schemas.microsoft.com/office/drawing/2014/main" id="{A10CC995-13B1-B36D-4DCC-1F066E7A78B6}"/>
                      </a:ext>
                    </a:extLst>
                  </p:cNvPr>
                  <p:cNvSpPr>
                    <a:spLocks/>
                  </p:cNvSpPr>
                  <p:nvPr/>
                </p:nvSpPr>
                <p:spPr bwMode="auto">
                  <a:xfrm>
                    <a:off x="2157" y="1757"/>
                    <a:ext cx="17" cy="17"/>
                  </a:xfrm>
                  <a:custGeom>
                    <a:avLst/>
                    <a:gdLst>
                      <a:gd name="T0" fmla="*/ 0 w 17"/>
                      <a:gd name="T1" fmla="*/ 6 h 17"/>
                      <a:gd name="T2" fmla="*/ 3 w 17"/>
                      <a:gd name="T3" fmla="*/ 16 h 17"/>
                      <a:gd name="T4" fmla="*/ 14 w 17"/>
                      <a:gd name="T5" fmla="*/ 16 h 17"/>
                      <a:gd name="T6" fmla="*/ 16 w 17"/>
                      <a:gd name="T7" fmla="*/ 6 h 17"/>
                      <a:gd name="T8" fmla="*/ 14 w 17"/>
                      <a:gd name="T9" fmla="*/ 0 h 17"/>
                      <a:gd name="T10" fmla="*/ 1 w 17"/>
                      <a:gd name="T11" fmla="*/ 0 h 17"/>
                      <a:gd name="T12" fmla="*/ 0 w 17"/>
                      <a:gd name="T13" fmla="*/ 6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 h="17">
                        <a:moveTo>
                          <a:pt x="0" y="6"/>
                        </a:moveTo>
                        <a:lnTo>
                          <a:pt x="3" y="16"/>
                        </a:lnTo>
                        <a:lnTo>
                          <a:pt x="14" y="16"/>
                        </a:lnTo>
                        <a:lnTo>
                          <a:pt x="16" y="6"/>
                        </a:lnTo>
                        <a:lnTo>
                          <a:pt x="14" y="0"/>
                        </a:lnTo>
                        <a:lnTo>
                          <a:pt x="1" y="0"/>
                        </a:lnTo>
                        <a:lnTo>
                          <a:pt x="0" y="6"/>
                        </a:lnTo>
                      </a:path>
                    </a:pathLst>
                  </a:custGeom>
                  <a:solidFill>
                    <a:srgbClr val="00FF0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58539" name="Group 415">
                <a:extLst>
                  <a:ext uri="{FF2B5EF4-FFF2-40B4-BE49-F238E27FC236}">
                    <a16:creationId xmlns:a16="http://schemas.microsoft.com/office/drawing/2014/main" id="{D0454AF3-3051-BD20-AE98-0DF23952EB2D}"/>
                  </a:ext>
                </a:extLst>
              </p:cNvPr>
              <p:cNvGrpSpPr>
                <a:grpSpLocks/>
              </p:cNvGrpSpPr>
              <p:nvPr/>
            </p:nvGrpSpPr>
            <p:grpSpPr bwMode="auto">
              <a:xfrm>
                <a:off x="2204" y="1746"/>
                <a:ext cx="60" cy="39"/>
                <a:chOff x="2204" y="1746"/>
                <a:chExt cx="60" cy="39"/>
              </a:xfrm>
            </p:grpSpPr>
            <p:grpSp>
              <p:nvGrpSpPr>
                <p:cNvPr id="58540" name="Group 416">
                  <a:extLst>
                    <a:ext uri="{FF2B5EF4-FFF2-40B4-BE49-F238E27FC236}">
                      <a16:creationId xmlns:a16="http://schemas.microsoft.com/office/drawing/2014/main" id="{9A448920-0637-1272-E85B-C3422A676FCD}"/>
                    </a:ext>
                  </a:extLst>
                </p:cNvPr>
                <p:cNvGrpSpPr>
                  <a:grpSpLocks/>
                </p:cNvGrpSpPr>
                <p:nvPr/>
              </p:nvGrpSpPr>
              <p:grpSpPr bwMode="auto">
                <a:xfrm>
                  <a:off x="2227" y="1746"/>
                  <a:ext cx="37" cy="39"/>
                  <a:chOff x="2227" y="1746"/>
                  <a:chExt cx="37" cy="39"/>
                </a:xfrm>
              </p:grpSpPr>
              <p:sp>
                <p:nvSpPr>
                  <p:cNvPr id="58549" name="Freeform 417">
                    <a:extLst>
                      <a:ext uri="{FF2B5EF4-FFF2-40B4-BE49-F238E27FC236}">
                        <a16:creationId xmlns:a16="http://schemas.microsoft.com/office/drawing/2014/main" id="{C62235AF-CAE9-5413-378B-0396D22C4EF5}"/>
                      </a:ext>
                    </a:extLst>
                  </p:cNvPr>
                  <p:cNvSpPr>
                    <a:spLocks/>
                  </p:cNvSpPr>
                  <p:nvPr/>
                </p:nvSpPr>
                <p:spPr bwMode="auto">
                  <a:xfrm>
                    <a:off x="2237" y="1746"/>
                    <a:ext cx="17" cy="17"/>
                  </a:xfrm>
                  <a:custGeom>
                    <a:avLst/>
                    <a:gdLst>
                      <a:gd name="T0" fmla="*/ 0 w 17"/>
                      <a:gd name="T1" fmla="*/ 16 h 17"/>
                      <a:gd name="T2" fmla="*/ 1 w 17"/>
                      <a:gd name="T3" fmla="*/ 0 h 17"/>
                      <a:gd name="T4" fmla="*/ 12 w 17"/>
                      <a:gd name="T5" fmla="*/ 0 h 17"/>
                      <a:gd name="T6" fmla="*/ 16 w 17"/>
                      <a:gd name="T7" fmla="*/ 16 h 17"/>
                      <a:gd name="T8" fmla="*/ 0 w 17"/>
                      <a:gd name="T9" fmla="*/ 16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0" y="16"/>
                        </a:moveTo>
                        <a:lnTo>
                          <a:pt x="1" y="0"/>
                        </a:lnTo>
                        <a:lnTo>
                          <a:pt x="12" y="0"/>
                        </a:lnTo>
                        <a:lnTo>
                          <a:pt x="16" y="16"/>
                        </a:lnTo>
                        <a:lnTo>
                          <a:pt x="0" y="16"/>
                        </a:lnTo>
                      </a:path>
                    </a:pathLst>
                  </a:custGeom>
                  <a:solidFill>
                    <a:srgbClr val="00FF0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50" name="Freeform 418">
                    <a:extLst>
                      <a:ext uri="{FF2B5EF4-FFF2-40B4-BE49-F238E27FC236}">
                        <a16:creationId xmlns:a16="http://schemas.microsoft.com/office/drawing/2014/main" id="{80FF72A6-3683-8F1C-678D-71B21E8E0D00}"/>
                      </a:ext>
                    </a:extLst>
                  </p:cNvPr>
                  <p:cNvSpPr>
                    <a:spLocks/>
                  </p:cNvSpPr>
                  <p:nvPr/>
                </p:nvSpPr>
                <p:spPr bwMode="auto">
                  <a:xfrm>
                    <a:off x="2230" y="1768"/>
                    <a:ext cx="17" cy="17"/>
                  </a:xfrm>
                  <a:custGeom>
                    <a:avLst/>
                    <a:gdLst>
                      <a:gd name="T0" fmla="*/ 0 w 17"/>
                      <a:gd name="T1" fmla="*/ 0 h 17"/>
                      <a:gd name="T2" fmla="*/ 4 w 17"/>
                      <a:gd name="T3" fmla="*/ 16 h 17"/>
                      <a:gd name="T4" fmla="*/ 14 w 17"/>
                      <a:gd name="T5" fmla="*/ 16 h 17"/>
                      <a:gd name="T6" fmla="*/ 16 w 17"/>
                      <a:gd name="T7" fmla="*/ 0 h 17"/>
                      <a:gd name="T8" fmla="*/ 0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0" y="0"/>
                        </a:moveTo>
                        <a:lnTo>
                          <a:pt x="4" y="16"/>
                        </a:lnTo>
                        <a:lnTo>
                          <a:pt x="14" y="16"/>
                        </a:lnTo>
                        <a:lnTo>
                          <a:pt x="16" y="0"/>
                        </a:lnTo>
                        <a:lnTo>
                          <a:pt x="0" y="0"/>
                        </a:lnTo>
                      </a:path>
                    </a:pathLst>
                  </a:custGeom>
                  <a:solidFill>
                    <a:srgbClr val="00FF0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51" name="Freeform 419">
                    <a:extLst>
                      <a:ext uri="{FF2B5EF4-FFF2-40B4-BE49-F238E27FC236}">
                        <a16:creationId xmlns:a16="http://schemas.microsoft.com/office/drawing/2014/main" id="{0B4E5BF6-8F96-AC4F-3F3E-B58194E335D4}"/>
                      </a:ext>
                    </a:extLst>
                  </p:cNvPr>
                  <p:cNvSpPr>
                    <a:spLocks/>
                  </p:cNvSpPr>
                  <p:nvPr/>
                </p:nvSpPr>
                <p:spPr bwMode="auto">
                  <a:xfrm>
                    <a:off x="2230" y="1751"/>
                    <a:ext cx="17" cy="17"/>
                  </a:xfrm>
                  <a:custGeom>
                    <a:avLst/>
                    <a:gdLst>
                      <a:gd name="T0" fmla="*/ 5 w 17"/>
                      <a:gd name="T1" fmla="*/ 0 h 17"/>
                      <a:gd name="T2" fmla="*/ 0 w 17"/>
                      <a:gd name="T3" fmla="*/ 4 h 17"/>
                      <a:gd name="T4" fmla="*/ 5 w 17"/>
                      <a:gd name="T5" fmla="*/ 12 h 17"/>
                      <a:gd name="T6" fmla="*/ 16 w 17"/>
                      <a:gd name="T7" fmla="*/ 16 h 17"/>
                      <a:gd name="T8" fmla="*/ 5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5" y="0"/>
                        </a:moveTo>
                        <a:lnTo>
                          <a:pt x="0" y="4"/>
                        </a:lnTo>
                        <a:lnTo>
                          <a:pt x="5" y="12"/>
                        </a:lnTo>
                        <a:lnTo>
                          <a:pt x="16" y="16"/>
                        </a:lnTo>
                        <a:lnTo>
                          <a:pt x="5" y="0"/>
                        </a:lnTo>
                      </a:path>
                    </a:pathLst>
                  </a:custGeom>
                  <a:solidFill>
                    <a:srgbClr val="00FF0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52" name="Freeform 420">
                    <a:extLst>
                      <a:ext uri="{FF2B5EF4-FFF2-40B4-BE49-F238E27FC236}">
                        <a16:creationId xmlns:a16="http://schemas.microsoft.com/office/drawing/2014/main" id="{EBE47A2C-EC3A-62F0-883A-24654C93FD37}"/>
                      </a:ext>
                    </a:extLst>
                  </p:cNvPr>
                  <p:cNvSpPr>
                    <a:spLocks/>
                  </p:cNvSpPr>
                  <p:nvPr/>
                </p:nvSpPr>
                <p:spPr bwMode="auto">
                  <a:xfrm>
                    <a:off x="2227" y="1764"/>
                    <a:ext cx="17" cy="17"/>
                  </a:xfrm>
                  <a:custGeom>
                    <a:avLst/>
                    <a:gdLst>
                      <a:gd name="T0" fmla="*/ 16 w 17"/>
                      <a:gd name="T1" fmla="*/ 16 h 17"/>
                      <a:gd name="T2" fmla="*/ 0 w 17"/>
                      <a:gd name="T3" fmla="*/ 12 h 17"/>
                      <a:gd name="T4" fmla="*/ 0 w 17"/>
                      <a:gd name="T5" fmla="*/ 0 h 17"/>
                      <a:gd name="T6" fmla="*/ 16 w 17"/>
                      <a:gd name="T7" fmla="*/ 16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16" y="16"/>
                        </a:moveTo>
                        <a:lnTo>
                          <a:pt x="0" y="12"/>
                        </a:lnTo>
                        <a:lnTo>
                          <a:pt x="0" y="0"/>
                        </a:lnTo>
                        <a:lnTo>
                          <a:pt x="16" y="16"/>
                        </a:lnTo>
                      </a:path>
                    </a:pathLst>
                  </a:custGeom>
                  <a:solidFill>
                    <a:srgbClr val="00FF0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53" name="Freeform 421">
                    <a:extLst>
                      <a:ext uri="{FF2B5EF4-FFF2-40B4-BE49-F238E27FC236}">
                        <a16:creationId xmlns:a16="http://schemas.microsoft.com/office/drawing/2014/main" id="{CF1337EA-F0AE-A98B-5986-40BF16F49B2B}"/>
                      </a:ext>
                    </a:extLst>
                  </p:cNvPr>
                  <p:cNvSpPr>
                    <a:spLocks/>
                  </p:cNvSpPr>
                  <p:nvPr/>
                </p:nvSpPr>
                <p:spPr bwMode="auto">
                  <a:xfrm>
                    <a:off x="2243" y="1764"/>
                    <a:ext cx="17" cy="17"/>
                  </a:xfrm>
                  <a:custGeom>
                    <a:avLst/>
                    <a:gdLst>
                      <a:gd name="T0" fmla="*/ 16 w 17"/>
                      <a:gd name="T1" fmla="*/ 10 h 17"/>
                      <a:gd name="T2" fmla="*/ 8 w 17"/>
                      <a:gd name="T3" fmla="*/ 16 h 17"/>
                      <a:gd name="T4" fmla="*/ 0 w 17"/>
                      <a:gd name="T5" fmla="*/ 0 h 17"/>
                      <a:gd name="T6" fmla="*/ 8 w 17"/>
                      <a:gd name="T7" fmla="*/ 0 h 17"/>
                      <a:gd name="T8" fmla="*/ 16 w 17"/>
                      <a:gd name="T9" fmla="*/ 1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16" y="10"/>
                        </a:moveTo>
                        <a:lnTo>
                          <a:pt x="8" y="16"/>
                        </a:lnTo>
                        <a:lnTo>
                          <a:pt x="0" y="0"/>
                        </a:lnTo>
                        <a:lnTo>
                          <a:pt x="8" y="0"/>
                        </a:lnTo>
                        <a:lnTo>
                          <a:pt x="16" y="10"/>
                        </a:lnTo>
                      </a:path>
                    </a:pathLst>
                  </a:custGeom>
                  <a:solidFill>
                    <a:srgbClr val="00FF0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54" name="Freeform 422">
                    <a:extLst>
                      <a:ext uri="{FF2B5EF4-FFF2-40B4-BE49-F238E27FC236}">
                        <a16:creationId xmlns:a16="http://schemas.microsoft.com/office/drawing/2014/main" id="{C46BE47F-ED8F-42A0-C473-19EFA93807D3}"/>
                      </a:ext>
                    </a:extLst>
                  </p:cNvPr>
                  <p:cNvSpPr>
                    <a:spLocks/>
                  </p:cNvSpPr>
                  <p:nvPr/>
                </p:nvSpPr>
                <p:spPr bwMode="auto">
                  <a:xfrm>
                    <a:off x="2247" y="1751"/>
                    <a:ext cx="17" cy="17"/>
                  </a:xfrm>
                  <a:custGeom>
                    <a:avLst/>
                    <a:gdLst>
                      <a:gd name="T0" fmla="*/ 8 w 17"/>
                      <a:gd name="T1" fmla="*/ 4 h 17"/>
                      <a:gd name="T2" fmla="*/ 0 w 17"/>
                      <a:gd name="T3" fmla="*/ 0 h 17"/>
                      <a:gd name="T4" fmla="*/ 8 w 17"/>
                      <a:gd name="T5" fmla="*/ 16 h 17"/>
                      <a:gd name="T6" fmla="*/ 16 w 17"/>
                      <a:gd name="T7" fmla="*/ 12 h 17"/>
                      <a:gd name="T8" fmla="*/ 8 w 17"/>
                      <a:gd name="T9" fmla="*/ 4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8" y="4"/>
                        </a:moveTo>
                        <a:lnTo>
                          <a:pt x="0" y="0"/>
                        </a:lnTo>
                        <a:lnTo>
                          <a:pt x="8" y="16"/>
                        </a:lnTo>
                        <a:lnTo>
                          <a:pt x="16" y="12"/>
                        </a:lnTo>
                        <a:lnTo>
                          <a:pt x="8" y="4"/>
                        </a:lnTo>
                      </a:path>
                    </a:pathLst>
                  </a:custGeom>
                  <a:solidFill>
                    <a:srgbClr val="00FF0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55" name="Freeform 423">
                    <a:extLst>
                      <a:ext uri="{FF2B5EF4-FFF2-40B4-BE49-F238E27FC236}">
                        <a16:creationId xmlns:a16="http://schemas.microsoft.com/office/drawing/2014/main" id="{5AF4C6C0-13D3-D084-96B4-5B610DE96C72}"/>
                      </a:ext>
                    </a:extLst>
                  </p:cNvPr>
                  <p:cNvSpPr>
                    <a:spLocks/>
                  </p:cNvSpPr>
                  <p:nvPr/>
                </p:nvSpPr>
                <p:spPr bwMode="auto">
                  <a:xfrm>
                    <a:off x="2233" y="1757"/>
                    <a:ext cx="17" cy="17"/>
                  </a:xfrm>
                  <a:custGeom>
                    <a:avLst/>
                    <a:gdLst>
                      <a:gd name="T0" fmla="*/ 0 w 17"/>
                      <a:gd name="T1" fmla="*/ 6 h 17"/>
                      <a:gd name="T2" fmla="*/ 3 w 17"/>
                      <a:gd name="T3" fmla="*/ 16 h 17"/>
                      <a:gd name="T4" fmla="*/ 14 w 17"/>
                      <a:gd name="T5" fmla="*/ 16 h 17"/>
                      <a:gd name="T6" fmla="*/ 16 w 17"/>
                      <a:gd name="T7" fmla="*/ 6 h 17"/>
                      <a:gd name="T8" fmla="*/ 14 w 17"/>
                      <a:gd name="T9" fmla="*/ 0 h 17"/>
                      <a:gd name="T10" fmla="*/ 1 w 17"/>
                      <a:gd name="T11" fmla="*/ 0 h 17"/>
                      <a:gd name="T12" fmla="*/ 0 w 17"/>
                      <a:gd name="T13" fmla="*/ 6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 h="17">
                        <a:moveTo>
                          <a:pt x="0" y="6"/>
                        </a:moveTo>
                        <a:lnTo>
                          <a:pt x="3" y="16"/>
                        </a:lnTo>
                        <a:lnTo>
                          <a:pt x="14" y="16"/>
                        </a:lnTo>
                        <a:lnTo>
                          <a:pt x="16" y="6"/>
                        </a:lnTo>
                        <a:lnTo>
                          <a:pt x="14" y="0"/>
                        </a:lnTo>
                        <a:lnTo>
                          <a:pt x="1" y="0"/>
                        </a:lnTo>
                        <a:lnTo>
                          <a:pt x="0" y="6"/>
                        </a:lnTo>
                      </a:path>
                    </a:pathLst>
                  </a:custGeom>
                  <a:solidFill>
                    <a:srgbClr val="00FF0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541" name="Group 424">
                  <a:extLst>
                    <a:ext uri="{FF2B5EF4-FFF2-40B4-BE49-F238E27FC236}">
                      <a16:creationId xmlns:a16="http://schemas.microsoft.com/office/drawing/2014/main" id="{26EAAF08-5598-4394-AFB2-79810B1A2744}"/>
                    </a:ext>
                  </a:extLst>
                </p:cNvPr>
                <p:cNvGrpSpPr>
                  <a:grpSpLocks/>
                </p:cNvGrpSpPr>
                <p:nvPr/>
              </p:nvGrpSpPr>
              <p:grpSpPr bwMode="auto">
                <a:xfrm>
                  <a:off x="2204" y="1746"/>
                  <a:ext cx="36" cy="39"/>
                  <a:chOff x="2204" y="1746"/>
                  <a:chExt cx="36" cy="39"/>
                </a:xfrm>
              </p:grpSpPr>
              <p:sp>
                <p:nvSpPr>
                  <p:cNvPr id="58542" name="Freeform 425">
                    <a:extLst>
                      <a:ext uri="{FF2B5EF4-FFF2-40B4-BE49-F238E27FC236}">
                        <a16:creationId xmlns:a16="http://schemas.microsoft.com/office/drawing/2014/main" id="{E8D30F7A-2EC6-468D-C163-86AB1D3BA3E3}"/>
                      </a:ext>
                    </a:extLst>
                  </p:cNvPr>
                  <p:cNvSpPr>
                    <a:spLocks/>
                  </p:cNvSpPr>
                  <p:nvPr/>
                </p:nvSpPr>
                <p:spPr bwMode="auto">
                  <a:xfrm>
                    <a:off x="2213" y="1746"/>
                    <a:ext cx="17" cy="17"/>
                  </a:xfrm>
                  <a:custGeom>
                    <a:avLst/>
                    <a:gdLst>
                      <a:gd name="T0" fmla="*/ 0 w 17"/>
                      <a:gd name="T1" fmla="*/ 16 h 17"/>
                      <a:gd name="T2" fmla="*/ 1 w 17"/>
                      <a:gd name="T3" fmla="*/ 0 h 17"/>
                      <a:gd name="T4" fmla="*/ 12 w 17"/>
                      <a:gd name="T5" fmla="*/ 0 h 17"/>
                      <a:gd name="T6" fmla="*/ 16 w 17"/>
                      <a:gd name="T7" fmla="*/ 16 h 17"/>
                      <a:gd name="T8" fmla="*/ 0 w 17"/>
                      <a:gd name="T9" fmla="*/ 16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0" y="16"/>
                        </a:moveTo>
                        <a:lnTo>
                          <a:pt x="1" y="0"/>
                        </a:lnTo>
                        <a:lnTo>
                          <a:pt x="12" y="0"/>
                        </a:lnTo>
                        <a:lnTo>
                          <a:pt x="16" y="16"/>
                        </a:lnTo>
                        <a:lnTo>
                          <a:pt x="0" y="16"/>
                        </a:lnTo>
                      </a:path>
                    </a:pathLst>
                  </a:custGeom>
                  <a:solidFill>
                    <a:srgbClr val="00FF0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43" name="Freeform 426">
                    <a:extLst>
                      <a:ext uri="{FF2B5EF4-FFF2-40B4-BE49-F238E27FC236}">
                        <a16:creationId xmlns:a16="http://schemas.microsoft.com/office/drawing/2014/main" id="{4BE181DD-7203-575B-D56D-2525A7FD31F5}"/>
                      </a:ext>
                    </a:extLst>
                  </p:cNvPr>
                  <p:cNvSpPr>
                    <a:spLocks/>
                  </p:cNvSpPr>
                  <p:nvPr/>
                </p:nvSpPr>
                <p:spPr bwMode="auto">
                  <a:xfrm>
                    <a:off x="2206" y="1768"/>
                    <a:ext cx="17" cy="17"/>
                  </a:xfrm>
                  <a:custGeom>
                    <a:avLst/>
                    <a:gdLst>
                      <a:gd name="T0" fmla="*/ 0 w 17"/>
                      <a:gd name="T1" fmla="*/ 0 h 17"/>
                      <a:gd name="T2" fmla="*/ 3 w 17"/>
                      <a:gd name="T3" fmla="*/ 16 h 17"/>
                      <a:gd name="T4" fmla="*/ 14 w 17"/>
                      <a:gd name="T5" fmla="*/ 16 h 17"/>
                      <a:gd name="T6" fmla="*/ 16 w 17"/>
                      <a:gd name="T7" fmla="*/ 0 h 17"/>
                      <a:gd name="T8" fmla="*/ 0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0" y="0"/>
                        </a:moveTo>
                        <a:lnTo>
                          <a:pt x="3" y="16"/>
                        </a:lnTo>
                        <a:lnTo>
                          <a:pt x="14" y="16"/>
                        </a:lnTo>
                        <a:lnTo>
                          <a:pt x="16" y="0"/>
                        </a:lnTo>
                        <a:lnTo>
                          <a:pt x="0" y="0"/>
                        </a:lnTo>
                      </a:path>
                    </a:pathLst>
                  </a:custGeom>
                  <a:solidFill>
                    <a:srgbClr val="00FF0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44" name="Freeform 427">
                    <a:extLst>
                      <a:ext uri="{FF2B5EF4-FFF2-40B4-BE49-F238E27FC236}">
                        <a16:creationId xmlns:a16="http://schemas.microsoft.com/office/drawing/2014/main" id="{213C8D67-6823-6AF8-B21F-58064D394C3E}"/>
                      </a:ext>
                    </a:extLst>
                  </p:cNvPr>
                  <p:cNvSpPr>
                    <a:spLocks/>
                  </p:cNvSpPr>
                  <p:nvPr/>
                </p:nvSpPr>
                <p:spPr bwMode="auto">
                  <a:xfrm>
                    <a:off x="2207" y="1751"/>
                    <a:ext cx="17" cy="17"/>
                  </a:xfrm>
                  <a:custGeom>
                    <a:avLst/>
                    <a:gdLst>
                      <a:gd name="T0" fmla="*/ 8 w 17"/>
                      <a:gd name="T1" fmla="*/ 0 h 17"/>
                      <a:gd name="T2" fmla="*/ 0 w 17"/>
                      <a:gd name="T3" fmla="*/ 4 h 17"/>
                      <a:gd name="T4" fmla="*/ 8 w 17"/>
                      <a:gd name="T5" fmla="*/ 12 h 17"/>
                      <a:gd name="T6" fmla="*/ 16 w 17"/>
                      <a:gd name="T7" fmla="*/ 16 h 17"/>
                      <a:gd name="T8" fmla="*/ 8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8" y="0"/>
                        </a:moveTo>
                        <a:lnTo>
                          <a:pt x="0" y="4"/>
                        </a:lnTo>
                        <a:lnTo>
                          <a:pt x="8" y="12"/>
                        </a:lnTo>
                        <a:lnTo>
                          <a:pt x="16" y="16"/>
                        </a:lnTo>
                        <a:lnTo>
                          <a:pt x="8" y="0"/>
                        </a:lnTo>
                      </a:path>
                    </a:pathLst>
                  </a:custGeom>
                  <a:solidFill>
                    <a:srgbClr val="00FF0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45" name="Freeform 428">
                    <a:extLst>
                      <a:ext uri="{FF2B5EF4-FFF2-40B4-BE49-F238E27FC236}">
                        <a16:creationId xmlns:a16="http://schemas.microsoft.com/office/drawing/2014/main" id="{CE82CB36-A2BE-B6BC-ABF9-C652105F1FB6}"/>
                      </a:ext>
                    </a:extLst>
                  </p:cNvPr>
                  <p:cNvSpPr>
                    <a:spLocks/>
                  </p:cNvSpPr>
                  <p:nvPr/>
                </p:nvSpPr>
                <p:spPr bwMode="auto">
                  <a:xfrm>
                    <a:off x="2204" y="1764"/>
                    <a:ext cx="17" cy="17"/>
                  </a:xfrm>
                  <a:custGeom>
                    <a:avLst/>
                    <a:gdLst>
                      <a:gd name="T0" fmla="*/ 16 w 17"/>
                      <a:gd name="T1" fmla="*/ 16 h 17"/>
                      <a:gd name="T2" fmla="*/ 0 w 17"/>
                      <a:gd name="T3" fmla="*/ 12 h 17"/>
                      <a:gd name="T4" fmla="*/ 0 w 17"/>
                      <a:gd name="T5" fmla="*/ 0 h 17"/>
                      <a:gd name="T6" fmla="*/ 16 w 17"/>
                      <a:gd name="T7" fmla="*/ 16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16" y="16"/>
                        </a:moveTo>
                        <a:lnTo>
                          <a:pt x="0" y="12"/>
                        </a:lnTo>
                        <a:lnTo>
                          <a:pt x="0" y="0"/>
                        </a:lnTo>
                        <a:lnTo>
                          <a:pt x="16" y="16"/>
                        </a:lnTo>
                      </a:path>
                    </a:pathLst>
                  </a:custGeom>
                  <a:solidFill>
                    <a:srgbClr val="00FF0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46" name="Freeform 429">
                    <a:extLst>
                      <a:ext uri="{FF2B5EF4-FFF2-40B4-BE49-F238E27FC236}">
                        <a16:creationId xmlns:a16="http://schemas.microsoft.com/office/drawing/2014/main" id="{75AE3A98-920D-0547-977C-5EE67ACB1F33}"/>
                      </a:ext>
                    </a:extLst>
                  </p:cNvPr>
                  <p:cNvSpPr>
                    <a:spLocks/>
                  </p:cNvSpPr>
                  <p:nvPr/>
                </p:nvSpPr>
                <p:spPr bwMode="auto">
                  <a:xfrm>
                    <a:off x="2220" y="1764"/>
                    <a:ext cx="17" cy="17"/>
                  </a:xfrm>
                  <a:custGeom>
                    <a:avLst/>
                    <a:gdLst>
                      <a:gd name="T0" fmla="*/ 16 w 17"/>
                      <a:gd name="T1" fmla="*/ 10 h 17"/>
                      <a:gd name="T2" fmla="*/ 8 w 17"/>
                      <a:gd name="T3" fmla="*/ 16 h 17"/>
                      <a:gd name="T4" fmla="*/ 0 w 17"/>
                      <a:gd name="T5" fmla="*/ 0 h 17"/>
                      <a:gd name="T6" fmla="*/ 8 w 17"/>
                      <a:gd name="T7" fmla="*/ 0 h 17"/>
                      <a:gd name="T8" fmla="*/ 16 w 17"/>
                      <a:gd name="T9" fmla="*/ 1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16" y="10"/>
                        </a:moveTo>
                        <a:lnTo>
                          <a:pt x="8" y="16"/>
                        </a:lnTo>
                        <a:lnTo>
                          <a:pt x="0" y="0"/>
                        </a:lnTo>
                        <a:lnTo>
                          <a:pt x="8" y="0"/>
                        </a:lnTo>
                        <a:lnTo>
                          <a:pt x="16" y="10"/>
                        </a:lnTo>
                      </a:path>
                    </a:pathLst>
                  </a:custGeom>
                  <a:solidFill>
                    <a:srgbClr val="00FF0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47" name="Freeform 430">
                    <a:extLst>
                      <a:ext uri="{FF2B5EF4-FFF2-40B4-BE49-F238E27FC236}">
                        <a16:creationId xmlns:a16="http://schemas.microsoft.com/office/drawing/2014/main" id="{2A918D26-C9A7-EC48-3EC6-34687ACAD3C5}"/>
                      </a:ext>
                    </a:extLst>
                  </p:cNvPr>
                  <p:cNvSpPr>
                    <a:spLocks/>
                  </p:cNvSpPr>
                  <p:nvPr/>
                </p:nvSpPr>
                <p:spPr bwMode="auto">
                  <a:xfrm>
                    <a:off x="2223" y="1751"/>
                    <a:ext cx="17" cy="17"/>
                  </a:xfrm>
                  <a:custGeom>
                    <a:avLst/>
                    <a:gdLst>
                      <a:gd name="T0" fmla="*/ 10 w 17"/>
                      <a:gd name="T1" fmla="*/ 4 h 17"/>
                      <a:gd name="T2" fmla="*/ 0 w 17"/>
                      <a:gd name="T3" fmla="*/ 0 h 17"/>
                      <a:gd name="T4" fmla="*/ 10 w 17"/>
                      <a:gd name="T5" fmla="*/ 16 h 17"/>
                      <a:gd name="T6" fmla="*/ 16 w 17"/>
                      <a:gd name="T7" fmla="*/ 12 h 17"/>
                      <a:gd name="T8" fmla="*/ 10 w 17"/>
                      <a:gd name="T9" fmla="*/ 4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10" y="4"/>
                        </a:moveTo>
                        <a:lnTo>
                          <a:pt x="0" y="0"/>
                        </a:lnTo>
                        <a:lnTo>
                          <a:pt x="10" y="16"/>
                        </a:lnTo>
                        <a:lnTo>
                          <a:pt x="16" y="12"/>
                        </a:lnTo>
                        <a:lnTo>
                          <a:pt x="10" y="4"/>
                        </a:lnTo>
                      </a:path>
                    </a:pathLst>
                  </a:custGeom>
                  <a:solidFill>
                    <a:srgbClr val="00FF0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48" name="Freeform 431">
                    <a:extLst>
                      <a:ext uri="{FF2B5EF4-FFF2-40B4-BE49-F238E27FC236}">
                        <a16:creationId xmlns:a16="http://schemas.microsoft.com/office/drawing/2014/main" id="{CEC4EC56-A1F0-F68E-E160-C43A7B03DE33}"/>
                      </a:ext>
                    </a:extLst>
                  </p:cNvPr>
                  <p:cNvSpPr>
                    <a:spLocks/>
                  </p:cNvSpPr>
                  <p:nvPr/>
                </p:nvSpPr>
                <p:spPr bwMode="auto">
                  <a:xfrm>
                    <a:off x="2209" y="1757"/>
                    <a:ext cx="17" cy="17"/>
                  </a:xfrm>
                  <a:custGeom>
                    <a:avLst/>
                    <a:gdLst>
                      <a:gd name="T0" fmla="*/ 0 w 17"/>
                      <a:gd name="T1" fmla="*/ 6 h 17"/>
                      <a:gd name="T2" fmla="*/ 3 w 17"/>
                      <a:gd name="T3" fmla="*/ 16 h 17"/>
                      <a:gd name="T4" fmla="*/ 14 w 17"/>
                      <a:gd name="T5" fmla="*/ 16 h 17"/>
                      <a:gd name="T6" fmla="*/ 16 w 17"/>
                      <a:gd name="T7" fmla="*/ 6 h 17"/>
                      <a:gd name="T8" fmla="*/ 12 w 17"/>
                      <a:gd name="T9" fmla="*/ 0 h 17"/>
                      <a:gd name="T10" fmla="*/ 1 w 17"/>
                      <a:gd name="T11" fmla="*/ 0 h 17"/>
                      <a:gd name="T12" fmla="*/ 0 w 17"/>
                      <a:gd name="T13" fmla="*/ 6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 h="17">
                        <a:moveTo>
                          <a:pt x="0" y="6"/>
                        </a:moveTo>
                        <a:lnTo>
                          <a:pt x="3" y="16"/>
                        </a:lnTo>
                        <a:lnTo>
                          <a:pt x="14" y="16"/>
                        </a:lnTo>
                        <a:lnTo>
                          <a:pt x="16" y="6"/>
                        </a:lnTo>
                        <a:lnTo>
                          <a:pt x="12" y="0"/>
                        </a:lnTo>
                        <a:lnTo>
                          <a:pt x="1" y="0"/>
                        </a:lnTo>
                        <a:lnTo>
                          <a:pt x="0" y="6"/>
                        </a:lnTo>
                      </a:path>
                    </a:pathLst>
                  </a:custGeom>
                  <a:solidFill>
                    <a:srgbClr val="00FF0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sp>
          <p:nvSpPr>
            <p:cNvPr id="58512" name="Freeform 432">
              <a:extLst>
                <a:ext uri="{FF2B5EF4-FFF2-40B4-BE49-F238E27FC236}">
                  <a16:creationId xmlns:a16="http://schemas.microsoft.com/office/drawing/2014/main" id="{FB01A273-00AA-3222-1A83-846D9B838142}"/>
                </a:ext>
              </a:extLst>
            </p:cNvPr>
            <p:cNvSpPr>
              <a:spLocks/>
            </p:cNvSpPr>
            <p:nvPr/>
          </p:nvSpPr>
          <p:spPr bwMode="auto">
            <a:xfrm>
              <a:off x="2121" y="2031"/>
              <a:ext cx="36" cy="26"/>
            </a:xfrm>
            <a:custGeom>
              <a:avLst/>
              <a:gdLst>
                <a:gd name="T0" fmla="*/ 0 w 36"/>
                <a:gd name="T1" fmla="*/ 0 h 26"/>
                <a:gd name="T2" fmla="*/ 0 w 36"/>
                <a:gd name="T3" fmla="*/ 25 h 26"/>
                <a:gd name="T4" fmla="*/ 35 w 36"/>
                <a:gd name="T5" fmla="*/ 25 h 26"/>
                <a:gd name="T6" fmla="*/ 35 w 36"/>
                <a:gd name="T7" fmla="*/ 0 h 26"/>
                <a:gd name="T8" fmla="*/ 0 w 36"/>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26">
                  <a:moveTo>
                    <a:pt x="0" y="0"/>
                  </a:moveTo>
                  <a:lnTo>
                    <a:pt x="0" y="25"/>
                  </a:lnTo>
                  <a:lnTo>
                    <a:pt x="35" y="25"/>
                  </a:lnTo>
                  <a:lnTo>
                    <a:pt x="35" y="0"/>
                  </a:lnTo>
                  <a:lnTo>
                    <a:pt x="0" y="0"/>
                  </a:lnTo>
                </a:path>
              </a:pathLst>
            </a:custGeom>
            <a:solidFill>
              <a:srgbClr val="DADADA"/>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13" name="Freeform 433">
              <a:extLst>
                <a:ext uri="{FF2B5EF4-FFF2-40B4-BE49-F238E27FC236}">
                  <a16:creationId xmlns:a16="http://schemas.microsoft.com/office/drawing/2014/main" id="{78A5CAA3-C7CD-CD66-44B7-36A6CF001479}"/>
                </a:ext>
              </a:extLst>
            </p:cNvPr>
            <p:cNvSpPr>
              <a:spLocks/>
            </p:cNvSpPr>
            <p:nvPr/>
          </p:nvSpPr>
          <p:spPr bwMode="auto">
            <a:xfrm>
              <a:off x="2167" y="2031"/>
              <a:ext cx="36" cy="26"/>
            </a:xfrm>
            <a:custGeom>
              <a:avLst/>
              <a:gdLst>
                <a:gd name="T0" fmla="*/ 0 w 36"/>
                <a:gd name="T1" fmla="*/ 0 h 26"/>
                <a:gd name="T2" fmla="*/ 0 w 36"/>
                <a:gd name="T3" fmla="*/ 25 h 26"/>
                <a:gd name="T4" fmla="*/ 35 w 36"/>
                <a:gd name="T5" fmla="*/ 25 h 26"/>
                <a:gd name="T6" fmla="*/ 35 w 36"/>
                <a:gd name="T7" fmla="*/ 0 h 26"/>
                <a:gd name="T8" fmla="*/ 0 w 36"/>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26">
                  <a:moveTo>
                    <a:pt x="0" y="0"/>
                  </a:moveTo>
                  <a:lnTo>
                    <a:pt x="0" y="25"/>
                  </a:lnTo>
                  <a:lnTo>
                    <a:pt x="35" y="25"/>
                  </a:lnTo>
                  <a:lnTo>
                    <a:pt x="35" y="0"/>
                  </a:lnTo>
                  <a:lnTo>
                    <a:pt x="0" y="0"/>
                  </a:lnTo>
                </a:path>
              </a:pathLst>
            </a:custGeom>
            <a:solidFill>
              <a:srgbClr val="DADADA"/>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14" name="AutoShape 434">
              <a:extLst>
                <a:ext uri="{FF2B5EF4-FFF2-40B4-BE49-F238E27FC236}">
                  <a16:creationId xmlns:a16="http://schemas.microsoft.com/office/drawing/2014/main" id="{DA0D2562-3EE8-1171-655B-6C85A65D523C}"/>
                </a:ext>
              </a:extLst>
            </p:cNvPr>
            <p:cNvSpPr>
              <a:spLocks noChangeArrowheads="1"/>
            </p:cNvSpPr>
            <p:nvPr/>
          </p:nvSpPr>
          <p:spPr bwMode="auto">
            <a:xfrm>
              <a:off x="1663" y="1756"/>
              <a:ext cx="346" cy="270"/>
            </a:xfrm>
            <a:prstGeom prst="roundRect">
              <a:avLst>
                <a:gd name="adj" fmla="val 12495"/>
              </a:avLst>
            </a:prstGeom>
            <a:solidFill>
              <a:srgbClr val="DBFFB8"/>
            </a:solidFill>
            <a:ln w="12700">
              <a:solidFill>
                <a:srgbClr val="DBFFB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nvGrpSpPr>
            <p:cNvPr id="58515" name="Group 435">
              <a:extLst>
                <a:ext uri="{FF2B5EF4-FFF2-40B4-BE49-F238E27FC236}">
                  <a16:creationId xmlns:a16="http://schemas.microsoft.com/office/drawing/2014/main" id="{288E4A24-C4D9-8EB8-1258-D55F6CE1EA3F}"/>
                </a:ext>
              </a:extLst>
            </p:cNvPr>
            <p:cNvGrpSpPr>
              <a:grpSpLocks/>
            </p:cNvGrpSpPr>
            <p:nvPr/>
          </p:nvGrpSpPr>
          <p:grpSpPr bwMode="auto">
            <a:xfrm>
              <a:off x="1668" y="2077"/>
              <a:ext cx="332" cy="20"/>
              <a:chOff x="1668" y="2077"/>
              <a:chExt cx="332" cy="20"/>
            </a:xfrm>
          </p:grpSpPr>
          <p:grpSp>
            <p:nvGrpSpPr>
              <p:cNvPr id="58531" name="Group 436">
                <a:extLst>
                  <a:ext uri="{FF2B5EF4-FFF2-40B4-BE49-F238E27FC236}">
                    <a16:creationId xmlns:a16="http://schemas.microsoft.com/office/drawing/2014/main" id="{9A054713-F4FD-1F10-4899-0225DFA35954}"/>
                  </a:ext>
                </a:extLst>
              </p:cNvPr>
              <p:cNvGrpSpPr>
                <a:grpSpLocks/>
              </p:cNvGrpSpPr>
              <p:nvPr/>
            </p:nvGrpSpPr>
            <p:grpSpPr bwMode="auto">
              <a:xfrm>
                <a:off x="1668" y="2077"/>
                <a:ext cx="151" cy="20"/>
                <a:chOff x="1668" y="2077"/>
                <a:chExt cx="151" cy="20"/>
              </a:xfrm>
            </p:grpSpPr>
            <p:sp>
              <p:nvSpPr>
                <p:cNvPr id="58535" name="Freeform 437">
                  <a:extLst>
                    <a:ext uri="{FF2B5EF4-FFF2-40B4-BE49-F238E27FC236}">
                      <a16:creationId xmlns:a16="http://schemas.microsoft.com/office/drawing/2014/main" id="{5981FAFB-B1C8-B73F-9784-509466C2AA4B}"/>
                    </a:ext>
                  </a:extLst>
                </p:cNvPr>
                <p:cNvSpPr>
                  <a:spLocks/>
                </p:cNvSpPr>
                <p:nvPr/>
              </p:nvSpPr>
              <p:spPr bwMode="auto">
                <a:xfrm>
                  <a:off x="1668" y="2077"/>
                  <a:ext cx="61" cy="20"/>
                </a:xfrm>
                <a:custGeom>
                  <a:avLst/>
                  <a:gdLst>
                    <a:gd name="T0" fmla="*/ 0 w 61"/>
                    <a:gd name="T1" fmla="*/ 0 h 20"/>
                    <a:gd name="T2" fmla="*/ 0 w 61"/>
                    <a:gd name="T3" fmla="*/ 19 h 20"/>
                    <a:gd name="T4" fmla="*/ 60 w 61"/>
                    <a:gd name="T5" fmla="*/ 19 h 20"/>
                    <a:gd name="T6" fmla="*/ 60 w 61"/>
                    <a:gd name="T7" fmla="*/ 0 h 20"/>
                    <a:gd name="T8" fmla="*/ 0 w 61"/>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1" h="20">
                      <a:moveTo>
                        <a:pt x="0" y="0"/>
                      </a:moveTo>
                      <a:lnTo>
                        <a:pt x="0" y="19"/>
                      </a:lnTo>
                      <a:lnTo>
                        <a:pt x="60" y="19"/>
                      </a:lnTo>
                      <a:lnTo>
                        <a:pt x="60" y="0"/>
                      </a:lnTo>
                      <a:lnTo>
                        <a:pt x="0" y="0"/>
                      </a:lnTo>
                    </a:path>
                  </a:pathLst>
                </a:custGeom>
                <a:solidFill>
                  <a:srgbClr val="8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36" name="Freeform 438">
                  <a:extLst>
                    <a:ext uri="{FF2B5EF4-FFF2-40B4-BE49-F238E27FC236}">
                      <a16:creationId xmlns:a16="http://schemas.microsoft.com/office/drawing/2014/main" id="{2406EC48-55EF-2901-F40E-B67DD5C1D543}"/>
                    </a:ext>
                  </a:extLst>
                </p:cNvPr>
                <p:cNvSpPr>
                  <a:spLocks/>
                </p:cNvSpPr>
                <p:nvPr/>
              </p:nvSpPr>
              <p:spPr bwMode="auto">
                <a:xfrm>
                  <a:off x="1758" y="2077"/>
                  <a:ext cx="61" cy="20"/>
                </a:xfrm>
                <a:custGeom>
                  <a:avLst/>
                  <a:gdLst>
                    <a:gd name="T0" fmla="*/ 0 w 61"/>
                    <a:gd name="T1" fmla="*/ 0 h 20"/>
                    <a:gd name="T2" fmla="*/ 0 w 61"/>
                    <a:gd name="T3" fmla="*/ 19 h 20"/>
                    <a:gd name="T4" fmla="*/ 60 w 61"/>
                    <a:gd name="T5" fmla="*/ 19 h 20"/>
                    <a:gd name="T6" fmla="*/ 60 w 61"/>
                    <a:gd name="T7" fmla="*/ 0 h 20"/>
                    <a:gd name="T8" fmla="*/ 0 w 61"/>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1" h="20">
                      <a:moveTo>
                        <a:pt x="0" y="0"/>
                      </a:moveTo>
                      <a:lnTo>
                        <a:pt x="0" y="19"/>
                      </a:lnTo>
                      <a:lnTo>
                        <a:pt x="60" y="19"/>
                      </a:lnTo>
                      <a:lnTo>
                        <a:pt x="60" y="0"/>
                      </a:lnTo>
                      <a:lnTo>
                        <a:pt x="0" y="0"/>
                      </a:lnTo>
                    </a:path>
                  </a:pathLst>
                </a:custGeom>
                <a:solidFill>
                  <a:srgbClr val="8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532" name="Group 439">
                <a:extLst>
                  <a:ext uri="{FF2B5EF4-FFF2-40B4-BE49-F238E27FC236}">
                    <a16:creationId xmlns:a16="http://schemas.microsoft.com/office/drawing/2014/main" id="{CDDB7DD1-E3AF-E518-0EFB-3A2D0FFDFC47}"/>
                  </a:ext>
                </a:extLst>
              </p:cNvPr>
              <p:cNvGrpSpPr>
                <a:grpSpLocks/>
              </p:cNvGrpSpPr>
              <p:nvPr/>
            </p:nvGrpSpPr>
            <p:grpSpPr bwMode="auto">
              <a:xfrm>
                <a:off x="1848" y="2077"/>
                <a:ext cx="152" cy="20"/>
                <a:chOff x="1848" y="2077"/>
                <a:chExt cx="152" cy="20"/>
              </a:xfrm>
            </p:grpSpPr>
            <p:sp>
              <p:nvSpPr>
                <p:cNvPr id="58533" name="Freeform 440">
                  <a:extLst>
                    <a:ext uri="{FF2B5EF4-FFF2-40B4-BE49-F238E27FC236}">
                      <a16:creationId xmlns:a16="http://schemas.microsoft.com/office/drawing/2014/main" id="{8A70882C-A167-03D8-A769-1B92C159A6B4}"/>
                    </a:ext>
                  </a:extLst>
                </p:cNvPr>
                <p:cNvSpPr>
                  <a:spLocks/>
                </p:cNvSpPr>
                <p:nvPr/>
              </p:nvSpPr>
              <p:spPr bwMode="auto">
                <a:xfrm>
                  <a:off x="1848" y="2077"/>
                  <a:ext cx="61" cy="20"/>
                </a:xfrm>
                <a:custGeom>
                  <a:avLst/>
                  <a:gdLst>
                    <a:gd name="T0" fmla="*/ 0 w 61"/>
                    <a:gd name="T1" fmla="*/ 0 h 20"/>
                    <a:gd name="T2" fmla="*/ 0 w 61"/>
                    <a:gd name="T3" fmla="*/ 19 h 20"/>
                    <a:gd name="T4" fmla="*/ 60 w 61"/>
                    <a:gd name="T5" fmla="*/ 19 h 20"/>
                    <a:gd name="T6" fmla="*/ 60 w 61"/>
                    <a:gd name="T7" fmla="*/ 0 h 20"/>
                    <a:gd name="T8" fmla="*/ 0 w 61"/>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1" h="20">
                      <a:moveTo>
                        <a:pt x="0" y="0"/>
                      </a:moveTo>
                      <a:lnTo>
                        <a:pt x="0" y="19"/>
                      </a:lnTo>
                      <a:lnTo>
                        <a:pt x="60" y="19"/>
                      </a:lnTo>
                      <a:lnTo>
                        <a:pt x="60" y="0"/>
                      </a:lnTo>
                      <a:lnTo>
                        <a:pt x="0" y="0"/>
                      </a:lnTo>
                    </a:path>
                  </a:pathLst>
                </a:custGeom>
                <a:solidFill>
                  <a:srgbClr val="8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34" name="Freeform 441">
                  <a:extLst>
                    <a:ext uri="{FF2B5EF4-FFF2-40B4-BE49-F238E27FC236}">
                      <a16:creationId xmlns:a16="http://schemas.microsoft.com/office/drawing/2014/main" id="{5A29B36A-52F0-0153-91E3-0C72B8551289}"/>
                    </a:ext>
                  </a:extLst>
                </p:cNvPr>
                <p:cNvSpPr>
                  <a:spLocks/>
                </p:cNvSpPr>
                <p:nvPr/>
              </p:nvSpPr>
              <p:spPr bwMode="auto">
                <a:xfrm>
                  <a:off x="1938" y="2077"/>
                  <a:ext cx="62" cy="20"/>
                </a:xfrm>
                <a:custGeom>
                  <a:avLst/>
                  <a:gdLst>
                    <a:gd name="T0" fmla="*/ 0 w 62"/>
                    <a:gd name="T1" fmla="*/ 0 h 20"/>
                    <a:gd name="T2" fmla="*/ 0 w 62"/>
                    <a:gd name="T3" fmla="*/ 19 h 20"/>
                    <a:gd name="T4" fmla="*/ 61 w 62"/>
                    <a:gd name="T5" fmla="*/ 19 h 20"/>
                    <a:gd name="T6" fmla="*/ 61 w 62"/>
                    <a:gd name="T7" fmla="*/ 0 h 20"/>
                    <a:gd name="T8" fmla="*/ 0 w 62"/>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20">
                      <a:moveTo>
                        <a:pt x="0" y="0"/>
                      </a:moveTo>
                      <a:lnTo>
                        <a:pt x="0" y="19"/>
                      </a:lnTo>
                      <a:lnTo>
                        <a:pt x="61" y="19"/>
                      </a:lnTo>
                      <a:lnTo>
                        <a:pt x="61" y="0"/>
                      </a:lnTo>
                      <a:lnTo>
                        <a:pt x="0" y="0"/>
                      </a:lnTo>
                    </a:path>
                  </a:pathLst>
                </a:custGeom>
                <a:solidFill>
                  <a:srgbClr val="8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58516" name="Freeform 442">
              <a:extLst>
                <a:ext uri="{FF2B5EF4-FFF2-40B4-BE49-F238E27FC236}">
                  <a16:creationId xmlns:a16="http://schemas.microsoft.com/office/drawing/2014/main" id="{6051F79F-3724-39A4-EAA4-03A3B38F60FA}"/>
                </a:ext>
              </a:extLst>
            </p:cNvPr>
            <p:cNvSpPr>
              <a:spLocks/>
            </p:cNvSpPr>
            <p:nvPr/>
          </p:nvSpPr>
          <p:spPr bwMode="auto">
            <a:xfrm>
              <a:off x="2121" y="2065"/>
              <a:ext cx="37" cy="27"/>
            </a:xfrm>
            <a:custGeom>
              <a:avLst/>
              <a:gdLst>
                <a:gd name="T0" fmla="*/ 0 w 37"/>
                <a:gd name="T1" fmla="*/ 0 h 27"/>
                <a:gd name="T2" fmla="*/ 0 w 37"/>
                <a:gd name="T3" fmla="*/ 26 h 27"/>
                <a:gd name="T4" fmla="*/ 36 w 37"/>
                <a:gd name="T5" fmla="*/ 26 h 27"/>
                <a:gd name="T6" fmla="*/ 36 w 37"/>
                <a:gd name="T7" fmla="*/ 0 h 27"/>
                <a:gd name="T8" fmla="*/ 0 w 37"/>
                <a:gd name="T9" fmla="*/ 0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27">
                  <a:moveTo>
                    <a:pt x="0" y="0"/>
                  </a:moveTo>
                  <a:lnTo>
                    <a:pt x="0" y="26"/>
                  </a:lnTo>
                  <a:lnTo>
                    <a:pt x="36" y="26"/>
                  </a:lnTo>
                  <a:lnTo>
                    <a:pt x="36" y="0"/>
                  </a:lnTo>
                  <a:lnTo>
                    <a:pt x="0" y="0"/>
                  </a:lnTo>
                </a:path>
              </a:pathLst>
            </a:custGeom>
            <a:solidFill>
              <a:srgbClr val="DADADA"/>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17" name="Freeform 443">
              <a:extLst>
                <a:ext uri="{FF2B5EF4-FFF2-40B4-BE49-F238E27FC236}">
                  <a16:creationId xmlns:a16="http://schemas.microsoft.com/office/drawing/2014/main" id="{5BDF1F6E-50C2-7D5F-AC7B-98A94E1CABC4}"/>
                </a:ext>
              </a:extLst>
            </p:cNvPr>
            <p:cNvSpPr>
              <a:spLocks/>
            </p:cNvSpPr>
            <p:nvPr/>
          </p:nvSpPr>
          <p:spPr bwMode="auto">
            <a:xfrm>
              <a:off x="2165" y="2065"/>
              <a:ext cx="36" cy="27"/>
            </a:xfrm>
            <a:custGeom>
              <a:avLst/>
              <a:gdLst>
                <a:gd name="T0" fmla="*/ 0 w 36"/>
                <a:gd name="T1" fmla="*/ 0 h 27"/>
                <a:gd name="T2" fmla="*/ 0 w 36"/>
                <a:gd name="T3" fmla="*/ 26 h 27"/>
                <a:gd name="T4" fmla="*/ 35 w 36"/>
                <a:gd name="T5" fmla="*/ 26 h 27"/>
                <a:gd name="T6" fmla="*/ 35 w 36"/>
                <a:gd name="T7" fmla="*/ 0 h 27"/>
                <a:gd name="T8" fmla="*/ 0 w 36"/>
                <a:gd name="T9" fmla="*/ 0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27">
                  <a:moveTo>
                    <a:pt x="0" y="0"/>
                  </a:moveTo>
                  <a:lnTo>
                    <a:pt x="0" y="26"/>
                  </a:lnTo>
                  <a:lnTo>
                    <a:pt x="35" y="26"/>
                  </a:lnTo>
                  <a:lnTo>
                    <a:pt x="35" y="0"/>
                  </a:lnTo>
                  <a:lnTo>
                    <a:pt x="0" y="0"/>
                  </a:lnTo>
                </a:path>
              </a:pathLst>
            </a:custGeom>
            <a:solidFill>
              <a:schemeClr val="tx1"/>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18" name="Freeform 444">
              <a:extLst>
                <a:ext uri="{FF2B5EF4-FFF2-40B4-BE49-F238E27FC236}">
                  <a16:creationId xmlns:a16="http://schemas.microsoft.com/office/drawing/2014/main" id="{09C31CDC-68D3-1A2B-C669-5D32DB0367FE}"/>
                </a:ext>
              </a:extLst>
            </p:cNvPr>
            <p:cNvSpPr>
              <a:spLocks/>
            </p:cNvSpPr>
            <p:nvPr/>
          </p:nvSpPr>
          <p:spPr bwMode="auto">
            <a:xfrm>
              <a:off x="2209" y="2031"/>
              <a:ext cx="36" cy="26"/>
            </a:xfrm>
            <a:custGeom>
              <a:avLst/>
              <a:gdLst>
                <a:gd name="T0" fmla="*/ 0 w 36"/>
                <a:gd name="T1" fmla="*/ 0 h 26"/>
                <a:gd name="T2" fmla="*/ 0 w 36"/>
                <a:gd name="T3" fmla="*/ 25 h 26"/>
                <a:gd name="T4" fmla="*/ 35 w 36"/>
                <a:gd name="T5" fmla="*/ 25 h 26"/>
                <a:gd name="T6" fmla="*/ 35 w 36"/>
                <a:gd name="T7" fmla="*/ 0 h 26"/>
                <a:gd name="T8" fmla="*/ 0 w 36"/>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26">
                  <a:moveTo>
                    <a:pt x="0" y="0"/>
                  </a:moveTo>
                  <a:lnTo>
                    <a:pt x="0" y="25"/>
                  </a:lnTo>
                  <a:lnTo>
                    <a:pt x="35" y="25"/>
                  </a:lnTo>
                  <a:lnTo>
                    <a:pt x="35" y="0"/>
                  </a:lnTo>
                  <a:lnTo>
                    <a:pt x="0" y="0"/>
                  </a:lnTo>
                </a:path>
              </a:pathLst>
            </a:custGeom>
            <a:solidFill>
              <a:srgbClr val="DADADA"/>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19" name="Freeform 445">
              <a:extLst>
                <a:ext uri="{FF2B5EF4-FFF2-40B4-BE49-F238E27FC236}">
                  <a16:creationId xmlns:a16="http://schemas.microsoft.com/office/drawing/2014/main" id="{3B015DE6-19E5-75F0-0068-45D929F5A7C6}"/>
                </a:ext>
              </a:extLst>
            </p:cNvPr>
            <p:cNvSpPr>
              <a:spLocks/>
            </p:cNvSpPr>
            <p:nvPr/>
          </p:nvSpPr>
          <p:spPr bwMode="auto">
            <a:xfrm>
              <a:off x="2124" y="1744"/>
              <a:ext cx="159" cy="41"/>
            </a:xfrm>
            <a:custGeom>
              <a:avLst/>
              <a:gdLst>
                <a:gd name="T0" fmla="*/ 0 w 159"/>
                <a:gd name="T1" fmla="*/ 0 h 41"/>
                <a:gd name="T2" fmla="*/ 158 w 159"/>
                <a:gd name="T3" fmla="*/ 0 h 41"/>
                <a:gd name="T4" fmla="*/ 158 w 159"/>
                <a:gd name="T5" fmla="*/ 40 h 41"/>
                <a:gd name="T6" fmla="*/ 0 w 159"/>
                <a:gd name="T7" fmla="*/ 40 h 41"/>
                <a:gd name="T8" fmla="*/ 0 w 159"/>
                <a:gd name="T9" fmla="*/ 0 h 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9" h="41">
                  <a:moveTo>
                    <a:pt x="0" y="0"/>
                  </a:moveTo>
                  <a:lnTo>
                    <a:pt x="158" y="0"/>
                  </a:lnTo>
                  <a:lnTo>
                    <a:pt x="158" y="40"/>
                  </a:lnTo>
                  <a:lnTo>
                    <a:pt x="0" y="40"/>
                  </a:lnTo>
                  <a:lnTo>
                    <a:pt x="0" y="0"/>
                  </a:lnTo>
                </a:path>
              </a:pathLst>
            </a:custGeom>
            <a:solidFill>
              <a:srgbClr val="004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20" name="Freeform 446">
              <a:extLst>
                <a:ext uri="{FF2B5EF4-FFF2-40B4-BE49-F238E27FC236}">
                  <a16:creationId xmlns:a16="http://schemas.microsoft.com/office/drawing/2014/main" id="{61A6F260-54C2-3623-51FA-D2733AFFA1C2}"/>
                </a:ext>
              </a:extLst>
            </p:cNvPr>
            <p:cNvSpPr>
              <a:spLocks/>
            </p:cNvSpPr>
            <p:nvPr/>
          </p:nvSpPr>
          <p:spPr bwMode="auto">
            <a:xfrm>
              <a:off x="2253" y="2031"/>
              <a:ext cx="36" cy="26"/>
            </a:xfrm>
            <a:custGeom>
              <a:avLst/>
              <a:gdLst>
                <a:gd name="T0" fmla="*/ 0 w 36"/>
                <a:gd name="T1" fmla="*/ 0 h 26"/>
                <a:gd name="T2" fmla="*/ 0 w 36"/>
                <a:gd name="T3" fmla="*/ 25 h 26"/>
                <a:gd name="T4" fmla="*/ 35 w 36"/>
                <a:gd name="T5" fmla="*/ 25 h 26"/>
                <a:gd name="T6" fmla="*/ 35 w 36"/>
                <a:gd name="T7" fmla="*/ 0 h 26"/>
                <a:gd name="T8" fmla="*/ 0 w 36"/>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26">
                  <a:moveTo>
                    <a:pt x="0" y="0"/>
                  </a:moveTo>
                  <a:lnTo>
                    <a:pt x="0" y="25"/>
                  </a:lnTo>
                  <a:lnTo>
                    <a:pt x="35" y="25"/>
                  </a:lnTo>
                  <a:lnTo>
                    <a:pt x="35" y="0"/>
                  </a:lnTo>
                  <a:lnTo>
                    <a:pt x="0" y="0"/>
                  </a:lnTo>
                </a:path>
              </a:pathLst>
            </a:custGeom>
            <a:solidFill>
              <a:srgbClr val="DADADA"/>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21" name="Freeform 447">
              <a:extLst>
                <a:ext uri="{FF2B5EF4-FFF2-40B4-BE49-F238E27FC236}">
                  <a16:creationId xmlns:a16="http://schemas.microsoft.com/office/drawing/2014/main" id="{78BE37BA-53E1-F550-6C20-441372B6CA78}"/>
                </a:ext>
              </a:extLst>
            </p:cNvPr>
            <p:cNvSpPr>
              <a:spLocks/>
            </p:cNvSpPr>
            <p:nvPr/>
          </p:nvSpPr>
          <p:spPr bwMode="auto">
            <a:xfrm>
              <a:off x="2210" y="2065"/>
              <a:ext cx="36" cy="27"/>
            </a:xfrm>
            <a:custGeom>
              <a:avLst/>
              <a:gdLst>
                <a:gd name="T0" fmla="*/ 0 w 36"/>
                <a:gd name="T1" fmla="*/ 0 h 27"/>
                <a:gd name="T2" fmla="*/ 0 w 36"/>
                <a:gd name="T3" fmla="*/ 26 h 27"/>
                <a:gd name="T4" fmla="*/ 35 w 36"/>
                <a:gd name="T5" fmla="*/ 26 h 27"/>
                <a:gd name="T6" fmla="*/ 35 w 36"/>
                <a:gd name="T7" fmla="*/ 0 h 27"/>
                <a:gd name="T8" fmla="*/ 0 w 36"/>
                <a:gd name="T9" fmla="*/ 0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27">
                  <a:moveTo>
                    <a:pt x="0" y="0"/>
                  </a:moveTo>
                  <a:lnTo>
                    <a:pt x="0" y="26"/>
                  </a:lnTo>
                  <a:lnTo>
                    <a:pt x="35" y="26"/>
                  </a:lnTo>
                  <a:lnTo>
                    <a:pt x="35" y="0"/>
                  </a:lnTo>
                  <a:lnTo>
                    <a:pt x="0" y="0"/>
                  </a:lnTo>
                </a:path>
              </a:pathLst>
            </a:custGeom>
            <a:solidFill>
              <a:srgbClr val="DADADA"/>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22" name="Freeform 448">
              <a:extLst>
                <a:ext uri="{FF2B5EF4-FFF2-40B4-BE49-F238E27FC236}">
                  <a16:creationId xmlns:a16="http://schemas.microsoft.com/office/drawing/2014/main" id="{E715D541-B23E-A496-6090-D9093F13829F}"/>
                </a:ext>
              </a:extLst>
            </p:cNvPr>
            <p:cNvSpPr>
              <a:spLocks/>
            </p:cNvSpPr>
            <p:nvPr/>
          </p:nvSpPr>
          <p:spPr bwMode="auto">
            <a:xfrm>
              <a:off x="2254" y="2065"/>
              <a:ext cx="36" cy="27"/>
            </a:xfrm>
            <a:custGeom>
              <a:avLst/>
              <a:gdLst>
                <a:gd name="T0" fmla="*/ 0 w 36"/>
                <a:gd name="T1" fmla="*/ 0 h 27"/>
                <a:gd name="T2" fmla="*/ 0 w 36"/>
                <a:gd name="T3" fmla="*/ 26 h 27"/>
                <a:gd name="T4" fmla="*/ 35 w 36"/>
                <a:gd name="T5" fmla="*/ 26 h 27"/>
                <a:gd name="T6" fmla="*/ 35 w 36"/>
                <a:gd name="T7" fmla="*/ 0 h 27"/>
                <a:gd name="T8" fmla="*/ 0 w 36"/>
                <a:gd name="T9" fmla="*/ 0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27">
                  <a:moveTo>
                    <a:pt x="0" y="0"/>
                  </a:moveTo>
                  <a:lnTo>
                    <a:pt x="0" y="26"/>
                  </a:lnTo>
                  <a:lnTo>
                    <a:pt x="35" y="26"/>
                  </a:lnTo>
                  <a:lnTo>
                    <a:pt x="35" y="0"/>
                  </a:lnTo>
                  <a:lnTo>
                    <a:pt x="0" y="0"/>
                  </a:lnTo>
                </a:path>
              </a:pathLst>
            </a:custGeom>
            <a:solidFill>
              <a:srgbClr val="DADADA"/>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8523" name="Group 449">
              <a:extLst>
                <a:ext uri="{FF2B5EF4-FFF2-40B4-BE49-F238E27FC236}">
                  <a16:creationId xmlns:a16="http://schemas.microsoft.com/office/drawing/2014/main" id="{FF05F1FF-90D8-611D-5F42-EBD12500440D}"/>
                </a:ext>
              </a:extLst>
            </p:cNvPr>
            <p:cNvGrpSpPr>
              <a:grpSpLocks/>
            </p:cNvGrpSpPr>
            <p:nvPr/>
          </p:nvGrpSpPr>
          <p:grpSpPr bwMode="auto">
            <a:xfrm>
              <a:off x="1658" y="1763"/>
              <a:ext cx="320" cy="258"/>
              <a:chOff x="1658" y="1763"/>
              <a:chExt cx="320" cy="258"/>
            </a:xfrm>
          </p:grpSpPr>
          <p:sp>
            <p:nvSpPr>
              <p:cNvPr id="58525" name="Line 450">
                <a:extLst>
                  <a:ext uri="{FF2B5EF4-FFF2-40B4-BE49-F238E27FC236}">
                    <a16:creationId xmlns:a16="http://schemas.microsoft.com/office/drawing/2014/main" id="{59FB2B07-AA2B-475B-89CE-D39D2ED1D8AE}"/>
                  </a:ext>
                </a:extLst>
              </p:cNvPr>
              <p:cNvSpPr>
                <a:spLocks noChangeShapeType="1"/>
              </p:cNvSpPr>
              <p:nvPr/>
            </p:nvSpPr>
            <p:spPr bwMode="auto">
              <a:xfrm flipH="1">
                <a:off x="1658" y="1765"/>
                <a:ext cx="105" cy="90"/>
              </a:xfrm>
              <a:prstGeom prst="line">
                <a:avLst/>
              </a:prstGeom>
              <a:noFill/>
              <a:ln w="12700">
                <a:solidFill>
                  <a:srgbClr val="A3F25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526" name="Line 451">
                <a:extLst>
                  <a:ext uri="{FF2B5EF4-FFF2-40B4-BE49-F238E27FC236}">
                    <a16:creationId xmlns:a16="http://schemas.microsoft.com/office/drawing/2014/main" id="{B819A6ED-92FB-E580-3850-844489FF6392}"/>
                  </a:ext>
                </a:extLst>
              </p:cNvPr>
              <p:cNvSpPr>
                <a:spLocks noChangeShapeType="1"/>
              </p:cNvSpPr>
              <p:nvPr/>
            </p:nvSpPr>
            <p:spPr bwMode="auto">
              <a:xfrm flipH="1">
                <a:off x="1660" y="1763"/>
                <a:ext cx="146" cy="132"/>
              </a:xfrm>
              <a:prstGeom prst="line">
                <a:avLst/>
              </a:prstGeom>
              <a:noFill/>
              <a:ln w="12700">
                <a:solidFill>
                  <a:srgbClr val="A3F25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527" name="Line 452">
                <a:extLst>
                  <a:ext uri="{FF2B5EF4-FFF2-40B4-BE49-F238E27FC236}">
                    <a16:creationId xmlns:a16="http://schemas.microsoft.com/office/drawing/2014/main" id="{6CB23BAC-58BC-6DBC-D42B-92927EFB0FBE}"/>
                  </a:ext>
                </a:extLst>
              </p:cNvPr>
              <p:cNvSpPr>
                <a:spLocks noChangeShapeType="1"/>
              </p:cNvSpPr>
              <p:nvPr/>
            </p:nvSpPr>
            <p:spPr bwMode="auto">
              <a:xfrm flipH="1">
                <a:off x="1663" y="1797"/>
                <a:ext cx="156" cy="137"/>
              </a:xfrm>
              <a:prstGeom prst="line">
                <a:avLst/>
              </a:prstGeom>
              <a:noFill/>
              <a:ln w="12700">
                <a:solidFill>
                  <a:srgbClr val="A3F25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528" name="Line 453">
                <a:extLst>
                  <a:ext uri="{FF2B5EF4-FFF2-40B4-BE49-F238E27FC236}">
                    <a16:creationId xmlns:a16="http://schemas.microsoft.com/office/drawing/2014/main" id="{62422891-B6DD-13DC-FA88-DC82A9ACD868}"/>
                  </a:ext>
                </a:extLst>
              </p:cNvPr>
              <p:cNvSpPr>
                <a:spLocks noChangeShapeType="1"/>
              </p:cNvSpPr>
              <p:nvPr/>
            </p:nvSpPr>
            <p:spPr bwMode="auto">
              <a:xfrm flipH="1">
                <a:off x="1726" y="1767"/>
                <a:ext cx="239" cy="250"/>
              </a:xfrm>
              <a:prstGeom prst="line">
                <a:avLst/>
              </a:prstGeom>
              <a:noFill/>
              <a:ln w="12700">
                <a:solidFill>
                  <a:srgbClr val="A3F25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529" name="Line 454">
                <a:extLst>
                  <a:ext uri="{FF2B5EF4-FFF2-40B4-BE49-F238E27FC236}">
                    <a16:creationId xmlns:a16="http://schemas.microsoft.com/office/drawing/2014/main" id="{AFE03286-A131-0DB7-ADFA-F531D7C9E62D}"/>
                  </a:ext>
                </a:extLst>
              </p:cNvPr>
              <p:cNvSpPr>
                <a:spLocks noChangeShapeType="1"/>
              </p:cNvSpPr>
              <p:nvPr/>
            </p:nvSpPr>
            <p:spPr bwMode="auto">
              <a:xfrm flipH="1">
                <a:off x="1811" y="1859"/>
                <a:ext cx="167" cy="159"/>
              </a:xfrm>
              <a:prstGeom prst="line">
                <a:avLst/>
              </a:prstGeom>
              <a:noFill/>
              <a:ln w="12700">
                <a:solidFill>
                  <a:srgbClr val="A3F25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530" name="Line 455">
                <a:extLst>
                  <a:ext uri="{FF2B5EF4-FFF2-40B4-BE49-F238E27FC236}">
                    <a16:creationId xmlns:a16="http://schemas.microsoft.com/office/drawing/2014/main" id="{57E9BD36-0929-F2E2-D75E-38B38FDBCF46}"/>
                  </a:ext>
                </a:extLst>
              </p:cNvPr>
              <p:cNvSpPr>
                <a:spLocks noChangeShapeType="1"/>
              </p:cNvSpPr>
              <p:nvPr/>
            </p:nvSpPr>
            <p:spPr bwMode="auto">
              <a:xfrm flipH="1">
                <a:off x="1886" y="1943"/>
                <a:ext cx="83" cy="78"/>
              </a:xfrm>
              <a:prstGeom prst="line">
                <a:avLst/>
              </a:prstGeom>
              <a:noFill/>
              <a:ln w="12700">
                <a:solidFill>
                  <a:srgbClr val="A3F25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8524" name="Rectangle 456">
              <a:extLst>
                <a:ext uri="{FF2B5EF4-FFF2-40B4-BE49-F238E27FC236}">
                  <a16:creationId xmlns:a16="http://schemas.microsoft.com/office/drawing/2014/main" id="{9AA35254-80E3-AE70-4499-82985C3EB129}"/>
                </a:ext>
              </a:extLst>
            </p:cNvPr>
            <p:cNvSpPr>
              <a:spLocks noChangeArrowheads="1"/>
            </p:cNvSpPr>
            <p:nvPr/>
          </p:nvSpPr>
          <p:spPr bwMode="auto">
            <a:xfrm>
              <a:off x="1638" y="1785"/>
              <a:ext cx="39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sz="1600"/>
                <a:t>CNC</a:t>
              </a:r>
            </a:p>
          </p:txBody>
        </p:sp>
      </p:grpSp>
      <p:grpSp>
        <p:nvGrpSpPr>
          <p:cNvPr id="58397" name="Group 457">
            <a:extLst>
              <a:ext uri="{FF2B5EF4-FFF2-40B4-BE49-F238E27FC236}">
                <a16:creationId xmlns:a16="http://schemas.microsoft.com/office/drawing/2014/main" id="{D6BA3AAF-0546-333A-17C5-6157F4473F5A}"/>
              </a:ext>
            </a:extLst>
          </p:cNvPr>
          <p:cNvGrpSpPr>
            <a:grpSpLocks/>
          </p:cNvGrpSpPr>
          <p:nvPr/>
        </p:nvGrpSpPr>
        <p:grpSpPr bwMode="auto">
          <a:xfrm>
            <a:off x="2606675" y="4230688"/>
            <a:ext cx="1004888" cy="471487"/>
            <a:chOff x="1835" y="2811"/>
            <a:chExt cx="633" cy="297"/>
          </a:xfrm>
        </p:grpSpPr>
        <p:sp>
          <p:nvSpPr>
            <p:cNvPr id="58431" name="AutoShape 458">
              <a:extLst>
                <a:ext uri="{FF2B5EF4-FFF2-40B4-BE49-F238E27FC236}">
                  <a16:creationId xmlns:a16="http://schemas.microsoft.com/office/drawing/2014/main" id="{5A1F022D-4BBF-788F-CB7B-0E85C0A3BB86}"/>
                </a:ext>
              </a:extLst>
            </p:cNvPr>
            <p:cNvSpPr>
              <a:spLocks noChangeArrowheads="1"/>
            </p:cNvSpPr>
            <p:nvPr/>
          </p:nvSpPr>
          <p:spPr bwMode="auto">
            <a:xfrm>
              <a:off x="1842" y="2811"/>
              <a:ext cx="626" cy="280"/>
            </a:xfrm>
            <a:prstGeom prst="cube">
              <a:avLst>
                <a:gd name="adj" fmla="val 13120"/>
              </a:avLst>
            </a:prstGeom>
            <a:gradFill rotWithShape="0">
              <a:gsLst>
                <a:gs pos="0">
                  <a:srgbClr val="FAFD00"/>
                </a:gs>
                <a:gs pos="100000">
                  <a:srgbClr val="AFB100"/>
                </a:gs>
              </a:gsLst>
              <a:lin ang="189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32" name="Freeform 459">
              <a:extLst>
                <a:ext uri="{FF2B5EF4-FFF2-40B4-BE49-F238E27FC236}">
                  <a16:creationId xmlns:a16="http://schemas.microsoft.com/office/drawing/2014/main" id="{E8556FFF-E223-0CC5-8F37-FEBA1C924019}"/>
                </a:ext>
              </a:extLst>
            </p:cNvPr>
            <p:cNvSpPr>
              <a:spLocks/>
            </p:cNvSpPr>
            <p:nvPr/>
          </p:nvSpPr>
          <p:spPr bwMode="auto">
            <a:xfrm>
              <a:off x="2399" y="2842"/>
              <a:ext cx="44" cy="251"/>
            </a:xfrm>
            <a:custGeom>
              <a:avLst/>
              <a:gdLst>
                <a:gd name="T0" fmla="*/ 1 w 44"/>
                <a:gd name="T1" fmla="*/ 0 h 251"/>
                <a:gd name="T2" fmla="*/ 0 w 44"/>
                <a:gd name="T3" fmla="*/ 66 h 251"/>
                <a:gd name="T4" fmla="*/ 40 w 44"/>
                <a:gd name="T5" fmla="*/ 91 h 251"/>
                <a:gd name="T6" fmla="*/ 40 w 44"/>
                <a:gd name="T7" fmla="*/ 137 h 251"/>
                <a:gd name="T8" fmla="*/ 2 w 44"/>
                <a:gd name="T9" fmla="*/ 171 h 251"/>
                <a:gd name="T10" fmla="*/ 0 w 44"/>
                <a:gd name="T11" fmla="*/ 250 h 251"/>
                <a:gd name="T12" fmla="*/ 40 w 44"/>
                <a:gd name="T13" fmla="*/ 250 h 251"/>
                <a:gd name="T14" fmla="*/ 43 w 44"/>
                <a:gd name="T15" fmla="*/ 0 h 251"/>
                <a:gd name="T16" fmla="*/ 1 w 44"/>
                <a:gd name="T17" fmla="*/ 0 h 2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4" h="251">
                  <a:moveTo>
                    <a:pt x="1" y="0"/>
                  </a:moveTo>
                  <a:lnTo>
                    <a:pt x="0" y="66"/>
                  </a:lnTo>
                  <a:lnTo>
                    <a:pt x="40" y="91"/>
                  </a:lnTo>
                  <a:lnTo>
                    <a:pt x="40" y="137"/>
                  </a:lnTo>
                  <a:lnTo>
                    <a:pt x="2" y="171"/>
                  </a:lnTo>
                  <a:lnTo>
                    <a:pt x="0" y="250"/>
                  </a:lnTo>
                  <a:lnTo>
                    <a:pt x="40" y="250"/>
                  </a:lnTo>
                  <a:lnTo>
                    <a:pt x="43" y="0"/>
                  </a:lnTo>
                  <a:lnTo>
                    <a:pt x="1" y="0"/>
                  </a:lnTo>
                </a:path>
              </a:pathLst>
            </a:custGeom>
            <a:gradFill rotWithShape="0">
              <a:gsLst>
                <a:gs pos="0">
                  <a:srgbClr val="FAFD00"/>
                </a:gs>
                <a:gs pos="100000">
                  <a:srgbClr val="AFB100"/>
                </a:gs>
              </a:gsLst>
              <a:lin ang="18900000" scaled="1"/>
            </a:gradFill>
            <a:ln w="127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33" name="AutoShape 460">
              <a:extLst>
                <a:ext uri="{FF2B5EF4-FFF2-40B4-BE49-F238E27FC236}">
                  <a16:creationId xmlns:a16="http://schemas.microsoft.com/office/drawing/2014/main" id="{2AECADCD-CAA5-E690-539B-8DCFDD8E637D}"/>
                </a:ext>
              </a:extLst>
            </p:cNvPr>
            <p:cNvSpPr>
              <a:spLocks noChangeArrowheads="1"/>
            </p:cNvSpPr>
            <p:nvPr/>
          </p:nvSpPr>
          <p:spPr bwMode="auto">
            <a:xfrm>
              <a:off x="1846" y="2953"/>
              <a:ext cx="64" cy="62"/>
            </a:xfrm>
            <a:prstGeom prst="hexagon">
              <a:avLst>
                <a:gd name="adj" fmla="val 25802"/>
                <a:gd name="vf" fmla="val 115470"/>
              </a:avLst>
            </a:prstGeom>
            <a:solidFill>
              <a:schemeClr val="bg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nvGrpSpPr>
            <p:cNvPr id="58434" name="Group 461">
              <a:extLst>
                <a:ext uri="{FF2B5EF4-FFF2-40B4-BE49-F238E27FC236}">
                  <a16:creationId xmlns:a16="http://schemas.microsoft.com/office/drawing/2014/main" id="{A6542922-ADA1-AC9C-D0E8-85AFE84ED694}"/>
                </a:ext>
              </a:extLst>
            </p:cNvPr>
            <p:cNvGrpSpPr>
              <a:grpSpLocks/>
            </p:cNvGrpSpPr>
            <p:nvPr/>
          </p:nvGrpSpPr>
          <p:grpSpPr bwMode="auto">
            <a:xfrm>
              <a:off x="1846" y="2959"/>
              <a:ext cx="53" cy="58"/>
              <a:chOff x="1846" y="2959"/>
              <a:chExt cx="53" cy="58"/>
            </a:xfrm>
          </p:grpSpPr>
          <p:sp>
            <p:nvSpPr>
              <p:cNvPr id="58484" name="Oval 462">
                <a:extLst>
                  <a:ext uri="{FF2B5EF4-FFF2-40B4-BE49-F238E27FC236}">
                    <a16:creationId xmlns:a16="http://schemas.microsoft.com/office/drawing/2014/main" id="{F8D2F09D-0CE4-4C45-491B-332C199D0A32}"/>
                  </a:ext>
                </a:extLst>
              </p:cNvPr>
              <p:cNvSpPr>
                <a:spLocks noChangeArrowheads="1"/>
              </p:cNvSpPr>
              <p:nvPr/>
            </p:nvSpPr>
            <p:spPr bwMode="auto">
              <a:xfrm>
                <a:off x="1854" y="2959"/>
                <a:ext cx="45" cy="49"/>
              </a:xfrm>
              <a:prstGeom prst="ellipse">
                <a:avLst/>
              </a:prstGeom>
              <a:gradFill rotWithShape="0">
                <a:gsLst>
                  <a:gs pos="0">
                    <a:srgbClr val="F4F4F4"/>
                  </a:gs>
                  <a:gs pos="100000">
                    <a:srgbClr val="919191"/>
                  </a:gs>
                </a:gsLst>
                <a:lin ang="189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85" name="Oval 463">
                <a:extLst>
                  <a:ext uri="{FF2B5EF4-FFF2-40B4-BE49-F238E27FC236}">
                    <a16:creationId xmlns:a16="http://schemas.microsoft.com/office/drawing/2014/main" id="{A09697A0-1E9E-1A34-EF7A-0940711F83C7}"/>
                  </a:ext>
                </a:extLst>
              </p:cNvPr>
              <p:cNvSpPr>
                <a:spLocks noChangeArrowheads="1"/>
              </p:cNvSpPr>
              <p:nvPr/>
            </p:nvSpPr>
            <p:spPr bwMode="auto">
              <a:xfrm>
                <a:off x="1846" y="2970"/>
                <a:ext cx="45" cy="47"/>
              </a:xfrm>
              <a:prstGeom prst="ellipse">
                <a:avLst/>
              </a:prstGeom>
              <a:gradFill rotWithShape="0">
                <a:gsLst>
                  <a:gs pos="0">
                    <a:srgbClr val="F4F4F4"/>
                  </a:gs>
                  <a:gs pos="100000">
                    <a:srgbClr val="919191"/>
                  </a:gs>
                </a:gsLst>
                <a:lin ang="189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sp>
          <p:nvSpPr>
            <p:cNvPr id="58435" name="AutoShape 464">
              <a:extLst>
                <a:ext uri="{FF2B5EF4-FFF2-40B4-BE49-F238E27FC236}">
                  <a16:creationId xmlns:a16="http://schemas.microsoft.com/office/drawing/2014/main" id="{93BCC9A1-7CE6-1198-B36C-CE6E12C85A2A}"/>
                </a:ext>
              </a:extLst>
            </p:cNvPr>
            <p:cNvSpPr>
              <a:spLocks noChangeArrowheads="1"/>
            </p:cNvSpPr>
            <p:nvPr/>
          </p:nvSpPr>
          <p:spPr bwMode="auto">
            <a:xfrm>
              <a:off x="1910" y="2852"/>
              <a:ext cx="326" cy="256"/>
            </a:xfrm>
            <a:prstGeom prst="cube">
              <a:avLst>
                <a:gd name="adj" fmla="val 5551"/>
              </a:avLst>
            </a:prstGeom>
            <a:gradFill rotWithShape="0">
              <a:gsLst>
                <a:gs pos="0">
                  <a:srgbClr val="FAFD00"/>
                </a:gs>
                <a:gs pos="100000">
                  <a:srgbClr val="AFB100"/>
                </a:gs>
              </a:gsLst>
              <a:lin ang="189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nvGrpSpPr>
            <p:cNvPr id="58436" name="Group 465">
              <a:extLst>
                <a:ext uri="{FF2B5EF4-FFF2-40B4-BE49-F238E27FC236}">
                  <a16:creationId xmlns:a16="http://schemas.microsoft.com/office/drawing/2014/main" id="{70B062B7-4316-F917-0943-78EAC23DEBDD}"/>
                </a:ext>
              </a:extLst>
            </p:cNvPr>
            <p:cNvGrpSpPr>
              <a:grpSpLocks/>
            </p:cNvGrpSpPr>
            <p:nvPr/>
          </p:nvGrpSpPr>
          <p:grpSpPr bwMode="auto">
            <a:xfrm>
              <a:off x="1914" y="2873"/>
              <a:ext cx="297" cy="222"/>
              <a:chOff x="1914" y="2873"/>
              <a:chExt cx="297" cy="222"/>
            </a:xfrm>
          </p:grpSpPr>
          <p:grpSp>
            <p:nvGrpSpPr>
              <p:cNvPr id="58452" name="Group 466">
                <a:extLst>
                  <a:ext uri="{FF2B5EF4-FFF2-40B4-BE49-F238E27FC236}">
                    <a16:creationId xmlns:a16="http://schemas.microsoft.com/office/drawing/2014/main" id="{33150380-AA94-5CD5-F815-ED3411125ABA}"/>
                  </a:ext>
                </a:extLst>
              </p:cNvPr>
              <p:cNvGrpSpPr>
                <a:grpSpLocks/>
              </p:cNvGrpSpPr>
              <p:nvPr/>
            </p:nvGrpSpPr>
            <p:grpSpPr bwMode="auto">
              <a:xfrm>
                <a:off x="1914" y="2890"/>
                <a:ext cx="29" cy="40"/>
                <a:chOff x="1914" y="2890"/>
                <a:chExt cx="29" cy="40"/>
              </a:xfrm>
            </p:grpSpPr>
            <p:sp>
              <p:nvSpPr>
                <p:cNvPr id="58482" name="Oval 467">
                  <a:extLst>
                    <a:ext uri="{FF2B5EF4-FFF2-40B4-BE49-F238E27FC236}">
                      <a16:creationId xmlns:a16="http://schemas.microsoft.com/office/drawing/2014/main" id="{736DC4BB-C719-C5D3-8395-9F982FF51225}"/>
                    </a:ext>
                  </a:extLst>
                </p:cNvPr>
                <p:cNvSpPr>
                  <a:spLocks noChangeArrowheads="1"/>
                </p:cNvSpPr>
                <p:nvPr/>
              </p:nvSpPr>
              <p:spPr bwMode="auto">
                <a:xfrm>
                  <a:off x="1919" y="2890"/>
                  <a:ext cx="24" cy="30"/>
                </a:xfrm>
                <a:prstGeom prst="ellipse">
                  <a:avLst/>
                </a:prstGeom>
                <a:gradFill rotWithShape="0">
                  <a:gsLst>
                    <a:gs pos="0">
                      <a:srgbClr val="F4F4F4"/>
                    </a:gs>
                    <a:gs pos="100000">
                      <a:srgbClr val="919191"/>
                    </a:gs>
                  </a:gsLst>
                  <a:lin ang="189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83" name="Oval 468">
                  <a:extLst>
                    <a:ext uri="{FF2B5EF4-FFF2-40B4-BE49-F238E27FC236}">
                      <a16:creationId xmlns:a16="http://schemas.microsoft.com/office/drawing/2014/main" id="{5C70DCB6-60CB-B4EC-680D-6BDC4DCF31A5}"/>
                    </a:ext>
                  </a:extLst>
                </p:cNvPr>
                <p:cNvSpPr>
                  <a:spLocks noChangeArrowheads="1"/>
                </p:cNvSpPr>
                <p:nvPr/>
              </p:nvSpPr>
              <p:spPr bwMode="auto">
                <a:xfrm>
                  <a:off x="1914" y="2901"/>
                  <a:ext cx="24" cy="29"/>
                </a:xfrm>
                <a:prstGeom prst="ellipse">
                  <a:avLst/>
                </a:prstGeom>
                <a:gradFill rotWithShape="0">
                  <a:gsLst>
                    <a:gs pos="0">
                      <a:srgbClr val="F4F4F4"/>
                    </a:gs>
                    <a:gs pos="100000">
                      <a:srgbClr val="919191"/>
                    </a:gs>
                  </a:gsLst>
                  <a:lin ang="189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58453" name="Group 469">
                <a:extLst>
                  <a:ext uri="{FF2B5EF4-FFF2-40B4-BE49-F238E27FC236}">
                    <a16:creationId xmlns:a16="http://schemas.microsoft.com/office/drawing/2014/main" id="{50CBABC8-5864-EC87-BC8B-CE0627521CFD}"/>
                  </a:ext>
                </a:extLst>
              </p:cNvPr>
              <p:cNvGrpSpPr>
                <a:grpSpLocks/>
              </p:cNvGrpSpPr>
              <p:nvPr/>
            </p:nvGrpSpPr>
            <p:grpSpPr bwMode="auto">
              <a:xfrm>
                <a:off x="1988" y="2888"/>
                <a:ext cx="30" cy="40"/>
                <a:chOff x="1988" y="2888"/>
                <a:chExt cx="30" cy="40"/>
              </a:xfrm>
            </p:grpSpPr>
            <p:sp>
              <p:nvSpPr>
                <p:cNvPr id="58480" name="Oval 470">
                  <a:extLst>
                    <a:ext uri="{FF2B5EF4-FFF2-40B4-BE49-F238E27FC236}">
                      <a16:creationId xmlns:a16="http://schemas.microsoft.com/office/drawing/2014/main" id="{15F6B0AF-8DE6-8BCB-5595-F63DEB2BF044}"/>
                    </a:ext>
                  </a:extLst>
                </p:cNvPr>
                <p:cNvSpPr>
                  <a:spLocks noChangeArrowheads="1"/>
                </p:cNvSpPr>
                <p:nvPr/>
              </p:nvSpPr>
              <p:spPr bwMode="auto">
                <a:xfrm>
                  <a:off x="1993" y="2888"/>
                  <a:ext cx="25" cy="30"/>
                </a:xfrm>
                <a:prstGeom prst="ellipse">
                  <a:avLst/>
                </a:prstGeom>
                <a:gradFill rotWithShape="0">
                  <a:gsLst>
                    <a:gs pos="0">
                      <a:srgbClr val="F4F4F4"/>
                    </a:gs>
                    <a:gs pos="100000">
                      <a:srgbClr val="919191"/>
                    </a:gs>
                  </a:gsLst>
                  <a:lin ang="189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81" name="Oval 471">
                  <a:extLst>
                    <a:ext uri="{FF2B5EF4-FFF2-40B4-BE49-F238E27FC236}">
                      <a16:creationId xmlns:a16="http://schemas.microsoft.com/office/drawing/2014/main" id="{2BBC534B-D24D-D664-91E9-F2C4AC531D0B}"/>
                    </a:ext>
                  </a:extLst>
                </p:cNvPr>
                <p:cNvSpPr>
                  <a:spLocks noChangeArrowheads="1"/>
                </p:cNvSpPr>
                <p:nvPr/>
              </p:nvSpPr>
              <p:spPr bwMode="auto">
                <a:xfrm>
                  <a:off x="1988" y="2899"/>
                  <a:ext cx="24" cy="29"/>
                </a:xfrm>
                <a:prstGeom prst="ellipse">
                  <a:avLst/>
                </a:prstGeom>
                <a:gradFill rotWithShape="0">
                  <a:gsLst>
                    <a:gs pos="0">
                      <a:srgbClr val="F4F4F4"/>
                    </a:gs>
                    <a:gs pos="100000">
                      <a:srgbClr val="919191"/>
                    </a:gs>
                  </a:gsLst>
                  <a:lin ang="189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58454" name="Group 472">
                <a:extLst>
                  <a:ext uri="{FF2B5EF4-FFF2-40B4-BE49-F238E27FC236}">
                    <a16:creationId xmlns:a16="http://schemas.microsoft.com/office/drawing/2014/main" id="{838AEEB9-3AB3-E7CC-77F1-2F47F84DA9B9}"/>
                  </a:ext>
                </a:extLst>
              </p:cNvPr>
              <p:cNvGrpSpPr>
                <a:grpSpLocks/>
              </p:cNvGrpSpPr>
              <p:nvPr/>
            </p:nvGrpSpPr>
            <p:grpSpPr bwMode="auto">
              <a:xfrm>
                <a:off x="2148" y="2885"/>
                <a:ext cx="30" cy="40"/>
                <a:chOff x="2148" y="2885"/>
                <a:chExt cx="30" cy="40"/>
              </a:xfrm>
            </p:grpSpPr>
            <p:sp>
              <p:nvSpPr>
                <p:cNvPr id="58478" name="Oval 473">
                  <a:extLst>
                    <a:ext uri="{FF2B5EF4-FFF2-40B4-BE49-F238E27FC236}">
                      <a16:creationId xmlns:a16="http://schemas.microsoft.com/office/drawing/2014/main" id="{09E24B88-A4D9-1165-0992-126B43B52E4B}"/>
                    </a:ext>
                  </a:extLst>
                </p:cNvPr>
                <p:cNvSpPr>
                  <a:spLocks noChangeArrowheads="1"/>
                </p:cNvSpPr>
                <p:nvPr/>
              </p:nvSpPr>
              <p:spPr bwMode="auto">
                <a:xfrm>
                  <a:off x="2154" y="2885"/>
                  <a:ext cx="24" cy="30"/>
                </a:xfrm>
                <a:prstGeom prst="ellipse">
                  <a:avLst/>
                </a:prstGeom>
                <a:gradFill rotWithShape="0">
                  <a:gsLst>
                    <a:gs pos="0">
                      <a:srgbClr val="F4F4F4"/>
                    </a:gs>
                    <a:gs pos="100000">
                      <a:srgbClr val="919191"/>
                    </a:gs>
                  </a:gsLst>
                  <a:lin ang="189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79" name="Oval 474">
                  <a:extLst>
                    <a:ext uri="{FF2B5EF4-FFF2-40B4-BE49-F238E27FC236}">
                      <a16:creationId xmlns:a16="http://schemas.microsoft.com/office/drawing/2014/main" id="{A250C120-D5BA-0318-CEEC-C50F774FF423}"/>
                    </a:ext>
                  </a:extLst>
                </p:cNvPr>
                <p:cNvSpPr>
                  <a:spLocks noChangeArrowheads="1"/>
                </p:cNvSpPr>
                <p:nvPr/>
              </p:nvSpPr>
              <p:spPr bwMode="auto">
                <a:xfrm>
                  <a:off x="2148" y="2896"/>
                  <a:ext cx="24" cy="29"/>
                </a:xfrm>
                <a:prstGeom prst="ellipse">
                  <a:avLst/>
                </a:prstGeom>
                <a:gradFill rotWithShape="0">
                  <a:gsLst>
                    <a:gs pos="0">
                      <a:srgbClr val="F4F4F4"/>
                    </a:gs>
                    <a:gs pos="100000">
                      <a:srgbClr val="919191"/>
                    </a:gs>
                  </a:gsLst>
                  <a:lin ang="189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58455" name="Group 475">
                <a:extLst>
                  <a:ext uri="{FF2B5EF4-FFF2-40B4-BE49-F238E27FC236}">
                    <a16:creationId xmlns:a16="http://schemas.microsoft.com/office/drawing/2014/main" id="{89881DE1-B627-F252-E225-228FCC12A7C3}"/>
                  </a:ext>
                </a:extLst>
              </p:cNvPr>
              <p:cNvGrpSpPr>
                <a:grpSpLocks/>
              </p:cNvGrpSpPr>
              <p:nvPr/>
            </p:nvGrpSpPr>
            <p:grpSpPr bwMode="auto">
              <a:xfrm>
                <a:off x="2067" y="2887"/>
                <a:ext cx="29" cy="40"/>
                <a:chOff x="2067" y="2887"/>
                <a:chExt cx="29" cy="40"/>
              </a:xfrm>
            </p:grpSpPr>
            <p:sp>
              <p:nvSpPr>
                <p:cNvPr id="58476" name="Oval 476">
                  <a:extLst>
                    <a:ext uri="{FF2B5EF4-FFF2-40B4-BE49-F238E27FC236}">
                      <a16:creationId xmlns:a16="http://schemas.microsoft.com/office/drawing/2014/main" id="{3644A26F-298B-6724-4995-AA01B016A359}"/>
                    </a:ext>
                  </a:extLst>
                </p:cNvPr>
                <p:cNvSpPr>
                  <a:spLocks noChangeArrowheads="1"/>
                </p:cNvSpPr>
                <p:nvPr/>
              </p:nvSpPr>
              <p:spPr bwMode="auto">
                <a:xfrm>
                  <a:off x="2071" y="2887"/>
                  <a:ext cx="25" cy="30"/>
                </a:xfrm>
                <a:prstGeom prst="ellipse">
                  <a:avLst/>
                </a:prstGeom>
                <a:gradFill rotWithShape="0">
                  <a:gsLst>
                    <a:gs pos="0">
                      <a:srgbClr val="F4F4F4"/>
                    </a:gs>
                    <a:gs pos="100000">
                      <a:srgbClr val="919191"/>
                    </a:gs>
                  </a:gsLst>
                  <a:lin ang="189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77" name="Oval 477">
                  <a:extLst>
                    <a:ext uri="{FF2B5EF4-FFF2-40B4-BE49-F238E27FC236}">
                      <a16:creationId xmlns:a16="http://schemas.microsoft.com/office/drawing/2014/main" id="{4238F0F7-0307-9838-1CD3-1F839EB3B81C}"/>
                    </a:ext>
                  </a:extLst>
                </p:cNvPr>
                <p:cNvSpPr>
                  <a:spLocks noChangeArrowheads="1"/>
                </p:cNvSpPr>
                <p:nvPr/>
              </p:nvSpPr>
              <p:spPr bwMode="auto">
                <a:xfrm>
                  <a:off x="2067" y="2897"/>
                  <a:ext cx="25" cy="30"/>
                </a:xfrm>
                <a:prstGeom prst="ellipse">
                  <a:avLst/>
                </a:prstGeom>
                <a:gradFill rotWithShape="0">
                  <a:gsLst>
                    <a:gs pos="0">
                      <a:srgbClr val="F4F4F4"/>
                    </a:gs>
                    <a:gs pos="100000">
                      <a:srgbClr val="919191"/>
                    </a:gs>
                  </a:gsLst>
                  <a:lin ang="189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58456" name="Group 478">
                <a:extLst>
                  <a:ext uri="{FF2B5EF4-FFF2-40B4-BE49-F238E27FC236}">
                    <a16:creationId xmlns:a16="http://schemas.microsoft.com/office/drawing/2014/main" id="{D8719CF9-F517-AA93-440B-0FB274724A46}"/>
                  </a:ext>
                </a:extLst>
              </p:cNvPr>
              <p:cNvGrpSpPr>
                <a:grpSpLocks/>
              </p:cNvGrpSpPr>
              <p:nvPr/>
            </p:nvGrpSpPr>
            <p:grpSpPr bwMode="auto">
              <a:xfrm>
                <a:off x="2063" y="3045"/>
                <a:ext cx="30" cy="42"/>
                <a:chOff x="2063" y="3045"/>
                <a:chExt cx="30" cy="42"/>
              </a:xfrm>
            </p:grpSpPr>
            <p:sp>
              <p:nvSpPr>
                <p:cNvPr id="58474" name="Oval 479">
                  <a:extLst>
                    <a:ext uri="{FF2B5EF4-FFF2-40B4-BE49-F238E27FC236}">
                      <a16:creationId xmlns:a16="http://schemas.microsoft.com/office/drawing/2014/main" id="{BA6FA3CF-3606-8656-4891-1E8C1CD51189}"/>
                    </a:ext>
                  </a:extLst>
                </p:cNvPr>
                <p:cNvSpPr>
                  <a:spLocks noChangeArrowheads="1"/>
                </p:cNvSpPr>
                <p:nvPr/>
              </p:nvSpPr>
              <p:spPr bwMode="auto">
                <a:xfrm>
                  <a:off x="2069" y="3045"/>
                  <a:ext cx="24" cy="31"/>
                </a:xfrm>
                <a:prstGeom prst="ellipse">
                  <a:avLst/>
                </a:prstGeom>
                <a:gradFill rotWithShape="0">
                  <a:gsLst>
                    <a:gs pos="0">
                      <a:srgbClr val="F4F4F4"/>
                    </a:gs>
                    <a:gs pos="100000">
                      <a:srgbClr val="919191"/>
                    </a:gs>
                  </a:gsLst>
                  <a:lin ang="189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75" name="Oval 480">
                  <a:extLst>
                    <a:ext uri="{FF2B5EF4-FFF2-40B4-BE49-F238E27FC236}">
                      <a16:creationId xmlns:a16="http://schemas.microsoft.com/office/drawing/2014/main" id="{3FC5D955-F61A-9F65-F160-1A191FC745AC}"/>
                    </a:ext>
                  </a:extLst>
                </p:cNvPr>
                <p:cNvSpPr>
                  <a:spLocks noChangeArrowheads="1"/>
                </p:cNvSpPr>
                <p:nvPr/>
              </p:nvSpPr>
              <p:spPr bwMode="auto">
                <a:xfrm>
                  <a:off x="2063" y="3057"/>
                  <a:ext cx="25" cy="30"/>
                </a:xfrm>
                <a:prstGeom prst="ellipse">
                  <a:avLst/>
                </a:prstGeom>
                <a:gradFill rotWithShape="0">
                  <a:gsLst>
                    <a:gs pos="0">
                      <a:srgbClr val="F4F4F4"/>
                    </a:gs>
                    <a:gs pos="100000">
                      <a:srgbClr val="919191"/>
                    </a:gs>
                  </a:gsLst>
                  <a:lin ang="189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58457" name="Group 481">
                <a:extLst>
                  <a:ext uri="{FF2B5EF4-FFF2-40B4-BE49-F238E27FC236}">
                    <a16:creationId xmlns:a16="http://schemas.microsoft.com/office/drawing/2014/main" id="{4F8E0600-160F-6EF5-AEB4-E273B501F931}"/>
                  </a:ext>
                </a:extLst>
              </p:cNvPr>
              <p:cNvGrpSpPr>
                <a:grpSpLocks/>
              </p:cNvGrpSpPr>
              <p:nvPr/>
            </p:nvGrpSpPr>
            <p:grpSpPr bwMode="auto">
              <a:xfrm>
                <a:off x="1985" y="3046"/>
                <a:ext cx="31" cy="42"/>
                <a:chOff x="1985" y="3046"/>
                <a:chExt cx="31" cy="42"/>
              </a:xfrm>
            </p:grpSpPr>
            <p:sp>
              <p:nvSpPr>
                <p:cNvPr id="58472" name="Oval 482">
                  <a:extLst>
                    <a:ext uri="{FF2B5EF4-FFF2-40B4-BE49-F238E27FC236}">
                      <a16:creationId xmlns:a16="http://schemas.microsoft.com/office/drawing/2014/main" id="{CF2937BC-FEE9-2C60-1CE2-EF9B7C1E6753}"/>
                    </a:ext>
                  </a:extLst>
                </p:cNvPr>
                <p:cNvSpPr>
                  <a:spLocks noChangeArrowheads="1"/>
                </p:cNvSpPr>
                <p:nvPr/>
              </p:nvSpPr>
              <p:spPr bwMode="auto">
                <a:xfrm>
                  <a:off x="1991" y="3046"/>
                  <a:ext cx="25" cy="31"/>
                </a:xfrm>
                <a:prstGeom prst="ellipse">
                  <a:avLst/>
                </a:prstGeom>
                <a:gradFill rotWithShape="0">
                  <a:gsLst>
                    <a:gs pos="0">
                      <a:srgbClr val="F4F4F4"/>
                    </a:gs>
                    <a:gs pos="100000">
                      <a:srgbClr val="919191"/>
                    </a:gs>
                  </a:gsLst>
                  <a:lin ang="189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73" name="Oval 483">
                  <a:extLst>
                    <a:ext uri="{FF2B5EF4-FFF2-40B4-BE49-F238E27FC236}">
                      <a16:creationId xmlns:a16="http://schemas.microsoft.com/office/drawing/2014/main" id="{0BFAC045-3933-5E38-7C64-97620E81109C}"/>
                    </a:ext>
                  </a:extLst>
                </p:cNvPr>
                <p:cNvSpPr>
                  <a:spLocks noChangeArrowheads="1"/>
                </p:cNvSpPr>
                <p:nvPr/>
              </p:nvSpPr>
              <p:spPr bwMode="auto">
                <a:xfrm>
                  <a:off x="1985" y="3058"/>
                  <a:ext cx="25" cy="30"/>
                </a:xfrm>
                <a:prstGeom prst="ellipse">
                  <a:avLst/>
                </a:prstGeom>
                <a:gradFill rotWithShape="0">
                  <a:gsLst>
                    <a:gs pos="0">
                      <a:srgbClr val="F4F4F4"/>
                    </a:gs>
                    <a:gs pos="100000">
                      <a:srgbClr val="919191"/>
                    </a:gs>
                  </a:gsLst>
                  <a:lin ang="189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58458" name="Group 484">
                <a:extLst>
                  <a:ext uri="{FF2B5EF4-FFF2-40B4-BE49-F238E27FC236}">
                    <a16:creationId xmlns:a16="http://schemas.microsoft.com/office/drawing/2014/main" id="{44633ABB-CAD0-C7D4-F620-8727F37F766F}"/>
                  </a:ext>
                </a:extLst>
              </p:cNvPr>
              <p:cNvGrpSpPr>
                <a:grpSpLocks/>
              </p:cNvGrpSpPr>
              <p:nvPr/>
            </p:nvGrpSpPr>
            <p:grpSpPr bwMode="auto">
              <a:xfrm>
                <a:off x="1914" y="3048"/>
                <a:ext cx="30" cy="41"/>
                <a:chOff x="1914" y="3048"/>
                <a:chExt cx="30" cy="41"/>
              </a:xfrm>
            </p:grpSpPr>
            <p:sp>
              <p:nvSpPr>
                <p:cNvPr id="58470" name="Oval 485">
                  <a:extLst>
                    <a:ext uri="{FF2B5EF4-FFF2-40B4-BE49-F238E27FC236}">
                      <a16:creationId xmlns:a16="http://schemas.microsoft.com/office/drawing/2014/main" id="{02336141-EE88-399C-B39D-86EEB791BD13}"/>
                    </a:ext>
                  </a:extLst>
                </p:cNvPr>
                <p:cNvSpPr>
                  <a:spLocks noChangeArrowheads="1"/>
                </p:cNvSpPr>
                <p:nvPr/>
              </p:nvSpPr>
              <p:spPr bwMode="auto">
                <a:xfrm>
                  <a:off x="1919" y="3048"/>
                  <a:ext cx="25" cy="31"/>
                </a:xfrm>
                <a:prstGeom prst="ellipse">
                  <a:avLst/>
                </a:prstGeom>
                <a:gradFill rotWithShape="0">
                  <a:gsLst>
                    <a:gs pos="0">
                      <a:srgbClr val="F4F4F4"/>
                    </a:gs>
                    <a:gs pos="100000">
                      <a:srgbClr val="919191"/>
                    </a:gs>
                  </a:gsLst>
                  <a:lin ang="189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71" name="Oval 486">
                  <a:extLst>
                    <a:ext uri="{FF2B5EF4-FFF2-40B4-BE49-F238E27FC236}">
                      <a16:creationId xmlns:a16="http://schemas.microsoft.com/office/drawing/2014/main" id="{2ECCA2E7-9F0D-6342-FC85-7D9E4A9D7B24}"/>
                    </a:ext>
                  </a:extLst>
                </p:cNvPr>
                <p:cNvSpPr>
                  <a:spLocks noChangeArrowheads="1"/>
                </p:cNvSpPr>
                <p:nvPr/>
              </p:nvSpPr>
              <p:spPr bwMode="auto">
                <a:xfrm>
                  <a:off x="1914" y="3059"/>
                  <a:ext cx="24" cy="30"/>
                </a:xfrm>
                <a:prstGeom prst="ellipse">
                  <a:avLst/>
                </a:prstGeom>
                <a:gradFill rotWithShape="0">
                  <a:gsLst>
                    <a:gs pos="0">
                      <a:srgbClr val="F4F4F4"/>
                    </a:gs>
                    <a:gs pos="100000">
                      <a:srgbClr val="919191"/>
                    </a:gs>
                  </a:gsLst>
                  <a:lin ang="189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sp>
            <p:nvSpPr>
              <p:cNvPr id="58459" name="Rectangle 487">
                <a:extLst>
                  <a:ext uri="{FF2B5EF4-FFF2-40B4-BE49-F238E27FC236}">
                    <a16:creationId xmlns:a16="http://schemas.microsoft.com/office/drawing/2014/main" id="{244A299D-B5EB-239F-C595-AC256A43052D}"/>
                  </a:ext>
                </a:extLst>
              </p:cNvPr>
              <p:cNvSpPr>
                <a:spLocks noChangeArrowheads="1"/>
              </p:cNvSpPr>
              <p:nvPr/>
            </p:nvSpPr>
            <p:spPr bwMode="auto">
              <a:xfrm>
                <a:off x="1959" y="2878"/>
                <a:ext cx="12" cy="58"/>
              </a:xfrm>
              <a:prstGeom prst="rect">
                <a:avLst/>
              </a:prstGeom>
              <a:gradFill rotWithShape="0">
                <a:gsLst>
                  <a:gs pos="0">
                    <a:srgbClr val="F4F4F4"/>
                  </a:gs>
                  <a:gs pos="100000">
                    <a:srgbClr val="919191"/>
                  </a:gs>
                </a:gsLst>
                <a:lin ang="189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60" name="Rectangle 488">
                <a:extLst>
                  <a:ext uri="{FF2B5EF4-FFF2-40B4-BE49-F238E27FC236}">
                    <a16:creationId xmlns:a16="http://schemas.microsoft.com/office/drawing/2014/main" id="{3A671C04-0069-DA0D-4E24-04F05AF6D41E}"/>
                  </a:ext>
                </a:extLst>
              </p:cNvPr>
              <p:cNvSpPr>
                <a:spLocks noChangeArrowheads="1"/>
              </p:cNvSpPr>
              <p:nvPr/>
            </p:nvSpPr>
            <p:spPr bwMode="auto">
              <a:xfrm>
                <a:off x="2031" y="2876"/>
                <a:ext cx="11" cy="59"/>
              </a:xfrm>
              <a:prstGeom prst="rect">
                <a:avLst/>
              </a:prstGeom>
              <a:gradFill rotWithShape="0">
                <a:gsLst>
                  <a:gs pos="0">
                    <a:srgbClr val="F4F4F4"/>
                  </a:gs>
                  <a:gs pos="100000">
                    <a:srgbClr val="919191"/>
                  </a:gs>
                </a:gsLst>
                <a:lin ang="189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61" name="Rectangle 489">
                <a:extLst>
                  <a:ext uri="{FF2B5EF4-FFF2-40B4-BE49-F238E27FC236}">
                    <a16:creationId xmlns:a16="http://schemas.microsoft.com/office/drawing/2014/main" id="{6E155B8F-C87E-7C61-7945-AC3E3712C70A}"/>
                  </a:ext>
                </a:extLst>
              </p:cNvPr>
              <p:cNvSpPr>
                <a:spLocks noChangeArrowheads="1"/>
              </p:cNvSpPr>
              <p:nvPr/>
            </p:nvSpPr>
            <p:spPr bwMode="auto">
              <a:xfrm>
                <a:off x="2110" y="2875"/>
                <a:ext cx="12" cy="59"/>
              </a:xfrm>
              <a:prstGeom prst="rect">
                <a:avLst/>
              </a:prstGeom>
              <a:gradFill rotWithShape="0">
                <a:gsLst>
                  <a:gs pos="0">
                    <a:srgbClr val="F4F4F4"/>
                  </a:gs>
                  <a:gs pos="100000">
                    <a:srgbClr val="919191"/>
                  </a:gs>
                </a:gsLst>
                <a:lin ang="189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62" name="Rectangle 490">
                <a:extLst>
                  <a:ext uri="{FF2B5EF4-FFF2-40B4-BE49-F238E27FC236}">
                    <a16:creationId xmlns:a16="http://schemas.microsoft.com/office/drawing/2014/main" id="{78976430-C969-E324-E7CB-27D55FADA8B1}"/>
                  </a:ext>
                </a:extLst>
              </p:cNvPr>
              <p:cNvSpPr>
                <a:spLocks noChangeArrowheads="1"/>
              </p:cNvSpPr>
              <p:nvPr/>
            </p:nvSpPr>
            <p:spPr bwMode="auto">
              <a:xfrm>
                <a:off x="2200" y="2873"/>
                <a:ext cx="11" cy="59"/>
              </a:xfrm>
              <a:prstGeom prst="rect">
                <a:avLst/>
              </a:prstGeom>
              <a:gradFill rotWithShape="0">
                <a:gsLst>
                  <a:gs pos="0">
                    <a:srgbClr val="F4F4F4"/>
                  </a:gs>
                  <a:gs pos="100000">
                    <a:srgbClr val="919191"/>
                  </a:gs>
                </a:gsLst>
                <a:lin ang="189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63" name="Rectangle 491">
                <a:extLst>
                  <a:ext uri="{FF2B5EF4-FFF2-40B4-BE49-F238E27FC236}">
                    <a16:creationId xmlns:a16="http://schemas.microsoft.com/office/drawing/2014/main" id="{F477ADAB-D00A-C753-8A59-EE01D2BF2466}"/>
                  </a:ext>
                </a:extLst>
              </p:cNvPr>
              <p:cNvSpPr>
                <a:spLocks noChangeArrowheads="1"/>
              </p:cNvSpPr>
              <p:nvPr/>
            </p:nvSpPr>
            <p:spPr bwMode="auto">
              <a:xfrm>
                <a:off x="2109" y="3032"/>
                <a:ext cx="13" cy="59"/>
              </a:xfrm>
              <a:prstGeom prst="rect">
                <a:avLst/>
              </a:prstGeom>
              <a:gradFill rotWithShape="0">
                <a:gsLst>
                  <a:gs pos="0">
                    <a:srgbClr val="F4F4F4"/>
                  </a:gs>
                  <a:gs pos="100000">
                    <a:srgbClr val="919191"/>
                  </a:gs>
                </a:gsLst>
                <a:lin ang="189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64" name="Rectangle 492">
                <a:extLst>
                  <a:ext uri="{FF2B5EF4-FFF2-40B4-BE49-F238E27FC236}">
                    <a16:creationId xmlns:a16="http://schemas.microsoft.com/office/drawing/2014/main" id="{0AC89BE3-3EEB-FA29-E377-E1B055000266}"/>
                  </a:ext>
                </a:extLst>
              </p:cNvPr>
              <p:cNvSpPr>
                <a:spLocks noChangeArrowheads="1"/>
              </p:cNvSpPr>
              <p:nvPr/>
            </p:nvSpPr>
            <p:spPr bwMode="auto">
              <a:xfrm>
                <a:off x="1959" y="3037"/>
                <a:ext cx="12" cy="58"/>
              </a:xfrm>
              <a:prstGeom prst="rect">
                <a:avLst/>
              </a:prstGeom>
              <a:gradFill rotWithShape="0">
                <a:gsLst>
                  <a:gs pos="0">
                    <a:srgbClr val="F4F4F4"/>
                  </a:gs>
                  <a:gs pos="100000">
                    <a:srgbClr val="919191"/>
                  </a:gs>
                </a:gsLst>
                <a:lin ang="189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65" name="Rectangle 493">
                <a:extLst>
                  <a:ext uri="{FF2B5EF4-FFF2-40B4-BE49-F238E27FC236}">
                    <a16:creationId xmlns:a16="http://schemas.microsoft.com/office/drawing/2014/main" id="{CF1C3DF7-9D07-47C0-15DB-A5E5F24FEA65}"/>
                  </a:ext>
                </a:extLst>
              </p:cNvPr>
              <p:cNvSpPr>
                <a:spLocks noChangeArrowheads="1"/>
              </p:cNvSpPr>
              <p:nvPr/>
            </p:nvSpPr>
            <p:spPr bwMode="auto">
              <a:xfrm>
                <a:off x="2196" y="3035"/>
                <a:ext cx="13" cy="57"/>
              </a:xfrm>
              <a:prstGeom prst="rect">
                <a:avLst/>
              </a:prstGeom>
              <a:gradFill rotWithShape="0">
                <a:gsLst>
                  <a:gs pos="0">
                    <a:srgbClr val="F4F4F4"/>
                  </a:gs>
                  <a:gs pos="100000">
                    <a:srgbClr val="919191"/>
                  </a:gs>
                </a:gsLst>
                <a:lin ang="189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66" name="Rectangle 494">
                <a:extLst>
                  <a:ext uri="{FF2B5EF4-FFF2-40B4-BE49-F238E27FC236}">
                    <a16:creationId xmlns:a16="http://schemas.microsoft.com/office/drawing/2014/main" id="{AADA5DEC-75AF-4FEC-795A-A79AE0F12FEE}"/>
                  </a:ext>
                </a:extLst>
              </p:cNvPr>
              <p:cNvSpPr>
                <a:spLocks noChangeArrowheads="1"/>
              </p:cNvSpPr>
              <p:nvPr/>
            </p:nvSpPr>
            <p:spPr bwMode="auto">
              <a:xfrm>
                <a:off x="2031" y="3034"/>
                <a:ext cx="11" cy="59"/>
              </a:xfrm>
              <a:prstGeom prst="rect">
                <a:avLst/>
              </a:prstGeom>
              <a:gradFill rotWithShape="0">
                <a:gsLst>
                  <a:gs pos="0">
                    <a:srgbClr val="F4F4F4"/>
                  </a:gs>
                  <a:gs pos="100000">
                    <a:srgbClr val="919191"/>
                  </a:gs>
                </a:gsLst>
                <a:lin ang="189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nvGrpSpPr>
              <p:cNvPr id="58467" name="Group 495">
                <a:extLst>
                  <a:ext uri="{FF2B5EF4-FFF2-40B4-BE49-F238E27FC236}">
                    <a16:creationId xmlns:a16="http://schemas.microsoft.com/office/drawing/2014/main" id="{2EC64811-2D1A-6729-FAD7-8B617DA58898}"/>
                  </a:ext>
                </a:extLst>
              </p:cNvPr>
              <p:cNvGrpSpPr>
                <a:grpSpLocks/>
              </p:cNvGrpSpPr>
              <p:nvPr/>
            </p:nvGrpSpPr>
            <p:grpSpPr bwMode="auto">
              <a:xfrm>
                <a:off x="2145" y="3045"/>
                <a:ext cx="30" cy="42"/>
                <a:chOff x="2145" y="3045"/>
                <a:chExt cx="30" cy="42"/>
              </a:xfrm>
            </p:grpSpPr>
            <p:sp>
              <p:nvSpPr>
                <p:cNvPr id="58468" name="Oval 496">
                  <a:extLst>
                    <a:ext uri="{FF2B5EF4-FFF2-40B4-BE49-F238E27FC236}">
                      <a16:creationId xmlns:a16="http://schemas.microsoft.com/office/drawing/2014/main" id="{B56DC620-7BB7-E24D-EB4A-F70EAED96CA4}"/>
                    </a:ext>
                  </a:extLst>
                </p:cNvPr>
                <p:cNvSpPr>
                  <a:spLocks noChangeArrowheads="1"/>
                </p:cNvSpPr>
                <p:nvPr/>
              </p:nvSpPr>
              <p:spPr bwMode="auto">
                <a:xfrm>
                  <a:off x="2150" y="3045"/>
                  <a:ext cx="25" cy="30"/>
                </a:xfrm>
                <a:prstGeom prst="ellipse">
                  <a:avLst/>
                </a:prstGeom>
                <a:gradFill rotWithShape="0">
                  <a:gsLst>
                    <a:gs pos="0">
                      <a:srgbClr val="F4F4F4"/>
                    </a:gs>
                    <a:gs pos="100000">
                      <a:srgbClr val="919191"/>
                    </a:gs>
                  </a:gsLst>
                  <a:lin ang="189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69" name="Oval 497">
                  <a:extLst>
                    <a:ext uri="{FF2B5EF4-FFF2-40B4-BE49-F238E27FC236}">
                      <a16:creationId xmlns:a16="http://schemas.microsoft.com/office/drawing/2014/main" id="{8611C907-FC42-E145-4B3F-E473390864B2}"/>
                    </a:ext>
                  </a:extLst>
                </p:cNvPr>
                <p:cNvSpPr>
                  <a:spLocks noChangeArrowheads="1"/>
                </p:cNvSpPr>
                <p:nvPr/>
              </p:nvSpPr>
              <p:spPr bwMode="auto">
                <a:xfrm>
                  <a:off x="2145" y="3056"/>
                  <a:ext cx="25" cy="31"/>
                </a:xfrm>
                <a:prstGeom prst="ellipse">
                  <a:avLst/>
                </a:prstGeom>
                <a:gradFill rotWithShape="0">
                  <a:gsLst>
                    <a:gs pos="0">
                      <a:srgbClr val="F4F4F4"/>
                    </a:gs>
                    <a:gs pos="100000">
                      <a:srgbClr val="919191"/>
                    </a:gs>
                  </a:gsLst>
                  <a:lin ang="189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sp>
          <p:nvSpPr>
            <p:cNvPr id="58437" name="Rectangle 498">
              <a:extLst>
                <a:ext uri="{FF2B5EF4-FFF2-40B4-BE49-F238E27FC236}">
                  <a16:creationId xmlns:a16="http://schemas.microsoft.com/office/drawing/2014/main" id="{AADB60EA-D385-C952-C886-901A69621C4F}"/>
                </a:ext>
              </a:extLst>
            </p:cNvPr>
            <p:cNvSpPr>
              <a:spLocks noChangeArrowheads="1"/>
            </p:cNvSpPr>
            <p:nvPr/>
          </p:nvSpPr>
          <p:spPr bwMode="auto">
            <a:xfrm>
              <a:off x="2407" y="2932"/>
              <a:ext cx="9" cy="54"/>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nvGrpSpPr>
            <p:cNvPr id="58438" name="Group 499">
              <a:extLst>
                <a:ext uri="{FF2B5EF4-FFF2-40B4-BE49-F238E27FC236}">
                  <a16:creationId xmlns:a16="http://schemas.microsoft.com/office/drawing/2014/main" id="{7AE9E4D4-88CB-B4DF-2B78-CF496D44DEDA}"/>
                </a:ext>
              </a:extLst>
            </p:cNvPr>
            <p:cNvGrpSpPr>
              <a:grpSpLocks/>
            </p:cNvGrpSpPr>
            <p:nvPr/>
          </p:nvGrpSpPr>
          <p:grpSpPr bwMode="auto">
            <a:xfrm>
              <a:off x="2249" y="2872"/>
              <a:ext cx="55" cy="74"/>
              <a:chOff x="2249" y="2872"/>
              <a:chExt cx="55" cy="74"/>
            </a:xfrm>
          </p:grpSpPr>
          <p:sp>
            <p:nvSpPr>
              <p:cNvPr id="58450" name="Oval 500">
                <a:extLst>
                  <a:ext uri="{FF2B5EF4-FFF2-40B4-BE49-F238E27FC236}">
                    <a16:creationId xmlns:a16="http://schemas.microsoft.com/office/drawing/2014/main" id="{D34A5AA4-4C46-B4EC-857E-A4606BA0EB72}"/>
                  </a:ext>
                </a:extLst>
              </p:cNvPr>
              <p:cNvSpPr>
                <a:spLocks noChangeArrowheads="1"/>
              </p:cNvSpPr>
              <p:nvPr/>
            </p:nvSpPr>
            <p:spPr bwMode="auto">
              <a:xfrm>
                <a:off x="2255" y="2872"/>
                <a:ext cx="49" cy="60"/>
              </a:xfrm>
              <a:prstGeom prst="ellipse">
                <a:avLst/>
              </a:prstGeom>
              <a:gradFill rotWithShape="0">
                <a:gsLst>
                  <a:gs pos="0">
                    <a:srgbClr val="F4F4F4"/>
                  </a:gs>
                  <a:gs pos="100000">
                    <a:srgbClr val="919191"/>
                  </a:gs>
                </a:gsLst>
                <a:lin ang="189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51" name="Oval 501">
                <a:extLst>
                  <a:ext uri="{FF2B5EF4-FFF2-40B4-BE49-F238E27FC236}">
                    <a16:creationId xmlns:a16="http://schemas.microsoft.com/office/drawing/2014/main" id="{D9CEB8CA-5A51-16F8-16A4-3974333FB60D}"/>
                  </a:ext>
                </a:extLst>
              </p:cNvPr>
              <p:cNvSpPr>
                <a:spLocks noChangeArrowheads="1"/>
              </p:cNvSpPr>
              <p:nvPr/>
            </p:nvSpPr>
            <p:spPr bwMode="auto">
              <a:xfrm>
                <a:off x="2249" y="2887"/>
                <a:ext cx="49" cy="59"/>
              </a:xfrm>
              <a:prstGeom prst="ellipse">
                <a:avLst/>
              </a:prstGeom>
              <a:gradFill rotWithShape="0">
                <a:gsLst>
                  <a:gs pos="0">
                    <a:srgbClr val="F4F4F4"/>
                  </a:gs>
                  <a:gs pos="100000">
                    <a:srgbClr val="919191"/>
                  </a:gs>
                </a:gsLst>
                <a:lin ang="189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58439" name="Group 502">
              <a:extLst>
                <a:ext uri="{FF2B5EF4-FFF2-40B4-BE49-F238E27FC236}">
                  <a16:creationId xmlns:a16="http://schemas.microsoft.com/office/drawing/2014/main" id="{46D014FB-B7C2-5C71-9526-438C7DBDF34C}"/>
                </a:ext>
              </a:extLst>
            </p:cNvPr>
            <p:cNvGrpSpPr>
              <a:grpSpLocks/>
            </p:cNvGrpSpPr>
            <p:nvPr/>
          </p:nvGrpSpPr>
          <p:grpSpPr bwMode="auto">
            <a:xfrm>
              <a:off x="2247" y="2995"/>
              <a:ext cx="55" cy="71"/>
              <a:chOff x="2247" y="2995"/>
              <a:chExt cx="55" cy="71"/>
            </a:xfrm>
          </p:grpSpPr>
          <p:sp>
            <p:nvSpPr>
              <p:cNvPr id="58448" name="Oval 503">
                <a:extLst>
                  <a:ext uri="{FF2B5EF4-FFF2-40B4-BE49-F238E27FC236}">
                    <a16:creationId xmlns:a16="http://schemas.microsoft.com/office/drawing/2014/main" id="{627F3DA6-F953-5896-1837-F90EC61DDF55}"/>
                  </a:ext>
                </a:extLst>
              </p:cNvPr>
              <p:cNvSpPr>
                <a:spLocks noChangeArrowheads="1"/>
              </p:cNvSpPr>
              <p:nvPr/>
            </p:nvSpPr>
            <p:spPr bwMode="auto">
              <a:xfrm>
                <a:off x="2254" y="2995"/>
                <a:ext cx="48" cy="59"/>
              </a:xfrm>
              <a:prstGeom prst="ellipse">
                <a:avLst/>
              </a:prstGeom>
              <a:gradFill rotWithShape="0">
                <a:gsLst>
                  <a:gs pos="0">
                    <a:srgbClr val="F4F4F4"/>
                  </a:gs>
                  <a:gs pos="100000">
                    <a:srgbClr val="919191"/>
                  </a:gs>
                </a:gsLst>
                <a:lin ang="189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49" name="Oval 504">
                <a:extLst>
                  <a:ext uri="{FF2B5EF4-FFF2-40B4-BE49-F238E27FC236}">
                    <a16:creationId xmlns:a16="http://schemas.microsoft.com/office/drawing/2014/main" id="{6741E5AB-6D6E-66B9-A3A8-4D0626FBA083}"/>
                  </a:ext>
                </a:extLst>
              </p:cNvPr>
              <p:cNvSpPr>
                <a:spLocks noChangeArrowheads="1"/>
              </p:cNvSpPr>
              <p:nvPr/>
            </p:nvSpPr>
            <p:spPr bwMode="auto">
              <a:xfrm>
                <a:off x="2247" y="3009"/>
                <a:ext cx="49" cy="57"/>
              </a:xfrm>
              <a:prstGeom prst="ellipse">
                <a:avLst/>
              </a:prstGeom>
              <a:gradFill rotWithShape="0">
                <a:gsLst>
                  <a:gs pos="0">
                    <a:srgbClr val="F4F4F4"/>
                  </a:gs>
                  <a:gs pos="100000">
                    <a:srgbClr val="919191"/>
                  </a:gs>
                </a:gsLst>
                <a:lin ang="189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58440" name="Group 505">
              <a:extLst>
                <a:ext uri="{FF2B5EF4-FFF2-40B4-BE49-F238E27FC236}">
                  <a16:creationId xmlns:a16="http://schemas.microsoft.com/office/drawing/2014/main" id="{B8FE9C30-7984-8352-E64A-2D173DDD9933}"/>
                </a:ext>
              </a:extLst>
            </p:cNvPr>
            <p:cNvGrpSpPr>
              <a:grpSpLocks/>
            </p:cNvGrpSpPr>
            <p:nvPr/>
          </p:nvGrpSpPr>
          <p:grpSpPr bwMode="auto">
            <a:xfrm>
              <a:off x="2325" y="2873"/>
              <a:ext cx="55" cy="71"/>
              <a:chOff x="2325" y="2873"/>
              <a:chExt cx="55" cy="71"/>
            </a:xfrm>
          </p:grpSpPr>
          <p:sp>
            <p:nvSpPr>
              <p:cNvPr id="58446" name="Oval 506">
                <a:extLst>
                  <a:ext uri="{FF2B5EF4-FFF2-40B4-BE49-F238E27FC236}">
                    <a16:creationId xmlns:a16="http://schemas.microsoft.com/office/drawing/2014/main" id="{78A11249-BEE2-45F1-4407-DF147A17C8D1}"/>
                  </a:ext>
                </a:extLst>
              </p:cNvPr>
              <p:cNvSpPr>
                <a:spLocks noChangeArrowheads="1"/>
              </p:cNvSpPr>
              <p:nvPr/>
            </p:nvSpPr>
            <p:spPr bwMode="auto">
              <a:xfrm>
                <a:off x="2331" y="2873"/>
                <a:ext cx="49" cy="60"/>
              </a:xfrm>
              <a:prstGeom prst="ellipse">
                <a:avLst/>
              </a:prstGeom>
              <a:gradFill rotWithShape="0">
                <a:gsLst>
                  <a:gs pos="0">
                    <a:srgbClr val="F4F4F4"/>
                  </a:gs>
                  <a:gs pos="100000">
                    <a:srgbClr val="919191"/>
                  </a:gs>
                </a:gsLst>
                <a:lin ang="189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47" name="Oval 507">
                <a:extLst>
                  <a:ext uri="{FF2B5EF4-FFF2-40B4-BE49-F238E27FC236}">
                    <a16:creationId xmlns:a16="http://schemas.microsoft.com/office/drawing/2014/main" id="{EA3D5759-062A-79D4-1CD6-8B319D73F636}"/>
                  </a:ext>
                </a:extLst>
              </p:cNvPr>
              <p:cNvSpPr>
                <a:spLocks noChangeArrowheads="1"/>
              </p:cNvSpPr>
              <p:nvPr/>
            </p:nvSpPr>
            <p:spPr bwMode="auto">
              <a:xfrm>
                <a:off x="2325" y="2885"/>
                <a:ext cx="49" cy="59"/>
              </a:xfrm>
              <a:prstGeom prst="ellipse">
                <a:avLst/>
              </a:prstGeom>
              <a:gradFill rotWithShape="0">
                <a:gsLst>
                  <a:gs pos="0">
                    <a:srgbClr val="F4F4F4"/>
                  </a:gs>
                  <a:gs pos="100000">
                    <a:srgbClr val="919191"/>
                  </a:gs>
                </a:gsLst>
                <a:lin ang="189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58441" name="Group 508">
              <a:extLst>
                <a:ext uri="{FF2B5EF4-FFF2-40B4-BE49-F238E27FC236}">
                  <a16:creationId xmlns:a16="http://schemas.microsoft.com/office/drawing/2014/main" id="{394B6BC2-8967-8735-A958-1B1BA76A6216}"/>
                </a:ext>
              </a:extLst>
            </p:cNvPr>
            <p:cNvGrpSpPr>
              <a:grpSpLocks/>
            </p:cNvGrpSpPr>
            <p:nvPr/>
          </p:nvGrpSpPr>
          <p:grpSpPr bwMode="auto">
            <a:xfrm>
              <a:off x="2323" y="2993"/>
              <a:ext cx="56" cy="73"/>
              <a:chOff x="2323" y="2993"/>
              <a:chExt cx="56" cy="73"/>
            </a:xfrm>
          </p:grpSpPr>
          <p:sp>
            <p:nvSpPr>
              <p:cNvPr id="58444" name="Oval 509">
                <a:extLst>
                  <a:ext uri="{FF2B5EF4-FFF2-40B4-BE49-F238E27FC236}">
                    <a16:creationId xmlns:a16="http://schemas.microsoft.com/office/drawing/2014/main" id="{27DF81DA-14B5-8465-0C39-313891B64296}"/>
                  </a:ext>
                </a:extLst>
              </p:cNvPr>
              <p:cNvSpPr>
                <a:spLocks noChangeArrowheads="1"/>
              </p:cNvSpPr>
              <p:nvPr/>
            </p:nvSpPr>
            <p:spPr bwMode="auto">
              <a:xfrm>
                <a:off x="2329" y="2993"/>
                <a:ext cx="50" cy="59"/>
              </a:xfrm>
              <a:prstGeom prst="ellipse">
                <a:avLst/>
              </a:prstGeom>
              <a:gradFill rotWithShape="0">
                <a:gsLst>
                  <a:gs pos="0">
                    <a:srgbClr val="F4F4F4"/>
                  </a:gs>
                  <a:gs pos="100000">
                    <a:srgbClr val="919191"/>
                  </a:gs>
                </a:gsLst>
                <a:lin ang="189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45" name="Oval 510">
                <a:extLst>
                  <a:ext uri="{FF2B5EF4-FFF2-40B4-BE49-F238E27FC236}">
                    <a16:creationId xmlns:a16="http://schemas.microsoft.com/office/drawing/2014/main" id="{11C00B77-6920-77A2-85A3-A082F5072D83}"/>
                  </a:ext>
                </a:extLst>
              </p:cNvPr>
              <p:cNvSpPr>
                <a:spLocks noChangeArrowheads="1"/>
              </p:cNvSpPr>
              <p:nvPr/>
            </p:nvSpPr>
            <p:spPr bwMode="auto">
              <a:xfrm>
                <a:off x="2323" y="3007"/>
                <a:ext cx="50" cy="59"/>
              </a:xfrm>
              <a:prstGeom prst="ellipse">
                <a:avLst/>
              </a:prstGeom>
              <a:gradFill rotWithShape="0">
                <a:gsLst>
                  <a:gs pos="0">
                    <a:srgbClr val="F4F4F4"/>
                  </a:gs>
                  <a:gs pos="100000">
                    <a:srgbClr val="919191"/>
                  </a:gs>
                </a:gsLst>
                <a:lin ang="189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sp>
          <p:nvSpPr>
            <p:cNvPr id="58442" name="Rectangle 511">
              <a:extLst>
                <a:ext uri="{FF2B5EF4-FFF2-40B4-BE49-F238E27FC236}">
                  <a16:creationId xmlns:a16="http://schemas.microsoft.com/office/drawing/2014/main" id="{E76F06C2-6A2B-06B9-E5E8-4420EFA24133}"/>
                </a:ext>
              </a:extLst>
            </p:cNvPr>
            <p:cNvSpPr>
              <a:spLocks noChangeArrowheads="1"/>
            </p:cNvSpPr>
            <p:nvPr/>
          </p:nvSpPr>
          <p:spPr bwMode="auto">
            <a:xfrm>
              <a:off x="1945" y="2955"/>
              <a:ext cx="296" cy="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43" name="Freeform 512">
              <a:extLst>
                <a:ext uri="{FF2B5EF4-FFF2-40B4-BE49-F238E27FC236}">
                  <a16:creationId xmlns:a16="http://schemas.microsoft.com/office/drawing/2014/main" id="{B8E486C9-44FD-6231-0FD7-D6F01B456E25}"/>
                </a:ext>
              </a:extLst>
            </p:cNvPr>
            <p:cNvSpPr>
              <a:spLocks/>
            </p:cNvSpPr>
            <p:nvPr/>
          </p:nvSpPr>
          <p:spPr bwMode="auto">
            <a:xfrm>
              <a:off x="1835" y="2852"/>
              <a:ext cx="45" cy="252"/>
            </a:xfrm>
            <a:custGeom>
              <a:avLst/>
              <a:gdLst>
                <a:gd name="T0" fmla="*/ 41 w 45"/>
                <a:gd name="T1" fmla="*/ 249 h 252"/>
                <a:gd name="T2" fmla="*/ 42 w 45"/>
                <a:gd name="T3" fmla="*/ 183 h 252"/>
                <a:gd name="T4" fmla="*/ 3 w 45"/>
                <a:gd name="T5" fmla="*/ 160 h 252"/>
                <a:gd name="T6" fmla="*/ 3 w 45"/>
                <a:gd name="T7" fmla="*/ 115 h 252"/>
                <a:gd name="T8" fmla="*/ 43 w 45"/>
                <a:gd name="T9" fmla="*/ 79 h 252"/>
                <a:gd name="T10" fmla="*/ 44 w 45"/>
                <a:gd name="T11" fmla="*/ 0 h 252"/>
                <a:gd name="T12" fmla="*/ 3 w 45"/>
                <a:gd name="T13" fmla="*/ 0 h 252"/>
                <a:gd name="T14" fmla="*/ 0 w 45"/>
                <a:gd name="T15" fmla="*/ 251 h 252"/>
                <a:gd name="T16" fmla="*/ 41 w 45"/>
                <a:gd name="T17" fmla="*/ 249 h 2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5" h="252">
                  <a:moveTo>
                    <a:pt x="41" y="249"/>
                  </a:moveTo>
                  <a:lnTo>
                    <a:pt x="42" y="183"/>
                  </a:lnTo>
                  <a:lnTo>
                    <a:pt x="3" y="160"/>
                  </a:lnTo>
                  <a:lnTo>
                    <a:pt x="3" y="115"/>
                  </a:lnTo>
                  <a:lnTo>
                    <a:pt x="43" y="79"/>
                  </a:lnTo>
                  <a:lnTo>
                    <a:pt x="44" y="0"/>
                  </a:lnTo>
                  <a:lnTo>
                    <a:pt x="3" y="0"/>
                  </a:lnTo>
                  <a:lnTo>
                    <a:pt x="0" y="251"/>
                  </a:lnTo>
                  <a:lnTo>
                    <a:pt x="41" y="249"/>
                  </a:lnTo>
                </a:path>
              </a:pathLst>
            </a:custGeom>
            <a:gradFill rotWithShape="0">
              <a:gsLst>
                <a:gs pos="0">
                  <a:srgbClr val="FAFD00"/>
                </a:gs>
                <a:gs pos="100000">
                  <a:srgbClr val="AFB100"/>
                </a:gs>
              </a:gsLst>
              <a:lin ang="18900000" scaled="1"/>
            </a:gradFill>
            <a:ln w="127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398" name="Group 513">
            <a:extLst>
              <a:ext uri="{FF2B5EF4-FFF2-40B4-BE49-F238E27FC236}">
                <a16:creationId xmlns:a16="http://schemas.microsoft.com/office/drawing/2014/main" id="{CC45461B-63DE-390B-D3D5-897F3515D68A}"/>
              </a:ext>
            </a:extLst>
          </p:cNvPr>
          <p:cNvGrpSpPr>
            <a:grpSpLocks/>
          </p:cNvGrpSpPr>
          <p:nvPr/>
        </p:nvGrpSpPr>
        <p:grpSpPr bwMode="auto">
          <a:xfrm>
            <a:off x="4383088" y="4030663"/>
            <a:ext cx="550862" cy="603250"/>
            <a:chOff x="2954" y="2685"/>
            <a:chExt cx="347" cy="380"/>
          </a:xfrm>
        </p:grpSpPr>
        <p:sp>
          <p:nvSpPr>
            <p:cNvPr id="58399" name="Freeform 514">
              <a:extLst>
                <a:ext uri="{FF2B5EF4-FFF2-40B4-BE49-F238E27FC236}">
                  <a16:creationId xmlns:a16="http://schemas.microsoft.com/office/drawing/2014/main" id="{7838C840-5F47-0099-B9EF-28FABD3FE05E}"/>
                </a:ext>
              </a:extLst>
            </p:cNvPr>
            <p:cNvSpPr>
              <a:spLocks/>
            </p:cNvSpPr>
            <p:nvPr/>
          </p:nvSpPr>
          <p:spPr bwMode="auto">
            <a:xfrm>
              <a:off x="2954" y="2712"/>
              <a:ext cx="327" cy="353"/>
            </a:xfrm>
            <a:custGeom>
              <a:avLst/>
              <a:gdLst>
                <a:gd name="T0" fmla="*/ 0 w 327"/>
                <a:gd name="T1" fmla="*/ 0 h 353"/>
                <a:gd name="T2" fmla="*/ 0 w 327"/>
                <a:gd name="T3" fmla="*/ 352 h 353"/>
                <a:gd name="T4" fmla="*/ 326 w 327"/>
                <a:gd name="T5" fmla="*/ 352 h 353"/>
                <a:gd name="T6" fmla="*/ 326 w 327"/>
                <a:gd name="T7" fmla="*/ 0 h 353"/>
                <a:gd name="T8" fmla="*/ 0 w 327"/>
                <a:gd name="T9" fmla="*/ 0 h 3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7" h="353">
                  <a:moveTo>
                    <a:pt x="0" y="0"/>
                  </a:moveTo>
                  <a:lnTo>
                    <a:pt x="0" y="352"/>
                  </a:lnTo>
                  <a:lnTo>
                    <a:pt x="326" y="352"/>
                  </a:lnTo>
                  <a:lnTo>
                    <a:pt x="326" y="0"/>
                  </a:lnTo>
                  <a:lnTo>
                    <a:pt x="0" y="0"/>
                  </a:lnTo>
                </a:path>
              </a:pathLst>
            </a:custGeom>
            <a:gradFill rotWithShape="0">
              <a:gsLst>
                <a:gs pos="0">
                  <a:srgbClr val="FFFFFF"/>
                </a:gs>
                <a:gs pos="100000">
                  <a:srgbClr val="DADADA"/>
                </a:gs>
              </a:gsLst>
              <a:lin ang="5400000" scaled="1"/>
            </a:gra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00" name="Freeform 515">
              <a:extLst>
                <a:ext uri="{FF2B5EF4-FFF2-40B4-BE49-F238E27FC236}">
                  <a16:creationId xmlns:a16="http://schemas.microsoft.com/office/drawing/2014/main" id="{6F547447-59B3-DA32-88AE-5C8CDFE34784}"/>
                </a:ext>
              </a:extLst>
            </p:cNvPr>
            <p:cNvSpPr>
              <a:spLocks/>
            </p:cNvSpPr>
            <p:nvPr/>
          </p:nvSpPr>
          <p:spPr bwMode="auto">
            <a:xfrm>
              <a:off x="2954" y="2687"/>
              <a:ext cx="347" cy="26"/>
            </a:xfrm>
            <a:custGeom>
              <a:avLst/>
              <a:gdLst>
                <a:gd name="T0" fmla="*/ 0 w 347"/>
                <a:gd name="T1" fmla="*/ 25 h 26"/>
                <a:gd name="T2" fmla="*/ 18 w 347"/>
                <a:gd name="T3" fmla="*/ 0 h 26"/>
                <a:gd name="T4" fmla="*/ 346 w 347"/>
                <a:gd name="T5" fmla="*/ 0 h 26"/>
                <a:gd name="T6" fmla="*/ 329 w 347"/>
                <a:gd name="T7" fmla="*/ 24 h 26"/>
                <a:gd name="T8" fmla="*/ 0 w 347"/>
                <a:gd name="T9" fmla="*/ 25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7" h="26">
                  <a:moveTo>
                    <a:pt x="0" y="25"/>
                  </a:moveTo>
                  <a:lnTo>
                    <a:pt x="18" y="0"/>
                  </a:lnTo>
                  <a:lnTo>
                    <a:pt x="346" y="0"/>
                  </a:lnTo>
                  <a:lnTo>
                    <a:pt x="329" y="24"/>
                  </a:lnTo>
                  <a:lnTo>
                    <a:pt x="0" y="25"/>
                  </a:lnTo>
                </a:path>
              </a:pathLst>
            </a:custGeom>
            <a:solidFill>
              <a:schemeClr val="bg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01" name="Freeform 516">
              <a:extLst>
                <a:ext uri="{FF2B5EF4-FFF2-40B4-BE49-F238E27FC236}">
                  <a16:creationId xmlns:a16="http://schemas.microsoft.com/office/drawing/2014/main" id="{DA245372-4835-C88D-D92F-8FBCA8513A03}"/>
                </a:ext>
              </a:extLst>
            </p:cNvPr>
            <p:cNvSpPr>
              <a:spLocks/>
            </p:cNvSpPr>
            <p:nvPr/>
          </p:nvSpPr>
          <p:spPr bwMode="auto">
            <a:xfrm>
              <a:off x="3280" y="2685"/>
              <a:ext cx="21" cy="380"/>
            </a:xfrm>
            <a:custGeom>
              <a:avLst/>
              <a:gdLst>
                <a:gd name="T0" fmla="*/ 20 w 21"/>
                <a:gd name="T1" fmla="*/ 0 h 380"/>
                <a:gd name="T2" fmla="*/ 20 w 21"/>
                <a:gd name="T3" fmla="*/ 354 h 380"/>
                <a:gd name="T4" fmla="*/ 0 w 21"/>
                <a:gd name="T5" fmla="*/ 379 h 380"/>
                <a:gd name="T6" fmla="*/ 0 w 21"/>
                <a:gd name="T7" fmla="*/ 25 h 380"/>
                <a:gd name="T8" fmla="*/ 20 w 21"/>
                <a:gd name="T9" fmla="*/ 0 h 3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380">
                  <a:moveTo>
                    <a:pt x="20" y="0"/>
                  </a:moveTo>
                  <a:lnTo>
                    <a:pt x="20" y="354"/>
                  </a:lnTo>
                  <a:lnTo>
                    <a:pt x="0" y="379"/>
                  </a:lnTo>
                  <a:lnTo>
                    <a:pt x="0" y="25"/>
                  </a:lnTo>
                  <a:lnTo>
                    <a:pt x="20" y="0"/>
                  </a:lnTo>
                </a:path>
              </a:pathLst>
            </a:custGeom>
            <a:gradFill rotWithShape="0">
              <a:gsLst>
                <a:gs pos="0">
                  <a:srgbClr val="DADADA"/>
                </a:gs>
                <a:gs pos="100000">
                  <a:srgbClr val="AEAEAE"/>
                </a:gs>
              </a:gsLst>
              <a:lin ang="5400000" scaled="1"/>
            </a:gra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02" name="AutoShape 517">
              <a:extLst>
                <a:ext uri="{FF2B5EF4-FFF2-40B4-BE49-F238E27FC236}">
                  <a16:creationId xmlns:a16="http://schemas.microsoft.com/office/drawing/2014/main" id="{78C98562-7CF3-B3B8-7910-C3380552C986}"/>
                </a:ext>
              </a:extLst>
            </p:cNvPr>
            <p:cNvSpPr>
              <a:spLocks noChangeArrowheads="1"/>
            </p:cNvSpPr>
            <p:nvPr/>
          </p:nvSpPr>
          <p:spPr bwMode="auto">
            <a:xfrm>
              <a:off x="2974" y="2721"/>
              <a:ext cx="283" cy="94"/>
            </a:xfrm>
            <a:prstGeom prst="roundRect">
              <a:avLst>
                <a:gd name="adj" fmla="val 12495"/>
              </a:avLst>
            </a:prstGeom>
            <a:solidFill>
              <a:schemeClr val="accent2"/>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03" name="Rectangle 518">
              <a:extLst>
                <a:ext uri="{FF2B5EF4-FFF2-40B4-BE49-F238E27FC236}">
                  <a16:creationId xmlns:a16="http://schemas.microsoft.com/office/drawing/2014/main" id="{0C18728E-1163-70E9-B7EC-B06919A9485C}"/>
                </a:ext>
              </a:extLst>
            </p:cNvPr>
            <p:cNvSpPr>
              <a:spLocks noChangeArrowheads="1"/>
            </p:cNvSpPr>
            <p:nvPr/>
          </p:nvSpPr>
          <p:spPr bwMode="auto">
            <a:xfrm>
              <a:off x="2975" y="2827"/>
              <a:ext cx="23" cy="27"/>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04" name="Rectangle 519">
              <a:extLst>
                <a:ext uri="{FF2B5EF4-FFF2-40B4-BE49-F238E27FC236}">
                  <a16:creationId xmlns:a16="http://schemas.microsoft.com/office/drawing/2014/main" id="{695BD93B-72AD-AA2F-5A2F-6605E0154B67}"/>
                </a:ext>
              </a:extLst>
            </p:cNvPr>
            <p:cNvSpPr>
              <a:spLocks noChangeArrowheads="1"/>
            </p:cNvSpPr>
            <p:nvPr/>
          </p:nvSpPr>
          <p:spPr bwMode="auto">
            <a:xfrm>
              <a:off x="2975" y="2895"/>
              <a:ext cx="23" cy="27"/>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05" name="Rectangle 520">
              <a:extLst>
                <a:ext uri="{FF2B5EF4-FFF2-40B4-BE49-F238E27FC236}">
                  <a16:creationId xmlns:a16="http://schemas.microsoft.com/office/drawing/2014/main" id="{AF9F7EC8-CF81-4E40-41AD-FD588C7B7625}"/>
                </a:ext>
              </a:extLst>
            </p:cNvPr>
            <p:cNvSpPr>
              <a:spLocks noChangeArrowheads="1"/>
            </p:cNvSpPr>
            <p:nvPr/>
          </p:nvSpPr>
          <p:spPr bwMode="auto">
            <a:xfrm>
              <a:off x="3099" y="2827"/>
              <a:ext cx="25" cy="27"/>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06" name="Rectangle 521">
              <a:extLst>
                <a:ext uri="{FF2B5EF4-FFF2-40B4-BE49-F238E27FC236}">
                  <a16:creationId xmlns:a16="http://schemas.microsoft.com/office/drawing/2014/main" id="{5E2B9E55-E184-0F8F-ACBC-371D8BD1F87E}"/>
                </a:ext>
              </a:extLst>
            </p:cNvPr>
            <p:cNvSpPr>
              <a:spLocks noChangeArrowheads="1"/>
            </p:cNvSpPr>
            <p:nvPr/>
          </p:nvSpPr>
          <p:spPr bwMode="auto">
            <a:xfrm>
              <a:off x="3099" y="2895"/>
              <a:ext cx="25" cy="27"/>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07" name="Rectangle 522">
              <a:extLst>
                <a:ext uri="{FF2B5EF4-FFF2-40B4-BE49-F238E27FC236}">
                  <a16:creationId xmlns:a16="http://schemas.microsoft.com/office/drawing/2014/main" id="{E19ADA94-23D2-D0A4-DA5B-E1A345B58535}"/>
                </a:ext>
              </a:extLst>
            </p:cNvPr>
            <p:cNvSpPr>
              <a:spLocks noChangeArrowheads="1"/>
            </p:cNvSpPr>
            <p:nvPr/>
          </p:nvSpPr>
          <p:spPr bwMode="auto">
            <a:xfrm>
              <a:off x="3163" y="2827"/>
              <a:ext cx="22" cy="27"/>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08" name="Rectangle 523">
              <a:extLst>
                <a:ext uri="{FF2B5EF4-FFF2-40B4-BE49-F238E27FC236}">
                  <a16:creationId xmlns:a16="http://schemas.microsoft.com/office/drawing/2014/main" id="{E925E5A6-8EAD-D70B-CA91-CF4F1EDB03E4}"/>
                </a:ext>
              </a:extLst>
            </p:cNvPr>
            <p:cNvSpPr>
              <a:spLocks noChangeArrowheads="1"/>
            </p:cNvSpPr>
            <p:nvPr/>
          </p:nvSpPr>
          <p:spPr bwMode="auto">
            <a:xfrm>
              <a:off x="3163" y="2895"/>
              <a:ext cx="22" cy="27"/>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09" name="Rectangle 524">
              <a:extLst>
                <a:ext uri="{FF2B5EF4-FFF2-40B4-BE49-F238E27FC236}">
                  <a16:creationId xmlns:a16="http://schemas.microsoft.com/office/drawing/2014/main" id="{7AC219B5-B8C3-BC1A-215C-5005E5A3C9E0}"/>
                </a:ext>
              </a:extLst>
            </p:cNvPr>
            <p:cNvSpPr>
              <a:spLocks noChangeArrowheads="1"/>
            </p:cNvSpPr>
            <p:nvPr/>
          </p:nvSpPr>
          <p:spPr bwMode="auto">
            <a:xfrm>
              <a:off x="3222" y="2827"/>
              <a:ext cx="24" cy="27"/>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10" name="Rectangle 525">
              <a:extLst>
                <a:ext uri="{FF2B5EF4-FFF2-40B4-BE49-F238E27FC236}">
                  <a16:creationId xmlns:a16="http://schemas.microsoft.com/office/drawing/2014/main" id="{0E4D1755-CFE2-F1D2-4792-3E049BE1980C}"/>
                </a:ext>
              </a:extLst>
            </p:cNvPr>
            <p:cNvSpPr>
              <a:spLocks noChangeArrowheads="1"/>
            </p:cNvSpPr>
            <p:nvPr/>
          </p:nvSpPr>
          <p:spPr bwMode="auto">
            <a:xfrm>
              <a:off x="3222" y="2895"/>
              <a:ext cx="24" cy="27"/>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nvGrpSpPr>
            <p:cNvPr id="58411" name="Group 526">
              <a:extLst>
                <a:ext uri="{FF2B5EF4-FFF2-40B4-BE49-F238E27FC236}">
                  <a16:creationId xmlns:a16="http://schemas.microsoft.com/office/drawing/2014/main" id="{703BC0E0-E815-AE11-B5F3-22B326DE71B3}"/>
                </a:ext>
              </a:extLst>
            </p:cNvPr>
            <p:cNvGrpSpPr>
              <a:grpSpLocks/>
            </p:cNvGrpSpPr>
            <p:nvPr/>
          </p:nvGrpSpPr>
          <p:grpSpPr bwMode="auto">
            <a:xfrm>
              <a:off x="3089" y="2965"/>
              <a:ext cx="77" cy="82"/>
              <a:chOff x="3089" y="2965"/>
              <a:chExt cx="77" cy="82"/>
            </a:xfrm>
          </p:grpSpPr>
          <p:sp>
            <p:nvSpPr>
              <p:cNvPr id="58423" name="Rectangle 527">
                <a:extLst>
                  <a:ext uri="{FF2B5EF4-FFF2-40B4-BE49-F238E27FC236}">
                    <a16:creationId xmlns:a16="http://schemas.microsoft.com/office/drawing/2014/main" id="{7A46C9C5-6302-3B8D-F4AC-356DCA88A0D9}"/>
                  </a:ext>
                </a:extLst>
              </p:cNvPr>
              <p:cNvSpPr>
                <a:spLocks noChangeArrowheads="1"/>
              </p:cNvSpPr>
              <p:nvPr/>
            </p:nvSpPr>
            <p:spPr bwMode="auto">
              <a:xfrm>
                <a:off x="3089" y="2994"/>
                <a:ext cx="25" cy="27"/>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24" name="Rectangle 528">
                <a:extLst>
                  <a:ext uri="{FF2B5EF4-FFF2-40B4-BE49-F238E27FC236}">
                    <a16:creationId xmlns:a16="http://schemas.microsoft.com/office/drawing/2014/main" id="{3254926A-8ADC-562D-C0BF-A249A636138D}"/>
                  </a:ext>
                </a:extLst>
              </p:cNvPr>
              <p:cNvSpPr>
                <a:spLocks noChangeArrowheads="1"/>
              </p:cNvSpPr>
              <p:nvPr/>
            </p:nvSpPr>
            <p:spPr bwMode="auto">
              <a:xfrm>
                <a:off x="3115" y="2965"/>
                <a:ext cx="26" cy="27"/>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25" name="Rectangle 529">
                <a:extLst>
                  <a:ext uri="{FF2B5EF4-FFF2-40B4-BE49-F238E27FC236}">
                    <a16:creationId xmlns:a16="http://schemas.microsoft.com/office/drawing/2014/main" id="{57970E2D-DF1F-D314-3660-6346B4A4F0BC}"/>
                  </a:ext>
                </a:extLst>
              </p:cNvPr>
              <p:cNvSpPr>
                <a:spLocks noChangeArrowheads="1"/>
              </p:cNvSpPr>
              <p:nvPr/>
            </p:nvSpPr>
            <p:spPr bwMode="auto">
              <a:xfrm>
                <a:off x="3141" y="2994"/>
                <a:ext cx="25" cy="28"/>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26" name="Rectangle 530">
                <a:extLst>
                  <a:ext uri="{FF2B5EF4-FFF2-40B4-BE49-F238E27FC236}">
                    <a16:creationId xmlns:a16="http://schemas.microsoft.com/office/drawing/2014/main" id="{B88E80CA-14D4-9001-C31C-4FC542B32EE6}"/>
                  </a:ext>
                </a:extLst>
              </p:cNvPr>
              <p:cNvSpPr>
                <a:spLocks noChangeArrowheads="1"/>
              </p:cNvSpPr>
              <p:nvPr/>
            </p:nvSpPr>
            <p:spPr bwMode="auto">
              <a:xfrm>
                <a:off x="3115" y="3023"/>
                <a:ext cx="26" cy="24"/>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27" name="AutoShape 531">
                <a:extLst>
                  <a:ext uri="{FF2B5EF4-FFF2-40B4-BE49-F238E27FC236}">
                    <a16:creationId xmlns:a16="http://schemas.microsoft.com/office/drawing/2014/main" id="{54C51729-CA0A-F1DD-4AE1-007F383B8B49}"/>
                  </a:ext>
                </a:extLst>
              </p:cNvPr>
              <p:cNvSpPr>
                <a:spLocks noChangeArrowheads="1"/>
              </p:cNvSpPr>
              <p:nvPr/>
            </p:nvSpPr>
            <p:spPr bwMode="auto">
              <a:xfrm>
                <a:off x="3122" y="2970"/>
                <a:ext cx="10" cy="13"/>
              </a:xfrm>
              <a:prstGeom prst="triangle">
                <a:avLst>
                  <a:gd name="adj" fmla="val 49995"/>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28" name="AutoShape 532">
                <a:extLst>
                  <a:ext uri="{FF2B5EF4-FFF2-40B4-BE49-F238E27FC236}">
                    <a16:creationId xmlns:a16="http://schemas.microsoft.com/office/drawing/2014/main" id="{96BB1B7B-6A5C-B47F-4DCE-0F009F95D76F}"/>
                  </a:ext>
                </a:extLst>
              </p:cNvPr>
              <p:cNvSpPr>
                <a:spLocks noChangeArrowheads="1"/>
              </p:cNvSpPr>
              <p:nvPr/>
            </p:nvSpPr>
            <p:spPr bwMode="auto">
              <a:xfrm rot="5400000">
                <a:off x="3148" y="3002"/>
                <a:ext cx="16" cy="16"/>
              </a:xfrm>
              <a:prstGeom prst="triangle">
                <a:avLst>
                  <a:gd name="adj" fmla="val 49995"/>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29" name="AutoShape 533">
                <a:extLst>
                  <a:ext uri="{FF2B5EF4-FFF2-40B4-BE49-F238E27FC236}">
                    <a16:creationId xmlns:a16="http://schemas.microsoft.com/office/drawing/2014/main" id="{70FAB1BE-34E2-7182-BFA5-D46F2487FA4F}"/>
                  </a:ext>
                </a:extLst>
              </p:cNvPr>
              <p:cNvSpPr>
                <a:spLocks noChangeArrowheads="1"/>
              </p:cNvSpPr>
              <p:nvPr/>
            </p:nvSpPr>
            <p:spPr bwMode="auto">
              <a:xfrm rot="10800000">
                <a:off x="3123" y="3029"/>
                <a:ext cx="12" cy="12"/>
              </a:xfrm>
              <a:prstGeom prst="triangle">
                <a:avLst>
                  <a:gd name="adj" fmla="val 49995"/>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30" name="AutoShape 534">
                <a:extLst>
                  <a:ext uri="{FF2B5EF4-FFF2-40B4-BE49-F238E27FC236}">
                    <a16:creationId xmlns:a16="http://schemas.microsoft.com/office/drawing/2014/main" id="{B6676665-0D18-2710-7A10-B010C5E41031}"/>
                  </a:ext>
                </a:extLst>
              </p:cNvPr>
              <p:cNvSpPr>
                <a:spLocks noChangeArrowheads="1"/>
              </p:cNvSpPr>
              <p:nvPr/>
            </p:nvSpPr>
            <p:spPr bwMode="auto">
              <a:xfrm rot="-5400000">
                <a:off x="3095" y="3002"/>
                <a:ext cx="16" cy="16"/>
              </a:xfrm>
              <a:prstGeom prst="triangle">
                <a:avLst>
                  <a:gd name="adj" fmla="val 49995"/>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sp>
          <p:nvSpPr>
            <p:cNvPr id="58412" name="Rectangle 535">
              <a:extLst>
                <a:ext uri="{FF2B5EF4-FFF2-40B4-BE49-F238E27FC236}">
                  <a16:creationId xmlns:a16="http://schemas.microsoft.com/office/drawing/2014/main" id="{572D6A61-7383-F320-1D81-815F3EB88550}"/>
                </a:ext>
              </a:extLst>
            </p:cNvPr>
            <p:cNvSpPr>
              <a:spLocks noChangeArrowheads="1"/>
            </p:cNvSpPr>
            <p:nvPr/>
          </p:nvSpPr>
          <p:spPr bwMode="auto">
            <a:xfrm>
              <a:off x="2968" y="2956"/>
              <a:ext cx="22" cy="26"/>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13" name="Rectangle 536">
              <a:extLst>
                <a:ext uri="{FF2B5EF4-FFF2-40B4-BE49-F238E27FC236}">
                  <a16:creationId xmlns:a16="http://schemas.microsoft.com/office/drawing/2014/main" id="{EA258CC4-8B24-9BDC-D3E2-02EC7CE03CF0}"/>
                </a:ext>
              </a:extLst>
            </p:cNvPr>
            <p:cNvSpPr>
              <a:spLocks noChangeArrowheads="1"/>
            </p:cNvSpPr>
            <p:nvPr/>
          </p:nvSpPr>
          <p:spPr bwMode="auto">
            <a:xfrm>
              <a:off x="3036" y="2956"/>
              <a:ext cx="23" cy="26"/>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14" name="Rectangle 537">
              <a:extLst>
                <a:ext uri="{FF2B5EF4-FFF2-40B4-BE49-F238E27FC236}">
                  <a16:creationId xmlns:a16="http://schemas.microsoft.com/office/drawing/2014/main" id="{F69AC990-8747-05A6-158F-ECFD41836B80}"/>
                </a:ext>
              </a:extLst>
            </p:cNvPr>
            <p:cNvSpPr>
              <a:spLocks noChangeArrowheads="1"/>
            </p:cNvSpPr>
            <p:nvPr/>
          </p:nvSpPr>
          <p:spPr bwMode="auto">
            <a:xfrm>
              <a:off x="2968" y="2987"/>
              <a:ext cx="22" cy="27"/>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15" name="Rectangle 538">
              <a:extLst>
                <a:ext uri="{FF2B5EF4-FFF2-40B4-BE49-F238E27FC236}">
                  <a16:creationId xmlns:a16="http://schemas.microsoft.com/office/drawing/2014/main" id="{106F57C6-0213-B170-2F6A-F9686C4C22C1}"/>
                </a:ext>
              </a:extLst>
            </p:cNvPr>
            <p:cNvSpPr>
              <a:spLocks noChangeArrowheads="1"/>
            </p:cNvSpPr>
            <p:nvPr/>
          </p:nvSpPr>
          <p:spPr bwMode="auto">
            <a:xfrm>
              <a:off x="3036" y="2987"/>
              <a:ext cx="23" cy="27"/>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16" name="Rectangle 539">
              <a:extLst>
                <a:ext uri="{FF2B5EF4-FFF2-40B4-BE49-F238E27FC236}">
                  <a16:creationId xmlns:a16="http://schemas.microsoft.com/office/drawing/2014/main" id="{22A3AB62-5CF0-626D-CCCC-D172A38E1265}"/>
                </a:ext>
              </a:extLst>
            </p:cNvPr>
            <p:cNvSpPr>
              <a:spLocks noChangeArrowheads="1"/>
            </p:cNvSpPr>
            <p:nvPr/>
          </p:nvSpPr>
          <p:spPr bwMode="auto">
            <a:xfrm>
              <a:off x="2968" y="3023"/>
              <a:ext cx="22" cy="24"/>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17" name="Rectangle 540">
              <a:extLst>
                <a:ext uri="{FF2B5EF4-FFF2-40B4-BE49-F238E27FC236}">
                  <a16:creationId xmlns:a16="http://schemas.microsoft.com/office/drawing/2014/main" id="{881487B7-A50E-E3C2-DF13-793ED673DD9F}"/>
                </a:ext>
              </a:extLst>
            </p:cNvPr>
            <p:cNvSpPr>
              <a:spLocks noChangeArrowheads="1"/>
            </p:cNvSpPr>
            <p:nvPr/>
          </p:nvSpPr>
          <p:spPr bwMode="auto">
            <a:xfrm>
              <a:off x="3036" y="3023"/>
              <a:ext cx="23" cy="24"/>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18" name="Rectangle 541">
              <a:extLst>
                <a:ext uri="{FF2B5EF4-FFF2-40B4-BE49-F238E27FC236}">
                  <a16:creationId xmlns:a16="http://schemas.microsoft.com/office/drawing/2014/main" id="{92127C6A-7C4D-EF20-E679-F20475F2BC47}"/>
                </a:ext>
              </a:extLst>
            </p:cNvPr>
            <p:cNvSpPr>
              <a:spLocks noChangeArrowheads="1"/>
            </p:cNvSpPr>
            <p:nvPr/>
          </p:nvSpPr>
          <p:spPr bwMode="auto">
            <a:xfrm>
              <a:off x="3205" y="2954"/>
              <a:ext cx="50" cy="35"/>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19" name="Rectangle 542">
              <a:extLst>
                <a:ext uri="{FF2B5EF4-FFF2-40B4-BE49-F238E27FC236}">
                  <a16:creationId xmlns:a16="http://schemas.microsoft.com/office/drawing/2014/main" id="{3A3EB4D2-658A-BCA1-305D-ADE7D982A18E}"/>
                </a:ext>
              </a:extLst>
            </p:cNvPr>
            <p:cNvSpPr>
              <a:spLocks noChangeArrowheads="1"/>
            </p:cNvSpPr>
            <p:nvPr/>
          </p:nvSpPr>
          <p:spPr bwMode="auto">
            <a:xfrm>
              <a:off x="3205" y="3023"/>
              <a:ext cx="50" cy="36"/>
            </a:xfrm>
            <a:prstGeom prst="rect">
              <a:avLst/>
            </a:prstGeom>
            <a:solidFill>
              <a:srgbClr val="FE9B0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nvGrpSpPr>
            <p:cNvPr id="58420" name="Group 543">
              <a:extLst>
                <a:ext uri="{FF2B5EF4-FFF2-40B4-BE49-F238E27FC236}">
                  <a16:creationId xmlns:a16="http://schemas.microsoft.com/office/drawing/2014/main" id="{41ECC112-3E9C-B771-37DC-BF3BEE7B3CA8}"/>
                </a:ext>
              </a:extLst>
            </p:cNvPr>
            <p:cNvGrpSpPr>
              <a:grpSpLocks/>
            </p:cNvGrpSpPr>
            <p:nvPr/>
          </p:nvGrpSpPr>
          <p:grpSpPr bwMode="auto">
            <a:xfrm>
              <a:off x="3031" y="2827"/>
              <a:ext cx="26" cy="95"/>
              <a:chOff x="3031" y="2827"/>
              <a:chExt cx="26" cy="95"/>
            </a:xfrm>
          </p:grpSpPr>
          <p:sp>
            <p:nvSpPr>
              <p:cNvPr id="58421" name="Rectangle 544">
                <a:extLst>
                  <a:ext uri="{FF2B5EF4-FFF2-40B4-BE49-F238E27FC236}">
                    <a16:creationId xmlns:a16="http://schemas.microsoft.com/office/drawing/2014/main" id="{F8B4C43B-19D4-FE42-17FE-427E63757FB2}"/>
                  </a:ext>
                </a:extLst>
              </p:cNvPr>
              <p:cNvSpPr>
                <a:spLocks noChangeArrowheads="1"/>
              </p:cNvSpPr>
              <p:nvPr/>
            </p:nvSpPr>
            <p:spPr bwMode="auto">
              <a:xfrm>
                <a:off x="3031" y="2827"/>
                <a:ext cx="26" cy="27"/>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58422" name="Rectangle 545">
                <a:extLst>
                  <a:ext uri="{FF2B5EF4-FFF2-40B4-BE49-F238E27FC236}">
                    <a16:creationId xmlns:a16="http://schemas.microsoft.com/office/drawing/2014/main" id="{B5044CE7-7F17-1CB8-5A5B-88F54EFDB000}"/>
                  </a:ext>
                </a:extLst>
              </p:cNvPr>
              <p:cNvSpPr>
                <a:spLocks noChangeArrowheads="1"/>
              </p:cNvSpPr>
              <p:nvPr/>
            </p:nvSpPr>
            <p:spPr bwMode="auto">
              <a:xfrm>
                <a:off x="3031" y="2895"/>
                <a:ext cx="26" cy="27"/>
              </a:xfrm>
              <a:prstGeom prst="rect">
                <a:avLst/>
              </a:prstGeom>
              <a:solidFill>
                <a:srgbClr val="3333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图片 3">
            <a:extLst>
              <a:ext uri="{FF2B5EF4-FFF2-40B4-BE49-F238E27FC236}">
                <a16:creationId xmlns:a16="http://schemas.microsoft.com/office/drawing/2014/main" id="{3A040249-89AF-AFDF-9385-75A644AEE12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43000" y="703263"/>
            <a:ext cx="6705600" cy="545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4" name="图片 1">
            <a:extLst>
              <a:ext uri="{FF2B5EF4-FFF2-40B4-BE49-F238E27FC236}">
                <a16:creationId xmlns:a16="http://schemas.microsoft.com/office/drawing/2014/main" id="{7D791D27-B345-C8E9-DBF7-A0AE3F8DDE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884238"/>
            <a:ext cx="5372100" cy="508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E96C1564-8F09-244B-85B0-57B14BF504E0}"/>
              </a:ext>
            </a:extLst>
          </p:cNvPr>
          <p:cNvSpPr txBox="1"/>
          <p:nvPr/>
        </p:nvSpPr>
        <p:spPr>
          <a:xfrm>
            <a:off x="10675088" y="-1095153"/>
            <a:ext cx="184731" cy="369332"/>
          </a:xfrm>
          <a:prstGeom prst="rect">
            <a:avLst/>
          </a:prstGeom>
          <a:solidFill>
            <a:schemeClr val="bg1"/>
          </a:solidFill>
        </p:spPr>
        <p:txBody>
          <a:bodyPr wrap="none" rtlCol="0">
            <a:spAutoFit/>
          </a:bodyPr>
          <a:lstStyle/>
          <a:p>
            <a:endParaRPr kumimoji="1" lang="zh-CN" altLang="en-US" dirty="0"/>
          </a:p>
        </p:txBody>
      </p:sp>
      <p:pic>
        <p:nvPicPr>
          <p:cNvPr id="5" name="图片 4">
            <a:extLst>
              <a:ext uri="{FF2B5EF4-FFF2-40B4-BE49-F238E27FC236}">
                <a16:creationId xmlns:a16="http://schemas.microsoft.com/office/drawing/2014/main" id="{107DD8A1-0E48-5C44-81C5-8E41BAFFEDF6}"/>
              </a:ext>
            </a:extLst>
          </p:cNvPr>
          <p:cNvPicPr>
            <a:picLocks noChangeAspect="1"/>
          </p:cNvPicPr>
          <p:nvPr/>
        </p:nvPicPr>
        <p:blipFill>
          <a:blip r:embed="rId4"/>
          <a:stretch>
            <a:fillRect/>
          </a:stretch>
        </p:blipFill>
        <p:spPr>
          <a:xfrm>
            <a:off x="6660232" y="4221088"/>
            <a:ext cx="288032" cy="288032"/>
          </a:xfrm>
          <a:prstGeom prst="rect">
            <a:avLst/>
          </a:prstGeom>
        </p:spPr>
      </p:pic>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图片 2">
            <a:extLst>
              <a:ext uri="{FF2B5EF4-FFF2-40B4-BE49-F238E27FC236}">
                <a16:creationId xmlns:a16="http://schemas.microsoft.com/office/drawing/2014/main" id="{63C9DB0D-EE32-A2CB-BB2C-293B0DF962A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400" y="914400"/>
            <a:ext cx="8001000" cy="521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图片 1">
            <a:extLst>
              <a:ext uri="{FF2B5EF4-FFF2-40B4-BE49-F238E27FC236}">
                <a16:creationId xmlns:a16="http://schemas.microsoft.com/office/drawing/2014/main" id="{6DD97ED7-DC3C-B78A-570D-D1BF989EEE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914400"/>
            <a:ext cx="8364538"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图片 2">
            <a:extLst>
              <a:ext uri="{FF2B5EF4-FFF2-40B4-BE49-F238E27FC236}">
                <a16:creationId xmlns:a16="http://schemas.microsoft.com/office/drawing/2014/main" id="{F983F8E4-753E-3EAE-05BA-B0C7B3778D8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1138" y="685800"/>
            <a:ext cx="8721725" cy="560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51922928-453C-3B43-A178-FA95995E5F62}"/>
              </a:ext>
            </a:extLst>
          </p:cNvPr>
          <p:cNvPicPr>
            <a:picLocks noChangeAspect="1"/>
          </p:cNvPicPr>
          <p:nvPr/>
        </p:nvPicPr>
        <p:blipFill>
          <a:blip r:embed="rId4"/>
          <a:stretch>
            <a:fillRect/>
          </a:stretch>
        </p:blipFill>
        <p:spPr>
          <a:xfrm>
            <a:off x="4572000" y="5373216"/>
            <a:ext cx="177800" cy="241300"/>
          </a:xfrm>
          <a:prstGeom prst="rect">
            <a:avLst/>
          </a:prstGeom>
        </p:spPr>
      </p:pic>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图片 1">
            <a:extLst>
              <a:ext uri="{FF2B5EF4-FFF2-40B4-BE49-F238E27FC236}">
                <a16:creationId xmlns:a16="http://schemas.microsoft.com/office/drawing/2014/main" id="{8CED0AD5-CF94-336B-FA26-C30A3D08D75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0" y="762000"/>
            <a:ext cx="5726113"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图片 1">
            <a:extLst>
              <a:ext uri="{FF2B5EF4-FFF2-40B4-BE49-F238E27FC236}">
                <a16:creationId xmlns:a16="http://schemas.microsoft.com/office/drawing/2014/main" id="{50C39FF9-AEC8-E3AE-8F0B-C28BDDD4B2E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52600" y="723900"/>
            <a:ext cx="5470525"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4">
            <a:extLst>
              <a:ext uri="{FF2B5EF4-FFF2-40B4-BE49-F238E27FC236}">
                <a16:creationId xmlns:a16="http://schemas.microsoft.com/office/drawing/2014/main" id="{91786BA9-4966-1C5D-5A76-7F007435A108}"/>
              </a:ext>
            </a:extLst>
          </p:cNvPr>
          <p:cNvSpPr>
            <a:spLocks noChangeArrowheads="1"/>
          </p:cNvSpPr>
          <p:nvPr/>
        </p:nvSpPr>
        <p:spPr bwMode="auto">
          <a:xfrm>
            <a:off x="1692275" y="685800"/>
            <a:ext cx="6119813" cy="55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a:solidFill>
                  <a:srgbClr val="2F00CC"/>
                </a:solidFill>
              </a:rPr>
              <a:t>PROFIBUS-DP </a:t>
            </a:r>
            <a:r>
              <a:rPr kumimoji="1" lang="zh-CN" altLang="en-US">
                <a:solidFill>
                  <a:srgbClr val="2F00CC"/>
                </a:solidFill>
              </a:rPr>
              <a:t>定义三种设备类型</a:t>
            </a:r>
          </a:p>
        </p:txBody>
      </p:sp>
      <p:sp>
        <p:nvSpPr>
          <p:cNvPr id="76803" name="Rectangle 5">
            <a:extLst>
              <a:ext uri="{FF2B5EF4-FFF2-40B4-BE49-F238E27FC236}">
                <a16:creationId xmlns:a16="http://schemas.microsoft.com/office/drawing/2014/main" id="{08AAA8B0-60B6-D9E6-C221-49558128F2D3}"/>
              </a:ext>
            </a:extLst>
          </p:cNvPr>
          <p:cNvSpPr>
            <a:spLocks noChangeArrowheads="1"/>
          </p:cNvSpPr>
          <p:nvPr/>
        </p:nvSpPr>
        <p:spPr bwMode="auto">
          <a:xfrm>
            <a:off x="755650" y="1244600"/>
            <a:ext cx="7467600" cy="178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lvl1pPr marL="473075" indent="-381000"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buSzPct val="130000"/>
              <a:buFont typeface="ZapfDingbats BT" charset="2"/>
              <a:buChar char="+"/>
            </a:pPr>
            <a:r>
              <a:rPr kumimoji="1" lang="en-US" altLang="zh-CN" sz="2400">
                <a:solidFill>
                  <a:schemeClr val="hlink"/>
                </a:solidFill>
              </a:rPr>
              <a:t>DP-1</a:t>
            </a:r>
            <a:r>
              <a:rPr kumimoji="1" lang="zh-CN" altLang="en-US" sz="2400">
                <a:solidFill>
                  <a:schemeClr val="hlink"/>
                </a:solidFill>
              </a:rPr>
              <a:t>类主设备 </a:t>
            </a:r>
            <a:r>
              <a:rPr kumimoji="1" lang="en-US" altLang="zh-CN" sz="2400">
                <a:solidFill>
                  <a:schemeClr val="hlink"/>
                </a:solidFill>
              </a:rPr>
              <a:t>(DPM1)</a:t>
            </a:r>
            <a:endParaRPr kumimoji="1" lang="en-US" altLang="zh-CN" sz="2000">
              <a:solidFill>
                <a:srgbClr val="2F00CC"/>
              </a:solidFill>
            </a:endParaRPr>
          </a:p>
          <a:p>
            <a:pPr>
              <a:spcBef>
                <a:spcPct val="0"/>
              </a:spcBef>
              <a:buFontTx/>
              <a:buChar char="•"/>
            </a:pPr>
            <a:r>
              <a:rPr kumimoji="1" lang="zh-CN" altLang="en-US" sz="2000">
                <a:solidFill>
                  <a:srgbClr val="2F00CC"/>
                </a:solidFill>
              </a:rPr>
              <a:t>中央控制器</a:t>
            </a:r>
            <a:r>
              <a:rPr kumimoji="1" lang="en-US" altLang="zh-CN" sz="2000">
                <a:solidFill>
                  <a:srgbClr val="2F00CC"/>
                </a:solidFill>
              </a:rPr>
              <a:t>, </a:t>
            </a:r>
            <a:r>
              <a:rPr kumimoji="1" lang="zh-CN" altLang="en-US" sz="2000">
                <a:solidFill>
                  <a:srgbClr val="2F00CC"/>
                </a:solidFill>
              </a:rPr>
              <a:t>它与分散的 </a:t>
            </a:r>
            <a:r>
              <a:rPr kumimoji="1" lang="en-US" altLang="zh-CN" sz="2000">
                <a:solidFill>
                  <a:srgbClr val="2F00CC"/>
                </a:solidFill>
              </a:rPr>
              <a:t>I/O </a:t>
            </a:r>
            <a:r>
              <a:rPr kumimoji="1" lang="zh-CN" altLang="en-US" sz="2000">
                <a:solidFill>
                  <a:srgbClr val="2F00CC"/>
                </a:solidFill>
              </a:rPr>
              <a:t>设备 </a:t>
            </a:r>
            <a:r>
              <a:rPr kumimoji="1" lang="en-US" altLang="zh-CN" sz="2000">
                <a:solidFill>
                  <a:srgbClr val="2F00CC"/>
                </a:solidFill>
              </a:rPr>
              <a:t>(DP-</a:t>
            </a:r>
            <a:r>
              <a:rPr kumimoji="1" lang="zh-CN" altLang="en-US" sz="2000">
                <a:solidFill>
                  <a:srgbClr val="2F00CC"/>
                </a:solidFill>
              </a:rPr>
              <a:t>从站</a:t>
            </a:r>
            <a:r>
              <a:rPr kumimoji="1" lang="en-US" altLang="zh-CN" sz="2000">
                <a:solidFill>
                  <a:srgbClr val="2F00CC"/>
                </a:solidFill>
              </a:rPr>
              <a:t>) </a:t>
            </a:r>
            <a:r>
              <a:rPr kumimoji="1" lang="zh-CN" altLang="en-US" sz="2000">
                <a:solidFill>
                  <a:srgbClr val="2F00CC"/>
                </a:solidFill>
              </a:rPr>
              <a:t>交换数据</a:t>
            </a:r>
          </a:p>
          <a:p>
            <a:pPr>
              <a:spcBef>
                <a:spcPct val="0"/>
              </a:spcBef>
              <a:buFontTx/>
              <a:buChar char="•"/>
            </a:pPr>
            <a:r>
              <a:rPr kumimoji="1" lang="zh-CN" altLang="en-US" sz="2000">
                <a:solidFill>
                  <a:srgbClr val="2F00CC"/>
                </a:solidFill>
              </a:rPr>
              <a:t>允许若干个</a:t>
            </a:r>
            <a:r>
              <a:rPr kumimoji="1" lang="en-US" altLang="zh-CN" sz="2000">
                <a:solidFill>
                  <a:srgbClr val="2F00CC"/>
                </a:solidFill>
              </a:rPr>
              <a:t>DPM1</a:t>
            </a:r>
            <a:r>
              <a:rPr kumimoji="1" lang="zh-CN" altLang="en-US" sz="2000">
                <a:solidFill>
                  <a:srgbClr val="2F00CC"/>
                </a:solidFill>
              </a:rPr>
              <a:t>，典型的设备是 </a:t>
            </a:r>
            <a:r>
              <a:rPr kumimoji="1" lang="en-US" altLang="zh-CN" sz="2000">
                <a:solidFill>
                  <a:srgbClr val="2F00CC"/>
                </a:solidFill>
              </a:rPr>
              <a:t>PLC, PC, </a:t>
            </a:r>
            <a:r>
              <a:rPr kumimoji="1" lang="zh-CN" altLang="en-US" sz="2000">
                <a:solidFill>
                  <a:srgbClr val="2F00CC"/>
                </a:solidFill>
              </a:rPr>
              <a:t>工控机等</a:t>
            </a:r>
          </a:p>
        </p:txBody>
      </p:sp>
      <p:sp>
        <p:nvSpPr>
          <p:cNvPr id="76804" name="Rectangle 6">
            <a:extLst>
              <a:ext uri="{FF2B5EF4-FFF2-40B4-BE49-F238E27FC236}">
                <a16:creationId xmlns:a16="http://schemas.microsoft.com/office/drawing/2014/main" id="{C2182871-D749-D8E6-EFA4-17F1C378F4DC}"/>
              </a:ext>
            </a:extLst>
          </p:cNvPr>
          <p:cNvSpPr>
            <a:spLocks noChangeArrowheads="1"/>
          </p:cNvSpPr>
          <p:nvPr/>
        </p:nvSpPr>
        <p:spPr bwMode="auto">
          <a:xfrm>
            <a:off x="755650" y="2936875"/>
            <a:ext cx="7467600" cy="178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lvl1pPr marL="473075" indent="-381000"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buSzPct val="130000"/>
              <a:buFont typeface="ZapfDingbats BT" charset="2"/>
              <a:buChar char="+"/>
            </a:pPr>
            <a:r>
              <a:rPr kumimoji="1" lang="en-US" altLang="zh-CN" sz="2400">
                <a:solidFill>
                  <a:schemeClr val="hlink"/>
                </a:solidFill>
              </a:rPr>
              <a:t>DP-2 </a:t>
            </a:r>
            <a:r>
              <a:rPr kumimoji="1" lang="zh-CN" altLang="en-US" sz="2400">
                <a:solidFill>
                  <a:schemeClr val="hlink"/>
                </a:solidFill>
              </a:rPr>
              <a:t>类主设备 </a:t>
            </a:r>
            <a:r>
              <a:rPr kumimoji="1" lang="en-US" altLang="zh-CN" sz="2400">
                <a:solidFill>
                  <a:schemeClr val="hlink"/>
                </a:solidFill>
              </a:rPr>
              <a:t>(DPM2)</a:t>
            </a:r>
            <a:endParaRPr kumimoji="1" lang="en-US" altLang="zh-CN" sz="2000">
              <a:solidFill>
                <a:srgbClr val="2F00CC"/>
              </a:solidFill>
            </a:endParaRPr>
          </a:p>
          <a:p>
            <a:pPr>
              <a:spcBef>
                <a:spcPct val="0"/>
              </a:spcBef>
              <a:buFontTx/>
              <a:buChar char="•"/>
            </a:pPr>
            <a:r>
              <a:rPr kumimoji="1" lang="zh-CN" altLang="en-US" sz="2000">
                <a:solidFill>
                  <a:srgbClr val="2F00CC"/>
                </a:solidFill>
              </a:rPr>
              <a:t>组态、监视或工程工具，它被用来设定网络或参数／</a:t>
            </a:r>
          </a:p>
          <a:p>
            <a:pPr>
              <a:spcBef>
                <a:spcPct val="0"/>
              </a:spcBef>
            </a:pPr>
            <a:r>
              <a:rPr kumimoji="1" lang="zh-CN" altLang="en-US" sz="2000">
                <a:solidFill>
                  <a:srgbClr val="2F00CC"/>
                </a:solidFill>
              </a:rPr>
              <a:t>     监视 </a:t>
            </a:r>
            <a:r>
              <a:rPr kumimoji="1" lang="en-US" altLang="zh-CN" sz="2000">
                <a:solidFill>
                  <a:srgbClr val="2F00CC"/>
                </a:solidFill>
              </a:rPr>
              <a:t>DP-</a:t>
            </a:r>
            <a:r>
              <a:rPr kumimoji="1" lang="zh-CN" altLang="en-US" sz="2000">
                <a:solidFill>
                  <a:srgbClr val="2F00CC"/>
                </a:solidFill>
              </a:rPr>
              <a:t>从设备</a:t>
            </a:r>
          </a:p>
        </p:txBody>
      </p:sp>
      <p:sp>
        <p:nvSpPr>
          <p:cNvPr id="76805" name="Rectangle 7">
            <a:extLst>
              <a:ext uri="{FF2B5EF4-FFF2-40B4-BE49-F238E27FC236}">
                <a16:creationId xmlns:a16="http://schemas.microsoft.com/office/drawing/2014/main" id="{5ED162EA-2ADA-7DFB-565A-15DCF2232901}"/>
              </a:ext>
            </a:extLst>
          </p:cNvPr>
          <p:cNvSpPr>
            <a:spLocks noChangeArrowheads="1"/>
          </p:cNvSpPr>
          <p:nvPr/>
        </p:nvSpPr>
        <p:spPr bwMode="auto">
          <a:xfrm>
            <a:off x="755650" y="4597400"/>
            <a:ext cx="7467600" cy="178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lvl1pPr marL="473075" indent="-381000"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buSzPct val="130000"/>
              <a:buFont typeface="ZapfDingbats BT" charset="2"/>
              <a:buChar char="+"/>
            </a:pPr>
            <a:r>
              <a:rPr kumimoji="1" lang="en-US" altLang="zh-CN" sz="2400">
                <a:solidFill>
                  <a:schemeClr val="hlink"/>
                </a:solidFill>
              </a:rPr>
              <a:t>DP-</a:t>
            </a:r>
            <a:r>
              <a:rPr kumimoji="1" lang="zh-CN" altLang="en-US" sz="2400">
                <a:solidFill>
                  <a:schemeClr val="hlink"/>
                </a:solidFill>
              </a:rPr>
              <a:t>从设备</a:t>
            </a:r>
            <a:endParaRPr kumimoji="1" lang="zh-CN" altLang="en-US" sz="2000">
              <a:solidFill>
                <a:srgbClr val="2F00CC"/>
              </a:solidFill>
            </a:endParaRPr>
          </a:p>
          <a:p>
            <a:pPr>
              <a:spcBef>
                <a:spcPct val="0"/>
              </a:spcBef>
              <a:buFontTx/>
              <a:buChar char="•"/>
            </a:pPr>
            <a:r>
              <a:rPr kumimoji="1" lang="zh-CN" altLang="en-US" sz="2000">
                <a:solidFill>
                  <a:srgbClr val="2F00CC"/>
                </a:solidFill>
              </a:rPr>
              <a:t>直接连接 </a:t>
            </a:r>
            <a:r>
              <a:rPr kumimoji="1" lang="en-US" altLang="zh-CN" sz="2000">
                <a:solidFill>
                  <a:srgbClr val="2F00CC"/>
                </a:solidFill>
              </a:rPr>
              <a:t>I/O </a:t>
            </a:r>
            <a:r>
              <a:rPr kumimoji="1" lang="zh-CN" altLang="en-US" sz="2000">
                <a:solidFill>
                  <a:srgbClr val="2F00CC"/>
                </a:solidFill>
              </a:rPr>
              <a:t>信号的外围设备</a:t>
            </a:r>
          </a:p>
          <a:p>
            <a:pPr>
              <a:spcBef>
                <a:spcPct val="0"/>
              </a:spcBef>
              <a:buFontTx/>
              <a:buChar char="•"/>
            </a:pPr>
            <a:r>
              <a:rPr kumimoji="1" lang="zh-CN" altLang="en-US" sz="2000">
                <a:solidFill>
                  <a:srgbClr val="2F00CC"/>
                </a:solidFill>
              </a:rPr>
              <a:t>典型的设备是输入、输出、驱动器、控制阀、操作</a:t>
            </a:r>
          </a:p>
          <a:p>
            <a:pPr>
              <a:spcBef>
                <a:spcPct val="0"/>
              </a:spcBef>
            </a:pPr>
            <a:r>
              <a:rPr kumimoji="1" lang="zh-CN" altLang="en-US" sz="2000">
                <a:solidFill>
                  <a:srgbClr val="2F00CC"/>
                </a:solidFill>
              </a:rPr>
              <a:t>      面板等等</a:t>
            </a:r>
          </a:p>
        </p:txBody>
      </p:sp>
      <p:grpSp>
        <p:nvGrpSpPr>
          <p:cNvPr id="76806" name="Group 8">
            <a:extLst>
              <a:ext uri="{FF2B5EF4-FFF2-40B4-BE49-F238E27FC236}">
                <a16:creationId xmlns:a16="http://schemas.microsoft.com/office/drawing/2014/main" id="{6ACC1A15-661B-249A-2F08-AA4510314224}"/>
              </a:ext>
            </a:extLst>
          </p:cNvPr>
          <p:cNvGrpSpPr>
            <a:grpSpLocks/>
          </p:cNvGrpSpPr>
          <p:nvPr/>
        </p:nvGrpSpPr>
        <p:grpSpPr bwMode="auto">
          <a:xfrm>
            <a:off x="7218363" y="5576888"/>
            <a:ext cx="1223962" cy="504825"/>
            <a:chOff x="4723" y="3513"/>
            <a:chExt cx="771" cy="318"/>
          </a:xfrm>
        </p:grpSpPr>
        <p:grpSp>
          <p:nvGrpSpPr>
            <p:cNvPr id="76809" name="Group 9">
              <a:extLst>
                <a:ext uri="{FF2B5EF4-FFF2-40B4-BE49-F238E27FC236}">
                  <a16:creationId xmlns:a16="http://schemas.microsoft.com/office/drawing/2014/main" id="{6F309BEC-7740-5B4B-8258-1935047A6C3F}"/>
                </a:ext>
              </a:extLst>
            </p:cNvPr>
            <p:cNvGrpSpPr>
              <a:grpSpLocks/>
            </p:cNvGrpSpPr>
            <p:nvPr/>
          </p:nvGrpSpPr>
          <p:grpSpPr bwMode="auto">
            <a:xfrm>
              <a:off x="5343" y="3575"/>
              <a:ext cx="151" cy="113"/>
              <a:chOff x="5343" y="3575"/>
              <a:chExt cx="151" cy="113"/>
            </a:xfrm>
          </p:grpSpPr>
          <p:sp>
            <p:nvSpPr>
              <p:cNvPr id="76925" name="Rectangle 10">
                <a:extLst>
                  <a:ext uri="{FF2B5EF4-FFF2-40B4-BE49-F238E27FC236}">
                    <a16:creationId xmlns:a16="http://schemas.microsoft.com/office/drawing/2014/main" id="{606A5475-2B7D-CE93-60B6-A2B1A294F5AF}"/>
                  </a:ext>
                </a:extLst>
              </p:cNvPr>
              <p:cNvSpPr>
                <a:spLocks noChangeArrowheads="1"/>
              </p:cNvSpPr>
              <p:nvPr/>
            </p:nvSpPr>
            <p:spPr bwMode="auto">
              <a:xfrm>
                <a:off x="5343" y="3658"/>
                <a:ext cx="150" cy="17"/>
              </a:xfrm>
              <a:prstGeom prst="rect">
                <a:avLst/>
              </a:prstGeom>
              <a:gradFill rotWithShape="0">
                <a:gsLst>
                  <a:gs pos="0">
                    <a:srgbClr val="767900"/>
                  </a:gs>
                  <a:gs pos="100000">
                    <a:srgbClr val="232400"/>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926" name="Rectangle 11">
                <a:extLst>
                  <a:ext uri="{FF2B5EF4-FFF2-40B4-BE49-F238E27FC236}">
                    <a16:creationId xmlns:a16="http://schemas.microsoft.com/office/drawing/2014/main" id="{36FF7C81-1A36-82EC-704A-D394431A2FAE}"/>
                  </a:ext>
                </a:extLst>
              </p:cNvPr>
              <p:cNvSpPr>
                <a:spLocks noChangeArrowheads="1"/>
              </p:cNvSpPr>
              <p:nvPr/>
            </p:nvSpPr>
            <p:spPr bwMode="auto">
              <a:xfrm>
                <a:off x="5344" y="3575"/>
                <a:ext cx="150" cy="15"/>
              </a:xfrm>
              <a:prstGeom prst="rect">
                <a:avLst/>
              </a:prstGeom>
              <a:gradFill rotWithShape="0">
                <a:gsLst>
                  <a:gs pos="0">
                    <a:srgbClr val="FFFFFF"/>
                  </a:gs>
                  <a:gs pos="100000">
                    <a:srgbClr val="767900"/>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927" name="Rectangle 12">
                <a:extLst>
                  <a:ext uri="{FF2B5EF4-FFF2-40B4-BE49-F238E27FC236}">
                    <a16:creationId xmlns:a16="http://schemas.microsoft.com/office/drawing/2014/main" id="{4BB43133-AE77-5218-68A9-E0541CFD7C45}"/>
                  </a:ext>
                </a:extLst>
              </p:cNvPr>
              <p:cNvSpPr>
                <a:spLocks noChangeArrowheads="1"/>
              </p:cNvSpPr>
              <p:nvPr/>
            </p:nvSpPr>
            <p:spPr bwMode="auto">
              <a:xfrm>
                <a:off x="5343" y="3592"/>
                <a:ext cx="151" cy="70"/>
              </a:xfrm>
              <a:prstGeom prst="rect">
                <a:avLst/>
              </a:prstGeom>
              <a:gradFill rotWithShape="0">
                <a:gsLst>
                  <a:gs pos="0">
                    <a:srgbClr val="D6D7B2"/>
                  </a:gs>
                  <a:gs pos="50000">
                    <a:srgbClr val="767900"/>
                  </a:gs>
                  <a:gs pos="100000">
                    <a:srgbClr val="D6D7B2"/>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928" name="Rectangle 13">
                <a:extLst>
                  <a:ext uri="{FF2B5EF4-FFF2-40B4-BE49-F238E27FC236}">
                    <a16:creationId xmlns:a16="http://schemas.microsoft.com/office/drawing/2014/main" id="{8B261E38-D127-7556-7FEF-E4CBBD2CF7DB}"/>
                  </a:ext>
                </a:extLst>
              </p:cNvPr>
              <p:cNvSpPr>
                <a:spLocks noChangeArrowheads="1"/>
              </p:cNvSpPr>
              <p:nvPr/>
            </p:nvSpPr>
            <p:spPr bwMode="auto">
              <a:xfrm>
                <a:off x="5343" y="3671"/>
                <a:ext cx="150" cy="17"/>
              </a:xfrm>
              <a:prstGeom prst="rect">
                <a:avLst/>
              </a:prstGeom>
              <a:gradFill rotWithShape="0">
                <a:gsLst>
                  <a:gs pos="0">
                    <a:srgbClr val="767900"/>
                  </a:gs>
                  <a:gs pos="100000">
                    <a:srgbClr val="F1F1E5"/>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929" name="Line 14">
                <a:extLst>
                  <a:ext uri="{FF2B5EF4-FFF2-40B4-BE49-F238E27FC236}">
                    <a16:creationId xmlns:a16="http://schemas.microsoft.com/office/drawing/2014/main" id="{EB77338C-FE96-29E9-D0FD-4387D0CB6578}"/>
                  </a:ext>
                </a:extLst>
              </p:cNvPr>
              <p:cNvSpPr>
                <a:spLocks noChangeShapeType="1"/>
              </p:cNvSpPr>
              <p:nvPr/>
            </p:nvSpPr>
            <p:spPr bwMode="auto">
              <a:xfrm>
                <a:off x="5347" y="3592"/>
                <a:ext cx="14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6810" name="Rectangle 15">
              <a:extLst>
                <a:ext uri="{FF2B5EF4-FFF2-40B4-BE49-F238E27FC236}">
                  <a16:creationId xmlns:a16="http://schemas.microsoft.com/office/drawing/2014/main" id="{12FC86ED-1770-1BF7-B58A-47F0ABE419E0}"/>
                </a:ext>
              </a:extLst>
            </p:cNvPr>
            <p:cNvSpPr>
              <a:spLocks noChangeArrowheads="1"/>
            </p:cNvSpPr>
            <p:nvPr/>
          </p:nvSpPr>
          <p:spPr bwMode="auto">
            <a:xfrm>
              <a:off x="4723" y="3575"/>
              <a:ext cx="131" cy="19"/>
            </a:xfrm>
            <a:prstGeom prst="rect">
              <a:avLst/>
            </a:prstGeom>
            <a:gradFill rotWithShape="0">
              <a:gsLst>
                <a:gs pos="0">
                  <a:srgbClr val="D6D7B2"/>
                </a:gs>
                <a:gs pos="100000">
                  <a:srgbClr val="767900"/>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11" name="Rectangle 16">
              <a:extLst>
                <a:ext uri="{FF2B5EF4-FFF2-40B4-BE49-F238E27FC236}">
                  <a16:creationId xmlns:a16="http://schemas.microsoft.com/office/drawing/2014/main" id="{DB0DBCE2-BC85-DF0B-198F-4CA86435D75B}"/>
                </a:ext>
              </a:extLst>
            </p:cNvPr>
            <p:cNvSpPr>
              <a:spLocks noChangeArrowheads="1"/>
            </p:cNvSpPr>
            <p:nvPr/>
          </p:nvSpPr>
          <p:spPr bwMode="auto">
            <a:xfrm>
              <a:off x="4739" y="3594"/>
              <a:ext cx="112" cy="73"/>
            </a:xfrm>
            <a:prstGeom prst="rect">
              <a:avLst/>
            </a:prstGeom>
            <a:gradFill rotWithShape="0">
              <a:gsLst>
                <a:gs pos="0">
                  <a:srgbClr val="E4E4CC"/>
                </a:gs>
                <a:gs pos="50000">
                  <a:srgbClr val="767900"/>
                </a:gs>
                <a:gs pos="100000">
                  <a:srgbClr val="E4E4CC"/>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12" name="Freeform 17">
              <a:extLst>
                <a:ext uri="{FF2B5EF4-FFF2-40B4-BE49-F238E27FC236}">
                  <a16:creationId xmlns:a16="http://schemas.microsoft.com/office/drawing/2014/main" id="{8C768BC7-64BE-3F03-A217-3B6C949CC0DD}"/>
                </a:ext>
              </a:extLst>
            </p:cNvPr>
            <p:cNvSpPr>
              <a:spLocks/>
            </p:cNvSpPr>
            <p:nvPr/>
          </p:nvSpPr>
          <p:spPr bwMode="auto">
            <a:xfrm>
              <a:off x="4727" y="3669"/>
              <a:ext cx="125" cy="17"/>
            </a:xfrm>
            <a:custGeom>
              <a:avLst/>
              <a:gdLst>
                <a:gd name="T0" fmla="*/ 10 w 125"/>
                <a:gd name="T1" fmla="*/ 0 h 17"/>
                <a:gd name="T2" fmla="*/ 0 w 125"/>
                <a:gd name="T3" fmla="*/ 16 h 17"/>
                <a:gd name="T4" fmla="*/ 124 w 125"/>
                <a:gd name="T5" fmla="*/ 16 h 17"/>
                <a:gd name="T6" fmla="*/ 124 w 125"/>
                <a:gd name="T7" fmla="*/ 0 h 17"/>
                <a:gd name="T8" fmla="*/ 10 w 125"/>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5" h="17">
                  <a:moveTo>
                    <a:pt x="10" y="0"/>
                  </a:moveTo>
                  <a:lnTo>
                    <a:pt x="0" y="16"/>
                  </a:lnTo>
                  <a:lnTo>
                    <a:pt x="124" y="16"/>
                  </a:lnTo>
                  <a:lnTo>
                    <a:pt x="124" y="0"/>
                  </a:lnTo>
                  <a:lnTo>
                    <a:pt x="10" y="0"/>
                  </a:lnTo>
                </a:path>
              </a:pathLst>
            </a:custGeom>
            <a:gradFill rotWithShape="0">
              <a:gsLst>
                <a:gs pos="0">
                  <a:srgbClr val="919433"/>
                </a:gs>
                <a:gs pos="100000">
                  <a:srgbClr val="767900"/>
                </a:gs>
              </a:gsLst>
              <a:lin ang="18900000" scaled="1"/>
            </a:gra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13" name="Rectangle 18">
              <a:extLst>
                <a:ext uri="{FF2B5EF4-FFF2-40B4-BE49-F238E27FC236}">
                  <a16:creationId xmlns:a16="http://schemas.microsoft.com/office/drawing/2014/main" id="{41DCD4A2-B94C-E39A-76AC-66CD25D46A09}"/>
                </a:ext>
              </a:extLst>
            </p:cNvPr>
            <p:cNvSpPr>
              <a:spLocks noChangeArrowheads="1"/>
            </p:cNvSpPr>
            <p:nvPr/>
          </p:nvSpPr>
          <p:spPr bwMode="auto">
            <a:xfrm>
              <a:off x="4727" y="3677"/>
              <a:ext cx="131" cy="20"/>
            </a:xfrm>
            <a:prstGeom prst="rect">
              <a:avLst/>
            </a:prstGeom>
            <a:gradFill rotWithShape="0">
              <a:gsLst>
                <a:gs pos="0">
                  <a:srgbClr val="767900"/>
                </a:gs>
                <a:gs pos="100000">
                  <a:srgbClr val="D6D7B2"/>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14" name="AutoShape 19">
              <a:extLst>
                <a:ext uri="{FF2B5EF4-FFF2-40B4-BE49-F238E27FC236}">
                  <a16:creationId xmlns:a16="http://schemas.microsoft.com/office/drawing/2014/main" id="{670A5E9A-7502-38E5-CE68-5652DDBFDE3D}"/>
                </a:ext>
              </a:extLst>
            </p:cNvPr>
            <p:cNvSpPr>
              <a:spLocks noChangeArrowheads="1"/>
            </p:cNvSpPr>
            <p:nvPr/>
          </p:nvSpPr>
          <p:spPr bwMode="auto">
            <a:xfrm>
              <a:off x="4842" y="3513"/>
              <a:ext cx="510" cy="318"/>
            </a:xfrm>
            <a:prstGeom prst="cube">
              <a:avLst>
                <a:gd name="adj" fmla="val 24995"/>
              </a:avLst>
            </a:prstGeom>
            <a:gradFill rotWithShape="0">
              <a:gsLst>
                <a:gs pos="0">
                  <a:srgbClr val="E9E9E9"/>
                </a:gs>
                <a:gs pos="100000">
                  <a:srgbClr val="DADADA"/>
                </a:gs>
              </a:gsLst>
              <a:lin ang="189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15" name="Rectangle 20">
              <a:extLst>
                <a:ext uri="{FF2B5EF4-FFF2-40B4-BE49-F238E27FC236}">
                  <a16:creationId xmlns:a16="http://schemas.microsoft.com/office/drawing/2014/main" id="{2F33EFFC-FB6A-CEE5-228A-8E7D6B48FE32}"/>
                </a:ext>
              </a:extLst>
            </p:cNvPr>
            <p:cNvSpPr>
              <a:spLocks noChangeArrowheads="1"/>
            </p:cNvSpPr>
            <p:nvPr/>
          </p:nvSpPr>
          <p:spPr bwMode="auto">
            <a:xfrm>
              <a:off x="4858" y="3618"/>
              <a:ext cx="393" cy="7"/>
            </a:xfrm>
            <a:prstGeom prst="rect">
              <a:avLst/>
            </a:prstGeom>
            <a:solidFill>
              <a:schemeClr val="accent2"/>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16" name="Rectangle 21">
              <a:extLst>
                <a:ext uri="{FF2B5EF4-FFF2-40B4-BE49-F238E27FC236}">
                  <a16:creationId xmlns:a16="http://schemas.microsoft.com/office/drawing/2014/main" id="{55BB2FA8-337E-C370-9D6F-036C58028E81}"/>
                </a:ext>
              </a:extLst>
            </p:cNvPr>
            <p:cNvSpPr>
              <a:spLocks noChangeArrowheads="1"/>
            </p:cNvSpPr>
            <p:nvPr/>
          </p:nvSpPr>
          <p:spPr bwMode="auto">
            <a:xfrm>
              <a:off x="4858" y="3673"/>
              <a:ext cx="393" cy="7"/>
            </a:xfrm>
            <a:prstGeom prst="rect">
              <a:avLst/>
            </a:prstGeom>
            <a:solidFill>
              <a:schemeClr val="accent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17" name="Rectangle 22">
              <a:extLst>
                <a:ext uri="{FF2B5EF4-FFF2-40B4-BE49-F238E27FC236}">
                  <a16:creationId xmlns:a16="http://schemas.microsoft.com/office/drawing/2014/main" id="{12CB34CD-6B8A-6ECE-7F8B-EA3DCA4D9EC7}"/>
                </a:ext>
              </a:extLst>
            </p:cNvPr>
            <p:cNvSpPr>
              <a:spLocks noChangeArrowheads="1"/>
            </p:cNvSpPr>
            <p:nvPr/>
          </p:nvSpPr>
          <p:spPr bwMode="auto">
            <a:xfrm>
              <a:off x="4858" y="3730"/>
              <a:ext cx="393" cy="7"/>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18" name="Oval 23">
              <a:extLst>
                <a:ext uri="{FF2B5EF4-FFF2-40B4-BE49-F238E27FC236}">
                  <a16:creationId xmlns:a16="http://schemas.microsoft.com/office/drawing/2014/main" id="{E30B31E1-BB49-E832-25E8-61142C9209A2}"/>
                </a:ext>
              </a:extLst>
            </p:cNvPr>
            <p:cNvSpPr>
              <a:spLocks noChangeArrowheads="1"/>
            </p:cNvSpPr>
            <p:nvPr/>
          </p:nvSpPr>
          <p:spPr bwMode="auto">
            <a:xfrm>
              <a:off x="4916" y="3793"/>
              <a:ext cx="15" cy="20"/>
            </a:xfrm>
            <a:prstGeom prst="ellipse">
              <a:avLst/>
            </a:prstGeom>
            <a:solidFill>
              <a:srgbClr val="7FF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19" name="Oval 24">
              <a:extLst>
                <a:ext uri="{FF2B5EF4-FFF2-40B4-BE49-F238E27FC236}">
                  <a16:creationId xmlns:a16="http://schemas.microsoft.com/office/drawing/2014/main" id="{BF38CDC3-29DA-BF2A-96FA-15BD6CEACDD4}"/>
                </a:ext>
              </a:extLst>
            </p:cNvPr>
            <p:cNvSpPr>
              <a:spLocks noChangeArrowheads="1"/>
            </p:cNvSpPr>
            <p:nvPr/>
          </p:nvSpPr>
          <p:spPr bwMode="auto">
            <a:xfrm>
              <a:off x="4976" y="3793"/>
              <a:ext cx="13" cy="20"/>
            </a:xfrm>
            <a:prstGeom prst="ellipse">
              <a:avLst/>
            </a:prstGeom>
            <a:solidFill>
              <a:srgbClr val="7FF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20" name="Oval 25">
              <a:extLst>
                <a:ext uri="{FF2B5EF4-FFF2-40B4-BE49-F238E27FC236}">
                  <a16:creationId xmlns:a16="http://schemas.microsoft.com/office/drawing/2014/main" id="{15319DC7-3901-04F6-3841-8E42AB7E4B46}"/>
                </a:ext>
              </a:extLst>
            </p:cNvPr>
            <p:cNvSpPr>
              <a:spLocks noChangeArrowheads="1"/>
            </p:cNvSpPr>
            <p:nvPr/>
          </p:nvSpPr>
          <p:spPr bwMode="auto">
            <a:xfrm>
              <a:off x="5033" y="3793"/>
              <a:ext cx="14" cy="20"/>
            </a:xfrm>
            <a:prstGeom prst="ellipse">
              <a:avLst/>
            </a:prstGeom>
            <a:solidFill>
              <a:srgbClr val="7FF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21" name="Oval 26">
              <a:extLst>
                <a:ext uri="{FF2B5EF4-FFF2-40B4-BE49-F238E27FC236}">
                  <a16:creationId xmlns:a16="http://schemas.microsoft.com/office/drawing/2014/main" id="{DED289CA-EED4-4488-4515-E60755D25489}"/>
                </a:ext>
              </a:extLst>
            </p:cNvPr>
            <p:cNvSpPr>
              <a:spLocks noChangeArrowheads="1"/>
            </p:cNvSpPr>
            <p:nvPr/>
          </p:nvSpPr>
          <p:spPr bwMode="auto">
            <a:xfrm>
              <a:off x="5092" y="3793"/>
              <a:ext cx="15" cy="20"/>
            </a:xfrm>
            <a:prstGeom prst="ellipse">
              <a:avLst/>
            </a:prstGeom>
            <a:solidFill>
              <a:srgbClr val="7FF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22" name="Oval 27">
              <a:extLst>
                <a:ext uri="{FF2B5EF4-FFF2-40B4-BE49-F238E27FC236}">
                  <a16:creationId xmlns:a16="http://schemas.microsoft.com/office/drawing/2014/main" id="{FD3E12F9-6D12-0A52-55AF-B31977A11DA3}"/>
                </a:ext>
              </a:extLst>
            </p:cNvPr>
            <p:cNvSpPr>
              <a:spLocks noChangeArrowheads="1"/>
            </p:cNvSpPr>
            <p:nvPr/>
          </p:nvSpPr>
          <p:spPr bwMode="auto">
            <a:xfrm>
              <a:off x="4864" y="3793"/>
              <a:ext cx="13" cy="20"/>
            </a:xfrm>
            <a:prstGeom prst="ellipse">
              <a:avLst/>
            </a:prstGeom>
            <a:solidFill>
              <a:srgbClr val="7FF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23" name="Oval 28">
              <a:extLst>
                <a:ext uri="{FF2B5EF4-FFF2-40B4-BE49-F238E27FC236}">
                  <a16:creationId xmlns:a16="http://schemas.microsoft.com/office/drawing/2014/main" id="{1F142942-B314-C521-F1EE-316EDEBD77AD}"/>
                </a:ext>
              </a:extLst>
            </p:cNvPr>
            <p:cNvSpPr>
              <a:spLocks noChangeArrowheads="1"/>
            </p:cNvSpPr>
            <p:nvPr/>
          </p:nvSpPr>
          <p:spPr bwMode="auto">
            <a:xfrm>
              <a:off x="5149" y="3793"/>
              <a:ext cx="15" cy="20"/>
            </a:xfrm>
            <a:prstGeom prst="ellipse">
              <a:avLst/>
            </a:prstGeom>
            <a:solidFill>
              <a:srgbClr val="7FF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24" name="Oval 29">
              <a:extLst>
                <a:ext uri="{FF2B5EF4-FFF2-40B4-BE49-F238E27FC236}">
                  <a16:creationId xmlns:a16="http://schemas.microsoft.com/office/drawing/2014/main" id="{567F7CE2-D310-86C1-8D53-289E7A658E2F}"/>
                </a:ext>
              </a:extLst>
            </p:cNvPr>
            <p:cNvSpPr>
              <a:spLocks noChangeArrowheads="1"/>
            </p:cNvSpPr>
            <p:nvPr/>
          </p:nvSpPr>
          <p:spPr bwMode="auto">
            <a:xfrm>
              <a:off x="5207" y="3793"/>
              <a:ext cx="14" cy="20"/>
            </a:xfrm>
            <a:prstGeom prst="ellipse">
              <a:avLst/>
            </a:prstGeom>
            <a:solidFill>
              <a:srgbClr val="7FF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25" name="Oval 30">
              <a:extLst>
                <a:ext uri="{FF2B5EF4-FFF2-40B4-BE49-F238E27FC236}">
                  <a16:creationId xmlns:a16="http://schemas.microsoft.com/office/drawing/2014/main" id="{2089F2C8-0AB4-92DB-C9FF-B01B668FDC3B}"/>
                </a:ext>
              </a:extLst>
            </p:cNvPr>
            <p:cNvSpPr>
              <a:spLocks noChangeArrowheads="1"/>
            </p:cNvSpPr>
            <p:nvPr/>
          </p:nvSpPr>
          <p:spPr bwMode="auto">
            <a:xfrm>
              <a:off x="5012" y="3793"/>
              <a:ext cx="14" cy="20"/>
            </a:xfrm>
            <a:prstGeom prst="ellipse">
              <a:avLst/>
            </a:prstGeom>
            <a:solidFill>
              <a:schemeClr val="hlink"/>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26" name="Oval 31">
              <a:extLst>
                <a:ext uri="{FF2B5EF4-FFF2-40B4-BE49-F238E27FC236}">
                  <a16:creationId xmlns:a16="http://schemas.microsoft.com/office/drawing/2014/main" id="{3277E3A6-F3E7-5DCB-3A45-A100DA293150}"/>
                </a:ext>
              </a:extLst>
            </p:cNvPr>
            <p:cNvSpPr>
              <a:spLocks noChangeArrowheads="1"/>
            </p:cNvSpPr>
            <p:nvPr/>
          </p:nvSpPr>
          <p:spPr bwMode="auto">
            <a:xfrm>
              <a:off x="5071" y="3798"/>
              <a:ext cx="16" cy="17"/>
            </a:xfrm>
            <a:prstGeom prst="ellipse">
              <a:avLst/>
            </a:prstGeom>
            <a:solidFill>
              <a:schemeClr val="hlink"/>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nvGrpSpPr>
            <p:cNvPr id="76827" name="Group 32">
              <a:extLst>
                <a:ext uri="{FF2B5EF4-FFF2-40B4-BE49-F238E27FC236}">
                  <a16:creationId xmlns:a16="http://schemas.microsoft.com/office/drawing/2014/main" id="{D588A2CC-EA8C-84BF-5F53-1158D13E2626}"/>
                </a:ext>
              </a:extLst>
            </p:cNvPr>
            <p:cNvGrpSpPr>
              <a:grpSpLocks/>
            </p:cNvGrpSpPr>
            <p:nvPr/>
          </p:nvGrpSpPr>
          <p:grpSpPr bwMode="auto">
            <a:xfrm>
              <a:off x="4867" y="3603"/>
              <a:ext cx="386" cy="4"/>
              <a:chOff x="4867" y="3603"/>
              <a:chExt cx="386" cy="4"/>
            </a:xfrm>
          </p:grpSpPr>
          <p:sp>
            <p:nvSpPr>
              <p:cNvPr id="76903" name="Oval 33">
                <a:extLst>
                  <a:ext uri="{FF2B5EF4-FFF2-40B4-BE49-F238E27FC236}">
                    <a16:creationId xmlns:a16="http://schemas.microsoft.com/office/drawing/2014/main" id="{8C1FEC93-A9BA-20AF-C28A-5807D7669A05}"/>
                  </a:ext>
                </a:extLst>
              </p:cNvPr>
              <p:cNvSpPr>
                <a:spLocks noChangeArrowheads="1"/>
              </p:cNvSpPr>
              <p:nvPr/>
            </p:nvSpPr>
            <p:spPr bwMode="auto">
              <a:xfrm>
                <a:off x="4867" y="3603"/>
                <a:ext cx="6"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904" name="Oval 34">
                <a:extLst>
                  <a:ext uri="{FF2B5EF4-FFF2-40B4-BE49-F238E27FC236}">
                    <a16:creationId xmlns:a16="http://schemas.microsoft.com/office/drawing/2014/main" id="{662B5319-C583-087F-362D-543A99321CBD}"/>
                  </a:ext>
                </a:extLst>
              </p:cNvPr>
              <p:cNvSpPr>
                <a:spLocks noChangeArrowheads="1"/>
              </p:cNvSpPr>
              <p:nvPr/>
            </p:nvSpPr>
            <p:spPr bwMode="auto">
              <a:xfrm>
                <a:off x="4888" y="3603"/>
                <a:ext cx="1"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905" name="Oval 35">
                <a:extLst>
                  <a:ext uri="{FF2B5EF4-FFF2-40B4-BE49-F238E27FC236}">
                    <a16:creationId xmlns:a16="http://schemas.microsoft.com/office/drawing/2014/main" id="{0F42A25C-B099-D592-D48E-C4F8C6ADA9A8}"/>
                  </a:ext>
                </a:extLst>
              </p:cNvPr>
              <p:cNvSpPr>
                <a:spLocks noChangeArrowheads="1"/>
              </p:cNvSpPr>
              <p:nvPr/>
            </p:nvSpPr>
            <p:spPr bwMode="auto">
              <a:xfrm>
                <a:off x="4902" y="3603"/>
                <a:ext cx="6"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906" name="Oval 36">
                <a:extLst>
                  <a:ext uri="{FF2B5EF4-FFF2-40B4-BE49-F238E27FC236}">
                    <a16:creationId xmlns:a16="http://schemas.microsoft.com/office/drawing/2014/main" id="{B768E5A6-6797-E24A-8B74-13DF3EB2DB28}"/>
                  </a:ext>
                </a:extLst>
              </p:cNvPr>
              <p:cNvSpPr>
                <a:spLocks noChangeArrowheads="1"/>
              </p:cNvSpPr>
              <p:nvPr/>
            </p:nvSpPr>
            <p:spPr bwMode="auto">
              <a:xfrm>
                <a:off x="4921" y="3603"/>
                <a:ext cx="6"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907" name="Oval 37">
                <a:extLst>
                  <a:ext uri="{FF2B5EF4-FFF2-40B4-BE49-F238E27FC236}">
                    <a16:creationId xmlns:a16="http://schemas.microsoft.com/office/drawing/2014/main" id="{70FC4470-474D-934A-89FA-BF7673C6475D}"/>
                  </a:ext>
                </a:extLst>
              </p:cNvPr>
              <p:cNvSpPr>
                <a:spLocks noChangeArrowheads="1"/>
              </p:cNvSpPr>
              <p:nvPr/>
            </p:nvSpPr>
            <p:spPr bwMode="auto">
              <a:xfrm>
                <a:off x="4938" y="3603"/>
                <a:ext cx="6"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908" name="Oval 38">
                <a:extLst>
                  <a:ext uri="{FF2B5EF4-FFF2-40B4-BE49-F238E27FC236}">
                    <a16:creationId xmlns:a16="http://schemas.microsoft.com/office/drawing/2014/main" id="{C3678722-14E4-036B-4EE7-78DEFB9FD4CB}"/>
                  </a:ext>
                </a:extLst>
              </p:cNvPr>
              <p:cNvSpPr>
                <a:spLocks noChangeArrowheads="1"/>
              </p:cNvSpPr>
              <p:nvPr/>
            </p:nvSpPr>
            <p:spPr bwMode="auto">
              <a:xfrm>
                <a:off x="4956" y="3603"/>
                <a:ext cx="6"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909" name="Oval 39">
                <a:extLst>
                  <a:ext uri="{FF2B5EF4-FFF2-40B4-BE49-F238E27FC236}">
                    <a16:creationId xmlns:a16="http://schemas.microsoft.com/office/drawing/2014/main" id="{349CC105-1751-6E29-C70B-4AF3256CBE9B}"/>
                  </a:ext>
                </a:extLst>
              </p:cNvPr>
              <p:cNvSpPr>
                <a:spLocks noChangeArrowheads="1"/>
              </p:cNvSpPr>
              <p:nvPr/>
            </p:nvSpPr>
            <p:spPr bwMode="auto">
              <a:xfrm>
                <a:off x="4976" y="3603"/>
                <a:ext cx="3"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910" name="Oval 40">
                <a:extLst>
                  <a:ext uri="{FF2B5EF4-FFF2-40B4-BE49-F238E27FC236}">
                    <a16:creationId xmlns:a16="http://schemas.microsoft.com/office/drawing/2014/main" id="{A33F0BDB-1C67-EC67-7FD2-A0DDAC0990A0}"/>
                  </a:ext>
                </a:extLst>
              </p:cNvPr>
              <p:cNvSpPr>
                <a:spLocks noChangeArrowheads="1"/>
              </p:cNvSpPr>
              <p:nvPr/>
            </p:nvSpPr>
            <p:spPr bwMode="auto">
              <a:xfrm>
                <a:off x="4994" y="3603"/>
                <a:ext cx="5"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911" name="Oval 41">
                <a:extLst>
                  <a:ext uri="{FF2B5EF4-FFF2-40B4-BE49-F238E27FC236}">
                    <a16:creationId xmlns:a16="http://schemas.microsoft.com/office/drawing/2014/main" id="{C5AC7ABB-66EF-288D-6048-E79CAB280C04}"/>
                  </a:ext>
                </a:extLst>
              </p:cNvPr>
              <p:cNvSpPr>
                <a:spLocks noChangeArrowheads="1"/>
              </p:cNvSpPr>
              <p:nvPr/>
            </p:nvSpPr>
            <p:spPr bwMode="auto">
              <a:xfrm>
                <a:off x="5012" y="3603"/>
                <a:ext cx="5"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912" name="Oval 42">
                <a:extLst>
                  <a:ext uri="{FF2B5EF4-FFF2-40B4-BE49-F238E27FC236}">
                    <a16:creationId xmlns:a16="http://schemas.microsoft.com/office/drawing/2014/main" id="{0CAE5D1C-97A4-D28C-C5F3-C39093275EA9}"/>
                  </a:ext>
                </a:extLst>
              </p:cNvPr>
              <p:cNvSpPr>
                <a:spLocks noChangeArrowheads="1"/>
              </p:cNvSpPr>
              <p:nvPr/>
            </p:nvSpPr>
            <p:spPr bwMode="auto">
              <a:xfrm>
                <a:off x="5030" y="3603"/>
                <a:ext cx="6"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913" name="Oval 43">
                <a:extLst>
                  <a:ext uri="{FF2B5EF4-FFF2-40B4-BE49-F238E27FC236}">
                    <a16:creationId xmlns:a16="http://schemas.microsoft.com/office/drawing/2014/main" id="{E4249832-9F53-95BA-9A9A-92167F4B4DC0}"/>
                  </a:ext>
                </a:extLst>
              </p:cNvPr>
              <p:cNvSpPr>
                <a:spLocks noChangeArrowheads="1"/>
              </p:cNvSpPr>
              <p:nvPr/>
            </p:nvSpPr>
            <p:spPr bwMode="auto">
              <a:xfrm>
                <a:off x="5047" y="3603"/>
                <a:ext cx="6"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914" name="Oval 44">
                <a:extLst>
                  <a:ext uri="{FF2B5EF4-FFF2-40B4-BE49-F238E27FC236}">
                    <a16:creationId xmlns:a16="http://schemas.microsoft.com/office/drawing/2014/main" id="{A78583E8-DC2E-6DC4-FD36-4E36850BC90E}"/>
                  </a:ext>
                </a:extLst>
              </p:cNvPr>
              <p:cNvSpPr>
                <a:spLocks noChangeArrowheads="1"/>
              </p:cNvSpPr>
              <p:nvPr/>
            </p:nvSpPr>
            <p:spPr bwMode="auto">
              <a:xfrm>
                <a:off x="5066" y="3603"/>
                <a:ext cx="5"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915" name="Oval 45">
                <a:extLst>
                  <a:ext uri="{FF2B5EF4-FFF2-40B4-BE49-F238E27FC236}">
                    <a16:creationId xmlns:a16="http://schemas.microsoft.com/office/drawing/2014/main" id="{1E79F515-46AF-FB03-F8E8-4C3BFFEA3DC2}"/>
                  </a:ext>
                </a:extLst>
              </p:cNvPr>
              <p:cNvSpPr>
                <a:spLocks noChangeArrowheads="1"/>
              </p:cNvSpPr>
              <p:nvPr/>
            </p:nvSpPr>
            <p:spPr bwMode="auto">
              <a:xfrm>
                <a:off x="5084" y="3603"/>
                <a:ext cx="4"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916" name="Oval 46">
                <a:extLst>
                  <a:ext uri="{FF2B5EF4-FFF2-40B4-BE49-F238E27FC236}">
                    <a16:creationId xmlns:a16="http://schemas.microsoft.com/office/drawing/2014/main" id="{CA97702D-5CCC-6344-05F9-8E75C026D7DC}"/>
                  </a:ext>
                </a:extLst>
              </p:cNvPr>
              <p:cNvSpPr>
                <a:spLocks noChangeArrowheads="1"/>
              </p:cNvSpPr>
              <p:nvPr/>
            </p:nvSpPr>
            <p:spPr bwMode="auto">
              <a:xfrm>
                <a:off x="5103" y="3603"/>
                <a:ext cx="4"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917" name="Oval 47">
                <a:extLst>
                  <a:ext uri="{FF2B5EF4-FFF2-40B4-BE49-F238E27FC236}">
                    <a16:creationId xmlns:a16="http://schemas.microsoft.com/office/drawing/2014/main" id="{747F5E39-E92F-B735-E316-2C47EDE2955D}"/>
                  </a:ext>
                </a:extLst>
              </p:cNvPr>
              <p:cNvSpPr>
                <a:spLocks noChangeArrowheads="1"/>
              </p:cNvSpPr>
              <p:nvPr/>
            </p:nvSpPr>
            <p:spPr bwMode="auto">
              <a:xfrm>
                <a:off x="5120" y="3603"/>
                <a:ext cx="7"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918" name="Oval 48">
                <a:extLst>
                  <a:ext uri="{FF2B5EF4-FFF2-40B4-BE49-F238E27FC236}">
                    <a16:creationId xmlns:a16="http://schemas.microsoft.com/office/drawing/2014/main" id="{01044647-934A-9E23-9DC2-910A509E113B}"/>
                  </a:ext>
                </a:extLst>
              </p:cNvPr>
              <p:cNvSpPr>
                <a:spLocks noChangeArrowheads="1"/>
              </p:cNvSpPr>
              <p:nvPr/>
            </p:nvSpPr>
            <p:spPr bwMode="auto">
              <a:xfrm>
                <a:off x="5138" y="3603"/>
                <a:ext cx="7"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919" name="Oval 49">
                <a:extLst>
                  <a:ext uri="{FF2B5EF4-FFF2-40B4-BE49-F238E27FC236}">
                    <a16:creationId xmlns:a16="http://schemas.microsoft.com/office/drawing/2014/main" id="{4D5E6709-8C28-07DE-8E7D-25BBD98D7E13}"/>
                  </a:ext>
                </a:extLst>
              </p:cNvPr>
              <p:cNvSpPr>
                <a:spLocks noChangeArrowheads="1"/>
              </p:cNvSpPr>
              <p:nvPr/>
            </p:nvSpPr>
            <p:spPr bwMode="auto">
              <a:xfrm>
                <a:off x="5157" y="3603"/>
                <a:ext cx="5"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920" name="Oval 50">
                <a:extLst>
                  <a:ext uri="{FF2B5EF4-FFF2-40B4-BE49-F238E27FC236}">
                    <a16:creationId xmlns:a16="http://schemas.microsoft.com/office/drawing/2014/main" id="{8BDF6CDE-0CBF-E6A8-DB0B-6BE7014A1732}"/>
                  </a:ext>
                </a:extLst>
              </p:cNvPr>
              <p:cNvSpPr>
                <a:spLocks noChangeArrowheads="1"/>
              </p:cNvSpPr>
              <p:nvPr/>
            </p:nvSpPr>
            <p:spPr bwMode="auto">
              <a:xfrm>
                <a:off x="5174" y="3603"/>
                <a:ext cx="7"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921" name="Oval 51">
                <a:extLst>
                  <a:ext uri="{FF2B5EF4-FFF2-40B4-BE49-F238E27FC236}">
                    <a16:creationId xmlns:a16="http://schemas.microsoft.com/office/drawing/2014/main" id="{F259F0BC-A17F-D772-4B7B-32C922FA878E}"/>
                  </a:ext>
                </a:extLst>
              </p:cNvPr>
              <p:cNvSpPr>
                <a:spLocks noChangeArrowheads="1"/>
              </p:cNvSpPr>
              <p:nvPr/>
            </p:nvSpPr>
            <p:spPr bwMode="auto">
              <a:xfrm>
                <a:off x="5194" y="3603"/>
                <a:ext cx="5"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922" name="Oval 52">
                <a:extLst>
                  <a:ext uri="{FF2B5EF4-FFF2-40B4-BE49-F238E27FC236}">
                    <a16:creationId xmlns:a16="http://schemas.microsoft.com/office/drawing/2014/main" id="{A95ABD47-89D7-5138-E52E-EA7B38B51525}"/>
                  </a:ext>
                </a:extLst>
              </p:cNvPr>
              <p:cNvSpPr>
                <a:spLocks noChangeArrowheads="1"/>
              </p:cNvSpPr>
              <p:nvPr/>
            </p:nvSpPr>
            <p:spPr bwMode="auto">
              <a:xfrm>
                <a:off x="5210" y="3603"/>
                <a:ext cx="6"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923" name="Oval 53">
                <a:extLst>
                  <a:ext uri="{FF2B5EF4-FFF2-40B4-BE49-F238E27FC236}">
                    <a16:creationId xmlns:a16="http://schemas.microsoft.com/office/drawing/2014/main" id="{AB656F2A-E38D-6B0A-8634-1A72628897D3}"/>
                  </a:ext>
                </a:extLst>
              </p:cNvPr>
              <p:cNvSpPr>
                <a:spLocks noChangeArrowheads="1"/>
              </p:cNvSpPr>
              <p:nvPr/>
            </p:nvSpPr>
            <p:spPr bwMode="auto">
              <a:xfrm>
                <a:off x="5229" y="3603"/>
                <a:ext cx="6"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924" name="Oval 54">
                <a:extLst>
                  <a:ext uri="{FF2B5EF4-FFF2-40B4-BE49-F238E27FC236}">
                    <a16:creationId xmlns:a16="http://schemas.microsoft.com/office/drawing/2014/main" id="{C863EEBA-314C-E27E-676A-CE33C72CDB35}"/>
                  </a:ext>
                </a:extLst>
              </p:cNvPr>
              <p:cNvSpPr>
                <a:spLocks noChangeArrowheads="1"/>
              </p:cNvSpPr>
              <p:nvPr/>
            </p:nvSpPr>
            <p:spPr bwMode="auto">
              <a:xfrm>
                <a:off x="5248" y="3603"/>
                <a:ext cx="5" cy="4"/>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76828" name="Group 55">
              <a:extLst>
                <a:ext uri="{FF2B5EF4-FFF2-40B4-BE49-F238E27FC236}">
                  <a16:creationId xmlns:a16="http://schemas.microsoft.com/office/drawing/2014/main" id="{AEC19939-AE11-5281-7582-F600CC2B019B}"/>
                </a:ext>
              </a:extLst>
            </p:cNvPr>
            <p:cNvGrpSpPr>
              <a:grpSpLocks/>
            </p:cNvGrpSpPr>
            <p:nvPr/>
          </p:nvGrpSpPr>
          <p:grpSpPr bwMode="auto">
            <a:xfrm>
              <a:off x="4867" y="3653"/>
              <a:ext cx="384" cy="5"/>
              <a:chOff x="4867" y="3653"/>
              <a:chExt cx="384" cy="5"/>
            </a:xfrm>
          </p:grpSpPr>
          <p:sp>
            <p:nvSpPr>
              <p:cNvPr id="76881" name="Oval 56">
                <a:extLst>
                  <a:ext uri="{FF2B5EF4-FFF2-40B4-BE49-F238E27FC236}">
                    <a16:creationId xmlns:a16="http://schemas.microsoft.com/office/drawing/2014/main" id="{8D5EC5F1-3355-1255-B123-2180406B1C2E}"/>
                  </a:ext>
                </a:extLst>
              </p:cNvPr>
              <p:cNvSpPr>
                <a:spLocks noChangeArrowheads="1"/>
              </p:cNvSpPr>
              <p:nvPr/>
            </p:nvSpPr>
            <p:spPr bwMode="auto">
              <a:xfrm>
                <a:off x="4867" y="3653"/>
                <a:ext cx="6"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82" name="Oval 57">
                <a:extLst>
                  <a:ext uri="{FF2B5EF4-FFF2-40B4-BE49-F238E27FC236}">
                    <a16:creationId xmlns:a16="http://schemas.microsoft.com/office/drawing/2014/main" id="{C6FD0147-3C73-C741-CA48-8BF824CC7C45}"/>
                  </a:ext>
                </a:extLst>
              </p:cNvPr>
              <p:cNvSpPr>
                <a:spLocks noChangeArrowheads="1"/>
              </p:cNvSpPr>
              <p:nvPr/>
            </p:nvSpPr>
            <p:spPr bwMode="auto">
              <a:xfrm>
                <a:off x="4888" y="3653"/>
                <a:ext cx="1"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83" name="Oval 58">
                <a:extLst>
                  <a:ext uri="{FF2B5EF4-FFF2-40B4-BE49-F238E27FC236}">
                    <a16:creationId xmlns:a16="http://schemas.microsoft.com/office/drawing/2014/main" id="{725AEDE3-9967-5EF9-491A-74D15D750A49}"/>
                  </a:ext>
                </a:extLst>
              </p:cNvPr>
              <p:cNvSpPr>
                <a:spLocks noChangeArrowheads="1"/>
              </p:cNvSpPr>
              <p:nvPr/>
            </p:nvSpPr>
            <p:spPr bwMode="auto">
              <a:xfrm>
                <a:off x="4899" y="3653"/>
                <a:ext cx="7"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84" name="Oval 59">
                <a:extLst>
                  <a:ext uri="{FF2B5EF4-FFF2-40B4-BE49-F238E27FC236}">
                    <a16:creationId xmlns:a16="http://schemas.microsoft.com/office/drawing/2014/main" id="{9ED74F77-29EF-2733-02C3-9BCD7BF4AF10}"/>
                  </a:ext>
                </a:extLst>
              </p:cNvPr>
              <p:cNvSpPr>
                <a:spLocks noChangeArrowheads="1"/>
              </p:cNvSpPr>
              <p:nvPr/>
            </p:nvSpPr>
            <p:spPr bwMode="auto">
              <a:xfrm>
                <a:off x="4918" y="3653"/>
                <a:ext cx="6"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85" name="Oval 60">
                <a:extLst>
                  <a:ext uri="{FF2B5EF4-FFF2-40B4-BE49-F238E27FC236}">
                    <a16:creationId xmlns:a16="http://schemas.microsoft.com/office/drawing/2014/main" id="{35296C0F-91B4-3FD5-35B5-954B38D8F948}"/>
                  </a:ext>
                </a:extLst>
              </p:cNvPr>
              <p:cNvSpPr>
                <a:spLocks noChangeArrowheads="1"/>
              </p:cNvSpPr>
              <p:nvPr/>
            </p:nvSpPr>
            <p:spPr bwMode="auto">
              <a:xfrm>
                <a:off x="4937" y="3653"/>
                <a:ext cx="4"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86" name="Oval 61">
                <a:extLst>
                  <a:ext uri="{FF2B5EF4-FFF2-40B4-BE49-F238E27FC236}">
                    <a16:creationId xmlns:a16="http://schemas.microsoft.com/office/drawing/2014/main" id="{0DE33435-0430-374D-C98F-5923F7D5B6F7}"/>
                  </a:ext>
                </a:extLst>
              </p:cNvPr>
              <p:cNvSpPr>
                <a:spLocks noChangeArrowheads="1"/>
              </p:cNvSpPr>
              <p:nvPr/>
            </p:nvSpPr>
            <p:spPr bwMode="auto">
              <a:xfrm>
                <a:off x="4954" y="3653"/>
                <a:ext cx="6"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87" name="Oval 62">
                <a:extLst>
                  <a:ext uri="{FF2B5EF4-FFF2-40B4-BE49-F238E27FC236}">
                    <a16:creationId xmlns:a16="http://schemas.microsoft.com/office/drawing/2014/main" id="{E130AC6B-BA12-43BF-51D6-38D06E192B20}"/>
                  </a:ext>
                </a:extLst>
              </p:cNvPr>
              <p:cNvSpPr>
                <a:spLocks noChangeArrowheads="1"/>
              </p:cNvSpPr>
              <p:nvPr/>
            </p:nvSpPr>
            <p:spPr bwMode="auto">
              <a:xfrm>
                <a:off x="4973" y="3653"/>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88" name="Oval 63">
                <a:extLst>
                  <a:ext uri="{FF2B5EF4-FFF2-40B4-BE49-F238E27FC236}">
                    <a16:creationId xmlns:a16="http://schemas.microsoft.com/office/drawing/2014/main" id="{9AF4B030-6971-E43B-DA7A-772358F2771F}"/>
                  </a:ext>
                </a:extLst>
              </p:cNvPr>
              <p:cNvSpPr>
                <a:spLocks noChangeArrowheads="1"/>
              </p:cNvSpPr>
              <p:nvPr/>
            </p:nvSpPr>
            <p:spPr bwMode="auto">
              <a:xfrm>
                <a:off x="4991" y="3653"/>
                <a:ext cx="4"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89" name="Oval 64">
                <a:extLst>
                  <a:ext uri="{FF2B5EF4-FFF2-40B4-BE49-F238E27FC236}">
                    <a16:creationId xmlns:a16="http://schemas.microsoft.com/office/drawing/2014/main" id="{0AC64800-4454-3C2B-2531-898AA14F113A}"/>
                  </a:ext>
                </a:extLst>
              </p:cNvPr>
              <p:cNvSpPr>
                <a:spLocks noChangeArrowheads="1"/>
              </p:cNvSpPr>
              <p:nvPr/>
            </p:nvSpPr>
            <p:spPr bwMode="auto">
              <a:xfrm>
                <a:off x="5008" y="3653"/>
                <a:ext cx="6"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90" name="Oval 65">
                <a:extLst>
                  <a:ext uri="{FF2B5EF4-FFF2-40B4-BE49-F238E27FC236}">
                    <a16:creationId xmlns:a16="http://schemas.microsoft.com/office/drawing/2014/main" id="{9B3CAFD1-7DCA-8415-F452-D5FA529DAE9B}"/>
                  </a:ext>
                </a:extLst>
              </p:cNvPr>
              <p:cNvSpPr>
                <a:spLocks noChangeArrowheads="1"/>
              </p:cNvSpPr>
              <p:nvPr/>
            </p:nvSpPr>
            <p:spPr bwMode="auto">
              <a:xfrm>
                <a:off x="5027" y="3653"/>
                <a:ext cx="6"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91" name="Oval 66">
                <a:extLst>
                  <a:ext uri="{FF2B5EF4-FFF2-40B4-BE49-F238E27FC236}">
                    <a16:creationId xmlns:a16="http://schemas.microsoft.com/office/drawing/2014/main" id="{5A7EBD3A-7CD0-569D-1B3B-ECFBF2DDF786}"/>
                  </a:ext>
                </a:extLst>
              </p:cNvPr>
              <p:cNvSpPr>
                <a:spLocks noChangeArrowheads="1"/>
              </p:cNvSpPr>
              <p:nvPr/>
            </p:nvSpPr>
            <p:spPr bwMode="auto">
              <a:xfrm>
                <a:off x="5047" y="3653"/>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92" name="Oval 67">
                <a:extLst>
                  <a:ext uri="{FF2B5EF4-FFF2-40B4-BE49-F238E27FC236}">
                    <a16:creationId xmlns:a16="http://schemas.microsoft.com/office/drawing/2014/main" id="{896DE17E-8BF8-CAE9-3338-0A783A2926E5}"/>
                  </a:ext>
                </a:extLst>
              </p:cNvPr>
              <p:cNvSpPr>
                <a:spLocks noChangeArrowheads="1"/>
              </p:cNvSpPr>
              <p:nvPr/>
            </p:nvSpPr>
            <p:spPr bwMode="auto">
              <a:xfrm>
                <a:off x="5064" y="3653"/>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93" name="Oval 68">
                <a:extLst>
                  <a:ext uri="{FF2B5EF4-FFF2-40B4-BE49-F238E27FC236}">
                    <a16:creationId xmlns:a16="http://schemas.microsoft.com/office/drawing/2014/main" id="{099C03A9-7D9E-2A2B-4DA5-6865ECB25E69}"/>
                  </a:ext>
                </a:extLst>
              </p:cNvPr>
              <p:cNvSpPr>
                <a:spLocks noChangeArrowheads="1"/>
              </p:cNvSpPr>
              <p:nvPr/>
            </p:nvSpPr>
            <p:spPr bwMode="auto">
              <a:xfrm>
                <a:off x="5082" y="3653"/>
                <a:ext cx="6"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94" name="Oval 69">
                <a:extLst>
                  <a:ext uri="{FF2B5EF4-FFF2-40B4-BE49-F238E27FC236}">
                    <a16:creationId xmlns:a16="http://schemas.microsoft.com/office/drawing/2014/main" id="{BC53DB05-0D5C-50FD-C298-EEBF1E154E03}"/>
                  </a:ext>
                </a:extLst>
              </p:cNvPr>
              <p:cNvSpPr>
                <a:spLocks noChangeArrowheads="1"/>
              </p:cNvSpPr>
              <p:nvPr/>
            </p:nvSpPr>
            <p:spPr bwMode="auto">
              <a:xfrm>
                <a:off x="5101" y="3653"/>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95" name="Oval 70">
                <a:extLst>
                  <a:ext uri="{FF2B5EF4-FFF2-40B4-BE49-F238E27FC236}">
                    <a16:creationId xmlns:a16="http://schemas.microsoft.com/office/drawing/2014/main" id="{2036A749-8534-2CAE-84A7-740F1A451497}"/>
                  </a:ext>
                </a:extLst>
              </p:cNvPr>
              <p:cNvSpPr>
                <a:spLocks noChangeArrowheads="1"/>
              </p:cNvSpPr>
              <p:nvPr/>
            </p:nvSpPr>
            <p:spPr bwMode="auto">
              <a:xfrm>
                <a:off x="5119" y="3653"/>
                <a:ext cx="4"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96" name="Oval 71">
                <a:extLst>
                  <a:ext uri="{FF2B5EF4-FFF2-40B4-BE49-F238E27FC236}">
                    <a16:creationId xmlns:a16="http://schemas.microsoft.com/office/drawing/2014/main" id="{95DE5F02-C8EE-7E39-9247-58CDB3363DCF}"/>
                  </a:ext>
                </a:extLst>
              </p:cNvPr>
              <p:cNvSpPr>
                <a:spLocks noChangeArrowheads="1"/>
              </p:cNvSpPr>
              <p:nvPr/>
            </p:nvSpPr>
            <p:spPr bwMode="auto">
              <a:xfrm>
                <a:off x="5136" y="3653"/>
                <a:ext cx="6"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97" name="Oval 72">
                <a:extLst>
                  <a:ext uri="{FF2B5EF4-FFF2-40B4-BE49-F238E27FC236}">
                    <a16:creationId xmlns:a16="http://schemas.microsoft.com/office/drawing/2014/main" id="{69F4FB79-1AC0-AE7B-65B8-3A3AA57931A1}"/>
                  </a:ext>
                </a:extLst>
              </p:cNvPr>
              <p:cNvSpPr>
                <a:spLocks noChangeArrowheads="1"/>
              </p:cNvSpPr>
              <p:nvPr/>
            </p:nvSpPr>
            <p:spPr bwMode="auto">
              <a:xfrm>
                <a:off x="5155" y="3653"/>
                <a:ext cx="6"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98" name="Oval 73">
                <a:extLst>
                  <a:ext uri="{FF2B5EF4-FFF2-40B4-BE49-F238E27FC236}">
                    <a16:creationId xmlns:a16="http://schemas.microsoft.com/office/drawing/2014/main" id="{4577C351-A9BF-5C68-546E-A58E39A2F211}"/>
                  </a:ext>
                </a:extLst>
              </p:cNvPr>
              <p:cNvSpPr>
                <a:spLocks noChangeArrowheads="1"/>
              </p:cNvSpPr>
              <p:nvPr/>
            </p:nvSpPr>
            <p:spPr bwMode="auto">
              <a:xfrm>
                <a:off x="5175" y="3653"/>
                <a:ext cx="2"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99" name="Oval 74">
                <a:extLst>
                  <a:ext uri="{FF2B5EF4-FFF2-40B4-BE49-F238E27FC236}">
                    <a16:creationId xmlns:a16="http://schemas.microsoft.com/office/drawing/2014/main" id="{4D246AA7-B2A8-95F2-2F12-008746A0869D}"/>
                  </a:ext>
                </a:extLst>
              </p:cNvPr>
              <p:cNvSpPr>
                <a:spLocks noChangeArrowheads="1"/>
              </p:cNvSpPr>
              <p:nvPr/>
            </p:nvSpPr>
            <p:spPr bwMode="auto">
              <a:xfrm>
                <a:off x="5190" y="3653"/>
                <a:ext cx="7"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900" name="Oval 75">
                <a:extLst>
                  <a:ext uri="{FF2B5EF4-FFF2-40B4-BE49-F238E27FC236}">
                    <a16:creationId xmlns:a16="http://schemas.microsoft.com/office/drawing/2014/main" id="{A8D8999F-2994-A7DD-91EC-8454441579A7}"/>
                  </a:ext>
                </a:extLst>
              </p:cNvPr>
              <p:cNvSpPr>
                <a:spLocks noChangeArrowheads="1"/>
              </p:cNvSpPr>
              <p:nvPr/>
            </p:nvSpPr>
            <p:spPr bwMode="auto">
              <a:xfrm>
                <a:off x="5209" y="3653"/>
                <a:ext cx="6"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901" name="Oval 76">
                <a:extLst>
                  <a:ext uri="{FF2B5EF4-FFF2-40B4-BE49-F238E27FC236}">
                    <a16:creationId xmlns:a16="http://schemas.microsoft.com/office/drawing/2014/main" id="{FC8C769E-FD92-7DEE-775E-6F95661874F9}"/>
                  </a:ext>
                </a:extLst>
              </p:cNvPr>
              <p:cNvSpPr>
                <a:spLocks noChangeArrowheads="1"/>
              </p:cNvSpPr>
              <p:nvPr/>
            </p:nvSpPr>
            <p:spPr bwMode="auto">
              <a:xfrm>
                <a:off x="5228" y="3653"/>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902" name="Oval 77">
                <a:extLst>
                  <a:ext uri="{FF2B5EF4-FFF2-40B4-BE49-F238E27FC236}">
                    <a16:creationId xmlns:a16="http://schemas.microsoft.com/office/drawing/2014/main" id="{2A77AD46-CF8C-2233-1F16-26CE4267E372}"/>
                  </a:ext>
                </a:extLst>
              </p:cNvPr>
              <p:cNvSpPr>
                <a:spLocks noChangeArrowheads="1"/>
              </p:cNvSpPr>
              <p:nvPr/>
            </p:nvSpPr>
            <p:spPr bwMode="auto">
              <a:xfrm>
                <a:off x="5247" y="3653"/>
                <a:ext cx="4"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76829" name="Group 78">
              <a:extLst>
                <a:ext uri="{FF2B5EF4-FFF2-40B4-BE49-F238E27FC236}">
                  <a16:creationId xmlns:a16="http://schemas.microsoft.com/office/drawing/2014/main" id="{BCC2DCB1-FE62-BD1F-F779-10FF90DA167A}"/>
                </a:ext>
              </a:extLst>
            </p:cNvPr>
            <p:cNvGrpSpPr>
              <a:grpSpLocks/>
            </p:cNvGrpSpPr>
            <p:nvPr/>
          </p:nvGrpSpPr>
          <p:grpSpPr bwMode="auto">
            <a:xfrm>
              <a:off x="4864" y="3710"/>
              <a:ext cx="384" cy="5"/>
              <a:chOff x="4864" y="3710"/>
              <a:chExt cx="384" cy="5"/>
            </a:xfrm>
          </p:grpSpPr>
          <p:sp>
            <p:nvSpPr>
              <p:cNvPr id="76859" name="Oval 79">
                <a:extLst>
                  <a:ext uri="{FF2B5EF4-FFF2-40B4-BE49-F238E27FC236}">
                    <a16:creationId xmlns:a16="http://schemas.microsoft.com/office/drawing/2014/main" id="{07ECFB0C-8F52-E234-6A5E-913298D4BA3A}"/>
                  </a:ext>
                </a:extLst>
              </p:cNvPr>
              <p:cNvSpPr>
                <a:spLocks noChangeArrowheads="1"/>
              </p:cNvSpPr>
              <p:nvPr/>
            </p:nvSpPr>
            <p:spPr bwMode="auto">
              <a:xfrm>
                <a:off x="4864" y="3710"/>
                <a:ext cx="6"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60" name="Oval 80">
                <a:extLst>
                  <a:ext uri="{FF2B5EF4-FFF2-40B4-BE49-F238E27FC236}">
                    <a16:creationId xmlns:a16="http://schemas.microsoft.com/office/drawing/2014/main" id="{FDA44EBE-3FF7-9B89-0DAB-634A91D309B3}"/>
                  </a:ext>
                </a:extLst>
              </p:cNvPr>
              <p:cNvSpPr>
                <a:spLocks noChangeArrowheads="1"/>
              </p:cNvSpPr>
              <p:nvPr/>
            </p:nvSpPr>
            <p:spPr bwMode="auto">
              <a:xfrm>
                <a:off x="4882" y="3710"/>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61" name="Oval 81">
                <a:extLst>
                  <a:ext uri="{FF2B5EF4-FFF2-40B4-BE49-F238E27FC236}">
                    <a16:creationId xmlns:a16="http://schemas.microsoft.com/office/drawing/2014/main" id="{93454B1A-006D-0F26-6785-6255763E615B}"/>
                  </a:ext>
                </a:extLst>
              </p:cNvPr>
              <p:cNvSpPr>
                <a:spLocks noChangeArrowheads="1"/>
              </p:cNvSpPr>
              <p:nvPr/>
            </p:nvSpPr>
            <p:spPr bwMode="auto">
              <a:xfrm>
                <a:off x="4896" y="3710"/>
                <a:ext cx="6"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62" name="Oval 82">
                <a:extLst>
                  <a:ext uri="{FF2B5EF4-FFF2-40B4-BE49-F238E27FC236}">
                    <a16:creationId xmlns:a16="http://schemas.microsoft.com/office/drawing/2014/main" id="{21B26E89-027A-20B5-E616-030E2926B56E}"/>
                  </a:ext>
                </a:extLst>
              </p:cNvPr>
              <p:cNvSpPr>
                <a:spLocks noChangeArrowheads="1"/>
              </p:cNvSpPr>
              <p:nvPr/>
            </p:nvSpPr>
            <p:spPr bwMode="auto">
              <a:xfrm>
                <a:off x="4915" y="3710"/>
                <a:ext cx="6"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63" name="Oval 83">
                <a:extLst>
                  <a:ext uri="{FF2B5EF4-FFF2-40B4-BE49-F238E27FC236}">
                    <a16:creationId xmlns:a16="http://schemas.microsoft.com/office/drawing/2014/main" id="{59DF79AD-BD6A-F5A3-4FB6-09E8D082F508}"/>
                  </a:ext>
                </a:extLst>
              </p:cNvPr>
              <p:cNvSpPr>
                <a:spLocks noChangeArrowheads="1"/>
              </p:cNvSpPr>
              <p:nvPr/>
            </p:nvSpPr>
            <p:spPr bwMode="auto">
              <a:xfrm>
                <a:off x="4932" y="3710"/>
                <a:ext cx="6"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64" name="Oval 84">
                <a:extLst>
                  <a:ext uri="{FF2B5EF4-FFF2-40B4-BE49-F238E27FC236}">
                    <a16:creationId xmlns:a16="http://schemas.microsoft.com/office/drawing/2014/main" id="{CDA6BE65-7CB2-30D2-5ED5-C43D1D367C9D}"/>
                  </a:ext>
                </a:extLst>
              </p:cNvPr>
              <p:cNvSpPr>
                <a:spLocks noChangeArrowheads="1"/>
              </p:cNvSpPr>
              <p:nvPr/>
            </p:nvSpPr>
            <p:spPr bwMode="auto">
              <a:xfrm>
                <a:off x="4950" y="3710"/>
                <a:ext cx="6"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65" name="Oval 85">
                <a:extLst>
                  <a:ext uri="{FF2B5EF4-FFF2-40B4-BE49-F238E27FC236}">
                    <a16:creationId xmlns:a16="http://schemas.microsoft.com/office/drawing/2014/main" id="{C45A91A9-53A9-C3DB-0ACB-30466493F979}"/>
                  </a:ext>
                </a:extLst>
              </p:cNvPr>
              <p:cNvSpPr>
                <a:spLocks noChangeArrowheads="1"/>
              </p:cNvSpPr>
              <p:nvPr/>
            </p:nvSpPr>
            <p:spPr bwMode="auto">
              <a:xfrm>
                <a:off x="4970" y="3710"/>
                <a:ext cx="6"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66" name="Oval 86">
                <a:extLst>
                  <a:ext uri="{FF2B5EF4-FFF2-40B4-BE49-F238E27FC236}">
                    <a16:creationId xmlns:a16="http://schemas.microsoft.com/office/drawing/2014/main" id="{C8E510A4-A2B0-1099-C6E4-5231D59D0435}"/>
                  </a:ext>
                </a:extLst>
              </p:cNvPr>
              <p:cNvSpPr>
                <a:spLocks noChangeArrowheads="1"/>
              </p:cNvSpPr>
              <p:nvPr/>
            </p:nvSpPr>
            <p:spPr bwMode="auto">
              <a:xfrm>
                <a:off x="4988" y="3710"/>
                <a:ext cx="6"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67" name="Oval 87">
                <a:extLst>
                  <a:ext uri="{FF2B5EF4-FFF2-40B4-BE49-F238E27FC236}">
                    <a16:creationId xmlns:a16="http://schemas.microsoft.com/office/drawing/2014/main" id="{D2AAEEC8-1697-E3DC-E878-DF8E62A5F37E}"/>
                  </a:ext>
                </a:extLst>
              </p:cNvPr>
              <p:cNvSpPr>
                <a:spLocks noChangeArrowheads="1"/>
              </p:cNvSpPr>
              <p:nvPr/>
            </p:nvSpPr>
            <p:spPr bwMode="auto">
              <a:xfrm>
                <a:off x="5007" y="3710"/>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68" name="Oval 88">
                <a:extLst>
                  <a:ext uri="{FF2B5EF4-FFF2-40B4-BE49-F238E27FC236}">
                    <a16:creationId xmlns:a16="http://schemas.microsoft.com/office/drawing/2014/main" id="{B81A39F0-BCAC-BFAD-A9D6-A183B0ED1D48}"/>
                  </a:ext>
                </a:extLst>
              </p:cNvPr>
              <p:cNvSpPr>
                <a:spLocks noChangeArrowheads="1"/>
              </p:cNvSpPr>
              <p:nvPr/>
            </p:nvSpPr>
            <p:spPr bwMode="auto">
              <a:xfrm>
                <a:off x="5025" y="3710"/>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69" name="Oval 89">
                <a:extLst>
                  <a:ext uri="{FF2B5EF4-FFF2-40B4-BE49-F238E27FC236}">
                    <a16:creationId xmlns:a16="http://schemas.microsoft.com/office/drawing/2014/main" id="{8BC2B3BE-6DEF-1789-3D9A-2B4BAB95C579}"/>
                  </a:ext>
                </a:extLst>
              </p:cNvPr>
              <p:cNvSpPr>
                <a:spLocks noChangeArrowheads="1"/>
              </p:cNvSpPr>
              <p:nvPr/>
            </p:nvSpPr>
            <p:spPr bwMode="auto">
              <a:xfrm>
                <a:off x="5042" y="3710"/>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70" name="Oval 90">
                <a:extLst>
                  <a:ext uri="{FF2B5EF4-FFF2-40B4-BE49-F238E27FC236}">
                    <a16:creationId xmlns:a16="http://schemas.microsoft.com/office/drawing/2014/main" id="{2CBBBB52-B074-B68D-3D21-18AC5686FD20}"/>
                  </a:ext>
                </a:extLst>
              </p:cNvPr>
              <p:cNvSpPr>
                <a:spLocks noChangeArrowheads="1"/>
              </p:cNvSpPr>
              <p:nvPr/>
            </p:nvSpPr>
            <p:spPr bwMode="auto">
              <a:xfrm>
                <a:off x="5060" y="3710"/>
                <a:ext cx="6"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71" name="Oval 91">
                <a:extLst>
                  <a:ext uri="{FF2B5EF4-FFF2-40B4-BE49-F238E27FC236}">
                    <a16:creationId xmlns:a16="http://schemas.microsoft.com/office/drawing/2014/main" id="{86E44308-89DF-FC6A-352D-2D79C779E644}"/>
                  </a:ext>
                </a:extLst>
              </p:cNvPr>
              <p:cNvSpPr>
                <a:spLocks noChangeArrowheads="1"/>
              </p:cNvSpPr>
              <p:nvPr/>
            </p:nvSpPr>
            <p:spPr bwMode="auto">
              <a:xfrm>
                <a:off x="5078" y="3710"/>
                <a:ext cx="6"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72" name="Oval 92">
                <a:extLst>
                  <a:ext uri="{FF2B5EF4-FFF2-40B4-BE49-F238E27FC236}">
                    <a16:creationId xmlns:a16="http://schemas.microsoft.com/office/drawing/2014/main" id="{38C8D690-6BAF-79D5-44BF-018F2DD29E98}"/>
                  </a:ext>
                </a:extLst>
              </p:cNvPr>
              <p:cNvSpPr>
                <a:spLocks noChangeArrowheads="1"/>
              </p:cNvSpPr>
              <p:nvPr/>
            </p:nvSpPr>
            <p:spPr bwMode="auto">
              <a:xfrm>
                <a:off x="5097" y="3710"/>
                <a:ext cx="6"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73" name="Oval 93">
                <a:extLst>
                  <a:ext uri="{FF2B5EF4-FFF2-40B4-BE49-F238E27FC236}">
                    <a16:creationId xmlns:a16="http://schemas.microsoft.com/office/drawing/2014/main" id="{6DB5F22B-F13C-E720-717B-81199F956BA4}"/>
                  </a:ext>
                </a:extLst>
              </p:cNvPr>
              <p:cNvSpPr>
                <a:spLocks noChangeArrowheads="1"/>
              </p:cNvSpPr>
              <p:nvPr/>
            </p:nvSpPr>
            <p:spPr bwMode="auto">
              <a:xfrm>
                <a:off x="5116" y="3710"/>
                <a:ext cx="4"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74" name="Oval 94">
                <a:extLst>
                  <a:ext uri="{FF2B5EF4-FFF2-40B4-BE49-F238E27FC236}">
                    <a16:creationId xmlns:a16="http://schemas.microsoft.com/office/drawing/2014/main" id="{D72F89BB-7AD8-FB57-B385-EEFC0DF27471}"/>
                  </a:ext>
                </a:extLst>
              </p:cNvPr>
              <p:cNvSpPr>
                <a:spLocks noChangeArrowheads="1"/>
              </p:cNvSpPr>
              <p:nvPr/>
            </p:nvSpPr>
            <p:spPr bwMode="auto">
              <a:xfrm>
                <a:off x="5133" y="3710"/>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75" name="Oval 95">
                <a:extLst>
                  <a:ext uri="{FF2B5EF4-FFF2-40B4-BE49-F238E27FC236}">
                    <a16:creationId xmlns:a16="http://schemas.microsoft.com/office/drawing/2014/main" id="{2DDDF574-6B2F-32A3-AEB9-C8E29351F1D2}"/>
                  </a:ext>
                </a:extLst>
              </p:cNvPr>
              <p:cNvSpPr>
                <a:spLocks noChangeArrowheads="1"/>
              </p:cNvSpPr>
              <p:nvPr/>
            </p:nvSpPr>
            <p:spPr bwMode="auto">
              <a:xfrm>
                <a:off x="5152" y="3710"/>
                <a:ext cx="5"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76" name="Oval 96">
                <a:extLst>
                  <a:ext uri="{FF2B5EF4-FFF2-40B4-BE49-F238E27FC236}">
                    <a16:creationId xmlns:a16="http://schemas.microsoft.com/office/drawing/2014/main" id="{2213DE9D-9E0C-4772-8C55-5A24AD2F1677}"/>
                  </a:ext>
                </a:extLst>
              </p:cNvPr>
              <p:cNvSpPr>
                <a:spLocks noChangeArrowheads="1"/>
              </p:cNvSpPr>
              <p:nvPr/>
            </p:nvSpPr>
            <p:spPr bwMode="auto">
              <a:xfrm>
                <a:off x="5170" y="3710"/>
                <a:ext cx="4"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77" name="Oval 97">
                <a:extLst>
                  <a:ext uri="{FF2B5EF4-FFF2-40B4-BE49-F238E27FC236}">
                    <a16:creationId xmlns:a16="http://schemas.microsoft.com/office/drawing/2014/main" id="{38A3EDBC-9D97-8B1E-DE17-793859FAC5C6}"/>
                  </a:ext>
                </a:extLst>
              </p:cNvPr>
              <p:cNvSpPr>
                <a:spLocks noChangeArrowheads="1"/>
              </p:cNvSpPr>
              <p:nvPr/>
            </p:nvSpPr>
            <p:spPr bwMode="auto">
              <a:xfrm>
                <a:off x="5187" y="3710"/>
                <a:ext cx="7"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78" name="Oval 98">
                <a:extLst>
                  <a:ext uri="{FF2B5EF4-FFF2-40B4-BE49-F238E27FC236}">
                    <a16:creationId xmlns:a16="http://schemas.microsoft.com/office/drawing/2014/main" id="{9C7CCF5E-4012-96DB-0975-FAD75F2C06AB}"/>
                  </a:ext>
                </a:extLst>
              </p:cNvPr>
              <p:cNvSpPr>
                <a:spLocks noChangeArrowheads="1"/>
              </p:cNvSpPr>
              <p:nvPr/>
            </p:nvSpPr>
            <p:spPr bwMode="auto">
              <a:xfrm>
                <a:off x="5207" y="3710"/>
                <a:ext cx="3"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79" name="Oval 99">
                <a:extLst>
                  <a:ext uri="{FF2B5EF4-FFF2-40B4-BE49-F238E27FC236}">
                    <a16:creationId xmlns:a16="http://schemas.microsoft.com/office/drawing/2014/main" id="{03807410-75E4-31D0-2488-C32E8D4014FC}"/>
                  </a:ext>
                </a:extLst>
              </p:cNvPr>
              <p:cNvSpPr>
                <a:spLocks noChangeArrowheads="1"/>
              </p:cNvSpPr>
              <p:nvPr/>
            </p:nvSpPr>
            <p:spPr bwMode="auto">
              <a:xfrm>
                <a:off x="5223" y="3710"/>
                <a:ext cx="6"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80" name="Oval 100">
                <a:extLst>
                  <a:ext uri="{FF2B5EF4-FFF2-40B4-BE49-F238E27FC236}">
                    <a16:creationId xmlns:a16="http://schemas.microsoft.com/office/drawing/2014/main" id="{556F08EB-EAF9-C15B-A985-0B0596214437}"/>
                  </a:ext>
                </a:extLst>
              </p:cNvPr>
              <p:cNvSpPr>
                <a:spLocks noChangeArrowheads="1"/>
              </p:cNvSpPr>
              <p:nvPr/>
            </p:nvSpPr>
            <p:spPr bwMode="auto">
              <a:xfrm>
                <a:off x="5242" y="3710"/>
                <a:ext cx="6" cy="5"/>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76830" name="Group 101">
              <a:extLst>
                <a:ext uri="{FF2B5EF4-FFF2-40B4-BE49-F238E27FC236}">
                  <a16:creationId xmlns:a16="http://schemas.microsoft.com/office/drawing/2014/main" id="{8CE9A4EB-2D3E-F4B4-7E88-19C0242418A7}"/>
                </a:ext>
              </a:extLst>
            </p:cNvPr>
            <p:cNvGrpSpPr>
              <a:grpSpLocks/>
            </p:cNvGrpSpPr>
            <p:nvPr/>
          </p:nvGrpSpPr>
          <p:grpSpPr bwMode="auto">
            <a:xfrm>
              <a:off x="4866" y="3765"/>
              <a:ext cx="382" cy="7"/>
              <a:chOff x="4866" y="3765"/>
              <a:chExt cx="382" cy="7"/>
            </a:xfrm>
          </p:grpSpPr>
          <p:sp>
            <p:nvSpPr>
              <p:cNvPr id="76837" name="Oval 102">
                <a:extLst>
                  <a:ext uri="{FF2B5EF4-FFF2-40B4-BE49-F238E27FC236}">
                    <a16:creationId xmlns:a16="http://schemas.microsoft.com/office/drawing/2014/main" id="{B29BE125-6D12-288C-152D-6212956F1A60}"/>
                  </a:ext>
                </a:extLst>
              </p:cNvPr>
              <p:cNvSpPr>
                <a:spLocks noChangeArrowheads="1"/>
              </p:cNvSpPr>
              <p:nvPr/>
            </p:nvSpPr>
            <p:spPr bwMode="auto">
              <a:xfrm>
                <a:off x="4866" y="3765"/>
                <a:ext cx="5" cy="7"/>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38" name="Oval 103">
                <a:extLst>
                  <a:ext uri="{FF2B5EF4-FFF2-40B4-BE49-F238E27FC236}">
                    <a16:creationId xmlns:a16="http://schemas.microsoft.com/office/drawing/2014/main" id="{B3A02BE9-2B19-DB10-6C9A-28441A5D7DE1}"/>
                  </a:ext>
                </a:extLst>
              </p:cNvPr>
              <p:cNvSpPr>
                <a:spLocks noChangeArrowheads="1"/>
              </p:cNvSpPr>
              <p:nvPr/>
            </p:nvSpPr>
            <p:spPr bwMode="auto">
              <a:xfrm>
                <a:off x="4884" y="3765"/>
                <a:ext cx="6" cy="7"/>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39" name="Oval 104">
                <a:extLst>
                  <a:ext uri="{FF2B5EF4-FFF2-40B4-BE49-F238E27FC236}">
                    <a16:creationId xmlns:a16="http://schemas.microsoft.com/office/drawing/2014/main" id="{753AE73E-99E1-E8F1-B657-A24058389DFA}"/>
                  </a:ext>
                </a:extLst>
              </p:cNvPr>
              <p:cNvSpPr>
                <a:spLocks noChangeArrowheads="1"/>
              </p:cNvSpPr>
              <p:nvPr/>
            </p:nvSpPr>
            <p:spPr bwMode="auto">
              <a:xfrm>
                <a:off x="4899" y="3765"/>
                <a:ext cx="6" cy="7"/>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40" name="Oval 105">
                <a:extLst>
                  <a:ext uri="{FF2B5EF4-FFF2-40B4-BE49-F238E27FC236}">
                    <a16:creationId xmlns:a16="http://schemas.microsoft.com/office/drawing/2014/main" id="{146AD047-4147-05FE-7227-DB6BAB470B4B}"/>
                  </a:ext>
                </a:extLst>
              </p:cNvPr>
              <p:cNvSpPr>
                <a:spLocks noChangeArrowheads="1"/>
              </p:cNvSpPr>
              <p:nvPr/>
            </p:nvSpPr>
            <p:spPr bwMode="auto">
              <a:xfrm>
                <a:off x="4916" y="3765"/>
                <a:ext cx="5" cy="7"/>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41" name="Oval 106">
                <a:extLst>
                  <a:ext uri="{FF2B5EF4-FFF2-40B4-BE49-F238E27FC236}">
                    <a16:creationId xmlns:a16="http://schemas.microsoft.com/office/drawing/2014/main" id="{F3C3CFD6-21EA-C67B-E27B-DE55186042A8}"/>
                  </a:ext>
                </a:extLst>
              </p:cNvPr>
              <p:cNvSpPr>
                <a:spLocks noChangeArrowheads="1"/>
              </p:cNvSpPr>
              <p:nvPr/>
            </p:nvSpPr>
            <p:spPr bwMode="auto">
              <a:xfrm>
                <a:off x="4935" y="3765"/>
                <a:ext cx="6" cy="7"/>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42" name="Oval 107">
                <a:extLst>
                  <a:ext uri="{FF2B5EF4-FFF2-40B4-BE49-F238E27FC236}">
                    <a16:creationId xmlns:a16="http://schemas.microsoft.com/office/drawing/2014/main" id="{5E60F7A2-E9F5-0BC7-4527-172B62F205F3}"/>
                  </a:ext>
                </a:extLst>
              </p:cNvPr>
              <p:cNvSpPr>
                <a:spLocks noChangeArrowheads="1"/>
              </p:cNvSpPr>
              <p:nvPr/>
            </p:nvSpPr>
            <p:spPr bwMode="auto">
              <a:xfrm>
                <a:off x="4953" y="3765"/>
                <a:ext cx="7" cy="7"/>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43" name="Oval 108">
                <a:extLst>
                  <a:ext uri="{FF2B5EF4-FFF2-40B4-BE49-F238E27FC236}">
                    <a16:creationId xmlns:a16="http://schemas.microsoft.com/office/drawing/2014/main" id="{C75E53BC-9CA7-05AB-A5DF-7542E299446A}"/>
                  </a:ext>
                </a:extLst>
              </p:cNvPr>
              <p:cNvSpPr>
                <a:spLocks noChangeArrowheads="1"/>
              </p:cNvSpPr>
              <p:nvPr/>
            </p:nvSpPr>
            <p:spPr bwMode="auto">
              <a:xfrm>
                <a:off x="4970" y="3765"/>
                <a:ext cx="6" cy="7"/>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44" name="Oval 109">
                <a:extLst>
                  <a:ext uri="{FF2B5EF4-FFF2-40B4-BE49-F238E27FC236}">
                    <a16:creationId xmlns:a16="http://schemas.microsoft.com/office/drawing/2014/main" id="{920E5DB1-1025-79AC-87D7-7FFAE1AF4222}"/>
                  </a:ext>
                </a:extLst>
              </p:cNvPr>
              <p:cNvSpPr>
                <a:spLocks noChangeArrowheads="1"/>
              </p:cNvSpPr>
              <p:nvPr/>
            </p:nvSpPr>
            <p:spPr bwMode="auto">
              <a:xfrm>
                <a:off x="4989" y="3765"/>
                <a:ext cx="6" cy="7"/>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45" name="Oval 110">
                <a:extLst>
                  <a:ext uri="{FF2B5EF4-FFF2-40B4-BE49-F238E27FC236}">
                    <a16:creationId xmlns:a16="http://schemas.microsoft.com/office/drawing/2014/main" id="{5B1A604E-F6FF-5C08-7E2B-452FC80B6F4A}"/>
                  </a:ext>
                </a:extLst>
              </p:cNvPr>
              <p:cNvSpPr>
                <a:spLocks noChangeArrowheads="1"/>
              </p:cNvSpPr>
              <p:nvPr/>
            </p:nvSpPr>
            <p:spPr bwMode="auto">
              <a:xfrm>
                <a:off x="5008" y="3765"/>
                <a:ext cx="6" cy="7"/>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46" name="Oval 111">
                <a:extLst>
                  <a:ext uri="{FF2B5EF4-FFF2-40B4-BE49-F238E27FC236}">
                    <a16:creationId xmlns:a16="http://schemas.microsoft.com/office/drawing/2014/main" id="{99C9222F-7A49-1E30-DC57-95E5D6FADA3A}"/>
                  </a:ext>
                </a:extLst>
              </p:cNvPr>
              <p:cNvSpPr>
                <a:spLocks noChangeArrowheads="1"/>
              </p:cNvSpPr>
              <p:nvPr/>
            </p:nvSpPr>
            <p:spPr bwMode="auto">
              <a:xfrm>
                <a:off x="5026" y="3765"/>
                <a:ext cx="4" cy="7"/>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47" name="Oval 112">
                <a:extLst>
                  <a:ext uri="{FF2B5EF4-FFF2-40B4-BE49-F238E27FC236}">
                    <a16:creationId xmlns:a16="http://schemas.microsoft.com/office/drawing/2014/main" id="{45C661BC-7C46-731E-993F-43E81FA5E698}"/>
                  </a:ext>
                </a:extLst>
              </p:cNvPr>
              <p:cNvSpPr>
                <a:spLocks noChangeArrowheads="1"/>
              </p:cNvSpPr>
              <p:nvPr/>
            </p:nvSpPr>
            <p:spPr bwMode="auto">
              <a:xfrm>
                <a:off x="5043" y="3765"/>
                <a:ext cx="6" cy="7"/>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48" name="Oval 113">
                <a:extLst>
                  <a:ext uri="{FF2B5EF4-FFF2-40B4-BE49-F238E27FC236}">
                    <a16:creationId xmlns:a16="http://schemas.microsoft.com/office/drawing/2014/main" id="{8E1211B7-791A-6BA6-C36B-7F3323D803A8}"/>
                  </a:ext>
                </a:extLst>
              </p:cNvPr>
              <p:cNvSpPr>
                <a:spLocks noChangeArrowheads="1"/>
              </p:cNvSpPr>
              <p:nvPr/>
            </p:nvSpPr>
            <p:spPr bwMode="auto">
              <a:xfrm>
                <a:off x="5064" y="3765"/>
                <a:ext cx="1" cy="7"/>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49" name="Oval 114">
                <a:extLst>
                  <a:ext uri="{FF2B5EF4-FFF2-40B4-BE49-F238E27FC236}">
                    <a16:creationId xmlns:a16="http://schemas.microsoft.com/office/drawing/2014/main" id="{9EC7FB56-71E7-0884-DB23-D55A7129AFAF}"/>
                  </a:ext>
                </a:extLst>
              </p:cNvPr>
              <p:cNvSpPr>
                <a:spLocks noChangeArrowheads="1"/>
              </p:cNvSpPr>
              <p:nvPr/>
            </p:nvSpPr>
            <p:spPr bwMode="auto">
              <a:xfrm>
                <a:off x="5081" y="3765"/>
                <a:ext cx="6" cy="7"/>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50" name="Oval 115">
                <a:extLst>
                  <a:ext uri="{FF2B5EF4-FFF2-40B4-BE49-F238E27FC236}">
                    <a16:creationId xmlns:a16="http://schemas.microsoft.com/office/drawing/2014/main" id="{188F221C-BCFA-5207-DA78-444A0FF6E19E}"/>
                  </a:ext>
                </a:extLst>
              </p:cNvPr>
              <p:cNvSpPr>
                <a:spLocks noChangeArrowheads="1"/>
              </p:cNvSpPr>
              <p:nvPr/>
            </p:nvSpPr>
            <p:spPr bwMode="auto">
              <a:xfrm>
                <a:off x="5098" y="3765"/>
                <a:ext cx="5" cy="7"/>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51" name="Oval 116">
                <a:extLst>
                  <a:ext uri="{FF2B5EF4-FFF2-40B4-BE49-F238E27FC236}">
                    <a16:creationId xmlns:a16="http://schemas.microsoft.com/office/drawing/2014/main" id="{236579D3-E566-18E6-DB4D-9B9816DD4E06}"/>
                  </a:ext>
                </a:extLst>
              </p:cNvPr>
              <p:cNvSpPr>
                <a:spLocks noChangeArrowheads="1"/>
              </p:cNvSpPr>
              <p:nvPr/>
            </p:nvSpPr>
            <p:spPr bwMode="auto">
              <a:xfrm>
                <a:off x="5116" y="3765"/>
                <a:ext cx="6" cy="7"/>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52" name="Oval 117">
                <a:extLst>
                  <a:ext uri="{FF2B5EF4-FFF2-40B4-BE49-F238E27FC236}">
                    <a16:creationId xmlns:a16="http://schemas.microsoft.com/office/drawing/2014/main" id="{0141F40C-2441-07C5-3D3C-96549B3A3399}"/>
                  </a:ext>
                </a:extLst>
              </p:cNvPr>
              <p:cNvSpPr>
                <a:spLocks noChangeArrowheads="1"/>
              </p:cNvSpPr>
              <p:nvPr/>
            </p:nvSpPr>
            <p:spPr bwMode="auto">
              <a:xfrm>
                <a:off x="5135" y="3765"/>
                <a:ext cx="7" cy="7"/>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53" name="Oval 118">
                <a:extLst>
                  <a:ext uri="{FF2B5EF4-FFF2-40B4-BE49-F238E27FC236}">
                    <a16:creationId xmlns:a16="http://schemas.microsoft.com/office/drawing/2014/main" id="{91334452-6DF7-CE9B-5096-870BFF92198A}"/>
                  </a:ext>
                </a:extLst>
              </p:cNvPr>
              <p:cNvSpPr>
                <a:spLocks noChangeArrowheads="1"/>
              </p:cNvSpPr>
              <p:nvPr/>
            </p:nvSpPr>
            <p:spPr bwMode="auto">
              <a:xfrm>
                <a:off x="5152" y="3765"/>
                <a:ext cx="6" cy="7"/>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54" name="Oval 119">
                <a:extLst>
                  <a:ext uri="{FF2B5EF4-FFF2-40B4-BE49-F238E27FC236}">
                    <a16:creationId xmlns:a16="http://schemas.microsoft.com/office/drawing/2014/main" id="{6AC95238-9AA9-F14C-73EF-1BCC9A9A64A6}"/>
                  </a:ext>
                </a:extLst>
              </p:cNvPr>
              <p:cNvSpPr>
                <a:spLocks noChangeArrowheads="1"/>
              </p:cNvSpPr>
              <p:nvPr/>
            </p:nvSpPr>
            <p:spPr bwMode="auto">
              <a:xfrm>
                <a:off x="5171" y="3765"/>
                <a:ext cx="6" cy="7"/>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55" name="Oval 120">
                <a:extLst>
                  <a:ext uri="{FF2B5EF4-FFF2-40B4-BE49-F238E27FC236}">
                    <a16:creationId xmlns:a16="http://schemas.microsoft.com/office/drawing/2014/main" id="{D1664FE9-226D-7C74-71E1-79D9D0D444D8}"/>
                  </a:ext>
                </a:extLst>
              </p:cNvPr>
              <p:cNvSpPr>
                <a:spLocks noChangeArrowheads="1"/>
              </p:cNvSpPr>
              <p:nvPr/>
            </p:nvSpPr>
            <p:spPr bwMode="auto">
              <a:xfrm>
                <a:off x="5189" y="3765"/>
                <a:ext cx="5" cy="7"/>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56" name="Oval 121">
                <a:extLst>
                  <a:ext uri="{FF2B5EF4-FFF2-40B4-BE49-F238E27FC236}">
                    <a16:creationId xmlns:a16="http://schemas.microsoft.com/office/drawing/2014/main" id="{527C8264-9AE4-CC91-35DE-710315382AE1}"/>
                  </a:ext>
                </a:extLst>
              </p:cNvPr>
              <p:cNvSpPr>
                <a:spLocks noChangeArrowheads="1"/>
              </p:cNvSpPr>
              <p:nvPr/>
            </p:nvSpPr>
            <p:spPr bwMode="auto">
              <a:xfrm>
                <a:off x="5207" y="3765"/>
                <a:ext cx="6" cy="7"/>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57" name="Oval 122">
                <a:extLst>
                  <a:ext uri="{FF2B5EF4-FFF2-40B4-BE49-F238E27FC236}">
                    <a16:creationId xmlns:a16="http://schemas.microsoft.com/office/drawing/2014/main" id="{4351AF67-C8E3-EC41-02F0-8DC2C641DBFD}"/>
                  </a:ext>
                </a:extLst>
              </p:cNvPr>
              <p:cNvSpPr>
                <a:spLocks noChangeArrowheads="1"/>
              </p:cNvSpPr>
              <p:nvPr/>
            </p:nvSpPr>
            <p:spPr bwMode="auto">
              <a:xfrm>
                <a:off x="5226" y="3765"/>
                <a:ext cx="5" cy="7"/>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58" name="Oval 123">
                <a:extLst>
                  <a:ext uri="{FF2B5EF4-FFF2-40B4-BE49-F238E27FC236}">
                    <a16:creationId xmlns:a16="http://schemas.microsoft.com/office/drawing/2014/main" id="{001550A0-9E82-3969-E006-912C859CACBD}"/>
                  </a:ext>
                </a:extLst>
              </p:cNvPr>
              <p:cNvSpPr>
                <a:spLocks noChangeArrowheads="1"/>
              </p:cNvSpPr>
              <p:nvPr/>
            </p:nvSpPr>
            <p:spPr bwMode="auto">
              <a:xfrm>
                <a:off x="5242" y="3765"/>
                <a:ext cx="6" cy="7"/>
              </a:xfrm>
              <a:prstGeom prst="ellipse">
                <a:avLst/>
              </a:prstGeom>
              <a:solidFill>
                <a:schemeClr val="bg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sp>
          <p:nvSpPr>
            <p:cNvPr id="76831" name="AutoShape 124">
              <a:extLst>
                <a:ext uri="{FF2B5EF4-FFF2-40B4-BE49-F238E27FC236}">
                  <a16:creationId xmlns:a16="http://schemas.microsoft.com/office/drawing/2014/main" id="{1A56B327-CD7C-F949-9026-753EEB82A436}"/>
                </a:ext>
              </a:extLst>
            </p:cNvPr>
            <p:cNvSpPr>
              <a:spLocks noChangeArrowheads="1"/>
            </p:cNvSpPr>
            <p:nvPr/>
          </p:nvSpPr>
          <p:spPr bwMode="auto">
            <a:xfrm>
              <a:off x="5339" y="3513"/>
              <a:ext cx="80" cy="259"/>
            </a:xfrm>
            <a:prstGeom prst="cube">
              <a:avLst>
                <a:gd name="adj" fmla="val 24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32" name="AutoShape 125">
              <a:extLst>
                <a:ext uri="{FF2B5EF4-FFF2-40B4-BE49-F238E27FC236}">
                  <a16:creationId xmlns:a16="http://schemas.microsoft.com/office/drawing/2014/main" id="{385BFE31-D90C-FA3B-820E-4B9B0B9C4251}"/>
                </a:ext>
              </a:extLst>
            </p:cNvPr>
            <p:cNvSpPr>
              <a:spLocks noChangeArrowheads="1"/>
            </p:cNvSpPr>
            <p:nvPr/>
          </p:nvSpPr>
          <p:spPr bwMode="auto">
            <a:xfrm>
              <a:off x="5357" y="3692"/>
              <a:ext cx="20" cy="56"/>
            </a:xfrm>
            <a:prstGeom prst="octagon">
              <a:avLst>
                <a:gd name="adj" fmla="val 29282"/>
              </a:avLst>
            </a:prstGeom>
            <a:solidFill>
              <a:schemeClr val="bg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33" name="Rectangle 126">
              <a:extLst>
                <a:ext uri="{FF2B5EF4-FFF2-40B4-BE49-F238E27FC236}">
                  <a16:creationId xmlns:a16="http://schemas.microsoft.com/office/drawing/2014/main" id="{03CD769C-F342-4E9A-6972-CB6C5EC49FFA}"/>
                </a:ext>
              </a:extLst>
            </p:cNvPr>
            <p:cNvSpPr>
              <a:spLocks noChangeArrowheads="1"/>
            </p:cNvSpPr>
            <p:nvPr/>
          </p:nvSpPr>
          <p:spPr bwMode="auto">
            <a:xfrm>
              <a:off x="5354" y="3594"/>
              <a:ext cx="27" cy="25"/>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34" name="Rectangle 127">
              <a:extLst>
                <a:ext uri="{FF2B5EF4-FFF2-40B4-BE49-F238E27FC236}">
                  <a16:creationId xmlns:a16="http://schemas.microsoft.com/office/drawing/2014/main" id="{17D5F772-8893-1BEA-B8AE-FB06128D13AC}"/>
                </a:ext>
              </a:extLst>
            </p:cNvPr>
            <p:cNvSpPr>
              <a:spLocks noChangeArrowheads="1"/>
            </p:cNvSpPr>
            <p:nvPr/>
          </p:nvSpPr>
          <p:spPr bwMode="auto">
            <a:xfrm>
              <a:off x="5354" y="3548"/>
              <a:ext cx="28" cy="25"/>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6835" name="Line 128">
              <a:extLst>
                <a:ext uri="{FF2B5EF4-FFF2-40B4-BE49-F238E27FC236}">
                  <a16:creationId xmlns:a16="http://schemas.microsoft.com/office/drawing/2014/main" id="{CC8493EE-78E1-3C14-6ACF-B3A156C4D37E}"/>
                </a:ext>
              </a:extLst>
            </p:cNvPr>
            <p:cNvSpPr>
              <a:spLocks noChangeShapeType="1"/>
            </p:cNvSpPr>
            <p:nvPr/>
          </p:nvSpPr>
          <p:spPr bwMode="auto">
            <a:xfrm>
              <a:off x="4743" y="3594"/>
              <a:ext cx="91"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36" name="Line 129">
              <a:extLst>
                <a:ext uri="{FF2B5EF4-FFF2-40B4-BE49-F238E27FC236}">
                  <a16:creationId xmlns:a16="http://schemas.microsoft.com/office/drawing/2014/main" id="{DC7ECBB3-CCBC-94EE-FA5C-9CAB968921A4}"/>
                </a:ext>
              </a:extLst>
            </p:cNvPr>
            <p:cNvSpPr>
              <a:spLocks noChangeShapeType="1"/>
            </p:cNvSpPr>
            <p:nvPr/>
          </p:nvSpPr>
          <p:spPr bwMode="auto">
            <a:xfrm>
              <a:off x="4743" y="3669"/>
              <a:ext cx="91"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76807" name="Object 130">
            <a:hlinkClick r:id="" action="ppaction://ole?verb=0"/>
            <a:extLst>
              <a:ext uri="{FF2B5EF4-FFF2-40B4-BE49-F238E27FC236}">
                <a16:creationId xmlns:a16="http://schemas.microsoft.com/office/drawing/2014/main" id="{0C977FB6-5DC4-8E41-CAD4-72B5959A194F}"/>
              </a:ext>
            </a:extLst>
          </p:cNvPr>
          <p:cNvGraphicFramePr>
            <a:graphicFrameLocks/>
          </p:cNvGraphicFramePr>
          <p:nvPr/>
        </p:nvGraphicFramePr>
        <p:xfrm>
          <a:off x="7323138" y="1722438"/>
          <a:ext cx="1014412" cy="881062"/>
        </p:xfrm>
        <a:graphic>
          <a:graphicData uri="http://schemas.openxmlformats.org/presentationml/2006/ole">
            <mc:AlternateContent xmlns:mc="http://schemas.openxmlformats.org/markup-compatibility/2006">
              <mc:Choice xmlns:v="urn:schemas-microsoft-com:vml" Requires="v">
                <p:oleObj spid="_x0000_s4109" name="Clip" r:id="rId4" imgW="3979304" imgH="4137779" progId="MS_ClipArt_Gallery.2">
                  <p:embed/>
                </p:oleObj>
              </mc:Choice>
              <mc:Fallback>
                <p:oleObj name="Clip" r:id="rId4" imgW="3979304" imgH="4137779" progId="MS_ClipArt_Gallery.2">
                  <p:embed/>
                  <p:pic>
                    <p:nvPicPr>
                      <p:cNvPr id="76807" name="Object 130">
                        <a:hlinkClick r:id="" action="ppaction://ole?verb=0"/>
                        <a:extLst>
                          <a:ext uri="{FF2B5EF4-FFF2-40B4-BE49-F238E27FC236}">
                            <a16:creationId xmlns:a16="http://schemas.microsoft.com/office/drawing/2014/main" id="{0C977FB6-5DC4-8E41-CAD4-72B5959A194F}"/>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23138" y="1722438"/>
                        <a:ext cx="1014412" cy="881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6808" name="Object 131">
            <a:hlinkClick r:id="" action="ppaction://ole?verb=0"/>
            <a:extLst>
              <a:ext uri="{FF2B5EF4-FFF2-40B4-BE49-F238E27FC236}">
                <a16:creationId xmlns:a16="http://schemas.microsoft.com/office/drawing/2014/main" id="{D351AF23-8EB1-51F2-0090-FED5AD4A2E2A}"/>
              </a:ext>
            </a:extLst>
          </p:cNvPr>
          <p:cNvGraphicFramePr>
            <a:graphicFrameLocks/>
          </p:cNvGraphicFramePr>
          <p:nvPr/>
        </p:nvGraphicFramePr>
        <p:xfrm>
          <a:off x="7023100" y="3246438"/>
          <a:ext cx="1614488" cy="1239837"/>
        </p:xfrm>
        <a:graphic>
          <a:graphicData uri="http://schemas.openxmlformats.org/presentationml/2006/ole">
            <mc:AlternateContent xmlns:mc="http://schemas.openxmlformats.org/markup-compatibility/2006">
              <mc:Choice xmlns:v="urn:schemas-microsoft-com:vml" Requires="v">
                <p:oleObj spid="_x0000_s4110" name="Clip" r:id="rId6" imgW="4175813" imgH="3210701" progId="MS_ClipArt_Gallery.2">
                  <p:embed/>
                </p:oleObj>
              </mc:Choice>
              <mc:Fallback>
                <p:oleObj name="Clip" r:id="rId6" imgW="4175813" imgH="3210701" progId="MS_ClipArt_Gallery.2">
                  <p:embed/>
                  <p:pic>
                    <p:nvPicPr>
                      <p:cNvPr id="76808" name="Object 131">
                        <a:hlinkClick r:id="" action="ppaction://ole?verb=0"/>
                        <a:extLst>
                          <a:ext uri="{FF2B5EF4-FFF2-40B4-BE49-F238E27FC236}">
                            <a16:creationId xmlns:a16="http://schemas.microsoft.com/office/drawing/2014/main" id="{D351AF23-8EB1-51F2-0090-FED5AD4A2E2A}"/>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23100" y="3246438"/>
                        <a:ext cx="1614488" cy="1239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85">
            <a:extLst>
              <a:ext uri="{FF2B5EF4-FFF2-40B4-BE49-F238E27FC236}">
                <a16:creationId xmlns:a16="http://schemas.microsoft.com/office/drawing/2014/main" id="{D3018744-C358-8252-BD45-4515CA2B1626}"/>
              </a:ext>
            </a:extLst>
          </p:cNvPr>
          <p:cNvSpPr>
            <a:spLocks noChangeArrowheads="1"/>
          </p:cNvSpPr>
          <p:nvPr/>
        </p:nvSpPr>
        <p:spPr bwMode="auto">
          <a:xfrm>
            <a:off x="304800" y="5954713"/>
            <a:ext cx="2057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8851" name="Rectangle 86">
            <a:extLst>
              <a:ext uri="{FF2B5EF4-FFF2-40B4-BE49-F238E27FC236}">
                <a16:creationId xmlns:a16="http://schemas.microsoft.com/office/drawing/2014/main" id="{8612754C-DFA0-607C-6BEB-F970A767CBF5}"/>
              </a:ext>
            </a:extLst>
          </p:cNvPr>
          <p:cNvSpPr>
            <a:spLocks noChangeArrowheads="1"/>
          </p:cNvSpPr>
          <p:nvPr/>
        </p:nvSpPr>
        <p:spPr bwMode="auto">
          <a:xfrm>
            <a:off x="2971800" y="5954713"/>
            <a:ext cx="304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8852" name="Rectangle 87">
            <a:extLst>
              <a:ext uri="{FF2B5EF4-FFF2-40B4-BE49-F238E27FC236}">
                <a16:creationId xmlns:a16="http://schemas.microsoft.com/office/drawing/2014/main" id="{94DED144-EF6D-ACF2-7C77-AB8FB48684B8}"/>
              </a:ext>
            </a:extLst>
          </p:cNvPr>
          <p:cNvSpPr>
            <a:spLocks noChangeArrowheads="1"/>
          </p:cNvSpPr>
          <p:nvPr/>
        </p:nvSpPr>
        <p:spPr bwMode="auto">
          <a:xfrm>
            <a:off x="176213" y="1755775"/>
            <a:ext cx="8723312" cy="358775"/>
          </a:xfrm>
          <a:prstGeom prst="rect">
            <a:avLst/>
          </a:prstGeom>
          <a:solidFill>
            <a:srgbClr val="FCFEB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8853" name="Rectangle 88">
            <a:extLst>
              <a:ext uri="{FF2B5EF4-FFF2-40B4-BE49-F238E27FC236}">
                <a16:creationId xmlns:a16="http://schemas.microsoft.com/office/drawing/2014/main" id="{DD3B9BF8-FF36-AF46-E03D-6CE92AE75D18}"/>
              </a:ext>
            </a:extLst>
          </p:cNvPr>
          <p:cNvSpPr>
            <a:spLocks noChangeArrowheads="1"/>
          </p:cNvSpPr>
          <p:nvPr/>
        </p:nvSpPr>
        <p:spPr bwMode="auto">
          <a:xfrm>
            <a:off x="173038" y="2151063"/>
            <a:ext cx="8721725" cy="358775"/>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8854" name="Rectangle 89">
            <a:extLst>
              <a:ext uri="{FF2B5EF4-FFF2-40B4-BE49-F238E27FC236}">
                <a16:creationId xmlns:a16="http://schemas.microsoft.com/office/drawing/2014/main" id="{00A03724-8220-307B-72FF-436F98AE3603}"/>
              </a:ext>
            </a:extLst>
          </p:cNvPr>
          <p:cNvSpPr>
            <a:spLocks noChangeArrowheads="1"/>
          </p:cNvSpPr>
          <p:nvPr/>
        </p:nvSpPr>
        <p:spPr bwMode="auto">
          <a:xfrm>
            <a:off x="173038" y="2551113"/>
            <a:ext cx="8721725" cy="358775"/>
          </a:xfrm>
          <a:prstGeom prst="rect">
            <a:avLst/>
          </a:prstGeom>
          <a:solidFill>
            <a:srgbClr val="FCFEB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8855" name="Rectangle 90">
            <a:extLst>
              <a:ext uri="{FF2B5EF4-FFF2-40B4-BE49-F238E27FC236}">
                <a16:creationId xmlns:a16="http://schemas.microsoft.com/office/drawing/2014/main" id="{005B4B8B-6877-AA3A-DD16-1C6D9AF5892A}"/>
              </a:ext>
            </a:extLst>
          </p:cNvPr>
          <p:cNvSpPr>
            <a:spLocks noChangeArrowheads="1"/>
          </p:cNvSpPr>
          <p:nvPr/>
        </p:nvSpPr>
        <p:spPr bwMode="auto">
          <a:xfrm>
            <a:off x="173038" y="2951163"/>
            <a:ext cx="8721725" cy="358775"/>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8856" name="Rectangle 91">
            <a:extLst>
              <a:ext uri="{FF2B5EF4-FFF2-40B4-BE49-F238E27FC236}">
                <a16:creationId xmlns:a16="http://schemas.microsoft.com/office/drawing/2014/main" id="{8F158AFB-3A04-1AFC-42C7-F4318AD84B9B}"/>
              </a:ext>
            </a:extLst>
          </p:cNvPr>
          <p:cNvSpPr>
            <a:spLocks noChangeArrowheads="1"/>
          </p:cNvSpPr>
          <p:nvPr/>
        </p:nvSpPr>
        <p:spPr bwMode="auto">
          <a:xfrm>
            <a:off x="173038" y="3351213"/>
            <a:ext cx="8721725" cy="358775"/>
          </a:xfrm>
          <a:prstGeom prst="rect">
            <a:avLst/>
          </a:prstGeom>
          <a:solidFill>
            <a:srgbClr val="FCFEB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8857" name="Rectangle 92">
            <a:extLst>
              <a:ext uri="{FF2B5EF4-FFF2-40B4-BE49-F238E27FC236}">
                <a16:creationId xmlns:a16="http://schemas.microsoft.com/office/drawing/2014/main" id="{F249ABD3-38C7-8ACA-3863-4D4C5B62F59F}"/>
              </a:ext>
            </a:extLst>
          </p:cNvPr>
          <p:cNvSpPr>
            <a:spLocks noChangeArrowheads="1"/>
          </p:cNvSpPr>
          <p:nvPr/>
        </p:nvSpPr>
        <p:spPr bwMode="auto">
          <a:xfrm>
            <a:off x="5319713" y="1109663"/>
            <a:ext cx="1114425" cy="54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ctr">
              <a:spcBef>
                <a:spcPct val="0"/>
              </a:spcBef>
            </a:pPr>
            <a:r>
              <a:rPr kumimoji="1" lang="en-US" altLang="zh-CN" sz="1500">
                <a:solidFill>
                  <a:srgbClr val="2F00CC"/>
                </a:solidFill>
              </a:rPr>
              <a:t>DPM1</a:t>
            </a:r>
          </a:p>
          <a:p>
            <a:pPr algn="ctr">
              <a:spcBef>
                <a:spcPct val="0"/>
              </a:spcBef>
            </a:pPr>
            <a:r>
              <a:rPr kumimoji="1" lang="en-US" altLang="zh-CN" sz="1500">
                <a:solidFill>
                  <a:srgbClr val="2F00CC"/>
                </a:solidFill>
              </a:rPr>
              <a:t>DP-Slaves</a:t>
            </a:r>
          </a:p>
        </p:txBody>
      </p:sp>
      <p:sp>
        <p:nvSpPr>
          <p:cNvPr id="78858" name="Rectangle 93">
            <a:extLst>
              <a:ext uri="{FF2B5EF4-FFF2-40B4-BE49-F238E27FC236}">
                <a16:creationId xmlns:a16="http://schemas.microsoft.com/office/drawing/2014/main" id="{D3EAED4B-248B-997E-696F-14F9BE770FD7}"/>
              </a:ext>
            </a:extLst>
          </p:cNvPr>
          <p:cNvSpPr>
            <a:spLocks noChangeArrowheads="1"/>
          </p:cNvSpPr>
          <p:nvPr/>
        </p:nvSpPr>
        <p:spPr bwMode="auto">
          <a:xfrm>
            <a:off x="173038" y="3751263"/>
            <a:ext cx="8721725" cy="358775"/>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8859" name="Rectangle 94">
            <a:extLst>
              <a:ext uri="{FF2B5EF4-FFF2-40B4-BE49-F238E27FC236}">
                <a16:creationId xmlns:a16="http://schemas.microsoft.com/office/drawing/2014/main" id="{721B308F-C02D-6F72-2D09-E92561B8F195}"/>
              </a:ext>
            </a:extLst>
          </p:cNvPr>
          <p:cNvSpPr>
            <a:spLocks noChangeArrowheads="1"/>
          </p:cNvSpPr>
          <p:nvPr/>
        </p:nvSpPr>
        <p:spPr bwMode="auto">
          <a:xfrm>
            <a:off x="173038" y="4151313"/>
            <a:ext cx="8721725" cy="358775"/>
          </a:xfrm>
          <a:prstGeom prst="rect">
            <a:avLst/>
          </a:prstGeom>
          <a:solidFill>
            <a:srgbClr val="FCFEB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8860" name="Rectangle 95">
            <a:extLst>
              <a:ext uri="{FF2B5EF4-FFF2-40B4-BE49-F238E27FC236}">
                <a16:creationId xmlns:a16="http://schemas.microsoft.com/office/drawing/2014/main" id="{E9715A03-6AE6-9024-7C69-806FF2C4A958}"/>
              </a:ext>
            </a:extLst>
          </p:cNvPr>
          <p:cNvSpPr>
            <a:spLocks noChangeArrowheads="1"/>
          </p:cNvSpPr>
          <p:nvPr/>
        </p:nvSpPr>
        <p:spPr bwMode="auto">
          <a:xfrm>
            <a:off x="173038" y="4551363"/>
            <a:ext cx="8721725" cy="358775"/>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8861" name="Rectangle 96">
            <a:extLst>
              <a:ext uri="{FF2B5EF4-FFF2-40B4-BE49-F238E27FC236}">
                <a16:creationId xmlns:a16="http://schemas.microsoft.com/office/drawing/2014/main" id="{5627166D-61BA-D6E5-70E3-F41557DEB15E}"/>
              </a:ext>
            </a:extLst>
          </p:cNvPr>
          <p:cNvSpPr>
            <a:spLocks noChangeArrowheads="1"/>
          </p:cNvSpPr>
          <p:nvPr/>
        </p:nvSpPr>
        <p:spPr bwMode="auto">
          <a:xfrm>
            <a:off x="173038" y="4951413"/>
            <a:ext cx="8721725" cy="358775"/>
          </a:xfrm>
          <a:prstGeom prst="rect">
            <a:avLst/>
          </a:prstGeom>
          <a:solidFill>
            <a:srgbClr val="FCFEB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8862" name="Rectangle 97">
            <a:extLst>
              <a:ext uri="{FF2B5EF4-FFF2-40B4-BE49-F238E27FC236}">
                <a16:creationId xmlns:a16="http://schemas.microsoft.com/office/drawing/2014/main" id="{A4C70BAA-C342-6543-67E0-31EEDAC8C11B}"/>
              </a:ext>
            </a:extLst>
          </p:cNvPr>
          <p:cNvSpPr>
            <a:spLocks noChangeArrowheads="1"/>
          </p:cNvSpPr>
          <p:nvPr/>
        </p:nvSpPr>
        <p:spPr bwMode="auto">
          <a:xfrm>
            <a:off x="173038" y="5351463"/>
            <a:ext cx="8721725" cy="358775"/>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8863" name="Rectangle 98">
            <a:extLst>
              <a:ext uri="{FF2B5EF4-FFF2-40B4-BE49-F238E27FC236}">
                <a16:creationId xmlns:a16="http://schemas.microsoft.com/office/drawing/2014/main" id="{C23C6335-D0BB-1C1C-721B-EA977B839B0B}"/>
              </a:ext>
            </a:extLst>
          </p:cNvPr>
          <p:cNvSpPr>
            <a:spLocks noChangeArrowheads="1"/>
          </p:cNvSpPr>
          <p:nvPr/>
        </p:nvSpPr>
        <p:spPr bwMode="auto">
          <a:xfrm>
            <a:off x="244475" y="487363"/>
            <a:ext cx="4157663" cy="51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a:solidFill>
                  <a:srgbClr val="2F00CC"/>
                </a:solidFill>
              </a:rPr>
              <a:t>PROFIBUS-DP </a:t>
            </a:r>
            <a:r>
              <a:rPr kumimoji="1" lang="zh-CN" altLang="en-US">
                <a:solidFill>
                  <a:srgbClr val="2F00CC"/>
                </a:solidFill>
              </a:rPr>
              <a:t>功能概述</a:t>
            </a:r>
          </a:p>
        </p:txBody>
      </p:sp>
      <p:sp>
        <p:nvSpPr>
          <p:cNvPr id="78864" name="Rectangle 99">
            <a:extLst>
              <a:ext uri="{FF2B5EF4-FFF2-40B4-BE49-F238E27FC236}">
                <a16:creationId xmlns:a16="http://schemas.microsoft.com/office/drawing/2014/main" id="{5F920BFD-BEED-1474-F8BF-8D3F3D109A88}"/>
              </a:ext>
            </a:extLst>
          </p:cNvPr>
          <p:cNvSpPr>
            <a:spLocks noChangeArrowheads="1"/>
          </p:cNvSpPr>
          <p:nvPr/>
        </p:nvSpPr>
        <p:spPr bwMode="auto">
          <a:xfrm>
            <a:off x="6542088" y="1111250"/>
            <a:ext cx="1114425" cy="54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ctr">
              <a:spcBef>
                <a:spcPct val="0"/>
              </a:spcBef>
            </a:pPr>
            <a:r>
              <a:rPr kumimoji="1" lang="en-US" altLang="zh-CN" sz="1500">
                <a:solidFill>
                  <a:srgbClr val="2F00CC"/>
                </a:solidFill>
              </a:rPr>
              <a:t>DPM2</a:t>
            </a:r>
          </a:p>
          <a:p>
            <a:pPr algn="ctr">
              <a:spcBef>
                <a:spcPct val="0"/>
              </a:spcBef>
            </a:pPr>
            <a:r>
              <a:rPr kumimoji="1" lang="en-US" altLang="zh-CN" sz="1500">
                <a:solidFill>
                  <a:srgbClr val="2F00CC"/>
                </a:solidFill>
              </a:rPr>
              <a:t>DP-Slaves</a:t>
            </a:r>
          </a:p>
        </p:txBody>
      </p:sp>
      <p:sp>
        <p:nvSpPr>
          <p:cNvPr id="78865" name="Rectangle 100">
            <a:extLst>
              <a:ext uri="{FF2B5EF4-FFF2-40B4-BE49-F238E27FC236}">
                <a16:creationId xmlns:a16="http://schemas.microsoft.com/office/drawing/2014/main" id="{F36F612C-D9B7-F8DB-84D1-A457CC8A4768}"/>
              </a:ext>
            </a:extLst>
          </p:cNvPr>
          <p:cNvSpPr>
            <a:spLocks noChangeArrowheads="1"/>
          </p:cNvSpPr>
          <p:nvPr/>
        </p:nvSpPr>
        <p:spPr bwMode="auto">
          <a:xfrm>
            <a:off x="7766050" y="1109663"/>
            <a:ext cx="1057275" cy="54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ctr">
              <a:spcBef>
                <a:spcPct val="0"/>
              </a:spcBef>
            </a:pPr>
            <a:r>
              <a:rPr kumimoji="1" lang="en-US" altLang="zh-CN" sz="1500">
                <a:solidFill>
                  <a:srgbClr val="2F00CC"/>
                </a:solidFill>
              </a:rPr>
              <a:t>DPM1</a:t>
            </a:r>
          </a:p>
          <a:p>
            <a:pPr algn="ctr">
              <a:spcBef>
                <a:spcPct val="0"/>
              </a:spcBef>
            </a:pPr>
            <a:r>
              <a:rPr kumimoji="1" lang="en-US" altLang="zh-CN" sz="1500">
                <a:solidFill>
                  <a:srgbClr val="2F00CC"/>
                </a:solidFill>
              </a:rPr>
              <a:t>DPM2</a:t>
            </a:r>
          </a:p>
        </p:txBody>
      </p:sp>
      <p:sp>
        <p:nvSpPr>
          <p:cNvPr id="78866" name="Rectangle 101">
            <a:extLst>
              <a:ext uri="{FF2B5EF4-FFF2-40B4-BE49-F238E27FC236}">
                <a16:creationId xmlns:a16="http://schemas.microsoft.com/office/drawing/2014/main" id="{B8DCD60E-40A4-EACA-33AA-2F379C55577A}"/>
              </a:ext>
            </a:extLst>
          </p:cNvPr>
          <p:cNvSpPr>
            <a:spLocks noChangeArrowheads="1"/>
          </p:cNvSpPr>
          <p:nvPr/>
        </p:nvSpPr>
        <p:spPr bwMode="auto">
          <a:xfrm>
            <a:off x="179388" y="1812925"/>
            <a:ext cx="15525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zh-CN" altLang="en-US" sz="1800">
                <a:solidFill>
                  <a:srgbClr val="2F00CC"/>
                </a:solidFill>
              </a:rPr>
              <a:t>参数化／组态</a:t>
            </a:r>
          </a:p>
        </p:txBody>
      </p:sp>
      <p:sp>
        <p:nvSpPr>
          <p:cNvPr id="78867" name="Rectangle 102">
            <a:extLst>
              <a:ext uri="{FF2B5EF4-FFF2-40B4-BE49-F238E27FC236}">
                <a16:creationId xmlns:a16="http://schemas.microsoft.com/office/drawing/2014/main" id="{679ACB40-53B9-ACB0-F2D2-797B1DB5D977}"/>
              </a:ext>
            </a:extLst>
          </p:cNvPr>
          <p:cNvSpPr>
            <a:spLocks noChangeArrowheads="1"/>
          </p:cNvSpPr>
          <p:nvPr/>
        </p:nvSpPr>
        <p:spPr bwMode="auto">
          <a:xfrm>
            <a:off x="5729288" y="1819275"/>
            <a:ext cx="342900"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zh-CN" altLang="en-US" sz="1700">
                <a:solidFill>
                  <a:srgbClr val="2F00CC"/>
                </a:solidFill>
                <a:latin typeface="Wingdings" panose="05000000000000000000" pitchFamily="2" charset="2"/>
              </a:rPr>
              <a:t></a:t>
            </a:r>
          </a:p>
        </p:txBody>
      </p:sp>
      <p:sp>
        <p:nvSpPr>
          <p:cNvPr id="78868" name="Rectangle 103">
            <a:extLst>
              <a:ext uri="{FF2B5EF4-FFF2-40B4-BE49-F238E27FC236}">
                <a16:creationId xmlns:a16="http://schemas.microsoft.com/office/drawing/2014/main" id="{772C240F-9F17-EFF6-3912-574007D49A69}"/>
              </a:ext>
            </a:extLst>
          </p:cNvPr>
          <p:cNvSpPr>
            <a:spLocks noChangeArrowheads="1"/>
          </p:cNvSpPr>
          <p:nvPr/>
        </p:nvSpPr>
        <p:spPr bwMode="auto">
          <a:xfrm>
            <a:off x="6994525" y="1819275"/>
            <a:ext cx="342900"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zh-CN" altLang="en-US" sz="1700">
                <a:solidFill>
                  <a:srgbClr val="2F00CC"/>
                </a:solidFill>
                <a:latin typeface="Wingdings" panose="05000000000000000000" pitchFamily="2" charset="2"/>
              </a:rPr>
              <a:t></a:t>
            </a:r>
          </a:p>
        </p:txBody>
      </p:sp>
      <p:sp>
        <p:nvSpPr>
          <p:cNvPr id="78869" name="Rectangle 104">
            <a:extLst>
              <a:ext uri="{FF2B5EF4-FFF2-40B4-BE49-F238E27FC236}">
                <a16:creationId xmlns:a16="http://schemas.microsoft.com/office/drawing/2014/main" id="{B082A266-5C50-A8DA-EF94-791C4A41C16F}"/>
              </a:ext>
            </a:extLst>
          </p:cNvPr>
          <p:cNvSpPr>
            <a:spLocks noChangeArrowheads="1"/>
          </p:cNvSpPr>
          <p:nvPr/>
        </p:nvSpPr>
        <p:spPr bwMode="auto">
          <a:xfrm>
            <a:off x="8161338" y="1825625"/>
            <a:ext cx="252412"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sz="1700">
                <a:solidFill>
                  <a:srgbClr val="000000"/>
                </a:solidFill>
              </a:rPr>
              <a:t>-</a:t>
            </a:r>
          </a:p>
        </p:txBody>
      </p:sp>
      <p:sp>
        <p:nvSpPr>
          <p:cNvPr id="78870" name="Rectangle 105">
            <a:extLst>
              <a:ext uri="{FF2B5EF4-FFF2-40B4-BE49-F238E27FC236}">
                <a16:creationId xmlns:a16="http://schemas.microsoft.com/office/drawing/2014/main" id="{7AF57F3E-17A3-38AE-FE78-F3714E813D51}"/>
              </a:ext>
            </a:extLst>
          </p:cNvPr>
          <p:cNvSpPr>
            <a:spLocks noChangeArrowheads="1"/>
          </p:cNvSpPr>
          <p:nvPr/>
        </p:nvSpPr>
        <p:spPr bwMode="auto">
          <a:xfrm>
            <a:off x="179388" y="2205038"/>
            <a:ext cx="22383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zh-CN" altLang="en-US" sz="1800">
                <a:solidFill>
                  <a:srgbClr val="2F00CC"/>
                </a:solidFill>
              </a:rPr>
              <a:t>传输从设备诊断数据</a:t>
            </a:r>
          </a:p>
        </p:txBody>
      </p:sp>
      <p:sp>
        <p:nvSpPr>
          <p:cNvPr id="78871" name="Rectangle 106">
            <a:extLst>
              <a:ext uri="{FF2B5EF4-FFF2-40B4-BE49-F238E27FC236}">
                <a16:creationId xmlns:a16="http://schemas.microsoft.com/office/drawing/2014/main" id="{12FE793F-5375-FD01-C713-7D820BE18C56}"/>
              </a:ext>
            </a:extLst>
          </p:cNvPr>
          <p:cNvSpPr>
            <a:spLocks noChangeArrowheads="1"/>
          </p:cNvSpPr>
          <p:nvPr/>
        </p:nvSpPr>
        <p:spPr bwMode="auto">
          <a:xfrm>
            <a:off x="5729288" y="2211388"/>
            <a:ext cx="342900"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zh-CN" altLang="en-US" sz="1700">
                <a:solidFill>
                  <a:srgbClr val="2F00CC"/>
                </a:solidFill>
                <a:latin typeface="Wingdings" panose="05000000000000000000" pitchFamily="2" charset="2"/>
              </a:rPr>
              <a:t></a:t>
            </a:r>
          </a:p>
        </p:txBody>
      </p:sp>
      <p:sp>
        <p:nvSpPr>
          <p:cNvPr id="78872" name="Rectangle 107">
            <a:extLst>
              <a:ext uri="{FF2B5EF4-FFF2-40B4-BE49-F238E27FC236}">
                <a16:creationId xmlns:a16="http://schemas.microsoft.com/office/drawing/2014/main" id="{051E43A9-7F58-9747-1D21-7810F7A2969F}"/>
              </a:ext>
            </a:extLst>
          </p:cNvPr>
          <p:cNvSpPr>
            <a:spLocks noChangeArrowheads="1"/>
          </p:cNvSpPr>
          <p:nvPr/>
        </p:nvSpPr>
        <p:spPr bwMode="auto">
          <a:xfrm>
            <a:off x="6994525" y="2211388"/>
            <a:ext cx="342900"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zh-CN" altLang="en-US" sz="1700">
                <a:solidFill>
                  <a:srgbClr val="2F00CC"/>
                </a:solidFill>
                <a:latin typeface="Wingdings" panose="05000000000000000000" pitchFamily="2" charset="2"/>
              </a:rPr>
              <a:t></a:t>
            </a:r>
          </a:p>
        </p:txBody>
      </p:sp>
      <p:sp>
        <p:nvSpPr>
          <p:cNvPr id="78873" name="Rectangle 108">
            <a:extLst>
              <a:ext uri="{FF2B5EF4-FFF2-40B4-BE49-F238E27FC236}">
                <a16:creationId xmlns:a16="http://schemas.microsoft.com/office/drawing/2014/main" id="{186382E6-FCD9-4165-44B4-959922AA7B6C}"/>
              </a:ext>
            </a:extLst>
          </p:cNvPr>
          <p:cNvSpPr>
            <a:spLocks noChangeArrowheads="1"/>
          </p:cNvSpPr>
          <p:nvPr/>
        </p:nvSpPr>
        <p:spPr bwMode="auto">
          <a:xfrm>
            <a:off x="8161338" y="2217738"/>
            <a:ext cx="252412"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sz="1700">
                <a:solidFill>
                  <a:srgbClr val="000000"/>
                </a:solidFill>
              </a:rPr>
              <a:t>-</a:t>
            </a:r>
          </a:p>
        </p:txBody>
      </p:sp>
      <p:sp>
        <p:nvSpPr>
          <p:cNvPr id="78874" name="Rectangle 109">
            <a:extLst>
              <a:ext uri="{FF2B5EF4-FFF2-40B4-BE49-F238E27FC236}">
                <a16:creationId xmlns:a16="http://schemas.microsoft.com/office/drawing/2014/main" id="{E56EB88C-5EE1-5EEA-08D7-A7139240044D}"/>
              </a:ext>
            </a:extLst>
          </p:cNvPr>
          <p:cNvSpPr>
            <a:spLocks noChangeArrowheads="1"/>
          </p:cNvSpPr>
          <p:nvPr/>
        </p:nvSpPr>
        <p:spPr bwMode="auto">
          <a:xfrm>
            <a:off x="179388" y="2595563"/>
            <a:ext cx="22383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zh-CN" altLang="en-US" sz="1800">
                <a:solidFill>
                  <a:srgbClr val="2F00CC"/>
                </a:solidFill>
              </a:rPr>
              <a:t>传输主设备诊断数据</a:t>
            </a:r>
          </a:p>
        </p:txBody>
      </p:sp>
      <p:sp>
        <p:nvSpPr>
          <p:cNvPr id="78875" name="Rectangle 110">
            <a:extLst>
              <a:ext uri="{FF2B5EF4-FFF2-40B4-BE49-F238E27FC236}">
                <a16:creationId xmlns:a16="http://schemas.microsoft.com/office/drawing/2014/main" id="{2B875883-3542-53AE-BA87-1098DD7A1B33}"/>
              </a:ext>
            </a:extLst>
          </p:cNvPr>
          <p:cNvSpPr>
            <a:spLocks noChangeArrowheads="1"/>
          </p:cNvSpPr>
          <p:nvPr/>
        </p:nvSpPr>
        <p:spPr bwMode="auto">
          <a:xfrm>
            <a:off x="5775325" y="2608263"/>
            <a:ext cx="252413"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sz="1700">
                <a:solidFill>
                  <a:srgbClr val="000000"/>
                </a:solidFill>
              </a:rPr>
              <a:t>-</a:t>
            </a:r>
          </a:p>
        </p:txBody>
      </p:sp>
      <p:sp>
        <p:nvSpPr>
          <p:cNvPr id="78876" name="Rectangle 111">
            <a:extLst>
              <a:ext uri="{FF2B5EF4-FFF2-40B4-BE49-F238E27FC236}">
                <a16:creationId xmlns:a16="http://schemas.microsoft.com/office/drawing/2014/main" id="{70DCE479-1A5E-7B80-7C9C-60E025792222}"/>
              </a:ext>
            </a:extLst>
          </p:cNvPr>
          <p:cNvSpPr>
            <a:spLocks noChangeArrowheads="1"/>
          </p:cNvSpPr>
          <p:nvPr/>
        </p:nvSpPr>
        <p:spPr bwMode="auto">
          <a:xfrm>
            <a:off x="7040563" y="2608263"/>
            <a:ext cx="252412"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sz="1700">
                <a:solidFill>
                  <a:srgbClr val="000000"/>
                </a:solidFill>
              </a:rPr>
              <a:t>-</a:t>
            </a:r>
          </a:p>
        </p:txBody>
      </p:sp>
      <p:sp>
        <p:nvSpPr>
          <p:cNvPr id="78877" name="Rectangle 112">
            <a:extLst>
              <a:ext uri="{FF2B5EF4-FFF2-40B4-BE49-F238E27FC236}">
                <a16:creationId xmlns:a16="http://schemas.microsoft.com/office/drawing/2014/main" id="{D631ACCC-54EA-FECA-75DB-0F0E088A8F22}"/>
              </a:ext>
            </a:extLst>
          </p:cNvPr>
          <p:cNvSpPr>
            <a:spLocks noChangeArrowheads="1"/>
          </p:cNvSpPr>
          <p:nvPr/>
        </p:nvSpPr>
        <p:spPr bwMode="auto">
          <a:xfrm>
            <a:off x="8115300" y="2601913"/>
            <a:ext cx="342900"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zh-CN" altLang="en-US" sz="1700">
                <a:solidFill>
                  <a:srgbClr val="2F00CC"/>
                </a:solidFill>
                <a:latin typeface="Wingdings" panose="05000000000000000000" pitchFamily="2" charset="2"/>
              </a:rPr>
              <a:t></a:t>
            </a:r>
          </a:p>
        </p:txBody>
      </p:sp>
      <p:sp>
        <p:nvSpPr>
          <p:cNvPr id="78878" name="Rectangle 113">
            <a:extLst>
              <a:ext uri="{FF2B5EF4-FFF2-40B4-BE49-F238E27FC236}">
                <a16:creationId xmlns:a16="http://schemas.microsoft.com/office/drawing/2014/main" id="{D4C0A268-B441-DD15-5230-8952DEB58D3C}"/>
              </a:ext>
            </a:extLst>
          </p:cNvPr>
          <p:cNvSpPr>
            <a:spLocks noChangeArrowheads="1"/>
          </p:cNvSpPr>
          <p:nvPr/>
        </p:nvSpPr>
        <p:spPr bwMode="auto">
          <a:xfrm>
            <a:off x="179388" y="2984500"/>
            <a:ext cx="17811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zh-CN" altLang="en-US" sz="1800">
                <a:solidFill>
                  <a:srgbClr val="2F00CC"/>
                </a:solidFill>
              </a:rPr>
              <a:t>周期的数据交换</a:t>
            </a:r>
          </a:p>
        </p:txBody>
      </p:sp>
      <p:sp>
        <p:nvSpPr>
          <p:cNvPr id="78879" name="Rectangle 114">
            <a:extLst>
              <a:ext uri="{FF2B5EF4-FFF2-40B4-BE49-F238E27FC236}">
                <a16:creationId xmlns:a16="http://schemas.microsoft.com/office/drawing/2014/main" id="{911CA637-2FB3-3219-6762-4AC3F227F5D4}"/>
              </a:ext>
            </a:extLst>
          </p:cNvPr>
          <p:cNvSpPr>
            <a:spLocks noChangeArrowheads="1"/>
          </p:cNvSpPr>
          <p:nvPr/>
        </p:nvSpPr>
        <p:spPr bwMode="auto">
          <a:xfrm>
            <a:off x="5729288" y="2990850"/>
            <a:ext cx="342900"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zh-CN" altLang="en-US" sz="1700">
                <a:solidFill>
                  <a:srgbClr val="2F00CC"/>
                </a:solidFill>
                <a:latin typeface="Wingdings" panose="05000000000000000000" pitchFamily="2" charset="2"/>
              </a:rPr>
              <a:t></a:t>
            </a:r>
          </a:p>
        </p:txBody>
      </p:sp>
      <p:sp>
        <p:nvSpPr>
          <p:cNvPr id="78880" name="Rectangle 115">
            <a:extLst>
              <a:ext uri="{FF2B5EF4-FFF2-40B4-BE49-F238E27FC236}">
                <a16:creationId xmlns:a16="http://schemas.microsoft.com/office/drawing/2014/main" id="{A22AF132-CA85-3428-83E4-D8AB1AA0E172}"/>
              </a:ext>
            </a:extLst>
          </p:cNvPr>
          <p:cNvSpPr>
            <a:spLocks noChangeArrowheads="1"/>
          </p:cNvSpPr>
          <p:nvPr/>
        </p:nvSpPr>
        <p:spPr bwMode="auto">
          <a:xfrm>
            <a:off x="6994525" y="2990850"/>
            <a:ext cx="342900"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zh-CN" altLang="en-US" sz="1700">
                <a:solidFill>
                  <a:srgbClr val="2F00CC"/>
                </a:solidFill>
                <a:latin typeface="Wingdings" panose="05000000000000000000" pitchFamily="2" charset="2"/>
              </a:rPr>
              <a:t></a:t>
            </a:r>
          </a:p>
        </p:txBody>
      </p:sp>
      <p:sp>
        <p:nvSpPr>
          <p:cNvPr id="78881" name="Rectangle 116">
            <a:extLst>
              <a:ext uri="{FF2B5EF4-FFF2-40B4-BE49-F238E27FC236}">
                <a16:creationId xmlns:a16="http://schemas.microsoft.com/office/drawing/2014/main" id="{BF718B17-34BC-EF88-E546-509D4523FEF6}"/>
              </a:ext>
            </a:extLst>
          </p:cNvPr>
          <p:cNvSpPr>
            <a:spLocks noChangeArrowheads="1"/>
          </p:cNvSpPr>
          <p:nvPr/>
        </p:nvSpPr>
        <p:spPr bwMode="auto">
          <a:xfrm>
            <a:off x="8161338" y="2997200"/>
            <a:ext cx="252412"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sz="1700">
                <a:solidFill>
                  <a:srgbClr val="000000"/>
                </a:solidFill>
              </a:rPr>
              <a:t>-</a:t>
            </a:r>
          </a:p>
        </p:txBody>
      </p:sp>
      <p:sp>
        <p:nvSpPr>
          <p:cNvPr id="78882" name="Rectangle 117">
            <a:extLst>
              <a:ext uri="{FF2B5EF4-FFF2-40B4-BE49-F238E27FC236}">
                <a16:creationId xmlns:a16="http://schemas.microsoft.com/office/drawing/2014/main" id="{4ECE8962-8FD8-FF51-82E0-CE2CF1F87058}"/>
              </a:ext>
            </a:extLst>
          </p:cNvPr>
          <p:cNvSpPr>
            <a:spLocks noChangeArrowheads="1"/>
          </p:cNvSpPr>
          <p:nvPr/>
        </p:nvSpPr>
        <p:spPr bwMode="auto">
          <a:xfrm>
            <a:off x="179388" y="3376613"/>
            <a:ext cx="227012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zh-CN" altLang="en-US" sz="1800">
                <a:solidFill>
                  <a:srgbClr val="2F00CC"/>
                </a:solidFill>
              </a:rPr>
              <a:t>同步 </a:t>
            </a:r>
            <a:r>
              <a:rPr kumimoji="1" lang="en-US" altLang="zh-CN" sz="1800">
                <a:solidFill>
                  <a:srgbClr val="2F00CC"/>
                </a:solidFill>
              </a:rPr>
              <a:t>+ </a:t>
            </a:r>
            <a:r>
              <a:rPr kumimoji="1" lang="zh-CN" altLang="en-US" sz="1800">
                <a:solidFill>
                  <a:srgbClr val="2F00CC"/>
                </a:solidFill>
              </a:rPr>
              <a:t>锁定控制命令</a:t>
            </a:r>
          </a:p>
        </p:txBody>
      </p:sp>
      <p:sp>
        <p:nvSpPr>
          <p:cNvPr id="78883" name="Rectangle 118">
            <a:extLst>
              <a:ext uri="{FF2B5EF4-FFF2-40B4-BE49-F238E27FC236}">
                <a16:creationId xmlns:a16="http://schemas.microsoft.com/office/drawing/2014/main" id="{7396BF19-B9CF-5B54-38D5-711806FABC3C}"/>
              </a:ext>
            </a:extLst>
          </p:cNvPr>
          <p:cNvSpPr>
            <a:spLocks noChangeArrowheads="1"/>
          </p:cNvSpPr>
          <p:nvPr/>
        </p:nvSpPr>
        <p:spPr bwMode="auto">
          <a:xfrm>
            <a:off x="5729288" y="3382963"/>
            <a:ext cx="342900"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zh-CN" altLang="en-US" sz="1700">
                <a:solidFill>
                  <a:srgbClr val="2F00CC"/>
                </a:solidFill>
                <a:latin typeface="Wingdings" panose="05000000000000000000" pitchFamily="2" charset="2"/>
              </a:rPr>
              <a:t></a:t>
            </a:r>
          </a:p>
        </p:txBody>
      </p:sp>
      <p:sp>
        <p:nvSpPr>
          <p:cNvPr id="78884" name="Rectangle 119">
            <a:extLst>
              <a:ext uri="{FF2B5EF4-FFF2-40B4-BE49-F238E27FC236}">
                <a16:creationId xmlns:a16="http://schemas.microsoft.com/office/drawing/2014/main" id="{1156165E-DACF-EBF4-E98A-7C52E5DBE48D}"/>
              </a:ext>
            </a:extLst>
          </p:cNvPr>
          <p:cNvSpPr>
            <a:spLocks noChangeArrowheads="1"/>
          </p:cNvSpPr>
          <p:nvPr/>
        </p:nvSpPr>
        <p:spPr bwMode="auto">
          <a:xfrm>
            <a:off x="6994525" y="3382963"/>
            <a:ext cx="342900"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zh-CN" altLang="en-US" sz="1700">
                <a:solidFill>
                  <a:srgbClr val="2F00CC"/>
                </a:solidFill>
                <a:latin typeface="Wingdings" panose="05000000000000000000" pitchFamily="2" charset="2"/>
              </a:rPr>
              <a:t></a:t>
            </a:r>
          </a:p>
        </p:txBody>
      </p:sp>
      <p:sp>
        <p:nvSpPr>
          <p:cNvPr id="78885" name="Rectangle 120">
            <a:extLst>
              <a:ext uri="{FF2B5EF4-FFF2-40B4-BE49-F238E27FC236}">
                <a16:creationId xmlns:a16="http://schemas.microsoft.com/office/drawing/2014/main" id="{0A5F2044-B370-A775-4D59-6274DC135AB3}"/>
              </a:ext>
            </a:extLst>
          </p:cNvPr>
          <p:cNvSpPr>
            <a:spLocks noChangeArrowheads="1"/>
          </p:cNvSpPr>
          <p:nvPr/>
        </p:nvSpPr>
        <p:spPr bwMode="auto">
          <a:xfrm>
            <a:off x="8161338" y="3389313"/>
            <a:ext cx="252412"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sz="1700">
                <a:solidFill>
                  <a:srgbClr val="000000"/>
                </a:solidFill>
              </a:rPr>
              <a:t>-</a:t>
            </a:r>
          </a:p>
        </p:txBody>
      </p:sp>
      <p:sp>
        <p:nvSpPr>
          <p:cNvPr id="78886" name="Rectangle 121">
            <a:extLst>
              <a:ext uri="{FF2B5EF4-FFF2-40B4-BE49-F238E27FC236}">
                <a16:creationId xmlns:a16="http://schemas.microsoft.com/office/drawing/2014/main" id="{2862CCD0-C7F9-2712-D772-90698FF8DDFE}"/>
              </a:ext>
            </a:extLst>
          </p:cNvPr>
          <p:cNvSpPr>
            <a:spLocks noChangeArrowheads="1"/>
          </p:cNvSpPr>
          <p:nvPr/>
        </p:nvSpPr>
        <p:spPr bwMode="auto">
          <a:xfrm>
            <a:off x="179388" y="3767138"/>
            <a:ext cx="17811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zh-CN" altLang="en-US" sz="1800">
                <a:solidFill>
                  <a:srgbClr val="2F00CC"/>
                </a:solidFill>
              </a:rPr>
              <a:t>设定从设备地址</a:t>
            </a:r>
          </a:p>
        </p:txBody>
      </p:sp>
      <p:sp>
        <p:nvSpPr>
          <p:cNvPr id="78887" name="Rectangle 122">
            <a:extLst>
              <a:ext uri="{FF2B5EF4-FFF2-40B4-BE49-F238E27FC236}">
                <a16:creationId xmlns:a16="http://schemas.microsoft.com/office/drawing/2014/main" id="{EA67E6B4-C833-282C-38B8-157E164F5904}"/>
              </a:ext>
            </a:extLst>
          </p:cNvPr>
          <p:cNvSpPr>
            <a:spLocks noChangeArrowheads="1"/>
          </p:cNvSpPr>
          <p:nvPr/>
        </p:nvSpPr>
        <p:spPr bwMode="auto">
          <a:xfrm>
            <a:off x="5775325" y="3779838"/>
            <a:ext cx="252413"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sz="1700">
                <a:solidFill>
                  <a:srgbClr val="000000"/>
                </a:solidFill>
              </a:rPr>
              <a:t>-</a:t>
            </a:r>
          </a:p>
        </p:txBody>
      </p:sp>
      <p:sp>
        <p:nvSpPr>
          <p:cNvPr id="78888" name="Rectangle 123">
            <a:extLst>
              <a:ext uri="{FF2B5EF4-FFF2-40B4-BE49-F238E27FC236}">
                <a16:creationId xmlns:a16="http://schemas.microsoft.com/office/drawing/2014/main" id="{35A18E93-D313-1A20-A5A5-4967899A3F0C}"/>
              </a:ext>
            </a:extLst>
          </p:cNvPr>
          <p:cNvSpPr>
            <a:spLocks noChangeArrowheads="1"/>
          </p:cNvSpPr>
          <p:nvPr/>
        </p:nvSpPr>
        <p:spPr bwMode="auto">
          <a:xfrm>
            <a:off x="6994525" y="3773488"/>
            <a:ext cx="342900"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zh-CN" altLang="en-US" sz="1700">
                <a:solidFill>
                  <a:srgbClr val="2F00CC"/>
                </a:solidFill>
                <a:latin typeface="Wingdings" panose="05000000000000000000" pitchFamily="2" charset="2"/>
              </a:rPr>
              <a:t></a:t>
            </a:r>
          </a:p>
        </p:txBody>
      </p:sp>
      <p:sp>
        <p:nvSpPr>
          <p:cNvPr id="78889" name="Rectangle 124">
            <a:extLst>
              <a:ext uri="{FF2B5EF4-FFF2-40B4-BE49-F238E27FC236}">
                <a16:creationId xmlns:a16="http://schemas.microsoft.com/office/drawing/2014/main" id="{0E8DF892-16E8-2023-3A3A-FCE46F4BD9E5}"/>
              </a:ext>
            </a:extLst>
          </p:cNvPr>
          <p:cNvSpPr>
            <a:spLocks noChangeArrowheads="1"/>
          </p:cNvSpPr>
          <p:nvPr/>
        </p:nvSpPr>
        <p:spPr bwMode="auto">
          <a:xfrm>
            <a:off x="8161338" y="3779838"/>
            <a:ext cx="252412"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sz="1700">
                <a:solidFill>
                  <a:srgbClr val="000000"/>
                </a:solidFill>
              </a:rPr>
              <a:t>-</a:t>
            </a:r>
          </a:p>
        </p:txBody>
      </p:sp>
      <p:sp>
        <p:nvSpPr>
          <p:cNvPr id="78890" name="Rectangle 125">
            <a:extLst>
              <a:ext uri="{FF2B5EF4-FFF2-40B4-BE49-F238E27FC236}">
                <a16:creationId xmlns:a16="http://schemas.microsoft.com/office/drawing/2014/main" id="{B7AF8B93-D7EC-C6E2-8689-A0F5B13776EF}"/>
              </a:ext>
            </a:extLst>
          </p:cNvPr>
          <p:cNvSpPr>
            <a:spLocks noChangeArrowheads="1"/>
          </p:cNvSpPr>
          <p:nvPr/>
        </p:nvSpPr>
        <p:spPr bwMode="auto">
          <a:xfrm>
            <a:off x="179388" y="4157663"/>
            <a:ext cx="28860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zh-CN" altLang="en-US" sz="1800">
                <a:solidFill>
                  <a:srgbClr val="2F00CC"/>
                </a:solidFill>
              </a:rPr>
              <a:t>非周期的读输入 </a:t>
            </a:r>
            <a:r>
              <a:rPr kumimoji="1" lang="en-US" altLang="zh-CN" sz="1800">
                <a:solidFill>
                  <a:srgbClr val="2F00CC"/>
                </a:solidFill>
              </a:rPr>
              <a:t>/ </a:t>
            </a:r>
            <a:r>
              <a:rPr kumimoji="1" lang="zh-CN" altLang="en-US" sz="1800">
                <a:solidFill>
                  <a:srgbClr val="2F00CC"/>
                </a:solidFill>
              </a:rPr>
              <a:t>输出映象</a:t>
            </a:r>
          </a:p>
        </p:txBody>
      </p:sp>
      <p:sp>
        <p:nvSpPr>
          <p:cNvPr id="78891" name="Rectangle 126">
            <a:extLst>
              <a:ext uri="{FF2B5EF4-FFF2-40B4-BE49-F238E27FC236}">
                <a16:creationId xmlns:a16="http://schemas.microsoft.com/office/drawing/2014/main" id="{5D1FBD12-9CED-1177-6E49-A59B3A78F3CC}"/>
              </a:ext>
            </a:extLst>
          </p:cNvPr>
          <p:cNvSpPr>
            <a:spLocks noChangeArrowheads="1"/>
          </p:cNvSpPr>
          <p:nvPr/>
        </p:nvSpPr>
        <p:spPr bwMode="auto">
          <a:xfrm>
            <a:off x="5775325" y="4170363"/>
            <a:ext cx="252413"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sz="1700">
                <a:solidFill>
                  <a:srgbClr val="000000"/>
                </a:solidFill>
              </a:rPr>
              <a:t>-</a:t>
            </a:r>
          </a:p>
        </p:txBody>
      </p:sp>
      <p:sp>
        <p:nvSpPr>
          <p:cNvPr id="78892" name="Rectangle 127">
            <a:extLst>
              <a:ext uri="{FF2B5EF4-FFF2-40B4-BE49-F238E27FC236}">
                <a16:creationId xmlns:a16="http://schemas.microsoft.com/office/drawing/2014/main" id="{865F8760-F9BA-F70A-CFEA-7CAF85752FAE}"/>
              </a:ext>
            </a:extLst>
          </p:cNvPr>
          <p:cNvSpPr>
            <a:spLocks noChangeArrowheads="1"/>
          </p:cNvSpPr>
          <p:nvPr/>
        </p:nvSpPr>
        <p:spPr bwMode="auto">
          <a:xfrm>
            <a:off x="6994525" y="4164013"/>
            <a:ext cx="342900"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zh-CN" altLang="en-US" sz="1700">
                <a:solidFill>
                  <a:srgbClr val="2F00CC"/>
                </a:solidFill>
                <a:latin typeface="Wingdings" panose="05000000000000000000" pitchFamily="2" charset="2"/>
              </a:rPr>
              <a:t></a:t>
            </a:r>
          </a:p>
        </p:txBody>
      </p:sp>
      <p:sp>
        <p:nvSpPr>
          <p:cNvPr id="78893" name="Rectangle 128">
            <a:extLst>
              <a:ext uri="{FF2B5EF4-FFF2-40B4-BE49-F238E27FC236}">
                <a16:creationId xmlns:a16="http://schemas.microsoft.com/office/drawing/2014/main" id="{727B6AD8-9299-E9C0-1E03-A5D11E27519B}"/>
              </a:ext>
            </a:extLst>
          </p:cNvPr>
          <p:cNvSpPr>
            <a:spLocks noChangeArrowheads="1"/>
          </p:cNvSpPr>
          <p:nvPr/>
        </p:nvSpPr>
        <p:spPr bwMode="auto">
          <a:xfrm>
            <a:off x="8161338" y="4170363"/>
            <a:ext cx="252412"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sz="1700">
                <a:solidFill>
                  <a:srgbClr val="000000"/>
                </a:solidFill>
              </a:rPr>
              <a:t>-</a:t>
            </a:r>
          </a:p>
        </p:txBody>
      </p:sp>
      <p:sp>
        <p:nvSpPr>
          <p:cNvPr id="78894" name="Rectangle 129">
            <a:extLst>
              <a:ext uri="{FF2B5EF4-FFF2-40B4-BE49-F238E27FC236}">
                <a16:creationId xmlns:a16="http://schemas.microsoft.com/office/drawing/2014/main" id="{B75AA4B8-5371-EC46-9584-8C676AD77185}"/>
              </a:ext>
            </a:extLst>
          </p:cNvPr>
          <p:cNvSpPr>
            <a:spLocks noChangeArrowheads="1"/>
          </p:cNvSpPr>
          <p:nvPr/>
        </p:nvSpPr>
        <p:spPr bwMode="auto">
          <a:xfrm>
            <a:off x="179388" y="4548188"/>
            <a:ext cx="26574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zh-CN" altLang="en-US" sz="1800">
                <a:solidFill>
                  <a:srgbClr val="2F00CC"/>
                </a:solidFill>
              </a:rPr>
              <a:t>非周期的读 </a:t>
            </a:r>
            <a:r>
              <a:rPr kumimoji="1" lang="en-US" altLang="zh-CN" sz="1800">
                <a:solidFill>
                  <a:srgbClr val="2F00CC"/>
                </a:solidFill>
              </a:rPr>
              <a:t>/ </a:t>
            </a:r>
            <a:r>
              <a:rPr kumimoji="1" lang="zh-CN" altLang="en-US" sz="1800">
                <a:solidFill>
                  <a:srgbClr val="2F00CC"/>
                </a:solidFill>
              </a:rPr>
              <a:t>写任一数据</a:t>
            </a:r>
          </a:p>
        </p:txBody>
      </p:sp>
      <p:sp>
        <p:nvSpPr>
          <p:cNvPr id="78895" name="Rectangle 130">
            <a:extLst>
              <a:ext uri="{FF2B5EF4-FFF2-40B4-BE49-F238E27FC236}">
                <a16:creationId xmlns:a16="http://schemas.microsoft.com/office/drawing/2014/main" id="{1C8A4246-741F-ED75-0384-7458579495CF}"/>
              </a:ext>
            </a:extLst>
          </p:cNvPr>
          <p:cNvSpPr>
            <a:spLocks noChangeArrowheads="1"/>
          </p:cNvSpPr>
          <p:nvPr/>
        </p:nvSpPr>
        <p:spPr bwMode="auto">
          <a:xfrm>
            <a:off x="5729288" y="4554538"/>
            <a:ext cx="342900"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zh-CN" altLang="en-US" sz="1700">
                <a:solidFill>
                  <a:srgbClr val="2F00CC"/>
                </a:solidFill>
                <a:latin typeface="Wingdings" panose="05000000000000000000" pitchFamily="2" charset="2"/>
              </a:rPr>
              <a:t></a:t>
            </a:r>
          </a:p>
        </p:txBody>
      </p:sp>
      <p:sp>
        <p:nvSpPr>
          <p:cNvPr id="78896" name="Rectangle 131">
            <a:extLst>
              <a:ext uri="{FF2B5EF4-FFF2-40B4-BE49-F238E27FC236}">
                <a16:creationId xmlns:a16="http://schemas.microsoft.com/office/drawing/2014/main" id="{5004CF74-4C9D-B1A7-4C8E-BC1BC2838896}"/>
              </a:ext>
            </a:extLst>
          </p:cNvPr>
          <p:cNvSpPr>
            <a:spLocks noChangeArrowheads="1"/>
          </p:cNvSpPr>
          <p:nvPr/>
        </p:nvSpPr>
        <p:spPr bwMode="auto">
          <a:xfrm>
            <a:off x="5915025" y="4518025"/>
            <a:ext cx="366713"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sz="1100">
                <a:solidFill>
                  <a:srgbClr val="000000"/>
                </a:solidFill>
              </a:rPr>
              <a:t>(X)</a:t>
            </a:r>
          </a:p>
        </p:txBody>
      </p:sp>
      <p:sp>
        <p:nvSpPr>
          <p:cNvPr id="78897" name="Rectangle 132">
            <a:extLst>
              <a:ext uri="{FF2B5EF4-FFF2-40B4-BE49-F238E27FC236}">
                <a16:creationId xmlns:a16="http://schemas.microsoft.com/office/drawing/2014/main" id="{D71DBBE7-B16E-1EBB-FA26-EBCC20DFC8AE}"/>
              </a:ext>
            </a:extLst>
          </p:cNvPr>
          <p:cNvSpPr>
            <a:spLocks noChangeArrowheads="1"/>
          </p:cNvSpPr>
          <p:nvPr/>
        </p:nvSpPr>
        <p:spPr bwMode="auto">
          <a:xfrm>
            <a:off x="6992938" y="4552950"/>
            <a:ext cx="346075"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8898" name="Rectangle 133">
            <a:extLst>
              <a:ext uri="{FF2B5EF4-FFF2-40B4-BE49-F238E27FC236}">
                <a16:creationId xmlns:a16="http://schemas.microsoft.com/office/drawing/2014/main" id="{7BACF637-0EA4-E53F-6C9B-9CEDB7AA2A67}"/>
              </a:ext>
            </a:extLst>
          </p:cNvPr>
          <p:cNvSpPr>
            <a:spLocks noChangeArrowheads="1"/>
          </p:cNvSpPr>
          <p:nvPr/>
        </p:nvSpPr>
        <p:spPr bwMode="auto">
          <a:xfrm>
            <a:off x="8161338" y="4560888"/>
            <a:ext cx="252412"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sz="1700">
                <a:solidFill>
                  <a:srgbClr val="000000"/>
                </a:solidFill>
              </a:rPr>
              <a:t>-</a:t>
            </a:r>
          </a:p>
        </p:txBody>
      </p:sp>
      <p:sp>
        <p:nvSpPr>
          <p:cNvPr id="78899" name="Rectangle 134">
            <a:extLst>
              <a:ext uri="{FF2B5EF4-FFF2-40B4-BE49-F238E27FC236}">
                <a16:creationId xmlns:a16="http://schemas.microsoft.com/office/drawing/2014/main" id="{5F5DBE2D-CA0E-4AA1-3648-5830231EAD88}"/>
              </a:ext>
            </a:extLst>
          </p:cNvPr>
          <p:cNvSpPr>
            <a:spLocks noChangeArrowheads="1"/>
          </p:cNvSpPr>
          <p:nvPr/>
        </p:nvSpPr>
        <p:spPr bwMode="auto">
          <a:xfrm>
            <a:off x="179388" y="4949825"/>
            <a:ext cx="15525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zh-CN" altLang="en-US" sz="1800">
                <a:solidFill>
                  <a:srgbClr val="2F00CC"/>
                </a:solidFill>
              </a:rPr>
              <a:t>报警处理功能</a:t>
            </a:r>
          </a:p>
        </p:txBody>
      </p:sp>
      <p:sp>
        <p:nvSpPr>
          <p:cNvPr id="78900" name="Rectangle 135">
            <a:extLst>
              <a:ext uri="{FF2B5EF4-FFF2-40B4-BE49-F238E27FC236}">
                <a16:creationId xmlns:a16="http://schemas.microsoft.com/office/drawing/2014/main" id="{85EBFC9D-F23D-DE8D-6A30-5C0469D6F0BD}"/>
              </a:ext>
            </a:extLst>
          </p:cNvPr>
          <p:cNvSpPr>
            <a:spLocks noChangeArrowheads="1"/>
          </p:cNvSpPr>
          <p:nvPr/>
        </p:nvSpPr>
        <p:spPr bwMode="auto">
          <a:xfrm>
            <a:off x="5729288" y="4956175"/>
            <a:ext cx="342900"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zh-CN" altLang="en-US" sz="1700">
                <a:solidFill>
                  <a:srgbClr val="2F00CC"/>
                </a:solidFill>
                <a:latin typeface="Wingdings" panose="05000000000000000000" pitchFamily="2" charset="2"/>
              </a:rPr>
              <a:t></a:t>
            </a:r>
          </a:p>
        </p:txBody>
      </p:sp>
      <p:sp>
        <p:nvSpPr>
          <p:cNvPr id="78901" name="Rectangle 136">
            <a:extLst>
              <a:ext uri="{FF2B5EF4-FFF2-40B4-BE49-F238E27FC236}">
                <a16:creationId xmlns:a16="http://schemas.microsoft.com/office/drawing/2014/main" id="{1D4EF4A8-AC6F-3A4D-787C-5C09B45E94BA}"/>
              </a:ext>
            </a:extLst>
          </p:cNvPr>
          <p:cNvSpPr>
            <a:spLocks noChangeArrowheads="1"/>
          </p:cNvSpPr>
          <p:nvPr/>
        </p:nvSpPr>
        <p:spPr bwMode="auto">
          <a:xfrm>
            <a:off x="5915025" y="4919663"/>
            <a:ext cx="366713"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sz="1100">
                <a:solidFill>
                  <a:srgbClr val="000000"/>
                </a:solidFill>
              </a:rPr>
              <a:t>(X)</a:t>
            </a:r>
          </a:p>
        </p:txBody>
      </p:sp>
      <p:sp>
        <p:nvSpPr>
          <p:cNvPr id="78902" name="Rectangle 137">
            <a:extLst>
              <a:ext uri="{FF2B5EF4-FFF2-40B4-BE49-F238E27FC236}">
                <a16:creationId xmlns:a16="http://schemas.microsoft.com/office/drawing/2014/main" id="{1B1BA4CF-7EEE-0076-C10F-7CA4F88104C2}"/>
              </a:ext>
            </a:extLst>
          </p:cNvPr>
          <p:cNvSpPr>
            <a:spLocks noChangeArrowheads="1"/>
          </p:cNvSpPr>
          <p:nvPr/>
        </p:nvSpPr>
        <p:spPr bwMode="auto">
          <a:xfrm>
            <a:off x="8161338" y="4962525"/>
            <a:ext cx="252412"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sz="1700">
                <a:solidFill>
                  <a:srgbClr val="000000"/>
                </a:solidFill>
              </a:rPr>
              <a:t>-</a:t>
            </a:r>
          </a:p>
        </p:txBody>
      </p:sp>
      <p:sp>
        <p:nvSpPr>
          <p:cNvPr id="78903" name="Rectangle 138">
            <a:extLst>
              <a:ext uri="{FF2B5EF4-FFF2-40B4-BE49-F238E27FC236}">
                <a16:creationId xmlns:a16="http://schemas.microsoft.com/office/drawing/2014/main" id="{4500EA00-6EE8-C463-3839-5125C640AD6A}"/>
              </a:ext>
            </a:extLst>
          </p:cNvPr>
          <p:cNvSpPr>
            <a:spLocks noChangeArrowheads="1"/>
          </p:cNvSpPr>
          <p:nvPr/>
        </p:nvSpPr>
        <p:spPr bwMode="auto">
          <a:xfrm>
            <a:off x="179388" y="5351463"/>
            <a:ext cx="25304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zh-CN" altLang="en-US" sz="1800">
                <a:solidFill>
                  <a:srgbClr val="2F00CC"/>
                </a:solidFill>
              </a:rPr>
              <a:t>装载</a:t>
            </a:r>
            <a:r>
              <a:rPr kumimoji="1" lang="en-US" altLang="zh-CN" sz="1800">
                <a:solidFill>
                  <a:srgbClr val="2F00CC"/>
                </a:solidFill>
              </a:rPr>
              <a:t>/</a:t>
            </a:r>
            <a:r>
              <a:rPr kumimoji="1" lang="zh-CN" altLang="en-US" sz="1800">
                <a:solidFill>
                  <a:srgbClr val="2F00CC"/>
                </a:solidFill>
              </a:rPr>
              <a:t>卸载主设备参数表</a:t>
            </a:r>
          </a:p>
        </p:txBody>
      </p:sp>
      <p:sp>
        <p:nvSpPr>
          <p:cNvPr id="78904" name="Rectangle 139">
            <a:extLst>
              <a:ext uri="{FF2B5EF4-FFF2-40B4-BE49-F238E27FC236}">
                <a16:creationId xmlns:a16="http://schemas.microsoft.com/office/drawing/2014/main" id="{9A2D9402-FB24-580D-1578-104A758604C2}"/>
              </a:ext>
            </a:extLst>
          </p:cNvPr>
          <p:cNvSpPr>
            <a:spLocks noChangeArrowheads="1"/>
          </p:cNvSpPr>
          <p:nvPr/>
        </p:nvSpPr>
        <p:spPr bwMode="auto">
          <a:xfrm>
            <a:off x="5775325" y="5364163"/>
            <a:ext cx="252413"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sz="1700">
                <a:solidFill>
                  <a:srgbClr val="000000"/>
                </a:solidFill>
              </a:rPr>
              <a:t>-</a:t>
            </a:r>
          </a:p>
        </p:txBody>
      </p:sp>
      <p:sp>
        <p:nvSpPr>
          <p:cNvPr id="78905" name="Rectangle 140">
            <a:extLst>
              <a:ext uri="{FF2B5EF4-FFF2-40B4-BE49-F238E27FC236}">
                <a16:creationId xmlns:a16="http://schemas.microsoft.com/office/drawing/2014/main" id="{72B9A197-F068-AD45-EF12-1EF59EFBBA64}"/>
              </a:ext>
            </a:extLst>
          </p:cNvPr>
          <p:cNvSpPr>
            <a:spLocks noChangeArrowheads="1"/>
          </p:cNvSpPr>
          <p:nvPr/>
        </p:nvSpPr>
        <p:spPr bwMode="auto">
          <a:xfrm>
            <a:off x="7040563" y="5364163"/>
            <a:ext cx="252412"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sz="1700">
                <a:solidFill>
                  <a:srgbClr val="000000"/>
                </a:solidFill>
              </a:rPr>
              <a:t>-</a:t>
            </a:r>
          </a:p>
        </p:txBody>
      </p:sp>
      <p:sp>
        <p:nvSpPr>
          <p:cNvPr id="78906" name="Rectangle 141">
            <a:extLst>
              <a:ext uri="{FF2B5EF4-FFF2-40B4-BE49-F238E27FC236}">
                <a16:creationId xmlns:a16="http://schemas.microsoft.com/office/drawing/2014/main" id="{9B25FD5B-2EAF-8C9C-D47E-738E2961439B}"/>
              </a:ext>
            </a:extLst>
          </p:cNvPr>
          <p:cNvSpPr>
            <a:spLocks noChangeArrowheads="1"/>
          </p:cNvSpPr>
          <p:nvPr/>
        </p:nvSpPr>
        <p:spPr bwMode="auto">
          <a:xfrm>
            <a:off x="8115300" y="5357813"/>
            <a:ext cx="342900"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zh-CN" altLang="en-US" sz="1700">
                <a:solidFill>
                  <a:srgbClr val="2F00CC"/>
                </a:solidFill>
                <a:latin typeface="Wingdings" panose="05000000000000000000" pitchFamily="2" charset="2"/>
              </a:rPr>
              <a:t></a:t>
            </a:r>
          </a:p>
        </p:txBody>
      </p:sp>
      <p:sp>
        <p:nvSpPr>
          <p:cNvPr id="78907" name="Rectangle 143">
            <a:extLst>
              <a:ext uri="{FF2B5EF4-FFF2-40B4-BE49-F238E27FC236}">
                <a16:creationId xmlns:a16="http://schemas.microsoft.com/office/drawing/2014/main" id="{B2BBC08F-2E70-3292-3EC8-B8B721A7CCC5}"/>
              </a:ext>
            </a:extLst>
          </p:cNvPr>
          <p:cNvSpPr>
            <a:spLocks noChangeArrowheads="1"/>
          </p:cNvSpPr>
          <p:nvPr/>
        </p:nvSpPr>
        <p:spPr bwMode="auto">
          <a:xfrm>
            <a:off x="6994525" y="4554538"/>
            <a:ext cx="342900"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zh-CN" altLang="en-US" sz="1700">
                <a:solidFill>
                  <a:srgbClr val="2F00CC"/>
                </a:solidFill>
                <a:latin typeface="Wingdings" panose="05000000000000000000" pitchFamily="2" charset="2"/>
              </a:rPr>
              <a:t></a:t>
            </a:r>
          </a:p>
        </p:txBody>
      </p:sp>
      <p:sp>
        <p:nvSpPr>
          <p:cNvPr id="78908" name="Rectangle 144">
            <a:extLst>
              <a:ext uri="{FF2B5EF4-FFF2-40B4-BE49-F238E27FC236}">
                <a16:creationId xmlns:a16="http://schemas.microsoft.com/office/drawing/2014/main" id="{46E404A7-E3C8-36D1-876A-A5B20C6BA172}"/>
              </a:ext>
            </a:extLst>
          </p:cNvPr>
          <p:cNvSpPr>
            <a:spLocks noChangeArrowheads="1"/>
          </p:cNvSpPr>
          <p:nvPr/>
        </p:nvSpPr>
        <p:spPr bwMode="auto">
          <a:xfrm>
            <a:off x="6994525" y="4956175"/>
            <a:ext cx="342900"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zh-CN" altLang="en-US" sz="1700">
                <a:solidFill>
                  <a:srgbClr val="2F00CC"/>
                </a:solidFill>
                <a:latin typeface="Wingdings" panose="05000000000000000000" pitchFamily="2" charset="2"/>
              </a:rPr>
              <a:t></a:t>
            </a:r>
          </a:p>
        </p:txBody>
      </p:sp>
      <p:sp>
        <p:nvSpPr>
          <p:cNvPr id="78909" name="Rectangle 145">
            <a:extLst>
              <a:ext uri="{FF2B5EF4-FFF2-40B4-BE49-F238E27FC236}">
                <a16:creationId xmlns:a16="http://schemas.microsoft.com/office/drawing/2014/main" id="{05F85B1E-5FCF-32E1-F14E-80A980CB1D1B}"/>
              </a:ext>
            </a:extLst>
          </p:cNvPr>
          <p:cNvSpPr>
            <a:spLocks noChangeArrowheads="1"/>
          </p:cNvSpPr>
          <p:nvPr/>
        </p:nvSpPr>
        <p:spPr bwMode="auto">
          <a:xfrm>
            <a:off x="7212013" y="4518025"/>
            <a:ext cx="366712"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sz="1100">
                <a:solidFill>
                  <a:srgbClr val="000000"/>
                </a:solidFill>
              </a:rPr>
              <a:t>(X)</a:t>
            </a:r>
          </a:p>
        </p:txBody>
      </p:sp>
      <p:sp>
        <p:nvSpPr>
          <p:cNvPr id="78910" name="Rectangle 146">
            <a:extLst>
              <a:ext uri="{FF2B5EF4-FFF2-40B4-BE49-F238E27FC236}">
                <a16:creationId xmlns:a16="http://schemas.microsoft.com/office/drawing/2014/main" id="{E67B6714-0405-46E2-5A2E-1C4B758609CD}"/>
              </a:ext>
            </a:extLst>
          </p:cNvPr>
          <p:cNvSpPr>
            <a:spLocks noChangeArrowheads="1"/>
          </p:cNvSpPr>
          <p:nvPr/>
        </p:nvSpPr>
        <p:spPr bwMode="auto">
          <a:xfrm>
            <a:off x="5264150" y="1008063"/>
            <a:ext cx="1206500" cy="47117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8911" name="Rectangle 147">
            <a:extLst>
              <a:ext uri="{FF2B5EF4-FFF2-40B4-BE49-F238E27FC236}">
                <a16:creationId xmlns:a16="http://schemas.microsoft.com/office/drawing/2014/main" id="{64AD3394-E107-7186-C855-000592F44E29}"/>
              </a:ext>
            </a:extLst>
          </p:cNvPr>
          <p:cNvSpPr>
            <a:spLocks noChangeArrowheads="1"/>
          </p:cNvSpPr>
          <p:nvPr/>
        </p:nvSpPr>
        <p:spPr bwMode="auto">
          <a:xfrm>
            <a:off x="7212013" y="4919663"/>
            <a:ext cx="366712"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sz="1100">
                <a:solidFill>
                  <a:srgbClr val="000000"/>
                </a:solidFill>
              </a:rPr>
              <a:t>(X)</a:t>
            </a:r>
          </a:p>
        </p:txBody>
      </p:sp>
      <p:sp>
        <p:nvSpPr>
          <p:cNvPr id="78912" name="Rectangle 148">
            <a:extLst>
              <a:ext uri="{FF2B5EF4-FFF2-40B4-BE49-F238E27FC236}">
                <a16:creationId xmlns:a16="http://schemas.microsoft.com/office/drawing/2014/main" id="{0CDF1AF1-D0B7-B4BB-FFAB-3D36798BAA10}"/>
              </a:ext>
            </a:extLst>
          </p:cNvPr>
          <p:cNvSpPr>
            <a:spLocks noChangeArrowheads="1"/>
          </p:cNvSpPr>
          <p:nvPr/>
        </p:nvSpPr>
        <p:spPr bwMode="auto">
          <a:xfrm>
            <a:off x="6483350" y="1008063"/>
            <a:ext cx="1206500" cy="47117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78913" name="Rectangle 149">
            <a:extLst>
              <a:ext uri="{FF2B5EF4-FFF2-40B4-BE49-F238E27FC236}">
                <a16:creationId xmlns:a16="http://schemas.microsoft.com/office/drawing/2014/main" id="{E33FC839-603D-9189-BAB3-BF6A669EF852}"/>
              </a:ext>
            </a:extLst>
          </p:cNvPr>
          <p:cNvSpPr>
            <a:spLocks noChangeArrowheads="1"/>
          </p:cNvSpPr>
          <p:nvPr/>
        </p:nvSpPr>
        <p:spPr bwMode="auto">
          <a:xfrm>
            <a:off x="7702550" y="1008063"/>
            <a:ext cx="1206500" cy="47117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4">
            <a:extLst>
              <a:ext uri="{FF2B5EF4-FFF2-40B4-BE49-F238E27FC236}">
                <a16:creationId xmlns:a16="http://schemas.microsoft.com/office/drawing/2014/main" id="{BA4C7A42-071E-8F81-31CC-0C742C9194CD}"/>
              </a:ext>
            </a:extLst>
          </p:cNvPr>
          <p:cNvSpPr>
            <a:spLocks noChangeArrowheads="1"/>
          </p:cNvSpPr>
          <p:nvPr/>
        </p:nvSpPr>
        <p:spPr bwMode="auto">
          <a:xfrm>
            <a:off x="533400" y="5719763"/>
            <a:ext cx="2057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80899" name="Rectangle 5">
            <a:extLst>
              <a:ext uri="{FF2B5EF4-FFF2-40B4-BE49-F238E27FC236}">
                <a16:creationId xmlns:a16="http://schemas.microsoft.com/office/drawing/2014/main" id="{24C19CE4-5F16-639A-4937-099C92B61ABC}"/>
              </a:ext>
            </a:extLst>
          </p:cNvPr>
          <p:cNvSpPr>
            <a:spLocks noChangeArrowheads="1"/>
          </p:cNvSpPr>
          <p:nvPr/>
        </p:nvSpPr>
        <p:spPr bwMode="auto">
          <a:xfrm>
            <a:off x="3200400" y="5719763"/>
            <a:ext cx="304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80900" name="Rectangle 6">
            <a:extLst>
              <a:ext uri="{FF2B5EF4-FFF2-40B4-BE49-F238E27FC236}">
                <a16:creationId xmlns:a16="http://schemas.microsoft.com/office/drawing/2014/main" id="{061CABE3-503B-73C7-4BA1-EE7FA44E925C}"/>
              </a:ext>
            </a:extLst>
          </p:cNvPr>
          <p:cNvSpPr>
            <a:spLocks noChangeArrowheads="1"/>
          </p:cNvSpPr>
          <p:nvPr/>
        </p:nvSpPr>
        <p:spPr bwMode="auto">
          <a:xfrm>
            <a:off x="2732088" y="585788"/>
            <a:ext cx="4159250" cy="51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a:solidFill>
                  <a:srgbClr val="2F00CC"/>
                </a:solidFill>
              </a:rPr>
              <a:t>PROFIBUS-DP </a:t>
            </a:r>
            <a:r>
              <a:rPr kumimoji="1" lang="zh-CN" altLang="en-US">
                <a:solidFill>
                  <a:srgbClr val="2F00CC"/>
                </a:solidFill>
              </a:rPr>
              <a:t>基本功能</a:t>
            </a:r>
          </a:p>
        </p:txBody>
      </p:sp>
      <p:sp>
        <p:nvSpPr>
          <p:cNvPr id="80901" name="Rectangle 7">
            <a:extLst>
              <a:ext uri="{FF2B5EF4-FFF2-40B4-BE49-F238E27FC236}">
                <a16:creationId xmlns:a16="http://schemas.microsoft.com/office/drawing/2014/main" id="{3CC5A881-F2DD-19E9-428E-B3B90F8C63BE}"/>
              </a:ext>
            </a:extLst>
          </p:cNvPr>
          <p:cNvSpPr>
            <a:spLocks noChangeArrowheads="1"/>
          </p:cNvSpPr>
          <p:nvPr/>
        </p:nvSpPr>
        <p:spPr bwMode="auto">
          <a:xfrm>
            <a:off x="1816100" y="1412875"/>
            <a:ext cx="12731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zh-CN" altLang="en-US" sz="1800">
                <a:solidFill>
                  <a:srgbClr val="2F00CC"/>
                </a:solidFill>
              </a:rPr>
              <a:t>主站 </a:t>
            </a:r>
            <a:r>
              <a:rPr kumimoji="1" lang="en-US" altLang="zh-CN" sz="1800">
                <a:solidFill>
                  <a:srgbClr val="2F00CC"/>
                </a:solidFill>
              </a:rPr>
              <a:t>(1 </a:t>
            </a:r>
            <a:r>
              <a:rPr kumimoji="1" lang="zh-CN" altLang="en-US" sz="1800">
                <a:solidFill>
                  <a:srgbClr val="2F00CC"/>
                </a:solidFill>
              </a:rPr>
              <a:t>类</a:t>
            </a:r>
            <a:r>
              <a:rPr kumimoji="1" lang="en-US" altLang="zh-CN" sz="1800">
                <a:solidFill>
                  <a:srgbClr val="2F00CC"/>
                </a:solidFill>
              </a:rPr>
              <a:t>)</a:t>
            </a:r>
          </a:p>
        </p:txBody>
      </p:sp>
      <p:sp>
        <p:nvSpPr>
          <p:cNvPr id="80902" name="Rectangle 8">
            <a:extLst>
              <a:ext uri="{FF2B5EF4-FFF2-40B4-BE49-F238E27FC236}">
                <a16:creationId xmlns:a16="http://schemas.microsoft.com/office/drawing/2014/main" id="{02AE026B-7E8E-8DC4-F636-D1C21250C664}"/>
              </a:ext>
            </a:extLst>
          </p:cNvPr>
          <p:cNvSpPr>
            <a:spLocks noChangeArrowheads="1"/>
          </p:cNvSpPr>
          <p:nvPr/>
        </p:nvSpPr>
        <p:spPr bwMode="auto">
          <a:xfrm>
            <a:off x="5929313" y="1412875"/>
            <a:ext cx="12731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zh-CN" altLang="en-US" sz="1800">
                <a:solidFill>
                  <a:srgbClr val="2F00CC"/>
                </a:solidFill>
              </a:rPr>
              <a:t>主站 </a:t>
            </a:r>
            <a:r>
              <a:rPr kumimoji="1" lang="en-US" altLang="zh-CN" sz="1800">
                <a:solidFill>
                  <a:srgbClr val="2F00CC"/>
                </a:solidFill>
              </a:rPr>
              <a:t>(2 </a:t>
            </a:r>
            <a:r>
              <a:rPr kumimoji="1" lang="zh-CN" altLang="en-US" sz="1800">
                <a:solidFill>
                  <a:srgbClr val="2F00CC"/>
                </a:solidFill>
              </a:rPr>
              <a:t>类</a:t>
            </a:r>
            <a:r>
              <a:rPr kumimoji="1" lang="en-US" altLang="zh-CN" sz="1800">
                <a:solidFill>
                  <a:srgbClr val="2F00CC"/>
                </a:solidFill>
              </a:rPr>
              <a:t>)</a:t>
            </a:r>
          </a:p>
        </p:txBody>
      </p:sp>
      <p:sp>
        <p:nvSpPr>
          <p:cNvPr id="80903" name="Rectangle 9">
            <a:extLst>
              <a:ext uri="{FF2B5EF4-FFF2-40B4-BE49-F238E27FC236}">
                <a16:creationId xmlns:a16="http://schemas.microsoft.com/office/drawing/2014/main" id="{F23592CF-F1A3-434C-8640-723C42A148C2}"/>
              </a:ext>
            </a:extLst>
          </p:cNvPr>
          <p:cNvSpPr>
            <a:spLocks noChangeArrowheads="1"/>
          </p:cNvSpPr>
          <p:nvPr/>
        </p:nvSpPr>
        <p:spPr bwMode="auto">
          <a:xfrm>
            <a:off x="0" y="1787525"/>
            <a:ext cx="2209800" cy="1366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kumimoji="1" lang="zh-CN" altLang="en-US" sz="1200">
              <a:solidFill>
                <a:srgbClr val="2F00CC"/>
              </a:solidFill>
            </a:endParaRPr>
          </a:p>
          <a:p>
            <a:pPr>
              <a:spcBef>
                <a:spcPct val="0"/>
              </a:spcBef>
            </a:pPr>
            <a:endParaRPr kumimoji="1" lang="zh-CN" altLang="en-US" sz="1200">
              <a:solidFill>
                <a:srgbClr val="2F00CC"/>
              </a:solidFill>
            </a:endParaRPr>
          </a:p>
          <a:p>
            <a:pPr>
              <a:spcBef>
                <a:spcPct val="0"/>
              </a:spcBef>
            </a:pPr>
            <a:r>
              <a:rPr kumimoji="1" lang="zh-CN" altLang="en-US" sz="1200">
                <a:solidFill>
                  <a:srgbClr val="2F00CC"/>
                </a:solidFill>
              </a:rPr>
              <a:t>数据交换（</a:t>
            </a:r>
            <a:r>
              <a:rPr kumimoji="1" lang="en-US" altLang="zh-CN" sz="1200">
                <a:solidFill>
                  <a:srgbClr val="2F00CC"/>
                </a:solidFill>
              </a:rPr>
              <a:t>Data_Exchange</a:t>
            </a:r>
            <a:r>
              <a:rPr kumimoji="1" lang="zh-CN" altLang="en-US" sz="1200">
                <a:solidFill>
                  <a:srgbClr val="2F00CC"/>
                </a:solidFill>
              </a:rPr>
              <a:t>）</a:t>
            </a:r>
          </a:p>
          <a:p>
            <a:pPr>
              <a:spcBef>
                <a:spcPct val="0"/>
              </a:spcBef>
            </a:pPr>
            <a:r>
              <a:rPr kumimoji="1" lang="zh-CN" altLang="en-US" sz="1200">
                <a:solidFill>
                  <a:srgbClr val="2F00CC"/>
                </a:solidFill>
              </a:rPr>
              <a:t>读从站诊断 （</a:t>
            </a:r>
            <a:r>
              <a:rPr kumimoji="1" lang="en-US" altLang="zh-CN" sz="1200">
                <a:solidFill>
                  <a:srgbClr val="2F00CC"/>
                </a:solidFill>
              </a:rPr>
              <a:t>Slave_Diag</a:t>
            </a:r>
            <a:r>
              <a:rPr kumimoji="1" lang="zh-CN" altLang="en-US" sz="1200">
                <a:solidFill>
                  <a:srgbClr val="2F00CC"/>
                </a:solidFill>
              </a:rPr>
              <a:t>）</a:t>
            </a:r>
          </a:p>
          <a:p>
            <a:pPr>
              <a:spcBef>
                <a:spcPct val="0"/>
              </a:spcBef>
            </a:pPr>
            <a:r>
              <a:rPr kumimoji="1" lang="zh-CN" altLang="en-US" sz="1200">
                <a:solidFill>
                  <a:srgbClr val="2F00CC"/>
                </a:solidFill>
              </a:rPr>
              <a:t>设定参数 （</a:t>
            </a:r>
            <a:r>
              <a:rPr kumimoji="1" lang="en-US" altLang="zh-CN" sz="1200">
                <a:solidFill>
                  <a:srgbClr val="2F00CC"/>
                </a:solidFill>
              </a:rPr>
              <a:t>Set_Prm</a:t>
            </a:r>
            <a:r>
              <a:rPr kumimoji="1" lang="zh-CN" altLang="en-US" sz="1200">
                <a:solidFill>
                  <a:srgbClr val="2F00CC"/>
                </a:solidFill>
              </a:rPr>
              <a:t>）</a:t>
            </a:r>
          </a:p>
          <a:p>
            <a:pPr>
              <a:spcBef>
                <a:spcPct val="0"/>
              </a:spcBef>
            </a:pPr>
            <a:r>
              <a:rPr kumimoji="1" lang="zh-CN" altLang="en-US" sz="1200">
                <a:solidFill>
                  <a:srgbClr val="2F00CC"/>
                </a:solidFill>
              </a:rPr>
              <a:t>检查组态 （</a:t>
            </a:r>
            <a:r>
              <a:rPr kumimoji="1" lang="en-US" altLang="zh-CN" sz="1200">
                <a:solidFill>
                  <a:srgbClr val="2F00CC"/>
                </a:solidFill>
              </a:rPr>
              <a:t>Chk_Cfg</a:t>
            </a:r>
            <a:r>
              <a:rPr kumimoji="1" lang="zh-CN" altLang="en-US" sz="1200">
                <a:solidFill>
                  <a:srgbClr val="2F00CC"/>
                </a:solidFill>
              </a:rPr>
              <a:t>）</a:t>
            </a:r>
          </a:p>
          <a:p>
            <a:pPr>
              <a:spcBef>
                <a:spcPct val="0"/>
              </a:spcBef>
            </a:pPr>
            <a:r>
              <a:rPr kumimoji="1" lang="zh-CN" altLang="en-US" sz="1200">
                <a:solidFill>
                  <a:srgbClr val="2F00CC"/>
                </a:solidFill>
              </a:rPr>
              <a:t>全局控制 （</a:t>
            </a:r>
            <a:r>
              <a:rPr kumimoji="1" lang="en-US" altLang="zh-CN" sz="1200">
                <a:solidFill>
                  <a:srgbClr val="2F00CC"/>
                </a:solidFill>
              </a:rPr>
              <a:t>Global_Control</a:t>
            </a:r>
            <a:r>
              <a:rPr kumimoji="1" lang="zh-CN" altLang="en-US" sz="1200">
                <a:solidFill>
                  <a:srgbClr val="2F00CC"/>
                </a:solidFill>
              </a:rPr>
              <a:t>）</a:t>
            </a:r>
          </a:p>
        </p:txBody>
      </p:sp>
      <p:sp>
        <p:nvSpPr>
          <p:cNvPr id="80904" name="Line 10">
            <a:extLst>
              <a:ext uri="{FF2B5EF4-FFF2-40B4-BE49-F238E27FC236}">
                <a16:creationId xmlns:a16="http://schemas.microsoft.com/office/drawing/2014/main" id="{445AA91D-778C-0C9E-78DC-2B5A52B89AD8}"/>
              </a:ext>
            </a:extLst>
          </p:cNvPr>
          <p:cNvSpPr>
            <a:spLocks noChangeShapeType="1"/>
          </p:cNvSpPr>
          <p:nvPr/>
        </p:nvSpPr>
        <p:spPr bwMode="auto">
          <a:xfrm>
            <a:off x="3816350" y="2214563"/>
            <a:ext cx="21971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05" name="Line 11">
            <a:extLst>
              <a:ext uri="{FF2B5EF4-FFF2-40B4-BE49-F238E27FC236}">
                <a16:creationId xmlns:a16="http://schemas.microsoft.com/office/drawing/2014/main" id="{B50C87AC-2CF1-7D88-7A9C-B5FED9F64DD0}"/>
              </a:ext>
            </a:extLst>
          </p:cNvPr>
          <p:cNvSpPr>
            <a:spLocks noChangeShapeType="1"/>
          </p:cNvSpPr>
          <p:nvPr/>
        </p:nvSpPr>
        <p:spPr bwMode="auto">
          <a:xfrm>
            <a:off x="3352800" y="2900363"/>
            <a:ext cx="2743200" cy="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06" name="Rectangle 12">
            <a:extLst>
              <a:ext uri="{FF2B5EF4-FFF2-40B4-BE49-F238E27FC236}">
                <a16:creationId xmlns:a16="http://schemas.microsoft.com/office/drawing/2014/main" id="{8207E666-D3BA-92D5-08C2-75EDFEC8E714}"/>
              </a:ext>
            </a:extLst>
          </p:cNvPr>
          <p:cNvSpPr>
            <a:spLocks noChangeArrowheads="1"/>
          </p:cNvSpPr>
          <p:nvPr/>
        </p:nvSpPr>
        <p:spPr bwMode="auto">
          <a:xfrm>
            <a:off x="4100513" y="1939925"/>
            <a:ext cx="1422400" cy="271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sz="1200">
                <a:solidFill>
                  <a:srgbClr val="2F00CC"/>
                </a:solidFill>
              </a:rPr>
              <a:t>Get_Master_Diag</a:t>
            </a:r>
          </a:p>
        </p:txBody>
      </p:sp>
      <p:sp>
        <p:nvSpPr>
          <p:cNvPr id="80907" name="Rectangle 13">
            <a:extLst>
              <a:ext uri="{FF2B5EF4-FFF2-40B4-BE49-F238E27FC236}">
                <a16:creationId xmlns:a16="http://schemas.microsoft.com/office/drawing/2014/main" id="{C0C3396D-A9B0-81F1-1F27-86B41D49B7F8}"/>
              </a:ext>
            </a:extLst>
          </p:cNvPr>
          <p:cNvSpPr>
            <a:spLocks noChangeArrowheads="1"/>
          </p:cNvSpPr>
          <p:nvPr/>
        </p:nvSpPr>
        <p:spPr bwMode="auto">
          <a:xfrm>
            <a:off x="3657600" y="2366963"/>
            <a:ext cx="2514600" cy="13668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zh-CN" altLang="en-US" sz="1200">
                <a:solidFill>
                  <a:srgbClr val="2F00CC"/>
                </a:solidFill>
              </a:rPr>
              <a:t>初始化卸载参数 （</a:t>
            </a:r>
            <a:r>
              <a:rPr kumimoji="1" lang="en-US" altLang="zh-CN" sz="1200">
                <a:solidFill>
                  <a:srgbClr val="2F00CC"/>
                </a:solidFill>
              </a:rPr>
              <a:t>Start_Seq</a:t>
            </a:r>
            <a:r>
              <a:rPr kumimoji="1" lang="zh-CN" altLang="en-US" sz="1200">
                <a:solidFill>
                  <a:srgbClr val="2F00CC"/>
                </a:solidFill>
              </a:rPr>
              <a:t>）</a:t>
            </a:r>
          </a:p>
          <a:p>
            <a:pPr>
              <a:spcBef>
                <a:spcPct val="0"/>
              </a:spcBef>
            </a:pPr>
            <a:r>
              <a:rPr kumimoji="1" lang="zh-CN" altLang="en-US" sz="1200">
                <a:solidFill>
                  <a:srgbClr val="2F00CC"/>
                </a:solidFill>
              </a:rPr>
              <a:t>卸载 （</a:t>
            </a:r>
            <a:r>
              <a:rPr kumimoji="1" lang="en-US" altLang="zh-CN" sz="1200">
                <a:solidFill>
                  <a:srgbClr val="2F00CC"/>
                </a:solidFill>
              </a:rPr>
              <a:t>Download</a:t>
            </a:r>
            <a:r>
              <a:rPr kumimoji="1" lang="zh-CN" altLang="en-US" sz="1200">
                <a:solidFill>
                  <a:srgbClr val="2F00CC"/>
                </a:solidFill>
              </a:rPr>
              <a:t>）</a:t>
            </a:r>
          </a:p>
          <a:p>
            <a:pPr>
              <a:spcBef>
                <a:spcPct val="0"/>
              </a:spcBef>
            </a:pPr>
            <a:r>
              <a:rPr kumimoji="1" lang="zh-CN" altLang="en-US" sz="1200">
                <a:solidFill>
                  <a:srgbClr val="2F00CC"/>
                </a:solidFill>
              </a:rPr>
              <a:t>装载 （</a:t>
            </a:r>
            <a:r>
              <a:rPr kumimoji="1" lang="en-US" altLang="zh-CN" sz="1200">
                <a:solidFill>
                  <a:srgbClr val="2F00CC"/>
                </a:solidFill>
              </a:rPr>
              <a:t>Upload</a:t>
            </a:r>
            <a:r>
              <a:rPr kumimoji="1" lang="zh-CN" altLang="en-US" sz="1200">
                <a:solidFill>
                  <a:srgbClr val="2F00CC"/>
                </a:solidFill>
              </a:rPr>
              <a:t>）</a:t>
            </a:r>
          </a:p>
          <a:p>
            <a:pPr>
              <a:spcBef>
                <a:spcPct val="0"/>
              </a:spcBef>
            </a:pPr>
            <a:r>
              <a:rPr kumimoji="1" lang="zh-CN" altLang="en-US" sz="1200">
                <a:solidFill>
                  <a:srgbClr val="2F00CC"/>
                </a:solidFill>
              </a:rPr>
              <a:t>结束卸载／装载参数（</a:t>
            </a:r>
            <a:r>
              <a:rPr kumimoji="1" lang="en-US" altLang="zh-CN" sz="1200">
                <a:solidFill>
                  <a:srgbClr val="2F00CC"/>
                </a:solidFill>
              </a:rPr>
              <a:t>End_Seq</a:t>
            </a:r>
            <a:r>
              <a:rPr kumimoji="1" lang="zh-CN" altLang="en-US" sz="1200">
                <a:solidFill>
                  <a:srgbClr val="2F00CC"/>
                </a:solidFill>
              </a:rPr>
              <a:t>）</a:t>
            </a:r>
          </a:p>
          <a:p>
            <a:pPr>
              <a:spcBef>
                <a:spcPct val="0"/>
              </a:spcBef>
            </a:pPr>
            <a:r>
              <a:rPr kumimoji="1" lang="zh-CN" altLang="en-US" sz="1200">
                <a:solidFill>
                  <a:srgbClr val="2F00CC"/>
                </a:solidFill>
              </a:rPr>
              <a:t>二类主站激活所有主站数据记录</a:t>
            </a:r>
          </a:p>
          <a:p>
            <a:pPr>
              <a:spcBef>
                <a:spcPct val="0"/>
              </a:spcBef>
            </a:pPr>
            <a:r>
              <a:rPr kumimoji="1" lang="zh-CN" altLang="en-US" sz="1200">
                <a:solidFill>
                  <a:srgbClr val="2F00CC"/>
                </a:solidFill>
              </a:rPr>
              <a:t>      （</a:t>
            </a:r>
            <a:r>
              <a:rPr kumimoji="1" lang="en-US" altLang="zh-CN" sz="1200">
                <a:solidFill>
                  <a:srgbClr val="2F00CC"/>
                </a:solidFill>
              </a:rPr>
              <a:t>Act_Para_Brct</a:t>
            </a:r>
            <a:r>
              <a:rPr kumimoji="1" lang="zh-CN" altLang="en-US" sz="1200">
                <a:solidFill>
                  <a:srgbClr val="2F00CC"/>
                </a:solidFill>
              </a:rPr>
              <a:t>）</a:t>
            </a:r>
          </a:p>
          <a:p>
            <a:pPr>
              <a:spcBef>
                <a:spcPct val="0"/>
              </a:spcBef>
            </a:pPr>
            <a:r>
              <a:rPr kumimoji="1" lang="zh-CN" altLang="en-US" sz="1200">
                <a:solidFill>
                  <a:srgbClr val="2F00CC"/>
                </a:solidFill>
              </a:rPr>
              <a:t>激活一个参数记录 （</a:t>
            </a:r>
            <a:r>
              <a:rPr kumimoji="1" lang="en-US" altLang="zh-CN" sz="1200">
                <a:solidFill>
                  <a:srgbClr val="2F00CC"/>
                </a:solidFill>
              </a:rPr>
              <a:t>Act_Param</a:t>
            </a:r>
            <a:r>
              <a:rPr kumimoji="1" lang="zh-CN" altLang="en-US" sz="1200">
                <a:solidFill>
                  <a:srgbClr val="2F00CC"/>
                </a:solidFill>
              </a:rPr>
              <a:t>）</a:t>
            </a:r>
          </a:p>
        </p:txBody>
      </p:sp>
      <p:sp>
        <p:nvSpPr>
          <p:cNvPr id="80908" name="Line 14">
            <a:extLst>
              <a:ext uri="{FF2B5EF4-FFF2-40B4-BE49-F238E27FC236}">
                <a16:creationId xmlns:a16="http://schemas.microsoft.com/office/drawing/2014/main" id="{2FF85725-3187-4AF4-E16D-7EE758112FB6}"/>
              </a:ext>
            </a:extLst>
          </p:cNvPr>
          <p:cNvSpPr>
            <a:spLocks noChangeShapeType="1"/>
          </p:cNvSpPr>
          <p:nvPr/>
        </p:nvSpPr>
        <p:spPr bwMode="auto">
          <a:xfrm>
            <a:off x="2216150" y="3059113"/>
            <a:ext cx="1054100" cy="135890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09" name="Line 15">
            <a:extLst>
              <a:ext uri="{FF2B5EF4-FFF2-40B4-BE49-F238E27FC236}">
                <a16:creationId xmlns:a16="http://schemas.microsoft.com/office/drawing/2014/main" id="{C7379C64-9699-2165-622E-278382A9C832}"/>
              </a:ext>
            </a:extLst>
          </p:cNvPr>
          <p:cNvSpPr>
            <a:spLocks noChangeShapeType="1"/>
          </p:cNvSpPr>
          <p:nvPr/>
        </p:nvSpPr>
        <p:spPr bwMode="auto">
          <a:xfrm>
            <a:off x="2749550" y="2982913"/>
            <a:ext cx="1054100" cy="13589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10" name="Line 16">
            <a:extLst>
              <a:ext uri="{FF2B5EF4-FFF2-40B4-BE49-F238E27FC236}">
                <a16:creationId xmlns:a16="http://schemas.microsoft.com/office/drawing/2014/main" id="{8692567F-6F77-F37A-E550-4F8EF68607DD}"/>
              </a:ext>
            </a:extLst>
          </p:cNvPr>
          <p:cNvSpPr>
            <a:spLocks noChangeShapeType="1"/>
          </p:cNvSpPr>
          <p:nvPr/>
        </p:nvSpPr>
        <p:spPr bwMode="auto">
          <a:xfrm flipH="1">
            <a:off x="5556250" y="2982913"/>
            <a:ext cx="850900" cy="13589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11" name="Line 17">
            <a:extLst>
              <a:ext uri="{FF2B5EF4-FFF2-40B4-BE49-F238E27FC236}">
                <a16:creationId xmlns:a16="http://schemas.microsoft.com/office/drawing/2014/main" id="{E610017E-698D-4198-566C-ECDFB6FC9419}"/>
              </a:ext>
            </a:extLst>
          </p:cNvPr>
          <p:cNvSpPr>
            <a:spLocks noChangeShapeType="1"/>
          </p:cNvSpPr>
          <p:nvPr/>
        </p:nvSpPr>
        <p:spPr bwMode="auto">
          <a:xfrm flipH="1">
            <a:off x="6089650" y="3059113"/>
            <a:ext cx="850900" cy="135890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12" name="Rectangle 18">
            <a:extLst>
              <a:ext uri="{FF2B5EF4-FFF2-40B4-BE49-F238E27FC236}">
                <a16:creationId xmlns:a16="http://schemas.microsoft.com/office/drawing/2014/main" id="{232E6FEA-1B16-4345-29F8-2538AE2BECE4}"/>
              </a:ext>
            </a:extLst>
          </p:cNvPr>
          <p:cNvSpPr>
            <a:spLocks noChangeArrowheads="1"/>
          </p:cNvSpPr>
          <p:nvPr/>
        </p:nvSpPr>
        <p:spPr bwMode="auto">
          <a:xfrm>
            <a:off x="381000" y="3919538"/>
            <a:ext cx="2895600" cy="173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zh-CN" altLang="en-US" sz="1200">
                <a:solidFill>
                  <a:srgbClr val="2F00CC"/>
                </a:solidFill>
              </a:rPr>
              <a:t>数据交换</a:t>
            </a:r>
          </a:p>
          <a:p>
            <a:pPr>
              <a:spcBef>
                <a:spcPct val="0"/>
              </a:spcBef>
            </a:pPr>
            <a:r>
              <a:rPr kumimoji="1" lang="zh-CN" altLang="en-US" sz="1200">
                <a:solidFill>
                  <a:srgbClr val="2F00CC"/>
                </a:solidFill>
              </a:rPr>
              <a:t>读输入 （</a:t>
            </a:r>
            <a:r>
              <a:rPr kumimoji="1" lang="en-US" altLang="zh-CN" sz="1200">
                <a:solidFill>
                  <a:srgbClr val="2F00CC"/>
                </a:solidFill>
              </a:rPr>
              <a:t>RD_Ind</a:t>
            </a:r>
            <a:r>
              <a:rPr kumimoji="1" lang="zh-CN" altLang="en-US" sz="1200">
                <a:solidFill>
                  <a:srgbClr val="2F00CC"/>
                </a:solidFill>
              </a:rPr>
              <a:t>）</a:t>
            </a:r>
          </a:p>
          <a:p>
            <a:pPr>
              <a:spcBef>
                <a:spcPct val="0"/>
              </a:spcBef>
            </a:pPr>
            <a:r>
              <a:rPr kumimoji="1" lang="zh-CN" altLang="en-US" sz="1200">
                <a:solidFill>
                  <a:srgbClr val="2F00CC"/>
                </a:solidFill>
              </a:rPr>
              <a:t>读输出 （</a:t>
            </a:r>
            <a:r>
              <a:rPr kumimoji="1" lang="en-US" altLang="zh-CN" sz="1200">
                <a:solidFill>
                  <a:srgbClr val="2F00CC"/>
                </a:solidFill>
              </a:rPr>
              <a:t>RD_Outp</a:t>
            </a:r>
            <a:r>
              <a:rPr kumimoji="1" lang="zh-CN" altLang="en-US" sz="1200">
                <a:solidFill>
                  <a:srgbClr val="2F00CC"/>
                </a:solidFill>
              </a:rPr>
              <a:t>）</a:t>
            </a:r>
          </a:p>
          <a:p>
            <a:pPr>
              <a:spcBef>
                <a:spcPct val="0"/>
              </a:spcBef>
            </a:pPr>
            <a:r>
              <a:rPr kumimoji="1" lang="en-US" altLang="zh-CN" sz="1200">
                <a:solidFill>
                  <a:srgbClr val="2F00CC"/>
                </a:solidFill>
              </a:rPr>
              <a:t>Slave_Diag</a:t>
            </a:r>
          </a:p>
          <a:p>
            <a:pPr>
              <a:spcBef>
                <a:spcPct val="0"/>
              </a:spcBef>
            </a:pPr>
            <a:r>
              <a:rPr kumimoji="1" lang="en-US" altLang="zh-CN" sz="1200">
                <a:solidFill>
                  <a:srgbClr val="2F00CC"/>
                </a:solidFill>
              </a:rPr>
              <a:t>Set_Prm</a:t>
            </a:r>
          </a:p>
          <a:p>
            <a:pPr>
              <a:spcBef>
                <a:spcPct val="0"/>
              </a:spcBef>
            </a:pPr>
            <a:r>
              <a:rPr kumimoji="1" lang="en-US" altLang="zh-CN" sz="1200">
                <a:solidFill>
                  <a:srgbClr val="2F00CC"/>
                </a:solidFill>
              </a:rPr>
              <a:t>Chk_Cfg</a:t>
            </a:r>
          </a:p>
          <a:p>
            <a:pPr>
              <a:spcBef>
                <a:spcPct val="0"/>
              </a:spcBef>
            </a:pPr>
            <a:r>
              <a:rPr kumimoji="1" lang="zh-CN" altLang="en-US" sz="1200">
                <a:solidFill>
                  <a:srgbClr val="2F00CC"/>
                </a:solidFill>
              </a:rPr>
              <a:t>读组态 （</a:t>
            </a:r>
            <a:r>
              <a:rPr kumimoji="1" lang="en-US" altLang="zh-CN" sz="1200">
                <a:solidFill>
                  <a:srgbClr val="2F00CC"/>
                </a:solidFill>
              </a:rPr>
              <a:t>Get_Cfg</a:t>
            </a:r>
            <a:r>
              <a:rPr kumimoji="1" lang="zh-CN" altLang="en-US" sz="1200">
                <a:solidFill>
                  <a:srgbClr val="2F00CC"/>
                </a:solidFill>
              </a:rPr>
              <a:t>）</a:t>
            </a:r>
          </a:p>
          <a:p>
            <a:pPr>
              <a:spcBef>
                <a:spcPct val="0"/>
              </a:spcBef>
            </a:pPr>
            <a:r>
              <a:rPr kumimoji="1" lang="en-US" altLang="zh-CN" sz="1200">
                <a:solidFill>
                  <a:srgbClr val="2F00CC"/>
                </a:solidFill>
              </a:rPr>
              <a:t>Global_Control</a:t>
            </a:r>
          </a:p>
          <a:p>
            <a:pPr>
              <a:spcBef>
                <a:spcPct val="0"/>
              </a:spcBef>
            </a:pPr>
            <a:r>
              <a:rPr kumimoji="1" lang="zh-CN" altLang="en-US" sz="1200">
                <a:solidFill>
                  <a:srgbClr val="2F00CC"/>
                </a:solidFill>
              </a:rPr>
              <a:t>设定从站地址 （</a:t>
            </a:r>
            <a:r>
              <a:rPr kumimoji="1" lang="en-US" altLang="zh-CN" sz="1200">
                <a:solidFill>
                  <a:srgbClr val="2F00CC"/>
                </a:solidFill>
              </a:rPr>
              <a:t>Set_Slave_Add (opt)</a:t>
            </a:r>
            <a:r>
              <a:rPr kumimoji="1" lang="zh-CN" altLang="en-US" sz="1200">
                <a:solidFill>
                  <a:srgbClr val="2F00CC"/>
                </a:solidFill>
              </a:rPr>
              <a:t>）</a:t>
            </a:r>
          </a:p>
        </p:txBody>
      </p:sp>
      <p:sp>
        <p:nvSpPr>
          <p:cNvPr id="80913" name="Rectangle 19">
            <a:extLst>
              <a:ext uri="{FF2B5EF4-FFF2-40B4-BE49-F238E27FC236}">
                <a16:creationId xmlns:a16="http://schemas.microsoft.com/office/drawing/2014/main" id="{56BDD18C-CAF3-14DD-4515-BE2FACD94CD3}"/>
              </a:ext>
            </a:extLst>
          </p:cNvPr>
          <p:cNvSpPr>
            <a:spLocks noChangeArrowheads="1"/>
          </p:cNvSpPr>
          <p:nvPr/>
        </p:nvSpPr>
        <p:spPr bwMode="auto">
          <a:xfrm>
            <a:off x="7681913" y="1785938"/>
            <a:ext cx="1260475" cy="227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kumimoji="1" lang="zh-CN" altLang="en-US" sz="1200">
              <a:solidFill>
                <a:srgbClr val="2F00CC"/>
              </a:solidFill>
            </a:endParaRPr>
          </a:p>
          <a:p>
            <a:pPr>
              <a:spcBef>
                <a:spcPct val="0"/>
              </a:spcBef>
            </a:pPr>
            <a:endParaRPr kumimoji="1" lang="zh-CN" altLang="en-US" sz="1200">
              <a:solidFill>
                <a:srgbClr val="2F00CC"/>
              </a:solidFill>
            </a:endParaRPr>
          </a:p>
          <a:p>
            <a:pPr>
              <a:spcBef>
                <a:spcPct val="0"/>
              </a:spcBef>
            </a:pPr>
            <a:r>
              <a:rPr kumimoji="1" lang="en-US" altLang="zh-CN" sz="1200">
                <a:solidFill>
                  <a:srgbClr val="2F00CC"/>
                </a:solidFill>
              </a:rPr>
              <a:t>Data_Exchange</a:t>
            </a:r>
          </a:p>
          <a:p>
            <a:pPr>
              <a:spcBef>
                <a:spcPct val="0"/>
              </a:spcBef>
            </a:pPr>
            <a:r>
              <a:rPr kumimoji="1" lang="en-US" altLang="zh-CN" sz="1200">
                <a:solidFill>
                  <a:srgbClr val="2F00CC"/>
                </a:solidFill>
              </a:rPr>
              <a:t>RD_Inp</a:t>
            </a:r>
          </a:p>
          <a:p>
            <a:pPr>
              <a:spcBef>
                <a:spcPct val="0"/>
              </a:spcBef>
            </a:pPr>
            <a:r>
              <a:rPr kumimoji="1" lang="en-US" altLang="zh-CN" sz="1200">
                <a:solidFill>
                  <a:srgbClr val="2F00CC"/>
                </a:solidFill>
              </a:rPr>
              <a:t>RD_Outp</a:t>
            </a:r>
          </a:p>
          <a:p>
            <a:pPr>
              <a:spcBef>
                <a:spcPct val="0"/>
              </a:spcBef>
            </a:pPr>
            <a:r>
              <a:rPr kumimoji="1" lang="en-US" altLang="zh-CN" sz="1200">
                <a:solidFill>
                  <a:srgbClr val="2F00CC"/>
                </a:solidFill>
              </a:rPr>
              <a:t>Slave_Diag</a:t>
            </a:r>
          </a:p>
          <a:p>
            <a:pPr>
              <a:spcBef>
                <a:spcPct val="0"/>
              </a:spcBef>
            </a:pPr>
            <a:r>
              <a:rPr kumimoji="1" lang="en-US" altLang="zh-CN" sz="1200">
                <a:solidFill>
                  <a:srgbClr val="2F00CC"/>
                </a:solidFill>
              </a:rPr>
              <a:t>Set_Prm</a:t>
            </a:r>
          </a:p>
          <a:p>
            <a:pPr>
              <a:spcBef>
                <a:spcPct val="0"/>
              </a:spcBef>
            </a:pPr>
            <a:r>
              <a:rPr kumimoji="1" lang="en-US" altLang="zh-CN" sz="1200">
                <a:solidFill>
                  <a:srgbClr val="2F00CC"/>
                </a:solidFill>
              </a:rPr>
              <a:t>Chk_Cfg</a:t>
            </a:r>
          </a:p>
          <a:p>
            <a:pPr>
              <a:spcBef>
                <a:spcPct val="0"/>
              </a:spcBef>
            </a:pPr>
            <a:r>
              <a:rPr kumimoji="1" lang="en-US" altLang="zh-CN" sz="1200">
                <a:solidFill>
                  <a:srgbClr val="2F00CC"/>
                </a:solidFill>
              </a:rPr>
              <a:t>Get_Cfg</a:t>
            </a:r>
          </a:p>
          <a:p>
            <a:pPr>
              <a:spcBef>
                <a:spcPct val="0"/>
              </a:spcBef>
            </a:pPr>
            <a:r>
              <a:rPr kumimoji="1" lang="en-US" altLang="zh-CN" sz="1200">
                <a:solidFill>
                  <a:srgbClr val="2F00CC"/>
                </a:solidFill>
              </a:rPr>
              <a:t>Global_Control</a:t>
            </a:r>
          </a:p>
          <a:p>
            <a:pPr>
              <a:spcBef>
                <a:spcPct val="0"/>
              </a:spcBef>
            </a:pPr>
            <a:r>
              <a:rPr kumimoji="1" lang="en-US" altLang="zh-CN" sz="1200">
                <a:solidFill>
                  <a:srgbClr val="2F00CC"/>
                </a:solidFill>
              </a:rPr>
              <a:t>Set_Slave_Add</a:t>
            </a:r>
          </a:p>
          <a:p>
            <a:pPr>
              <a:spcBef>
                <a:spcPct val="0"/>
              </a:spcBef>
            </a:pPr>
            <a:endParaRPr kumimoji="1" lang="zh-CN" altLang="en-US" sz="1200">
              <a:solidFill>
                <a:srgbClr val="2F00CC"/>
              </a:solidFill>
            </a:endParaRPr>
          </a:p>
        </p:txBody>
      </p:sp>
      <p:grpSp>
        <p:nvGrpSpPr>
          <p:cNvPr id="80914" name="Group 20">
            <a:extLst>
              <a:ext uri="{FF2B5EF4-FFF2-40B4-BE49-F238E27FC236}">
                <a16:creationId xmlns:a16="http://schemas.microsoft.com/office/drawing/2014/main" id="{C9D194BF-F7AB-C7E8-43AA-C70C08243816}"/>
              </a:ext>
            </a:extLst>
          </p:cNvPr>
          <p:cNvGrpSpPr>
            <a:grpSpLocks/>
          </p:cNvGrpSpPr>
          <p:nvPr/>
        </p:nvGrpSpPr>
        <p:grpSpPr bwMode="auto">
          <a:xfrm>
            <a:off x="6029325" y="1812925"/>
            <a:ext cx="1517650" cy="1111250"/>
            <a:chOff x="3942" y="1475"/>
            <a:chExt cx="956" cy="700"/>
          </a:xfrm>
        </p:grpSpPr>
        <p:graphicFrame>
          <p:nvGraphicFramePr>
            <p:cNvPr id="80978" name="Object 21">
              <a:hlinkClick r:id="" action="ppaction://ole?verb=0"/>
              <a:extLst>
                <a:ext uri="{FF2B5EF4-FFF2-40B4-BE49-F238E27FC236}">
                  <a16:creationId xmlns:a16="http://schemas.microsoft.com/office/drawing/2014/main" id="{63374AC2-2BCA-B1AA-E1B4-660B41356A48}"/>
                </a:ext>
              </a:extLst>
            </p:cNvPr>
            <p:cNvGraphicFramePr>
              <a:graphicFrameLocks/>
            </p:cNvGraphicFramePr>
            <p:nvPr/>
          </p:nvGraphicFramePr>
          <p:xfrm>
            <a:off x="3942" y="1475"/>
            <a:ext cx="956" cy="700"/>
          </p:xfrm>
          <a:graphic>
            <a:graphicData uri="http://schemas.openxmlformats.org/presentationml/2006/ole">
              <mc:AlternateContent xmlns:mc="http://schemas.openxmlformats.org/markup-compatibility/2006">
                <mc:Choice xmlns:v="urn:schemas-microsoft-com:vml" Requires="v">
                  <p:oleObj spid="_x0000_s5133" name="Clip" r:id="rId4" imgW="4114844" imgH="3143133" progId="MS_ClipArt_Gallery.2">
                    <p:embed/>
                  </p:oleObj>
                </mc:Choice>
                <mc:Fallback>
                  <p:oleObj name="Clip" r:id="rId4" imgW="4114844" imgH="3143133" progId="MS_ClipArt_Gallery.2">
                    <p:embed/>
                    <p:pic>
                      <p:nvPicPr>
                        <p:cNvPr id="80978" name="Object 21">
                          <a:hlinkClick r:id="" action="ppaction://ole?verb=0"/>
                          <a:extLst>
                            <a:ext uri="{FF2B5EF4-FFF2-40B4-BE49-F238E27FC236}">
                              <a16:creationId xmlns:a16="http://schemas.microsoft.com/office/drawing/2014/main" id="{63374AC2-2BCA-B1AA-E1B4-660B41356A48}"/>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42" y="1475"/>
                          <a:ext cx="956" cy="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0979" name="Rectangle 22">
              <a:extLst>
                <a:ext uri="{FF2B5EF4-FFF2-40B4-BE49-F238E27FC236}">
                  <a16:creationId xmlns:a16="http://schemas.microsoft.com/office/drawing/2014/main" id="{F6570CF9-4230-0437-5BA4-513BEAFD24AC}"/>
                </a:ext>
              </a:extLst>
            </p:cNvPr>
            <p:cNvSpPr>
              <a:spLocks noChangeArrowheads="1"/>
            </p:cNvSpPr>
            <p:nvPr/>
          </p:nvSpPr>
          <p:spPr bwMode="auto">
            <a:xfrm>
              <a:off x="4213" y="1601"/>
              <a:ext cx="420"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ctr">
                <a:spcBef>
                  <a:spcPct val="0"/>
                </a:spcBef>
              </a:pPr>
              <a:r>
                <a:rPr kumimoji="1" lang="en-US" altLang="zh-CN" sz="1000"/>
                <a:t>PC/VME</a:t>
              </a:r>
            </a:p>
          </p:txBody>
        </p:sp>
        <p:sp>
          <p:nvSpPr>
            <p:cNvPr id="80980" name="Rectangle 23">
              <a:extLst>
                <a:ext uri="{FF2B5EF4-FFF2-40B4-BE49-F238E27FC236}">
                  <a16:creationId xmlns:a16="http://schemas.microsoft.com/office/drawing/2014/main" id="{67BBE429-B78D-32C8-43FA-20E850291288}"/>
                </a:ext>
              </a:extLst>
            </p:cNvPr>
            <p:cNvSpPr>
              <a:spLocks noChangeArrowheads="1"/>
            </p:cNvSpPr>
            <p:nvPr/>
          </p:nvSpPr>
          <p:spPr bwMode="auto">
            <a:xfrm>
              <a:off x="4585" y="2017"/>
              <a:ext cx="33" cy="1"/>
            </a:xfrm>
            <a:prstGeom prst="rect">
              <a:avLst/>
            </a:prstGeom>
            <a:solidFill>
              <a:srgbClr val="0080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80915" name="Group 24">
            <a:extLst>
              <a:ext uri="{FF2B5EF4-FFF2-40B4-BE49-F238E27FC236}">
                <a16:creationId xmlns:a16="http://schemas.microsoft.com/office/drawing/2014/main" id="{DBED848F-2C54-28E6-0519-50645F9782E2}"/>
              </a:ext>
            </a:extLst>
          </p:cNvPr>
          <p:cNvGrpSpPr>
            <a:grpSpLocks/>
          </p:cNvGrpSpPr>
          <p:nvPr/>
        </p:nvGrpSpPr>
        <p:grpSpPr bwMode="auto">
          <a:xfrm>
            <a:off x="2001838" y="1828800"/>
            <a:ext cx="1350962" cy="1093788"/>
            <a:chOff x="1405" y="1485"/>
            <a:chExt cx="851" cy="689"/>
          </a:xfrm>
        </p:grpSpPr>
        <p:graphicFrame>
          <p:nvGraphicFramePr>
            <p:cNvPr id="80976" name="Object 25">
              <a:hlinkClick r:id="" action="ppaction://ole?verb=0"/>
              <a:extLst>
                <a:ext uri="{FF2B5EF4-FFF2-40B4-BE49-F238E27FC236}">
                  <a16:creationId xmlns:a16="http://schemas.microsoft.com/office/drawing/2014/main" id="{47566425-93F1-6B4F-EC23-CD2174817313}"/>
                </a:ext>
              </a:extLst>
            </p:cNvPr>
            <p:cNvGraphicFramePr>
              <a:graphicFrameLocks/>
            </p:cNvGraphicFramePr>
            <p:nvPr/>
          </p:nvGraphicFramePr>
          <p:xfrm>
            <a:off x="1405" y="1485"/>
            <a:ext cx="851" cy="689"/>
          </p:xfrm>
          <a:graphic>
            <a:graphicData uri="http://schemas.openxmlformats.org/presentationml/2006/ole">
              <mc:AlternateContent xmlns:mc="http://schemas.openxmlformats.org/markup-compatibility/2006">
                <mc:Choice xmlns:v="urn:schemas-microsoft-com:vml" Requires="v">
                  <p:oleObj spid="_x0000_s5134" name="Clip" r:id="rId6" imgW="3917883" imgH="4076661" progId="MS_ClipArt_Gallery.2">
                    <p:embed/>
                  </p:oleObj>
                </mc:Choice>
                <mc:Fallback>
                  <p:oleObj name="Clip" r:id="rId6" imgW="3917883" imgH="4076661" progId="MS_ClipArt_Gallery.2">
                    <p:embed/>
                    <p:pic>
                      <p:nvPicPr>
                        <p:cNvPr id="80976" name="Object 25">
                          <a:hlinkClick r:id="" action="ppaction://ole?verb=0"/>
                          <a:extLst>
                            <a:ext uri="{FF2B5EF4-FFF2-40B4-BE49-F238E27FC236}">
                              <a16:creationId xmlns:a16="http://schemas.microsoft.com/office/drawing/2014/main" id="{47566425-93F1-6B4F-EC23-CD2174817313}"/>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05" y="1485"/>
                          <a:ext cx="851" cy="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0977" name="Rectangle 26">
              <a:extLst>
                <a:ext uri="{FF2B5EF4-FFF2-40B4-BE49-F238E27FC236}">
                  <a16:creationId xmlns:a16="http://schemas.microsoft.com/office/drawing/2014/main" id="{2706A90F-8C85-4F5F-35B1-25A4E951C097}"/>
                </a:ext>
              </a:extLst>
            </p:cNvPr>
            <p:cNvSpPr>
              <a:spLocks noChangeArrowheads="1"/>
            </p:cNvSpPr>
            <p:nvPr/>
          </p:nvSpPr>
          <p:spPr bwMode="auto">
            <a:xfrm>
              <a:off x="1700" y="1727"/>
              <a:ext cx="369"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en-US" altLang="zh-CN" sz="1600">
                  <a:solidFill>
                    <a:schemeClr val="bg1"/>
                  </a:solidFill>
                </a:rPr>
                <a:t>PLC</a:t>
              </a:r>
            </a:p>
          </p:txBody>
        </p:sp>
      </p:grpSp>
      <p:grpSp>
        <p:nvGrpSpPr>
          <p:cNvPr id="80916" name="Group 27">
            <a:extLst>
              <a:ext uri="{FF2B5EF4-FFF2-40B4-BE49-F238E27FC236}">
                <a16:creationId xmlns:a16="http://schemas.microsoft.com/office/drawing/2014/main" id="{F50EBD9C-CCA1-9A59-752E-715379DBC53A}"/>
              </a:ext>
            </a:extLst>
          </p:cNvPr>
          <p:cNvGrpSpPr>
            <a:grpSpLocks/>
          </p:cNvGrpSpPr>
          <p:nvPr/>
        </p:nvGrpSpPr>
        <p:grpSpPr bwMode="auto">
          <a:xfrm>
            <a:off x="3409950" y="4562475"/>
            <a:ext cx="2262188" cy="1235075"/>
            <a:chOff x="2292" y="3207"/>
            <a:chExt cx="1425" cy="778"/>
          </a:xfrm>
        </p:grpSpPr>
        <p:sp>
          <p:nvSpPr>
            <p:cNvPr id="80918" name="Freeform 28">
              <a:extLst>
                <a:ext uri="{FF2B5EF4-FFF2-40B4-BE49-F238E27FC236}">
                  <a16:creationId xmlns:a16="http://schemas.microsoft.com/office/drawing/2014/main" id="{6E0D20C1-359A-E65C-50DE-A65268FA6BEB}"/>
                </a:ext>
              </a:extLst>
            </p:cNvPr>
            <p:cNvSpPr>
              <a:spLocks/>
            </p:cNvSpPr>
            <p:nvPr/>
          </p:nvSpPr>
          <p:spPr bwMode="auto">
            <a:xfrm>
              <a:off x="2296" y="3297"/>
              <a:ext cx="1351" cy="606"/>
            </a:xfrm>
            <a:custGeom>
              <a:avLst/>
              <a:gdLst>
                <a:gd name="T0" fmla="*/ 0 w 1351"/>
                <a:gd name="T1" fmla="*/ 605 h 606"/>
                <a:gd name="T2" fmla="*/ 0 w 1351"/>
                <a:gd name="T3" fmla="*/ 0 h 606"/>
                <a:gd name="T4" fmla="*/ 1350 w 1351"/>
                <a:gd name="T5" fmla="*/ 0 h 606"/>
                <a:gd name="T6" fmla="*/ 1350 w 1351"/>
                <a:gd name="T7" fmla="*/ 605 h 606"/>
                <a:gd name="T8" fmla="*/ 0 w 1351"/>
                <a:gd name="T9" fmla="*/ 605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51" h="606">
                  <a:moveTo>
                    <a:pt x="0" y="605"/>
                  </a:moveTo>
                  <a:lnTo>
                    <a:pt x="0" y="0"/>
                  </a:lnTo>
                  <a:lnTo>
                    <a:pt x="1350" y="0"/>
                  </a:lnTo>
                  <a:lnTo>
                    <a:pt x="1350" y="605"/>
                  </a:lnTo>
                  <a:lnTo>
                    <a:pt x="0" y="605"/>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19" name="Freeform 29">
              <a:extLst>
                <a:ext uri="{FF2B5EF4-FFF2-40B4-BE49-F238E27FC236}">
                  <a16:creationId xmlns:a16="http://schemas.microsoft.com/office/drawing/2014/main" id="{F46149DF-0689-7112-2556-3C66735BB894}"/>
                </a:ext>
              </a:extLst>
            </p:cNvPr>
            <p:cNvSpPr>
              <a:spLocks/>
            </p:cNvSpPr>
            <p:nvPr/>
          </p:nvSpPr>
          <p:spPr bwMode="auto">
            <a:xfrm>
              <a:off x="3646" y="3215"/>
              <a:ext cx="71" cy="688"/>
            </a:xfrm>
            <a:custGeom>
              <a:avLst/>
              <a:gdLst>
                <a:gd name="T0" fmla="*/ 4 w 71"/>
                <a:gd name="T1" fmla="*/ 72 h 688"/>
                <a:gd name="T2" fmla="*/ 0 w 71"/>
                <a:gd name="T3" fmla="*/ 687 h 688"/>
                <a:gd name="T4" fmla="*/ 70 w 71"/>
                <a:gd name="T5" fmla="*/ 594 h 688"/>
                <a:gd name="T6" fmla="*/ 70 w 71"/>
                <a:gd name="T7" fmla="*/ 0 h 688"/>
                <a:gd name="T8" fmla="*/ 4 w 71"/>
                <a:gd name="T9" fmla="*/ 72 h 6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1" h="688">
                  <a:moveTo>
                    <a:pt x="4" y="72"/>
                  </a:moveTo>
                  <a:lnTo>
                    <a:pt x="0" y="687"/>
                  </a:lnTo>
                  <a:lnTo>
                    <a:pt x="70" y="594"/>
                  </a:lnTo>
                  <a:lnTo>
                    <a:pt x="70" y="0"/>
                  </a:lnTo>
                  <a:lnTo>
                    <a:pt x="4" y="72"/>
                  </a:lnTo>
                </a:path>
              </a:pathLst>
            </a:custGeom>
            <a:gradFill rotWithShape="0">
              <a:gsLst>
                <a:gs pos="0">
                  <a:srgbClr val="DADADA"/>
                </a:gs>
                <a:gs pos="100000">
                  <a:srgbClr val="AEAEAE"/>
                </a:gs>
              </a:gsLst>
              <a:lin ang="18900000" scaled="1"/>
            </a:gradFill>
            <a:ln w="127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20" name="Freeform 30">
              <a:extLst>
                <a:ext uri="{FF2B5EF4-FFF2-40B4-BE49-F238E27FC236}">
                  <a16:creationId xmlns:a16="http://schemas.microsoft.com/office/drawing/2014/main" id="{F9BCFF20-87F9-055B-6B30-4BB7B71D453E}"/>
                </a:ext>
              </a:extLst>
            </p:cNvPr>
            <p:cNvSpPr>
              <a:spLocks/>
            </p:cNvSpPr>
            <p:nvPr/>
          </p:nvSpPr>
          <p:spPr bwMode="auto">
            <a:xfrm>
              <a:off x="2296" y="3215"/>
              <a:ext cx="1421" cy="83"/>
            </a:xfrm>
            <a:custGeom>
              <a:avLst/>
              <a:gdLst>
                <a:gd name="T0" fmla="*/ 1420 w 1421"/>
                <a:gd name="T1" fmla="*/ 0 h 83"/>
                <a:gd name="T2" fmla="*/ 132 w 1421"/>
                <a:gd name="T3" fmla="*/ 0 h 83"/>
                <a:gd name="T4" fmla="*/ 0 w 1421"/>
                <a:gd name="T5" fmla="*/ 82 h 83"/>
                <a:gd name="T6" fmla="*/ 1350 w 1421"/>
                <a:gd name="T7" fmla="*/ 82 h 83"/>
                <a:gd name="T8" fmla="*/ 1420 w 1421"/>
                <a:gd name="T9" fmla="*/ 0 h 8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21" h="83">
                  <a:moveTo>
                    <a:pt x="1420" y="0"/>
                  </a:moveTo>
                  <a:lnTo>
                    <a:pt x="132" y="0"/>
                  </a:lnTo>
                  <a:lnTo>
                    <a:pt x="0" y="82"/>
                  </a:lnTo>
                  <a:lnTo>
                    <a:pt x="1350" y="82"/>
                  </a:lnTo>
                  <a:lnTo>
                    <a:pt x="1420" y="0"/>
                  </a:lnTo>
                </a:path>
              </a:pathLst>
            </a:custGeom>
            <a:gradFill rotWithShape="0">
              <a:gsLst>
                <a:gs pos="0">
                  <a:srgbClr val="DADADA"/>
                </a:gs>
                <a:gs pos="100000">
                  <a:srgbClr val="C4C4C4"/>
                </a:gs>
              </a:gsLst>
              <a:lin ang="18900000" scaled="1"/>
            </a:gradFill>
            <a:ln w="127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21" name="Freeform 31">
              <a:extLst>
                <a:ext uri="{FF2B5EF4-FFF2-40B4-BE49-F238E27FC236}">
                  <a16:creationId xmlns:a16="http://schemas.microsoft.com/office/drawing/2014/main" id="{353CE8AE-D4C7-8772-4DFA-26B00B6189EF}"/>
                </a:ext>
              </a:extLst>
            </p:cNvPr>
            <p:cNvSpPr>
              <a:spLocks/>
            </p:cNvSpPr>
            <p:nvPr/>
          </p:nvSpPr>
          <p:spPr bwMode="auto">
            <a:xfrm>
              <a:off x="2292" y="3301"/>
              <a:ext cx="1351" cy="606"/>
            </a:xfrm>
            <a:custGeom>
              <a:avLst/>
              <a:gdLst>
                <a:gd name="T0" fmla="*/ 0 w 1351"/>
                <a:gd name="T1" fmla="*/ 605 h 606"/>
                <a:gd name="T2" fmla="*/ 0 w 1351"/>
                <a:gd name="T3" fmla="*/ 0 h 606"/>
                <a:gd name="T4" fmla="*/ 1350 w 1351"/>
                <a:gd name="T5" fmla="*/ 0 h 606"/>
                <a:gd name="T6" fmla="*/ 1350 w 1351"/>
                <a:gd name="T7" fmla="*/ 605 h 606"/>
                <a:gd name="T8" fmla="*/ 0 w 1351"/>
                <a:gd name="T9" fmla="*/ 605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51" h="606">
                  <a:moveTo>
                    <a:pt x="0" y="605"/>
                  </a:moveTo>
                  <a:lnTo>
                    <a:pt x="0" y="0"/>
                  </a:lnTo>
                  <a:lnTo>
                    <a:pt x="1350" y="0"/>
                  </a:lnTo>
                  <a:lnTo>
                    <a:pt x="1350" y="605"/>
                  </a:lnTo>
                  <a:lnTo>
                    <a:pt x="0" y="605"/>
                  </a:lnTo>
                </a:path>
              </a:pathLst>
            </a:custGeom>
            <a:gradFill rotWithShape="0">
              <a:gsLst>
                <a:gs pos="0">
                  <a:srgbClr val="D3D3D3"/>
                </a:gs>
                <a:gs pos="100000">
                  <a:srgbClr val="919191"/>
                </a:gs>
              </a:gsLst>
              <a:lin ang="18900000" scaled="1"/>
            </a:gradFill>
            <a:ln w="127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80922" name="Group 32">
              <a:extLst>
                <a:ext uri="{FF2B5EF4-FFF2-40B4-BE49-F238E27FC236}">
                  <a16:creationId xmlns:a16="http://schemas.microsoft.com/office/drawing/2014/main" id="{A941E41F-CF01-E702-F05E-89E86D044342}"/>
                </a:ext>
              </a:extLst>
            </p:cNvPr>
            <p:cNvGrpSpPr>
              <a:grpSpLocks/>
            </p:cNvGrpSpPr>
            <p:nvPr/>
          </p:nvGrpSpPr>
          <p:grpSpPr bwMode="auto">
            <a:xfrm>
              <a:off x="2775" y="3374"/>
              <a:ext cx="78" cy="491"/>
              <a:chOff x="2775" y="3374"/>
              <a:chExt cx="78" cy="491"/>
            </a:xfrm>
          </p:grpSpPr>
          <p:grpSp>
            <p:nvGrpSpPr>
              <p:cNvPr id="80967" name="Group 33">
                <a:extLst>
                  <a:ext uri="{FF2B5EF4-FFF2-40B4-BE49-F238E27FC236}">
                    <a16:creationId xmlns:a16="http://schemas.microsoft.com/office/drawing/2014/main" id="{A2EA231F-9022-7602-32EE-A6D1D722378A}"/>
                  </a:ext>
                </a:extLst>
              </p:cNvPr>
              <p:cNvGrpSpPr>
                <a:grpSpLocks/>
              </p:cNvGrpSpPr>
              <p:nvPr/>
            </p:nvGrpSpPr>
            <p:grpSpPr bwMode="auto">
              <a:xfrm>
                <a:off x="2775" y="3374"/>
                <a:ext cx="78" cy="91"/>
                <a:chOff x="2775" y="3374"/>
                <a:chExt cx="78" cy="91"/>
              </a:xfrm>
            </p:grpSpPr>
            <p:sp>
              <p:nvSpPr>
                <p:cNvPr id="80974" name="Oval 34">
                  <a:extLst>
                    <a:ext uri="{FF2B5EF4-FFF2-40B4-BE49-F238E27FC236}">
                      <a16:creationId xmlns:a16="http://schemas.microsoft.com/office/drawing/2014/main" id="{2F9F21A2-C222-0F27-7213-D70991BFACB9}"/>
                    </a:ext>
                  </a:extLst>
                </p:cNvPr>
                <p:cNvSpPr>
                  <a:spLocks noChangeArrowheads="1"/>
                </p:cNvSpPr>
                <p:nvPr/>
              </p:nvSpPr>
              <p:spPr bwMode="auto">
                <a:xfrm>
                  <a:off x="2787" y="3374"/>
                  <a:ext cx="66" cy="70"/>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80975" name="Oval 35">
                  <a:extLst>
                    <a:ext uri="{FF2B5EF4-FFF2-40B4-BE49-F238E27FC236}">
                      <a16:creationId xmlns:a16="http://schemas.microsoft.com/office/drawing/2014/main" id="{D1E2A63D-6D76-4326-1DD7-ACEE5FF7CDEC}"/>
                    </a:ext>
                  </a:extLst>
                </p:cNvPr>
                <p:cNvSpPr>
                  <a:spLocks noChangeArrowheads="1"/>
                </p:cNvSpPr>
                <p:nvPr/>
              </p:nvSpPr>
              <p:spPr bwMode="auto">
                <a:xfrm>
                  <a:off x="2775" y="3395"/>
                  <a:ext cx="70" cy="70"/>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80968" name="Group 36">
                <a:extLst>
                  <a:ext uri="{FF2B5EF4-FFF2-40B4-BE49-F238E27FC236}">
                    <a16:creationId xmlns:a16="http://schemas.microsoft.com/office/drawing/2014/main" id="{A61D50EA-B176-4263-0799-E0093DD7F4D6}"/>
                  </a:ext>
                </a:extLst>
              </p:cNvPr>
              <p:cNvGrpSpPr>
                <a:grpSpLocks/>
              </p:cNvGrpSpPr>
              <p:nvPr/>
            </p:nvGrpSpPr>
            <p:grpSpPr bwMode="auto">
              <a:xfrm>
                <a:off x="2775" y="3575"/>
                <a:ext cx="78" cy="86"/>
                <a:chOff x="2775" y="3575"/>
                <a:chExt cx="78" cy="86"/>
              </a:xfrm>
            </p:grpSpPr>
            <p:sp>
              <p:nvSpPr>
                <p:cNvPr id="80972" name="Oval 37">
                  <a:extLst>
                    <a:ext uri="{FF2B5EF4-FFF2-40B4-BE49-F238E27FC236}">
                      <a16:creationId xmlns:a16="http://schemas.microsoft.com/office/drawing/2014/main" id="{EF77292B-BFA4-2104-04AA-D5856D7A40CA}"/>
                    </a:ext>
                  </a:extLst>
                </p:cNvPr>
                <p:cNvSpPr>
                  <a:spLocks noChangeArrowheads="1"/>
                </p:cNvSpPr>
                <p:nvPr/>
              </p:nvSpPr>
              <p:spPr bwMode="auto">
                <a:xfrm>
                  <a:off x="2787" y="3575"/>
                  <a:ext cx="66" cy="65"/>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80973" name="Oval 38">
                  <a:extLst>
                    <a:ext uri="{FF2B5EF4-FFF2-40B4-BE49-F238E27FC236}">
                      <a16:creationId xmlns:a16="http://schemas.microsoft.com/office/drawing/2014/main" id="{551D2AD7-AE22-7A87-13E9-6D6ED6CE5875}"/>
                    </a:ext>
                  </a:extLst>
                </p:cNvPr>
                <p:cNvSpPr>
                  <a:spLocks noChangeArrowheads="1"/>
                </p:cNvSpPr>
                <p:nvPr/>
              </p:nvSpPr>
              <p:spPr bwMode="auto">
                <a:xfrm>
                  <a:off x="2775" y="3591"/>
                  <a:ext cx="70" cy="70"/>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80969" name="Group 39">
                <a:extLst>
                  <a:ext uri="{FF2B5EF4-FFF2-40B4-BE49-F238E27FC236}">
                    <a16:creationId xmlns:a16="http://schemas.microsoft.com/office/drawing/2014/main" id="{9FF5C380-6D78-CA6E-E905-BDAEBAECBCB3}"/>
                  </a:ext>
                </a:extLst>
              </p:cNvPr>
              <p:cNvGrpSpPr>
                <a:grpSpLocks/>
              </p:cNvGrpSpPr>
              <p:nvPr/>
            </p:nvGrpSpPr>
            <p:grpSpPr bwMode="auto">
              <a:xfrm>
                <a:off x="2775" y="3779"/>
                <a:ext cx="78" cy="86"/>
                <a:chOff x="2775" y="3779"/>
                <a:chExt cx="78" cy="86"/>
              </a:xfrm>
            </p:grpSpPr>
            <p:sp>
              <p:nvSpPr>
                <p:cNvPr id="80970" name="Oval 40">
                  <a:extLst>
                    <a:ext uri="{FF2B5EF4-FFF2-40B4-BE49-F238E27FC236}">
                      <a16:creationId xmlns:a16="http://schemas.microsoft.com/office/drawing/2014/main" id="{3F9FE51D-3EE9-5943-2AED-1207432D98B0}"/>
                    </a:ext>
                  </a:extLst>
                </p:cNvPr>
                <p:cNvSpPr>
                  <a:spLocks noChangeArrowheads="1"/>
                </p:cNvSpPr>
                <p:nvPr/>
              </p:nvSpPr>
              <p:spPr bwMode="auto">
                <a:xfrm>
                  <a:off x="2787" y="3779"/>
                  <a:ext cx="66" cy="70"/>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80971" name="Oval 41">
                  <a:extLst>
                    <a:ext uri="{FF2B5EF4-FFF2-40B4-BE49-F238E27FC236}">
                      <a16:creationId xmlns:a16="http://schemas.microsoft.com/office/drawing/2014/main" id="{5C315E43-8476-3904-8F7E-C4AEE38B8385}"/>
                    </a:ext>
                  </a:extLst>
                </p:cNvPr>
                <p:cNvSpPr>
                  <a:spLocks noChangeArrowheads="1"/>
                </p:cNvSpPr>
                <p:nvPr/>
              </p:nvSpPr>
              <p:spPr bwMode="auto">
                <a:xfrm>
                  <a:off x="2775" y="3796"/>
                  <a:ext cx="70" cy="69"/>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sp>
          <p:nvSpPr>
            <p:cNvPr id="80923" name="Freeform 42">
              <a:extLst>
                <a:ext uri="{FF2B5EF4-FFF2-40B4-BE49-F238E27FC236}">
                  <a16:creationId xmlns:a16="http://schemas.microsoft.com/office/drawing/2014/main" id="{7DBF99AF-D2E9-2BF5-BC2E-7BA7EA51B527}"/>
                </a:ext>
              </a:extLst>
            </p:cNvPr>
            <p:cNvSpPr>
              <a:spLocks/>
            </p:cNvSpPr>
            <p:nvPr/>
          </p:nvSpPr>
          <p:spPr bwMode="auto">
            <a:xfrm>
              <a:off x="2824" y="3379"/>
              <a:ext cx="353" cy="606"/>
            </a:xfrm>
            <a:custGeom>
              <a:avLst/>
              <a:gdLst>
                <a:gd name="T0" fmla="*/ 0 w 353"/>
                <a:gd name="T1" fmla="*/ 605 h 606"/>
                <a:gd name="T2" fmla="*/ 0 w 353"/>
                <a:gd name="T3" fmla="*/ 0 h 606"/>
                <a:gd name="T4" fmla="*/ 352 w 353"/>
                <a:gd name="T5" fmla="*/ 0 h 606"/>
                <a:gd name="T6" fmla="*/ 352 w 353"/>
                <a:gd name="T7" fmla="*/ 605 h 606"/>
                <a:gd name="T8" fmla="*/ 0 w 353"/>
                <a:gd name="T9" fmla="*/ 605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3" h="606">
                  <a:moveTo>
                    <a:pt x="0" y="605"/>
                  </a:moveTo>
                  <a:lnTo>
                    <a:pt x="0" y="0"/>
                  </a:lnTo>
                  <a:lnTo>
                    <a:pt x="352" y="0"/>
                  </a:lnTo>
                  <a:lnTo>
                    <a:pt x="352" y="605"/>
                  </a:lnTo>
                  <a:lnTo>
                    <a:pt x="0" y="605"/>
                  </a:lnTo>
                </a:path>
              </a:pathLst>
            </a:custGeom>
            <a:gradFill rotWithShape="0">
              <a:gsLst>
                <a:gs pos="0">
                  <a:srgbClr val="F4F4F4"/>
                </a:gs>
                <a:gs pos="100000">
                  <a:srgbClr val="919191"/>
                </a:gs>
              </a:gsLst>
              <a:lin ang="18900000" scaled="1"/>
            </a:gradFill>
            <a:ln w="127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24" name="Freeform 43">
              <a:extLst>
                <a:ext uri="{FF2B5EF4-FFF2-40B4-BE49-F238E27FC236}">
                  <a16:creationId xmlns:a16="http://schemas.microsoft.com/office/drawing/2014/main" id="{A44A84A3-0119-4A6A-A60A-9A98688134FE}"/>
                </a:ext>
              </a:extLst>
            </p:cNvPr>
            <p:cNvSpPr>
              <a:spLocks/>
            </p:cNvSpPr>
            <p:nvPr/>
          </p:nvSpPr>
          <p:spPr bwMode="auto">
            <a:xfrm>
              <a:off x="2824" y="3297"/>
              <a:ext cx="406" cy="83"/>
            </a:xfrm>
            <a:custGeom>
              <a:avLst/>
              <a:gdLst>
                <a:gd name="T0" fmla="*/ 405 w 406"/>
                <a:gd name="T1" fmla="*/ 2 h 83"/>
                <a:gd name="T2" fmla="*/ 56 w 406"/>
                <a:gd name="T3" fmla="*/ 0 h 83"/>
                <a:gd name="T4" fmla="*/ 0 w 406"/>
                <a:gd name="T5" fmla="*/ 81 h 83"/>
                <a:gd name="T6" fmla="*/ 353 w 406"/>
                <a:gd name="T7" fmla="*/ 82 h 83"/>
                <a:gd name="T8" fmla="*/ 405 w 406"/>
                <a:gd name="T9" fmla="*/ 2 h 8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6" h="83">
                  <a:moveTo>
                    <a:pt x="405" y="2"/>
                  </a:moveTo>
                  <a:lnTo>
                    <a:pt x="56" y="0"/>
                  </a:lnTo>
                  <a:lnTo>
                    <a:pt x="0" y="81"/>
                  </a:lnTo>
                  <a:lnTo>
                    <a:pt x="353" y="82"/>
                  </a:lnTo>
                  <a:lnTo>
                    <a:pt x="405" y="2"/>
                  </a:lnTo>
                </a:path>
              </a:pathLst>
            </a:custGeom>
            <a:gradFill rotWithShape="0">
              <a:gsLst>
                <a:gs pos="0">
                  <a:srgbClr val="F4F4F4"/>
                </a:gs>
                <a:gs pos="100000">
                  <a:srgbClr val="919191"/>
                </a:gs>
              </a:gsLst>
              <a:lin ang="18900000" scaled="1"/>
            </a:gradFill>
            <a:ln w="127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25" name="Freeform 44">
              <a:extLst>
                <a:ext uri="{FF2B5EF4-FFF2-40B4-BE49-F238E27FC236}">
                  <a16:creationId xmlns:a16="http://schemas.microsoft.com/office/drawing/2014/main" id="{ED6212D9-D145-0579-3FCD-576A25E00DB8}"/>
                </a:ext>
              </a:extLst>
            </p:cNvPr>
            <p:cNvSpPr>
              <a:spLocks/>
            </p:cNvSpPr>
            <p:nvPr/>
          </p:nvSpPr>
          <p:spPr bwMode="auto">
            <a:xfrm>
              <a:off x="3176" y="3301"/>
              <a:ext cx="54" cy="684"/>
            </a:xfrm>
            <a:custGeom>
              <a:avLst/>
              <a:gdLst>
                <a:gd name="T0" fmla="*/ 0 w 54"/>
                <a:gd name="T1" fmla="*/ 81 h 684"/>
                <a:gd name="T2" fmla="*/ 0 w 54"/>
                <a:gd name="T3" fmla="*/ 683 h 684"/>
                <a:gd name="T4" fmla="*/ 53 w 54"/>
                <a:gd name="T5" fmla="*/ 592 h 684"/>
                <a:gd name="T6" fmla="*/ 53 w 54"/>
                <a:gd name="T7" fmla="*/ 0 h 684"/>
                <a:gd name="T8" fmla="*/ 0 w 54"/>
                <a:gd name="T9" fmla="*/ 81 h 6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 h="684">
                  <a:moveTo>
                    <a:pt x="0" y="81"/>
                  </a:moveTo>
                  <a:lnTo>
                    <a:pt x="0" y="683"/>
                  </a:lnTo>
                  <a:lnTo>
                    <a:pt x="53" y="592"/>
                  </a:lnTo>
                  <a:lnTo>
                    <a:pt x="53" y="0"/>
                  </a:lnTo>
                  <a:lnTo>
                    <a:pt x="0" y="81"/>
                  </a:lnTo>
                </a:path>
              </a:pathLst>
            </a:custGeom>
            <a:gradFill rotWithShape="0">
              <a:gsLst>
                <a:gs pos="0">
                  <a:srgbClr val="DADADA"/>
                </a:gs>
                <a:gs pos="100000">
                  <a:srgbClr val="AEAEAE"/>
                </a:gs>
              </a:gsLst>
              <a:lin ang="18900000" scaled="1"/>
            </a:gradFill>
            <a:ln w="127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26" name="Oval 45">
              <a:extLst>
                <a:ext uri="{FF2B5EF4-FFF2-40B4-BE49-F238E27FC236}">
                  <a16:creationId xmlns:a16="http://schemas.microsoft.com/office/drawing/2014/main" id="{3D5F3005-CCD3-B2FC-C244-51C9166F52B8}"/>
                </a:ext>
              </a:extLst>
            </p:cNvPr>
            <p:cNvSpPr>
              <a:spLocks noChangeArrowheads="1"/>
            </p:cNvSpPr>
            <p:nvPr/>
          </p:nvSpPr>
          <p:spPr bwMode="auto">
            <a:xfrm>
              <a:off x="3663" y="3329"/>
              <a:ext cx="41" cy="119"/>
            </a:xfrm>
            <a:prstGeom prst="ellipse">
              <a:avLst/>
            </a:prstGeom>
            <a:gradFill rotWithShape="0">
              <a:gsLst>
                <a:gs pos="0">
                  <a:srgbClr val="2B2B2B"/>
                </a:gs>
                <a:gs pos="100000">
                  <a:srgbClr val="919191"/>
                </a:gs>
              </a:gsLst>
              <a:lin ang="27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80927" name="Oval 46">
              <a:extLst>
                <a:ext uri="{FF2B5EF4-FFF2-40B4-BE49-F238E27FC236}">
                  <a16:creationId xmlns:a16="http://schemas.microsoft.com/office/drawing/2014/main" id="{7A7D22B4-45AF-85A3-A39A-380BD3CA2579}"/>
                </a:ext>
              </a:extLst>
            </p:cNvPr>
            <p:cNvSpPr>
              <a:spLocks noChangeArrowheads="1"/>
            </p:cNvSpPr>
            <p:nvPr/>
          </p:nvSpPr>
          <p:spPr bwMode="auto">
            <a:xfrm>
              <a:off x="3663" y="3644"/>
              <a:ext cx="45" cy="131"/>
            </a:xfrm>
            <a:prstGeom prst="ellipse">
              <a:avLst/>
            </a:prstGeom>
            <a:gradFill rotWithShape="0">
              <a:gsLst>
                <a:gs pos="0">
                  <a:srgbClr val="2B2B2B"/>
                </a:gs>
                <a:gs pos="100000">
                  <a:srgbClr val="919191"/>
                </a:gs>
              </a:gsLst>
              <a:lin ang="27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nvGrpSpPr>
            <p:cNvPr id="80928" name="Group 47">
              <a:extLst>
                <a:ext uri="{FF2B5EF4-FFF2-40B4-BE49-F238E27FC236}">
                  <a16:creationId xmlns:a16="http://schemas.microsoft.com/office/drawing/2014/main" id="{DAE34DC9-ABFC-836E-F886-2B78BC891F98}"/>
                </a:ext>
              </a:extLst>
            </p:cNvPr>
            <p:cNvGrpSpPr>
              <a:grpSpLocks/>
            </p:cNvGrpSpPr>
            <p:nvPr/>
          </p:nvGrpSpPr>
          <p:grpSpPr bwMode="auto">
            <a:xfrm>
              <a:off x="2644" y="3374"/>
              <a:ext cx="78" cy="491"/>
              <a:chOff x="2644" y="3374"/>
              <a:chExt cx="78" cy="491"/>
            </a:xfrm>
          </p:grpSpPr>
          <p:grpSp>
            <p:nvGrpSpPr>
              <p:cNvPr id="80958" name="Group 48">
                <a:extLst>
                  <a:ext uri="{FF2B5EF4-FFF2-40B4-BE49-F238E27FC236}">
                    <a16:creationId xmlns:a16="http://schemas.microsoft.com/office/drawing/2014/main" id="{03D095CB-8346-BB3D-B0F3-B232C3C9184D}"/>
                  </a:ext>
                </a:extLst>
              </p:cNvPr>
              <p:cNvGrpSpPr>
                <a:grpSpLocks/>
              </p:cNvGrpSpPr>
              <p:nvPr/>
            </p:nvGrpSpPr>
            <p:grpSpPr bwMode="auto">
              <a:xfrm>
                <a:off x="2644" y="3374"/>
                <a:ext cx="78" cy="91"/>
                <a:chOff x="2644" y="3374"/>
                <a:chExt cx="78" cy="91"/>
              </a:xfrm>
            </p:grpSpPr>
            <p:sp>
              <p:nvSpPr>
                <p:cNvPr id="80965" name="Oval 49">
                  <a:extLst>
                    <a:ext uri="{FF2B5EF4-FFF2-40B4-BE49-F238E27FC236}">
                      <a16:creationId xmlns:a16="http://schemas.microsoft.com/office/drawing/2014/main" id="{14EAEDA1-8B56-E3A5-F702-19BBFA40701D}"/>
                    </a:ext>
                  </a:extLst>
                </p:cNvPr>
                <p:cNvSpPr>
                  <a:spLocks noChangeArrowheads="1"/>
                </p:cNvSpPr>
                <p:nvPr/>
              </p:nvSpPr>
              <p:spPr bwMode="auto">
                <a:xfrm>
                  <a:off x="2656" y="3374"/>
                  <a:ext cx="66" cy="70"/>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80966" name="Oval 50">
                  <a:extLst>
                    <a:ext uri="{FF2B5EF4-FFF2-40B4-BE49-F238E27FC236}">
                      <a16:creationId xmlns:a16="http://schemas.microsoft.com/office/drawing/2014/main" id="{2FCC3F5C-2B0B-67F2-3746-75F0D17E5D75}"/>
                    </a:ext>
                  </a:extLst>
                </p:cNvPr>
                <p:cNvSpPr>
                  <a:spLocks noChangeArrowheads="1"/>
                </p:cNvSpPr>
                <p:nvPr/>
              </p:nvSpPr>
              <p:spPr bwMode="auto">
                <a:xfrm>
                  <a:off x="2644" y="3395"/>
                  <a:ext cx="65" cy="70"/>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80959" name="Group 51">
                <a:extLst>
                  <a:ext uri="{FF2B5EF4-FFF2-40B4-BE49-F238E27FC236}">
                    <a16:creationId xmlns:a16="http://schemas.microsoft.com/office/drawing/2014/main" id="{73105CDF-2483-3D96-EA54-83E563A1C7F9}"/>
                  </a:ext>
                </a:extLst>
              </p:cNvPr>
              <p:cNvGrpSpPr>
                <a:grpSpLocks/>
              </p:cNvGrpSpPr>
              <p:nvPr/>
            </p:nvGrpSpPr>
            <p:grpSpPr bwMode="auto">
              <a:xfrm>
                <a:off x="2644" y="3575"/>
                <a:ext cx="78" cy="86"/>
                <a:chOff x="2644" y="3575"/>
                <a:chExt cx="78" cy="86"/>
              </a:xfrm>
            </p:grpSpPr>
            <p:sp>
              <p:nvSpPr>
                <p:cNvPr id="80963" name="Oval 52">
                  <a:extLst>
                    <a:ext uri="{FF2B5EF4-FFF2-40B4-BE49-F238E27FC236}">
                      <a16:creationId xmlns:a16="http://schemas.microsoft.com/office/drawing/2014/main" id="{186C27F0-51F9-5F48-3707-CCB25D249B6B}"/>
                    </a:ext>
                  </a:extLst>
                </p:cNvPr>
                <p:cNvSpPr>
                  <a:spLocks noChangeArrowheads="1"/>
                </p:cNvSpPr>
                <p:nvPr/>
              </p:nvSpPr>
              <p:spPr bwMode="auto">
                <a:xfrm>
                  <a:off x="2656" y="3575"/>
                  <a:ext cx="66" cy="65"/>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80964" name="Oval 53">
                  <a:extLst>
                    <a:ext uri="{FF2B5EF4-FFF2-40B4-BE49-F238E27FC236}">
                      <a16:creationId xmlns:a16="http://schemas.microsoft.com/office/drawing/2014/main" id="{A41BA020-E608-1B7A-E619-CE13EE59FF98}"/>
                    </a:ext>
                  </a:extLst>
                </p:cNvPr>
                <p:cNvSpPr>
                  <a:spLocks noChangeArrowheads="1"/>
                </p:cNvSpPr>
                <p:nvPr/>
              </p:nvSpPr>
              <p:spPr bwMode="auto">
                <a:xfrm>
                  <a:off x="2644" y="3591"/>
                  <a:ext cx="65" cy="70"/>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80960" name="Group 54">
                <a:extLst>
                  <a:ext uri="{FF2B5EF4-FFF2-40B4-BE49-F238E27FC236}">
                    <a16:creationId xmlns:a16="http://schemas.microsoft.com/office/drawing/2014/main" id="{CAD494B1-1AA1-93DC-DF03-B408F56303A6}"/>
                  </a:ext>
                </a:extLst>
              </p:cNvPr>
              <p:cNvGrpSpPr>
                <a:grpSpLocks/>
              </p:cNvGrpSpPr>
              <p:nvPr/>
            </p:nvGrpSpPr>
            <p:grpSpPr bwMode="auto">
              <a:xfrm>
                <a:off x="2644" y="3779"/>
                <a:ext cx="78" cy="86"/>
                <a:chOff x="2644" y="3779"/>
                <a:chExt cx="78" cy="86"/>
              </a:xfrm>
            </p:grpSpPr>
            <p:sp>
              <p:nvSpPr>
                <p:cNvPr id="80961" name="Oval 55">
                  <a:extLst>
                    <a:ext uri="{FF2B5EF4-FFF2-40B4-BE49-F238E27FC236}">
                      <a16:creationId xmlns:a16="http://schemas.microsoft.com/office/drawing/2014/main" id="{BCDBB2FE-1D62-7298-5A23-4B798145AF6D}"/>
                    </a:ext>
                  </a:extLst>
                </p:cNvPr>
                <p:cNvSpPr>
                  <a:spLocks noChangeArrowheads="1"/>
                </p:cNvSpPr>
                <p:nvPr/>
              </p:nvSpPr>
              <p:spPr bwMode="auto">
                <a:xfrm>
                  <a:off x="2656" y="3779"/>
                  <a:ext cx="66" cy="70"/>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80962" name="Oval 56">
                  <a:extLst>
                    <a:ext uri="{FF2B5EF4-FFF2-40B4-BE49-F238E27FC236}">
                      <a16:creationId xmlns:a16="http://schemas.microsoft.com/office/drawing/2014/main" id="{D396BBD4-283F-FE1D-C296-15FF5CFB77EE}"/>
                    </a:ext>
                  </a:extLst>
                </p:cNvPr>
                <p:cNvSpPr>
                  <a:spLocks noChangeArrowheads="1"/>
                </p:cNvSpPr>
                <p:nvPr/>
              </p:nvSpPr>
              <p:spPr bwMode="auto">
                <a:xfrm>
                  <a:off x="2644" y="3796"/>
                  <a:ext cx="65" cy="69"/>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sp>
          <p:nvSpPr>
            <p:cNvPr id="80929" name="Oval 57">
              <a:extLst>
                <a:ext uri="{FF2B5EF4-FFF2-40B4-BE49-F238E27FC236}">
                  <a16:creationId xmlns:a16="http://schemas.microsoft.com/office/drawing/2014/main" id="{32DA5786-540C-D882-1559-CFF8EA479596}"/>
                </a:ext>
              </a:extLst>
            </p:cNvPr>
            <p:cNvSpPr>
              <a:spLocks noChangeArrowheads="1"/>
            </p:cNvSpPr>
            <p:nvPr/>
          </p:nvSpPr>
          <p:spPr bwMode="auto">
            <a:xfrm>
              <a:off x="2361" y="3473"/>
              <a:ext cx="87" cy="98"/>
            </a:xfrm>
            <a:prstGeom prst="ellipse">
              <a:avLst/>
            </a:prstGeom>
            <a:gradFill rotWithShape="0">
              <a:gsLst>
                <a:gs pos="0">
                  <a:srgbClr val="FC0128"/>
                </a:gs>
                <a:gs pos="100000">
                  <a:srgbClr val="CA0120"/>
                </a:gs>
              </a:gsLst>
              <a:lin ang="189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80930" name="Oval 58">
              <a:extLst>
                <a:ext uri="{FF2B5EF4-FFF2-40B4-BE49-F238E27FC236}">
                  <a16:creationId xmlns:a16="http://schemas.microsoft.com/office/drawing/2014/main" id="{AA8F0910-8EF5-1BC5-E951-85D45E577B98}"/>
                </a:ext>
              </a:extLst>
            </p:cNvPr>
            <p:cNvSpPr>
              <a:spLocks noChangeArrowheads="1"/>
            </p:cNvSpPr>
            <p:nvPr/>
          </p:nvSpPr>
          <p:spPr bwMode="auto">
            <a:xfrm>
              <a:off x="2345" y="3493"/>
              <a:ext cx="86" cy="98"/>
            </a:xfrm>
            <a:prstGeom prst="ellipse">
              <a:avLst/>
            </a:prstGeom>
            <a:gradFill rotWithShape="0">
              <a:gsLst>
                <a:gs pos="0">
                  <a:srgbClr val="FC0128"/>
                </a:gs>
                <a:gs pos="100000">
                  <a:srgbClr val="CA0120"/>
                </a:gs>
              </a:gsLst>
              <a:lin ang="189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80931" name="Oval 59">
              <a:extLst>
                <a:ext uri="{FF2B5EF4-FFF2-40B4-BE49-F238E27FC236}">
                  <a16:creationId xmlns:a16="http://schemas.microsoft.com/office/drawing/2014/main" id="{5770259F-BE24-EAAE-F766-CAF059C25788}"/>
                </a:ext>
              </a:extLst>
            </p:cNvPr>
            <p:cNvSpPr>
              <a:spLocks noChangeArrowheads="1"/>
            </p:cNvSpPr>
            <p:nvPr/>
          </p:nvSpPr>
          <p:spPr bwMode="auto">
            <a:xfrm>
              <a:off x="2873" y="3828"/>
              <a:ext cx="86" cy="99"/>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80932" name="Oval 60">
              <a:extLst>
                <a:ext uri="{FF2B5EF4-FFF2-40B4-BE49-F238E27FC236}">
                  <a16:creationId xmlns:a16="http://schemas.microsoft.com/office/drawing/2014/main" id="{DD42BD1F-8A29-B227-FD27-430B18B4C858}"/>
                </a:ext>
              </a:extLst>
            </p:cNvPr>
            <p:cNvSpPr>
              <a:spLocks noChangeArrowheads="1"/>
            </p:cNvSpPr>
            <p:nvPr/>
          </p:nvSpPr>
          <p:spPr bwMode="auto">
            <a:xfrm>
              <a:off x="2857" y="3837"/>
              <a:ext cx="86" cy="102"/>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80933" name="AutoShape 61">
              <a:extLst>
                <a:ext uri="{FF2B5EF4-FFF2-40B4-BE49-F238E27FC236}">
                  <a16:creationId xmlns:a16="http://schemas.microsoft.com/office/drawing/2014/main" id="{AE76AF43-2964-B104-C3BD-112C5D31D103}"/>
                </a:ext>
              </a:extLst>
            </p:cNvPr>
            <p:cNvSpPr>
              <a:spLocks noChangeArrowheads="1"/>
            </p:cNvSpPr>
            <p:nvPr/>
          </p:nvSpPr>
          <p:spPr bwMode="auto">
            <a:xfrm>
              <a:off x="2361" y="3698"/>
              <a:ext cx="66" cy="151"/>
            </a:xfrm>
            <a:prstGeom prst="cube">
              <a:avLst>
                <a:gd name="adj" fmla="val 24995"/>
              </a:avLst>
            </a:prstGeom>
            <a:gradFill rotWithShape="0">
              <a:gsLst>
                <a:gs pos="0">
                  <a:srgbClr val="A7A7A7"/>
                </a:gs>
                <a:gs pos="100000">
                  <a:srgbClr val="919191"/>
                </a:gs>
              </a:gsLst>
              <a:lin ang="189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80934" name="AutoShape 62">
              <a:extLst>
                <a:ext uri="{FF2B5EF4-FFF2-40B4-BE49-F238E27FC236}">
                  <a16:creationId xmlns:a16="http://schemas.microsoft.com/office/drawing/2014/main" id="{0224589B-6168-2B4E-3153-60EB29FEA40C}"/>
                </a:ext>
              </a:extLst>
            </p:cNvPr>
            <p:cNvSpPr>
              <a:spLocks noChangeArrowheads="1"/>
            </p:cNvSpPr>
            <p:nvPr/>
          </p:nvSpPr>
          <p:spPr bwMode="auto">
            <a:xfrm>
              <a:off x="2877" y="3493"/>
              <a:ext cx="90" cy="250"/>
            </a:xfrm>
            <a:prstGeom prst="cube">
              <a:avLst>
                <a:gd name="adj" fmla="val 24995"/>
              </a:avLst>
            </a:prstGeom>
            <a:gradFill rotWithShape="0">
              <a:gsLst>
                <a:gs pos="0">
                  <a:srgbClr val="BDBDBD"/>
                </a:gs>
                <a:gs pos="100000">
                  <a:srgbClr val="919191"/>
                </a:gs>
              </a:gsLst>
              <a:lin ang="189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nvGrpSpPr>
            <p:cNvPr id="80935" name="Group 63">
              <a:extLst>
                <a:ext uri="{FF2B5EF4-FFF2-40B4-BE49-F238E27FC236}">
                  <a16:creationId xmlns:a16="http://schemas.microsoft.com/office/drawing/2014/main" id="{521A4FA2-C68B-C4D3-9BAE-BA8CEF39EA88}"/>
                </a:ext>
              </a:extLst>
            </p:cNvPr>
            <p:cNvGrpSpPr>
              <a:grpSpLocks/>
            </p:cNvGrpSpPr>
            <p:nvPr/>
          </p:nvGrpSpPr>
          <p:grpSpPr bwMode="auto">
            <a:xfrm>
              <a:off x="3065" y="3837"/>
              <a:ext cx="70" cy="90"/>
              <a:chOff x="3065" y="3837"/>
              <a:chExt cx="70" cy="90"/>
            </a:xfrm>
          </p:grpSpPr>
          <p:sp>
            <p:nvSpPr>
              <p:cNvPr id="80956" name="Oval 64">
                <a:extLst>
                  <a:ext uri="{FF2B5EF4-FFF2-40B4-BE49-F238E27FC236}">
                    <a16:creationId xmlns:a16="http://schemas.microsoft.com/office/drawing/2014/main" id="{68E7AEAE-B7BB-30E6-48BF-218464DCDB7E}"/>
                  </a:ext>
                </a:extLst>
              </p:cNvPr>
              <p:cNvSpPr>
                <a:spLocks noChangeArrowheads="1"/>
              </p:cNvSpPr>
              <p:nvPr/>
            </p:nvSpPr>
            <p:spPr bwMode="auto">
              <a:xfrm>
                <a:off x="3069" y="3837"/>
                <a:ext cx="66" cy="82"/>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80957" name="Oval 65">
                <a:extLst>
                  <a:ext uri="{FF2B5EF4-FFF2-40B4-BE49-F238E27FC236}">
                    <a16:creationId xmlns:a16="http://schemas.microsoft.com/office/drawing/2014/main" id="{D16CE6FB-0A59-7EC1-6FCE-09307D80BC44}"/>
                  </a:ext>
                </a:extLst>
              </p:cNvPr>
              <p:cNvSpPr>
                <a:spLocks noChangeArrowheads="1"/>
              </p:cNvSpPr>
              <p:nvPr/>
            </p:nvSpPr>
            <p:spPr bwMode="auto">
              <a:xfrm>
                <a:off x="3065" y="3845"/>
                <a:ext cx="58" cy="82"/>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sp>
          <p:nvSpPr>
            <p:cNvPr id="80936" name="AutoShape 66">
              <a:extLst>
                <a:ext uri="{FF2B5EF4-FFF2-40B4-BE49-F238E27FC236}">
                  <a16:creationId xmlns:a16="http://schemas.microsoft.com/office/drawing/2014/main" id="{F4A8EE02-6B42-7949-90B5-04710F48C1A8}"/>
                </a:ext>
              </a:extLst>
            </p:cNvPr>
            <p:cNvSpPr>
              <a:spLocks noChangeArrowheads="1"/>
            </p:cNvSpPr>
            <p:nvPr/>
          </p:nvSpPr>
          <p:spPr bwMode="auto">
            <a:xfrm>
              <a:off x="3209" y="3305"/>
              <a:ext cx="106" cy="618"/>
            </a:xfrm>
            <a:prstGeom prst="cube">
              <a:avLst>
                <a:gd name="adj" fmla="val 24995"/>
              </a:avLst>
            </a:prstGeom>
            <a:gradFill rotWithShape="0">
              <a:gsLst>
                <a:gs pos="0">
                  <a:srgbClr val="F4F4F4"/>
                </a:gs>
                <a:gs pos="100000">
                  <a:srgbClr val="919191"/>
                </a:gs>
              </a:gsLst>
              <a:lin ang="189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80937" name="AutoShape 67">
              <a:extLst>
                <a:ext uri="{FF2B5EF4-FFF2-40B4-BE49-F238E27FC236}">
                  <a16:creationId xmlns:a16="http://schemas.microsoft.com/office/drawing/2014/main" id="{BDDB3893-E369-5D9A-CDE5-F052CCC28689}"/>
                </a:ext>
              </a:extLst>
            </p:cNvPr>
            <p:cNvSpPr>
              <a:spLocks noChangeArrowheads="1"/>
            </p:cNvSpPr>
            <p:nvPr/>
          </p:nvSpPr>
          <p:spPr bwMode="auto">
            <a:xfrm>
              <a:off x="3294" y="3305"/>
              <a:ext cx="107" cy="618"/>
            </a:xfrm>
            <a:prstGeom prst="cube">
              <a:avLst>
                <a:gd name="adj" fmla="val 24995"/>
              </a:avLst>
            </a:prstGeom>
            <a:gradFill rotWithShape="0">
              <a:gsLst>
                <a:gs pos="0">
                  <a:srgbClr val="F4F4F4"/>
                </a:gs>
                <a:gs pos="100000">
                  <a:srgbClr val="919191"/>
                </a:gs>
              </a:gsLst>
              <a:lin ang="189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80938" name="AutoShape 68">
              <a:extLst>
                <a:ext uri="{FF2B5EF4-FFF2-40B4-BE49-F238E27FC236}">
                  <a16:creationId xmlns:a16="http://schemas.microsoft.com/office/drawing/2014/main" id="{0D0400AA-4F1C-7087-1202-2CBA94E252E2}"/>
                </a:ext>
              </a:extLst>
            </p:cNvPr>
            <p:cNvSpPr>
              <a:spLocks noChangeArrowheads="1"/>
            </p:cNvSpPr>
            <p:nvPr/>
          </p:nvSpPr>
          <p:spPr bwMode="auto">
            <a:xfrm>
              <a:off x="3384" y="3305"/>
              <a:ext cx="107" cy="618"/>
            </a:xfrm>
            <a:prstGeom prst="cube">
              <a:avLst>
                <a:gd name="adj" fmla="val 24995"/>
              </a:avLst>
            </a:prstGeom>
            <a:gradFill rotWithShape="0">
              <a:gsLst>
                <a:gs pos="0">
                  <a:srgbClr val="F4F4F4"/>
                </a:gs>
                <a:gs pos="100000">
                  <a:srgbClr val="919191"/>
                </a:gs>
              </a:gsLst>
              <a:lin ang="189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80939" name="AutoShape 69">
              <a:extLst>
                <a:ext uri="{FF2B5EF4-FFF2-40B4-BE49-F238E27FC236}">
                  <a16:creationId xmlns:a16="http://schemas.microsoft.com/office/drawing/2014/main" id="{F0143259-59A0-8804-C30D-A13B546302A2}"/>
                </a:ext>
              </a:extLst>
            </p:cNvPr>
            <p:cNvSpPr>
              <a:spLocks noChangeArrowheads="1"/>
            </p:cNvSpPr>
            <p:nvPr/>
          </p:nvSpPr>
          <p:spPr bwMode="auto">
            <a:xfrm>
              <a:off x="3470" y="3305"/>
              <a:ext cx="107" cy="618"/>
            </a:xfrm>
            <a:prstGeom prst="cube">
              <a:avLst>
                <a:gd name="adj" fmla="val 24995"/>
              </a:avLst>
            </a:prstGeom>
            <a:gradFill rotWithShape="0">
              <a:gsLst>
                <a:gs pos="0">
                  <a:srgbClr val="F4F4F4"/>
                </a:gs>
                <a:gs pos="100000">
                  <a:srgbClr val="919191"/>
                </a:gs>
              </a:gsLst>
              <a:lin ang="1890000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80940" name="Line 70">
              <a:extLst>
                <a:ext uri="{FF2B5EF4-FFF2-40B4-BE49-F238E27FC236}">
                  <a16:creationId xmlns:a16="http://schemas.microsoft.com/office/drawing/2014/main" id="{521748F0-0740-CEA3-8424-B514C3F204CC}"/>
                </a:ext>
              </a:extLst>
            </p:cNvPr>
            <p:cNvSpPr>
              <a:spLocks noChangeShapeType="1"/>
            </p:cNvSpPr>
            <p:nvPr/>
          </p:nvSpPr>
          <p:spPr bwMode="auto">
            <a:xfrm flipV="1">
              <a:off x="3209" y="3657"/>
              <a:ext cx="339" cy="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41" name="AutoShape 71">
              <a:extLst>
                <a:ext uri="{FF2B5EF4-FFF2-40B4-BE49-F238E27FC236}">
                  <a16:creationId xmlns:a16="http://schemas.microsoft.com/office/drawing/2014/main" id="{F44E3DE9-2513-FF3C-ABB4-BF30CD8E1EBD}"/>
                </a:ext>
              </a:extLst>
            </p:cNvPr>
            <p:cNvSpPr>
              <a:spLocks noChangeArrowheads="1"/>
            </p:cNvSpPr>
            <p:nvPr/>
          </p:nvSpPr>
          <p:spPr bwMode="auto">
            <a:xfrm>
              <a:off x="3069" y="3567"/>
              <a:ext cx="66" cy="147"/>
            </a:xfrm>
            <a:prstGeom prst="octagon">
              <a:avLst>
                <a:gd name="adj" fmla="val 29282"/>
              </a:avLst>
            </a:prstGeom>
            <a:gradFill rotWithShape="0">
              <a:gsLst>
                <a:gs pos="0">
                  <a:srgbClr val="F4F4F4"/>
                </a:gs>
                <a:gs pos="100000">
                  <a:srgbClr val="919191"/>
                </a:gs>
              </a:gsLst>
              <a:lin ang="0" scaled="1"/>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80942" name="Oval 72">
              <a:extLst>
                <a:ext uri="{FF2B5EF4-FFF2-40B4-BE49-F238E27FC236}">
                  <a16:creationId xmlns:a16="http://schemas.microsoft.com/office/drawing/2014/main" id="{C301A698-4476-E668-0F1B-75EC6D9C4B88}"/>
                </a:ext>
              </a:extLst>
            </p:cNvPr>
            <p:cNvSpPr>
              <a:spLocks noChangeArrowheads="1"/>
            </p:cNvSpPr>
            <p:nvPr/>
          </p:nvSpPr>
          <p:spPr bwMode="auto">
            <a:xfrm>
              <a:off x="3094" y="3538"/>
              <a:ext cx="16" cy="8"/>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80943" name="Oval 73">
              <a:extLst>
                <a:ext uri="{FF2B5EF4-FFF2-40B4-BE49-F238E27FC236}">
                  <a16:creationId xmlns:a16="http://schemas.microsoft.com/office/drawing/2014/main" id="{869E7AA9-2DA5-4AE3-F974-3E93171C88F5}"/>
                </a:ext>
              </a:extLst>
            </p:cNvPr>
            <p:cNvSpPr>
              <a:spLocks noChangeArrowheads="1"/>
            </p:cNvSpPr>
            <p:nvPr/>
          </p:nvSpPr>
          <p:spPr bwMode="auto">
            <a:xfrm>
              <a:off x="3090" y="3734"/>
              <a:ext cx="16" cy="13"/>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nvGrpSpPr>
            <p:cNvPr id="80944" name="Group 74">
              <a:extLst>
                <a:ext uri="{FF2B5EF4-FFF2-40B4-BE49-F238E27FC236}">
                  <a16:creationId xmlns:a16="http://schemas.microsoft.com/office/drawing/2014/main" id="{E495E022-5B27-C7D8-92A6-D92D6FF5AF96}"/>
                </a:ext>
              </a:extLst>
            </p:cNvPr>
            <p:cNvGrpSpPr>
              <a:grpSpLocks/>
            </p:cNvGrpSpPr>
            <p:nvPr/>
          </p:nvGrpSpPr>
          <p:grpSpPr bwMode="auto">
            <a:xfrm>
              <a:off x="2509" y="3374"/>
              <a:ext cx="78" cy="491"/>
              <a:chOff x="2509" y="3374"/>
              <a:chExt cx="78" cy="491"/>
            </a:xfrm>
          </p:grpSpPr>
          <p:grpSp>
            <p:nvGrpSpPr>
              <p:cNvPr id="80947" name="Group 75">
                <a:extLst>
                  <a:ext uri="{FF2B5EF4-FFF2-40B4-BE49-F238E27FC236}">
                    <a16:creationId xmlns:a16="http://schemas.microsoft.com/office/drawing/2014/main" id="{67D64D3B-B602-465E-62BF-59CE3EB71739}"/>
                  </a:ext>
                </a:extLst>
              </p:cNvPr>
              <p:cNvGrpSpPr>
                <a:grpSpLocks/>
              </p:cNvGrpSpPr>
              <p:nvPr/>
            </p:nvGrpSpPr>
            <p:grpSpPr bwMode="auto">
              <a:xfrm>
                <a:off x="2509" y="3374"/>
                <a:ext cx="78" cy="91"/>
                <a:chOff x="2509" y="3374"/>
                <a:chExt cx="78" cy="91"/>
              </a:xfrm>
            </p:grpSpPr>
            <p:sp>
              <p:nvSpPr>
                <p:cNvPr id="80954" name="Oval 76">
                  <a:extLst>
                    <a:ext uri="{FF2B5EF4-FFF2-40B4-BE49-F238E27FC236}">
                      <a16:creationId xmlns:a16="http://schemas.microsoft.com/office/drawing/2014/main" id="{4B0A8685-DEF3-6C49-6405-0DA457A75CCA}"/>
                    </a:ext>
                  </a:extLst>
                </p:cNvPr>
                <p:cNvSpPr>
                  <a:spLocks noChangeArrowheads="1"/>
                </p:cNvSpPr>
                <p:nvPr/>
              </p:nvSpPr>
              <p:spPr bwMode="auto">
                <a:xfrm>
                  <a:off x="2521" y="3374"/>
                  <a:ext cx="66" cy="70"/>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80955" name="Oval 77">
                  <a:extLst>
                    <a:ext uri="{FF2B5EF4-FFF2-40B4-BE49-F238E27FC236}">
                      <a16:creationId xmlns:a16="http://schemas.microsoft.com/office/drawing/2014/main" id="{E41A97CE-E8A7-105C-110B-49842BB707E4}"/>
                    </a:ext>
                  </a:extLst>
                </p:cNvPr>
                <p:cNvSpPr>
                  <a:spLocks noChangeArrowheads="1"/>
                </p:cNvSpPr>
                <p:nvPr/>
              </p:nvSpPr>
              <p:spPr bwMode="auto">
                <a:xfrm>
                  <a:off x="2509" y="3395"/>
                  <a:ext cx="65" cy="70"/>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80948" name="Group 78">
                <a:extLst>
                  <a:ext uri="{FF2B5EF4-FFF2-40B4-BE49-F238E27FC236}">
                    <a16:creationId xmlns:a16="http://schemas.microsoft.com/office/drawing/2014/main" id="{640E2EBE-E0F3-D80C-53D0-99E4D627B909}"/>
                  </a:ext>
                </a:extLst>
              </p:cNvPr>
              <p:cNvGrpSpPr>
                <a:grpSpLocks/>
              </p:cNvGrpSpPr>
              <p:nvPr/>
            </p:nvGrpSpPr>
            <p:grpSpPr bwMode="auto">
              <a:xfrm>
                <a:off x="2509" y="3575"/>
                <a:ext cx="78" cy="86"/>
                <a:chOff x="2509" y="3575"/>
                <a:chExt cx="78" cy="86"/>
              </a:xfrm>
            </p:grpSpPr>
            <p:sp>
              <p:nvSpPr>
                <p:cNvPr id="80952" name="Oval 79">
                  <a:extLst>
                    <a:ext uri="{FF2B5EF4-FFF2-40B4-BE49-F238E27FC236}">
                      <a16:creationId xmlns:a16="http://schemas.microsoft.com/office/drawing/2014/main" id="{9B5F068F-D3A0-B90D-7940-537D0DE063D0}"/>
                    </a:ext>
                  </a:extLst>
                </p:cNvPr>
                <p:cNvSpPr>
                  <a:spLocks noChangeArrowheads="1"/>
                </p:cNvSpPr>
                <p:nvPr/>
              </p:nvSpPr>
              <p:spPr bwMode="auto">
                <a:xfrm>
                  <a:off x="2521" y="3575"/>
                  <a:ext cx="66" cy="65"/>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80953" name="Oval 80">
                  <a:extLst>
                    <a:ext uri="{FF2B5EF4-FFF2-40B4-BE49-F238E27FC236}">
                      <a16:creationId xmlns:a16="http://schemas.microsoft.com/office/drawing/2014/main" id="{A1D371F4-1049-A0C9-E3F1-0E166E771431}"/>
                    </a:ext>
                  </a:extLst>
                </p:cNvPr>
                <p:cNvSpPr>
                  <a:spLocks noChangeArrowheads="1"/>
                </p:cNvSpPr>
                <p:nvPr/>
              </p:nvSpPr>
              <p:spPr bwMode="auto">
                <a:xfrm>
                  <a:off x="2509" y="3591"/>
                  <a:ext cx="65" cy="70"/>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nvGrpSpPr>
              <p:cNvPr id="80949" name="Group 81">
                <a:extLst>
                  <a:ext uri="{FF2B5EF4-FFF2-40B4-BE49-F238E27FC236}">
                    <a16:creationId xmlns:a16="http://schemas.microsoft.com/office/drawing/2014/main" id="{468AB3DA-C458-4D1C-441D-65349F655FC7}"/>
                  </a:ext>
                </a:extLst>
              </p:cNvPr>
              <p:cNvGrpSpPr>
                <a:grpSpLocks/>
              </p:cNvGrpSpPr>
              <p:nvPr/>
            </p:nvGrpSpPr>
            <p:grpSpPr bwMode="auto">
              <a:xfrm>
                <a:off x="2509" y="3779"/>
                <a:ext cx="78" cy="86"/>
                <a:chOff x="2509" y="3779"/>
                <a:chExt cx="78" cy="86"/>
              </a:xfrm>
            </p:grpSpPr>
            <p:sp>
              <p:nvSpPr>
                <p:cNvPr id="80950" name="Oval 82">
                  <a:extLst>
                    <a:ext uri="{FF2B5EF4-FFF2-40B4-BE49-F238E27FC236}">
                      <a16:creationId xmlns:a16="http://schemas.microsoft.com/office/drawing/2014/main" id="{7159DF3C-AF5D-6717-6476-762FCA4E5D0B}"/>
                    </a:ext>
                  </a:extLst>
                </p:cNvPr>
                <p:cNvSpPr>
                  <a:spLocks noChangeArrowheads="1"/>
                </p:cNvSpPr>
                <p:nvPr/>
              </p:nvSpPr>
              <p:spPr bwMode="auto">
                <a:xfrm>
                  <a:off x="2521" y="3779"/>
                  <a:ext cx="66" cy="70"/>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sp>
              <p:nvSpPr>
                <p:cNvPr id="80951" name="Oval 83">
                  <a:extLst>
                    <a:ext uri="{FF2B5EF4-FFF2-40B4-BE49-F238E27FC236}">
                      <a16:creationId xmlns:a16="http://schemas.microsoft.com/office/drawing/2014/main" id="{35EF1CA9-2201-2C54-52E2-FB1FCA0CE605}"/>
                    </a:ext>
                  </a:extLst>
                </p:cNvPr>
                <p:cNvSpPr>
                  <a:spLocks noChangeArrowheads="1"/>
                </p:cNvSpPr>
                <p:nvPr/>
              </p:nvSpPr>
              <p:spPr bwMode="auto">
                <a:xfrm>
                  <a:off x="2509" y="3796"/>
                  <a:ext cx="65" cy="69"/>
                </a:xfrm>
                <a:prstGeom prst="ellipse">
                  <a:avLst/>
                </a:prstGeom>
                <a:solidFill>
                  <a:schemeClr val="bg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endParaRPr lang="zh-CN" altLang="en-US" sz="1800"/>
                </a:p>
              </p:txBody>
            </p:sp>
          </p:grpSp>
        </p:grpSp>
        <p:sp>
          <p:nvSpPr>
            <p:cNvPr id="80945" name="Line 84">
              <a:extLst>
                <a:ext uri="{FF2B5EF4-FFF2-40B4-BE49-F238E27FC236}">
                  <a16:creationId xmlns:a16="http://schemas.microsoft.com/office/drawing/2014/main" id="{F5449856-C02C-3FFC-7F31-90F5F5677884}"/>
                </a:ext>
              </a:extLst>
            </p:cNvPr>
            <p:cNvSpPr>
              <a:spLocks noChangeShapeType="1"/>
            </p:cNvSpPr>
            <p:nvPr/>
          </p:nvSpPr>
          <p:spPr bwMode="auto">
            <a:xfrm flipV="1">
              <a:off x="2885" y="3207"/>
              <a:ext cx="58" cy="9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46" name="Line 85">
              <a:extLst>
                <a:ext uri="{FF2B5EF4-FFF2-40B4-BE49-F238E27FC236}">
                  <a16:creationId xmlns:a16="http://schemas.microsoft.com/office/drawing/2014/main" id="{6936CF85-8338-296F-6953-83A25BBF1B88}"/>
                </a:ext>
              </a:extLst>
            </p:cNvPr>
            <p:cNvSpPr>
              <a:spLocks noChangeShapeType="1"/>
            </p:cNvSpPr>
            <p:nvPr/>
          </p:nvSpPr>
          <p:spPr bwMode="auto">
            <a:xfrm flipV="1">
              <a:off x="3233" y="3207"/>
              <a:ext cx="49" cy="9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0917" name="Rectangle 86">
            <a:extLst>
              <a:ext uri="{FF2B5EF4-FFF2-40B4-BE49-F238E27FC236}">
                <a16:creationId xmlns:a16="http://schemas.microsoft.com/office/drawing/2014/main" id="{413BEBE0-E35A-3DDB-3F60-7194AA7991C3}"/>
              </a:ext>
            </a:extLst>
          </p:cNvPr>
          <p:cNvSpPr>
            <a:spLocks noChangeArrowheads="1"/>
          </p:cNvSpPr>
          <p:nvPr/>
        </p:nvSpPr>
        <p:spPr bwMode="auto">
          <a:xfrm>
            <a:off x="5773738" y="4959350"/>
            <a:ext cx="6381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spcBef>
                <a:spcPct val="0"/>
              </a:spcBef>
            </a:pPr>
            <a:r>
              <a:rPr kumimoji="1" lang="zh-CN" altLang="en-US" sz="1800">
                <a:solidFill>
                  <a:srgbClr val="2F00CC"/>
                </a:solidFill>
              </a:rPr>
              <a:t>从站</a:t>
            </a: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6" name="图片 1">
            <a:extLst>
              <a:ext uri="{FF2B5EF4-FFF2-40B4-BE49-F238E27FC236}">
                <a16:creationId xmlns:a16="http://schemas.microsoft.com/office/drawing/2014/main" id="{5AB7A11F-CD5F-CCCB-0224-2E37E57B28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295400"/>
            <a:ext cx="8221663" cy="394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4" name="图片 1">
            <a:extLst>
              <a:ext uri="{FF2B5EF4-FFF2-40B4-BE49-F238E27FC236}">
                <a16:creationId xmlns:a16="http://schemas.microsoft.com/office/drawing/2014/main" id="{D51609F2-FA45-589D-DAA6-2AF06987846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400" y="838200"/>
            <a:ext cx="8021638" cy="496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a:extLst>
              <a:ext uri="{FF2B5EF4-FFF2-40B4-BE49-F238E27FC236}">
                <a16:creationId xmlns:a16="http://schemas.microsoft.com/office/drawing/2014/main" id="{6B6FF084-2FA0-2C22-CBA7-6FFC90A84127}"/>
              </a:ext>
            </a:extLst>
          </p:cNvPr>
          <p:cNvSpPr>
            <a:spLocks noGrp="1" noChangeArrowheads="1"/>
          </p:cNvSpPr>
          <p:nvPr>
            <p:ph type="title"/>
          </p:nvPr>
        </p:nvSpPr>
        <p:spPr>
          <a:xfrm>
            <a:off x="457200" y="457200"/>
            <a:ext cx="8579296" cy="738000"/>
          </a:xfrm>
        </p:spPr>
        <p:txBody>
          <a:bodyPr/>
          <a:lstStyle/>
          <a:p>
            <a:pPr eaLnBrk="1" hangingPunct="1"/>
            <a:r>
              <a:rPr lang="en-US" altLang="zh-CN" sz="3600" dirty="0">
                <a:solidFill>
                  <a:schemeClr val="tx1"/>
                </a:solidFill>
              </a:rPr>
              <a:t>2.2.3</a:t>
            </a:r>
            <a:r>
              <a:rPr lang="zh-CN" altLang="en-US" sz="3600" dirty="0">
                <a:solidFill>
                  <a:schemeClr val="tx1"/>
                </a:solidFill>
              </a:rPr>
              <a:t> </a:t>
            </a:r>
            <a:r>
              <a:rPr lang="zh-CN" altLang="en-US" sz="3600" dirty="0"/>
              <a:t>在硬件配置表中配置</a:t>
            </a:r>
            <a:r>
              <a:rPr lang="en-US" altLang="zh-CN" sz="3600" dirty="0"/>
              <a:t>PROFIBUS</a:t>
            </a:r>
          </a:p>
        </p:txBody>
      </p:sp>
      <p:sp>
        <p:nvSpPr>
          <p:cNvPr id="165891" name="Rectangle 3">
            <a:extLst>
              <a:ext uri="{FF2B5EF4-FFF2-40B4-BE49-F238E27FC236}">
                <a16:creationId xmlns:a16="http://schemas.microsoft.com/office/drawing/2014/main" id="{28C473D3-F042-878B-D506-D0A8101248FE}"/>
              </a:ext>
            </a:extLst>
          </p:cNvPr>
          <p:cNvSpPr>
            <a:spLocks noChangeArrowheads="1"/>
          </p:cNvSpPr>
          <p:nvPr/>
        </p:nvSpPr>
        <p:spPr bwMode="auto">
          <a:xfrm>
            <a:off x="152400" y="1143000"/>
            <a:ext cx="8686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800" dirty="0"/>
              <a:t>右击包括有例如</a:t>
            </a:r>
            <a:r>
              <a:rPr lang="en-US" altLang="zh-CN" sz="1800" dirty="0"/>
              <a:t>CP443-5ext </a:t>
            </a:r>
            <a:r>
              <a:rPr lang="zh-CN" altLang="en-US" sz="1800" dirty="0"/>
              <a:t>等</a:t>
            </a:r>
            <a:r>
              <a:rPr lang="en-US" altLang="zh-CN" sz="1800" dirty="0"/>
              <a:t>DP</a:t>
            </a:r>
            <a:r>
              <a:rPr lang="zh-CN" altLang="en-US" sz="1800" dirty="0"/>
              <a:t>接口的栏，可以使用功能“</a:t>
            </a:r>
            <a:r>
              <a:rPr lang="en-US" altLang="zh-CN" sz="1800" dirty="0"/>
              <a:t>Add Master System”</a:t>
            </a:r>
            <a:r>
              <a:rPr lang="zh-CN" altLang="en-US" sz="1800" dirty="0"/>
              <a:t>将该模块定义为</a:t>
            </a:r>
            <a:r>
              <a:rPr lang="en-US" altLang="zh-CN" sz="1800" dirty="0"/>
              <a:t>DP</a:t>
            </a:r>
            <a:r>
              <a:rPr lang="zh-CN" altLang="en-US" sz="1800" dirty="0"/>
              <a:t>主站，并向其中插入一个新的</a:t>
            </a:r>
            <a:r>
              <a:rPr lang="en-US" altLang="zh-CN" sz="1800" dirty="0"/>
              <a:t>PROFIBUS DP</a:t>
            </a:r>
            <a:r>
              <a:rPr lang="zh-CN" altLang="en-US" sz="1800" dirty="0"/>
              <a:t>线。</a:t>
            </a:r>
          </a:p>
        </p:txBody>
      </p:sp>
      <p:pic>
        <p:nvPicPr>
          <p:cNvPr id="165893" name="Picture 5" descr="b521">
            <a:extLst>
              <a:ext uri="{FF2B5EF4-FFF2-40B4-BE49-F238E27FC236}">
                <a16:creationId xmlns:a16="http://schemas.microsoft.com/office/drawing/2014/main" id="{F1E11D05-FBDE-ED78-4093-FC8252E35A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981200"/>
            <a:ext cx="5943600" cy="415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3">
            <a:extLst>
              <a:ext uri="{FF2B5EF4-FFF2-40B4-BE49-F238E27FC236}">
                <a16:creationId xmlns:a16="http://schemas.microsoft.com/office/drawing/2014/main" id="{2682A7D6-BA70-3300-D2FE-417801D21855}"/>
              </a:ext>
            </a:extLst>
          </p:cNvPr>
          <p:cNvSpPr>
            <a:spLocks noChangeArrowheads="1"/>
          </p:cNvSpPr>
          <p:nvPr/>
        </p:nvSpPr>
        <p:spPr bwMode="auto">
          <a:xfrm>
            <a:off x="152400" y="455613"/>
            <a:ext cx="8686800" cy="316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800"/>
              <a:t>        </a:t>
            </a:r>
            <a:r>
              <a:rPr lang="zh-CN" altLang="en-US" sz="1800"/>
              <a:t>在接下来自动打开的窗口中，可以将该</a:t>
            </a:r>
            <a:r>
              <a:rPr lang="en-US" altLang="zh-CN" sz="1800"/>
              <a:t>DP</a:t>
            </a:r>
            <a:r>
              <a:rPr lang="zh-CN" altLang="en-US" sz="1800"/>
              <a:t>主站分配给某个现有的</a:t>
            </a:r>
            <a:r>
              <a:rPr lang="en-US" altLang="zh-CN" sz="1800"/>
              <a:t>PROFIBUS</a:t>
            </a:r>
            <a:r>
              <a:rPr lang="zh-CN" altLang="en-US" sz="1800"/>
              <a:t>，但你的项目中，必须创造一个新的</a:t>
            </a:r>
            <a:r>
              <a:rPr lang="en-US" altLang="zh-CN" sz="1800"/>
              <a:t>PROFIBUS</a:t>
            </a:r>
            <a:r>
              <a:rPr lang="zh-CN" altLang="en-US" sz="1800"/>
              <a:t>子网。接下来，“</a:t>
            </a:r>
            <a:r>
              <a:rPr lang="en-US" altLang="zh-CN" sz="1800"/>
              <a:t>Properties – New subnet PROFIBUS”</a:t>
            </a:r>
            <a:r>
              <a:rPr lang="zh-CN" altLang="en-US" sz="1800"/>
              <a:t>视窗将自动打开，并可修改其默认名称</a:t>
            </a:r>
            <a:r>
              <a:rPr lang="en-US" altLang="zh-CN" sz="1800"/>
              <a:t>PROFIBUS</a:t>
            </a:r>
            <a:r>
              <a:rPr lang="zh-CN" altLang="en-US" sz="1800"/>
              <a:t>（</a:t>
            </a:r>
            <a:r>
              <a:rPr lang="en-US" altLang="zh-CN" sz="1800"/>
              <a:t>2</a:t>
            </a:r>
            <a:r>
              <a:rPr lang="zh-CN" altLang="en-US" sz="1800"/>
              <a:t>）。</a:t>
            </a:r>
          </a:p>
          <a:p>
            <a:pPr eaLnBrk="1" hangingPunct="1">
              <a:spcBef>
                <a:spcPct val="0"/>
              </a:spcBef>
            </a:pPr>
            <a:r>
              <a:rPr lang="zh-CN" altLang="en-US" sz="1800"/>
              <a:t>       结果，你将看到</a:t>
            </a:r>
            <a:r>
              <a:rPr lang="en-US" altLang="zh-CN" sz="1800"/>
              <a:t>DP master system</a:t>
            </a:r>
            <a:r>
              <a:rPr lang="zh-CN" altLang="en-US" sz="1800"/>
              <a:t>（</a:t>
            </a:r>
            <a:r>
              <a:rPr lang="en-US" altLang="zh-CN" sz="1800"/>
              <a:t>2</a:t>
            </a:r>
            <a:r>
              <a:rPr lang="zh-CN" altLang="en-US" sz="1800"/>
              <a:t>）分配给以</a:t>
            </a:r>
            <a:r>
              <a:rPr lang="en-US" altLang="zh-CN" sz="1800"/>
              <a:t>CP443-5</a:t>
            </a:r>
            <a:r>
              <a:rPr lang="zh-CN" altLang="en-US" sz="1800"/>
              <a:t>为</a:t>
            </a:r>
            <a:r>
              <a:rPr lang="en-US" altLang="zh-CN" sz="1800"/>
              <a:t>DP</a:t>
            </a:r>
            <a:r>
              <a:rPr lang="zh-CN" altLang="en-US" sz="1800"/>
              <a:t>主站的</a:t>
            </a:r>
            <a:r>
              <a:rPr lang="en-US" altLang="zh-CN" sz="1800"/>
              <a:t>PROFIBUS</a:t>
            </a:r>
            <a:r>
              <a:rPr lang="zh-CN" altLang="en-US" sz="1800"/>
              <a:t>（</a:t>
            </a:r>
            <a:r>
              <a:rPr lang="en-US" altLang="zh-CN" sz="1800"/>
              <a:t>2</a:t>
            </a:r>
            <a:r>
              <a:rPr lang="zh-CN" altLang="en-US" sz="1800"/>
              <a:t>）总线。</a:t>
            </a:r>
          </a:p>
          <a:p>
            <a:pPr eaLnBrk="1" hangingPunct="1">
              <a:spcBef>
                <a:spcPct val="0"/>
              </a:spcBef>
            </a:pPr>
            <a:r>
              <a:rPr lang="zh-CN" altLang="en-US" sz="1800"/>
              <a:t>        所有默认情况下，每个单</a:t>
            </a:r>
            <a:r>
              <a:rPr lang="en-US" altLang="zh-CN" sz="1800"/>
              <a:t>PROFIBUS DP</a:t>
            </a:r>
            <a:r>
              <a:rPr lang="zh-CN" altLang="en-US" sz="1800"/>
              <a:t>主站的</a:t>
            </a:r>
            <a:r>
              <a:rPr lang="en-US" altLang="zh-CN" sz="1800"/>
              <a:t>DP</a:t>
            </a:r>
            <a:r>
              <a:rPr lang="zh-CN" altLang="en-US" sz="1800"/>
              <a:t>地址为</a:t>
            </a:r>
            <a:r>
              <a:rPr lang="en-US" altLang="zh-CN" sz="1800"/>
              <a:t>2</a:t>
            </a:r>
            <a:r>
              <a:rPr lang="zh-CN" altLang="en-US" sz="1800"/>
              <a:t>，并且其总线波特率为指定为 </a:t>
            </a:r>
            <a:r>
              <a:rPr lang="en-US" altLang="zh-CN" sz="1800"/>
              <a:t>1.5 Mbits/s</a:t>
            </a:r>
            <a:r>
              <a:rPr lang="zh-CN" altLang="en-US" sz="1800"/>
              <a:t>。</a:t>
            </a:r>
          </a:p>
          <a:p>
            <a:pPr eaLnBrk="1" hangingPunct="1">
              <a:spcBef>
                <a:spcPct val="0"/>
              </a:spcBef>
            </a:pPr>
            <a:r>
              <a:rPr lang="zh-CN" altLang="en-US" sz="1800"/>
              <a:t>          在</a:t>
            </a:r>
            <a:r>
              <a:rPr lang="en-US" altLang="zh-CN" sz="1800"/>
              <a:t>PROFIBUS</a:t>
            </a:r>
            <a:r>
              <a:rPr lang="zh-CN" altLang="en-US" sz="1800"/>
              <a:t>子网对象属性中，你可以根据自己的需要，基于</a:t>
            </a:r>
            <a:r>
              <a:rPr lang="en-US" altLang="zh-CN" sz="1800"/>
              <a:t>PROFIBUS</a:t>
            </a:r>
            <a:r>
              <a:rPr lang="zh-CN" altLang="en-US" sz="1800"/>
              <a:t>标准更改更多的参数直到满足项目要求。</a:t>
            </a:r>
          </a:p>
          <a:p>
            <a:pPr eaLnBrk="1" hangingPunct="1">
              <a:spcBef>
                <a:spcPct val="0"/>
              </a:spcBef>
            </a:pPr>
            <a:endParaRPr lang="zh-CN" altLang="en-US" sz="1800"/>
          </a:p>
          <a:p>
            <a:pPr algn="just" eaLnBrk="1" hangingPunct="1"/>
            <a:endParaRPr lang="en-US" altLang="zh-CN" sz="1800"/>
          </a:p>
        </p:txBody>
      </p:sp>
      <p:pic>
        <p:nvPicPr>
          <p:cNvPr id="166916" name="Picture 8">
            <a:extLst>
              <a:ext uri="{FF2B5EF4-FFF2-40B4-BE49-F238E27FC236}">
                <a16:creationId xmlns:a16="http://schemas.microsoft.com/office/drawing/2014/main" id="{41E0CAB1-B2A9-8CFB-B94B-9D6F198E3B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971800"/>
            <a:ext cx="4267200" cy="323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66917" name="Object 9">
            <a:extLst>
              <a:ext uri="{FF2B5EF4-FFF2-40B4-BE49-F238E27FC236}">
                <a16:creationId xmlns:a16="http://schemas.microsoft.com/office/drawing/2014/main" id="{5218C5FE-7F6F-C482-B68A-D5EC13579C11}"/>
              </a:ext>
            </a:extLst>
          </p:cNvPr>
          <p:cNvGraphicFramePr>
            <a:graphicFrameLocks noGrp="1" noChangeAspect="1"/>
          </p:cNvGraphicFramePr>
          <p:nvPr>
            <p:ph/>
          </p:nvPr>
        </p:nvGraphicFramePr>
        <p:xfrm>
          <a:off x="4572000" y="2971800"/>
          <a:ext cx="4292600" cy="3275013"/>
        </p:xfrm>
        <a:graphic>
          <a:graphicData uri="http://schemas.openxmlformats.org/presentationml/2006/ole">
            <mc:AlternateContent xmlns:mc="http://schemas.openxmlformats.org/markup-compatibility/2006">
              <mc:Choice xmlns:v="urn:schemas-microsoft-com:vml" Requires="v">
                <p:oleObj spid="_x0000_s6151" name="Image" r:id="rId4" imgW="5841270" imgH="4457143" progId="Photoshop.Image.8">
                  <p:embed/>
                </p:oleObj>
              </mc:Choice>
              <mc:Fallback>
                <p:oleObj name="Image" r:id="rId4" imgW="5841270" imgH="4457143" progId="Photoshop.Image.8">
                  <p:embed/>
                  <p:pic>
                    <p:nvPicPr>
                      <p:cNvPr id="166917" name="Object 9">
                        <a:extLst>
                          <a:ext uri="{FF2B5EF4-FFF2-40B4-BE49-F238E27FC236}">
                            <a16:creationId xmlns:a16="http://schemas.microsoft.com/office/drawing/2014/main" id="{5218C5FE-7F6F-C482-B68A-D5EC13579C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2971800"/>
                        <a:ext cx="4292600" cy="3275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a:extLst>
              <a:ext uri="{FF2B5EF4-FFF2-40B4-BE49-F238E27FC236}">
                <a16:creationId xmlns:a16="http://schemas.microsoft.com/office/drawing/2014/main" id="{387CE5F7-C933-6D23-CFCA-314532AE4AF5}"/>
              </a:ext>
            </a:extLst>
          </p:cNvPr>
          <p:cNvSpPr>
            <a:spLocks noChangeArrowheads="1"/>
          </p:cNvSpPr>
          <p:nvPr/>
        </p:nvSpPr>
        <p:spPr bwMode="auto">
          <a:xfrm>
            <a:off x="152400" y="455613"/>
            <a:ext cx="8686800"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en-US" sz="1800"/>
              <a:t>完成如下页所述所有</a:t>
            </a:r>
            <a:r>
              <a:rPr lang="en-US" altLang="zh-CN" sz="1800"/>
              <a:t>DP</a:t>
            </a:r>
            <a:r>
              <a:rPr lang="zh-CN" altLang="en-US" sz="1800"/>
              <a:t>从站的配置以后，调用功能 </a:t>
            </a:r>
            <a:r>
              <a:rPr lang="en-US" altLang="zh-CN" sz="1800"/>
              <a:t>Go To</a:t>
            </a:r>
            <a:r>
              <a:rPr lang="zh-CN" altLang="en-US" sz="1800"/>
              <a:t>，可以总览该子网的全部设备。 </a:t>
            </a:r>
          </a:p>
          <a:p>
            <a:pPr eaLnBrk="1" hangingPunct="1">
              <a:spcBef>
                <a:spcPct val="0"/>
              </a:spcBef>
            </a:pPr>
            <a:endParaRPr lang="en-US" altLang="zh-CN" sz="1800"/>
          </a:p>
        </p:txBody>
      </p:sp>
      <p:pic>
        <p:nvPicPr>
          <p:cNvPr id="167940" name="Picture 7" descr="b523">
            <a:extLst>
              <a:ext uri="{FF2B5EF4-FFF2-40B4-BE49-F238E27FC236}">
                <a16:creationId xmlns:a16="http://schemas.microsoft.com/office/drawing/2014/main" id="{4906539A-9730-6433-F719-3B3B8306F3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990600"/>
            <a:ext cx="6324600" cy="515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a:extLst>
              <a:ext uri="{FF2B5EF4-FFF2-40B4-BE49-F238E27FC236}">
                <a16:creationId xmlns:a16="http://schemas.microsoft.com/office/drawing/2014/main" id="{09953DB1-0722-944B-A970-CD933F8BA67D}"/>
              </a:ext>
            </a:extLst>
          </p:cNvPr>
          <p:cNvSpPr>
            <a:spLocks noGrp="1" noChangeArrowheads="1"/>
          </p:cNvSpPr>
          <p:nvPr>
            <p:ph type="title"/>
          </p:nvPr>
        </p:nvSpPr>
        <p:spPr/>
        <p:txBody>
          <a:bodyPr/>
          <a:lstStyle/>
          <a:p>
            <a:pPr marL="762000" indent="-762000" eaLnBrk="1" hangingPunct="1"/>
            <a:r>
              <a:rPr lang="en-US" altLang="zh-CN" sz="3600" dirty="0"/>
              <a:t>2.2.4</a:t>
            </a:r>
            <a:r>
              <a:rPr lang="zh-CN" altLang="en-US" sz="3600" dirty="0"/>
              <a:t> </a:t>
            </a:r>
            <a:r>
              <a:rPr lang="en-US" altLang="zh-CN" sz="3600" dirty="0"/>
              <a:t>ET200M</a:t>
            </a:r>
            <a:r>
              <a:rPr lang="zh-CN" altLang="en-US" sz="3600" dirty="0"/>
              <a:t>组态 </a:t>
            </a:r>
          </a:p>
        </p:txBody>
      </p:sp>
      <p:sp>
        <p:nvSpPr>
          <p:cNvPr id="168963" name="Rectangle 3">
            <a:extLst>
              <a:ext uri="{FF2B5EF4-FFF2-40B4-BE49-F238E27FC236}">
                <a16:creationId xmlns:a16="http://schemas.microsoft.com/office/drawing/2014/main" id="{5A882C87-FEB5-FB9E-3EB8-3A8069090E3A}"/>
              </a:ext>
            </a:extLst>
          </p:cNvPr>
          <p:cNvSpPr>
            <a:spLocks noChangeArrowheads="1"/>
          </p:cNvSpPr>
          <p:nvPr/>
        </p:nvSpPr>
        <p:spPr bwMode="auto">
          <a:xfrm>
            <a:off x="152400" y="1143000"/>
            <a:ext cx="868680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pPr>
            <a:r>
              <a:rPr lang="zh-CN" altLang="en-US" sz="1800"/>
              <a:t>从硬件目录 → </a:t>
            </a:r>
            <a:r>
              <a:rPr lang="en-US" altLang="zh-CN" sz="1800"/>
              <a:t>PROFIBUS DP → ET200M</a:t>
            </a:r>
            <a:r>
              <a:rPr lang="zh-CN" altLang="en-US" sz="1800"/>
              <a:t>中将一个</a:t>
            </a:r>
            <a:r>
              <a:rPr lang="en-US" altLang="zh-CN" sz="1800"/>
              <a:t>IM153-2</a:t>
            </a:r>
            <a:r>
              <a:rPr lang="zh-CN" altLang="en-US" sz="1800"/>
              <a:t>拖放至</a:t>
            </a:r>
            <a:r>
              <a:rPr lang="en-US" altLang="zh-CN" sz="1800"/>
              <a:t>DP</a:t>
            </a:r>
            <a:r>
              <a:rPr lang="zh-CN" altLang="en-US" sz="1800"/>
              <a:t>主站系统，接下来，指定</a:t>
            </a:r>
            <a:r>
              <a:rPr lang="en-US" altLang="zh-CN" sz="1800"/>
              <a:t>IM153-2</a:t>
            </a:r>
            <a:r>
              <a:rPr lang="zh-CN" altLang="en-US" sz="1800"/>
              <a:t>在</a:t>
            </a:r>
            <a:r>
              <a:rPr lang="en-US" altLang="zh-CN" sz="1800"/>
              <a:t>DP</a:t>
            </a:r>
            <a:r>
              <a:rPr lang="zh-CN" altLang="en-US" sz="1800"/>
              <a:t>线上的地址。如图</a:t>
            </a:r>
            <a:r>
              <a:rPr lang="en-US" altLang="zh-CN" sz="1800"/>
              <a:t>5.27</a:t>
            </a:r>
            <a:r>
              <a:rPr lang="zh-CN" altLang="en-US" sz="1800"/>
              <a:t>，</a:t>
            </a:r>
            <a:r>
              <a:rPr lang="en-US" altLang="zh-CN" sz="1800"/>
              <a:t>IM153-2</a:t>
            </a:r>
            <a:r>
              <a:rPr lang="zh-CN" altLang="en-US" sz="1800"/>
              <a:t>的地址指定为 </a:t>
            </a:r>
            <a:r>
              <a:rPr lang="en-US" altLang="zh-CN" sz="1800"/>
              <a:t>6</a:t>
            </a:r>
            <a:r>
              <a:rPr lang="zh-CN" altLang="en-US" sz="1800"/>
              <a:t>，该地址由物理设备上的双排</a:t>
            </a:r>
            <a:r>
              <a:rPr lang="en-US" altLang="zh-CN" sz="1800"/>
              <a:t>Dip</a:t>
            </a:r>
            <a:r>
              <a:rPr lang="zh-CN" altLang="en-US" sz="1800"/>
              <a:t>开关决定。</a:t>
            </a:r>
          </a:p>
        </p:txBody>
      </p:sp>
      <p:sp>
        <p:nvSpPr>
          <p:cNvPr id="168964" name="Text Box 4">
            <a:extLst>
              <a:ext uri="{FF2B5EF4-FFF2-40B4-BE49-F238E27FC236}">
                <a16:creationId xmlns:a16="http://schemas.microsoft.com/office/drawing/2014/main" id="{F36846A0-C8D1-23D4-E7EA-991A2CCE9E0B}"/>
              </a:ext>
            </a:extLst>
          </p:cNvPr>
          <p:cNvSpPr txBox="1">
            <a:spLocks noChangeArrowheads="1"/>
          </p:cNvSpPr>
          <p:nvPr/>
        </p:nvSpPr>
        <p:spPr bwMode="auto">
          <a:xfrm>
            <a:off x="5181600" y="0"/>
            <a:ext cx="3962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5.4</a:t>
            </a:r>
            <a:r>
              <a:rPr lang="zh-CN" altLang="en-US" sz="1800">
                <a:solidFill>
                  <a:schemeClr val="bg1"/>
                </a:solidFill>
              </a:rPr>
              <a:t>在硬件配置表中配置</a:t>
            </a:r>
            <a:r>
              <a:rPr lang="en-US" altLang="zh-CN" sz="1800">
                <a:solidFill>
                  <a:schemeClr val="bg1"/>
                </a:solidFill>
              </a:rPr>
              <a:t>PROFIBUS</a:t>
            </a:r>
          </a:p>
        </p:txBody>
      </p:sp>
      <p:pic>
        <p:nvPicPr>
          <p:cNvPr id="168965" name="Picture 6" descr="b527">
            <a:extLst>
              <a:ext uri="{FF2B5EF4-FFF2-40B4-BE49-F238E27FC236}">
                <a16:creationId xmlns:a16="http://schemas.microsoft.com/office/drawing/2014/main" id="{6F1FCFCC-AF52-3F00-5CBC-B878684226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133600"/>
            <a:ext cx="5715000" cy="404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7" name="Text Box 4">
            <a:extLst>
              <a:ext uri="{FF2B5EF4-FFF2-40B4-BE49-F238E27FC236}">
                <a16:creationId xmlns:a16="http://schemas.microsoft.com/office/drawing/2014/main" id="{3EB4277E-DAB4-0DF8-4763-6247AEF3AA38}"/>
              </a:ext>
            </a:extLst>
          </p:cNvPr>
          <p:cNvSpPr txBox="1">
            <a:spLocks noChangeArrowheads="1"/>
          </p:cNvSpPr>
          <p:nvPr/>
        </p:nvSpPr>
        <p:spPr bwMode="auto">
          <a:xfrm>
            <a:off x="5181600" y="0"/>
            <a:ext cx="3962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5.4</a:t>
            </a:r>
            <a:r>
              <a:rPr lang="zh-CN" altLang="en-US" sz="1800">
                <a:solidFill>
                  <a:schemeClr val="bg1"/>
                </a:solidFill>
              </a:rPr>
              <a:t>在硬件配置表中配置</a:t>
            </a:r>
            <a:r>
              <a:rPr lang="en-US" altLang="zh-CN" sz="1800">
                <a:solidFill>
                  <a:schemeClr val="bg1"/>
                </a:solidFill>
              </a:rPr>
              <a:t>PROFIBUS</a:t>
            </a:r>
          </a:p>
        </p:txBody>
      </p:sp>
      <p:pic>
        <p:nvPicPr>
          <p:cNvPr id="169988" name="Picture 6" descr="b528">
            <a:extLst>
              <a:ext uri="{FF2B5EF4-FFF2-40B4-BE49-F238E27FC236}">
                <a16:creationId xmlns:a16="http://schemas.microsoft.com/office/drawing/2014/main" id="{DD2E6D46-31D8-C4D5-84BC-8A05901011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5900" y="1371600"/>
            <a:ext cx="6172200" cy="499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9989" name="Line 7">
            <a:extLst>
              <a:ext uri="{FF2B5EF4-FFF2-40B4-BE49-F238E27FC236}">
                <a16:creationId xmlns:a16="http://schemas.microsoft.com/office/drawing/2014/main" id="{57E7AB83-02E8-9311-EC89-8AB1596B0EBF}"/>
              </a:ext>
            </a:extLst>
          </p:cNvPr>
          <p:cNvSpPr>
            <a:spLocks noChangeShapeType="1"/>
          </p:cNvSpPr>
          <p:nvPr/>
        </p:nvSpPr>
        <p:spPr bwMode="auto">
          <a:xfrm flipH="1">
            <a:off x="5029200" y="4800600"/>
            <a:ext cx="1257300" cy="68580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1012" name="Picture 6" descr="b529">
            <a:extLst>
              <a:ext uri="{FF2B5EF4-FFF2-40B4-BE49-F238E27FC236}">
                <a16:creationId xmlns:a16="http://schemas.microsoft.com/office/drawing/2014/main" id="{3443914B-DF88-157E-76EC-3C13E3F4AC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371600"/>
            <a:ext cx="6705600" cy="4697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a:extLst>
              <a:ext uri="{FF2B5EF4-FFF2-40B4-BE49-F238E27FC236}">
                <a16:creationId xmlns:a16="http://schemas.microsoft.com/office/drawing/2014/main" id="{510FC8E3-27D5-893F-2FC1-1CA9C842F628}"/>
              </a:ext>
            </a:extLst>
          </p:cNvPr>
          <p:cNvSpPr>
            <a:spLocks noGrp="1" noChangeArrowheads="1"/>
          </p:cNvSpPr>
          <p:nvPr>
            <p:ph type="title"/>
          </p:nvPr>
        </p:nvSpPr>
        <p:spPr/>
        <p:txBody>
          <a:bodyPr/>
          <a:lstStyle/>
          <a:p>
            <a:pPr marL="762000" indent="-762000" eaLnBrk="1" hangingPunct="1"/>
            <a:r>
              <a:rPr lang="en-US" altLang="zh-CN" sz="3600" dirty="0"/>
              <a:t>2.2.5</a:t>
            </a:r>
            <a:r>
              <a:rPr lang="zh-CN" altLang="en-US" sz="3600" dirty="0"/>
              <a:t> 信号模块的属性 </a:t>
            </a:r>
          </a:p>
        </p:txBody>
      </p:sp>
      <p:sp>
        <p:nvSpPr>
          <p:cNvPr id="172035" name="Rectangle 3">
            <a:extLst>
              <a:ext uri="{FF2B5EF4-FFF2-40B4-BE49-F238E27FC236}">
                <a16:creationId xmlns:a16="http://schemas.microsoft.com/office/drawing/2014/main" id="{B5FF9DDD-C28A-7A9B-00C7-F5A72817ABB4}"/>
              </a:ext>
            </a:extLst>
          </p:cNvPr>
          <p:cNvSpPr>
            <a:spLocks noChangeArrowheads="1"/>
          </p:cNvSpPr>
          <p:nvPr/>
        </p:nvSpPr>
        <p:spPr bwMode="auto">
          <a:xfrm>
            <a:off x="152400" y="1143000"/>
            <a:ext cx="3810000" cy="466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en-US" sz="2000"/>
              <a:t>双击该模块，打开信号模块的属性对话框。</a:t>
            </a:r>
          </a:p>
          <a:p>
            <a:pPr eaLnBrk="1" hangingPunct="1">
              <a:spcBef>
                <a:spcPct val="0"/>
              </a:spcBef>
            </a:pPr>
            <a:r>
              <a:rPr lang="zh-CN" altLang="en-US" sz="2000"/>
              <a:t>在地址标签页，指定过程映像分区。参见图 </a:t>
            </a:r>
            <a:r>
              <a:rPr lang="en-US" altLang="zh-CN" sz="2000"/>
              <a:t>5.30</a:t>
            </a:r>
            <a:r>
              <a:rPr lang="zh-CN" altLang="en-US" sz="2000"/>
              <a:t>。</a:t>
            </a:r>
          </a:p>
          <a:p>
            <a:pPr eaLnBrk="1" hangingPunct="1">
              <a:spcBef>
                <a:spcPct val="0"/>
              </a:spcBef>
            </a:pPr>
            <a:r>
              <a:rPr lang="zh-CN" altLang="en-US" sz="2000"/>
              <a:t>信号模块过程映像分区的数量与</a:t>
            </a:r>
            <a:r>
              <a:rPr lang="en-US" altLang="zh-CN" sz="2000"/>
              <a:t>CPU</a:t>
            </a:r>
            <a:r>
              <a:rPr lang="zh-CN" altLang="en-US" sz="2000"/>
              <a:t>属性中分配给循环</a:t>
            </a:r>
            <a:r>
              <a:rPr lang="en-US" altLang="zh-CN" sz="2000"/>
              <a:t>OB</a:t>
            </a:r>
            <a:r>
              <a:rPr lang="zh-CN" altLang="en-US" sz="2000"/>
              <a:t>的数量相对应。图 </a:t>
            </a:r>
            <a:r>
              <a:rPr lang="en-US" altLang="zh-CN" sz="2000"/>
              <a:t>5.30 </a:t>
            </a:r>
            <a:r>
              <a:rPr lang="zh-CN" altLang="en-US" sz="2000"/>
              <a:t>示例显示，第</a:t>
            </a:r>
            <a:r>
              <a:rPr lang="en-US" altLang="zh-CN" sz="2000"/>
              <a:t>5</a:t>
            </a:r>
            <a:r>
              <a:rPr lang="zh-CN" altLang="en-US" sz="2000"/>
              <a:t>号过程映像分区被关联至</a:t>
            </a:r>
            <a:r>
              <a:rPr lang="en-US" altLang="zh-CN" sz="2000"/>
              <a:t>OB35</a:t>
            </a:r>
            <a:r>
              <a:rPr lang="zh-CN" altLang="en-US" sz="2000"/>
              <a:t>。这表示，随着</a:t>
            </a:r>
            <a:r>
              <a:rPr lang="en-US" altLang="zh-CN" sz="2000"/>
              <a:t>OB35</a:t>
            </a:r>
            <a:r>
              <a:rPr lang="zh-CN" altLang="en-US" sz="2000"/>
              <a:t>运行</a:t>
            </a:r>
            <a:r>
              <a:rPr lang="en-US" altLang="zh-CN" sz="2000"/>
              <a:t>100</a:t>
            </a:r>
            <a:r>
              <a:rPr lang="zh-CN" altLang="en-US" sz="2000"/>
              <a:t>毫秒，该映像每</a:t>
            </a:r>
            <a:r>
              <a:rPr lang="en-US" altLang="zh-CN" sz="2000"/>
              <a:t>100</a:t>
            </a:r>
            <a:r>
              <a:rPr lang="zh-CN" altLang="en-US" sz="2000"/>
              <a:t>毫秒更新一次。</a:t>
            </a:r>
          </a:p>
          <a:p>
            <a:pPr eaLnBrk="1" hangingPunct="1">
              <a:spcBef>
                <a:spcPct val="0"/>
              </a:spcBef>
            </a:pPr>
            <a:r>
              <a:rPr lang="zh-CN" altLang="en-US" sz="2000"/>
              <a:t>通过使用</a:t>
            </a:r>
            <a:r>
              <a:rPr lang="en-US" altLang="zh-CN" sz="2000"/>
              <a:t>I/O</a:t>
            </a:r>
            <a:r>
              <a:rPr lang="zh-CN" altLang="en-US" sz="2000"/>
              <a:t>模块过程映像分区，并将该分区指派给某个</a:t>
            </a:r>
            <a:r>
              <a:rPr lang="en-US" altLang="zh-CN" sz="2000"/>
              <a:t>OB</a:t>
            </a:r>
            <a:r>
              <a:rPr lang="zh-CN" altLang="en-US" sz="2000"/>
              <a:t>，可以使用到该</a:t>
            </a:r>
            <a:r>
              <a:rPr lang="en-US" altLang="zh-CN" sz="2000"/>
              <a:t>I/O</a:t>
            </a:r>
            <a:r>
              <a:rPr lang="zh-CN" altLang="en-US" sz="2000"/>
              <a:t>的用户程序具有确定性的行为。 </a:t>
            </a:r>
          </a:p>
        </p:txBody>
      </p:sp>
      <p:pic>
        <p:nvPicPr>
          <p:cNvPr id="172037" name="Picture 6" descr="b530">
            <a:extLst>
              <a:ext uri="{FF2B5EF4-FFF2-40B4-BE49-F238E27FC236}">
                <a16:creationId xmlns:a16="http://schemas.microsoft.com/office/drawing/2014/main" id="{0D640B7A-BD53-4481-6B67-82BC36EF9F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4400" y="1295400"/>
            <a:ext cx="3536950" cy="463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a:extLst>
              <a:ext uri="{FF2B5EF4-FFF2-40B4-BE49-F238E27FC236}">
                <a16:creationId xmlns:a16="http://schemas.microsoft.com/office/drawing/2014/main" id="{CC737385-2F59-BDE4-6ED3-F628031A09C6}"/>
              </a:ext>
            </a:extLst>
          </p:cNvPr>
          <p:cNvSpPr>
            <a:spLocks noGrp="1" noChangeArrowheads="1"/>
          </p:cNvSpPr>
          <p:nvPr>
            <p:ph type="title"/>
          </p:nvPr>
        </p:nvSpPr>
        <p:spPr/>
        <p:txBody>
          <a:bodyPr/>
          <a:lstStyle/>
          <a:p>
            <a:pPr marL="762000" indent="-762000" eaLnBrk="1" hangingPunct="1"/>
            <a:r>
              <a:rPr lang="en-US" altLang="zh-CN" sz="3600" dirty="0"/>
              <a:t>ET200M</a:t>
            </a:r>
            <a:r>
              <a:rPr lang="zh-CN" altLang="en-US" sz="3600" dirty="0"/>
              <a:t>组态 </a:t>
            </a:r>
          </a:p>
        </p:txBody>
      </p:sp>
      <p:sp>
        <p:nvSpPr>
          <p:cNvPr id="173059" name="Rectangle 3">
            <a:extLst>
              <a:ext uri="{FF2B5EF4-FFF2-40B4-BE49-F238E27FC236}">
                <a16:creationId xmlns:a16="http://schemas.microsoft.com/office/drawing/2014/main" id="{7315808C-D6BC-E477-EA9F-1ACECDE037D5}"/>
              </a:ext>
            </a:extLst>
          </p:cNvPr>
          <p:cNvSpPr>
            <a:spLocks noChangeArrowheads="1"/>
          </p:cNvSpPr>
          <p:nvPr/>
        </p:nvSpPr>
        <p:spPr bwMode="auto">
          <a:xfrm>
            <a:off x="152400" y="1143000"/>
            <a:ext cx="8686800" cy="338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pPr>
            <a:r>
              <a:rPr lang="zh-CN" altLang="en-US" sz="1800"/>
              <a:t>在</a:t>
            </a:r>
            <a:r>
              <a:rPr lang="en-US" altLang="zh-CN" sz="1800"/>
              <a:t>Inputs</a:t>
            </a:r>
            <a:r>
              <a:rPr lang="zh-CN" altLang="en-US" sz="1800"/>
              <a:t>选项页，如图</a:t>
            </a:r>
            <a:r>
              <a:rPr lang="en-US" altLang="zh-CN" sz="1800"/>
              <a:t>5.31</a:t>
            </a:r>
            <a:r>
              <a:rPr lang="zh-CN" altLang="en-US" sz="1800"/>
              <a:t>所示，可以启用诊断中断和硬件中断功能。</a:t>
            </a:r>
          </a:p>
          <a:p>
            <a:pPr algn="just" eaLnBrk="1" hangingPunct="1">
              <a:spcBef>
                <a:spcPct val="0"/>
              </a:spcBef>
            </a:pPr>
            <a:endParaRPr lang="zh-CN" altLang="en-US" sz="1800"/>
          </a:p>
          <a:p>
            <a:pPr eaLnBrk="1" hangingPunct="1">
              <a:spcBef>
                <a:spcPct val="0"/>
              </a:spcBef>
            </a:pPr>
            <a:r>
              <a:rPr lang="en-US" altLang="zh-CN" sz="1800"/>
              <a:t>Diagnostic Interrupt</a:t>
            </a:r>
          </a:p>
          <a:p>
            <a:pPr eaLnBrk="1" hangingPunct="1">
              <a:spcBef>
                <a:spcPct val="0"/>
              </a:spcBef>
            </a:pPr>
            <a:r>
              <a:rPr lang="zh-CN" altLang="en-US" sz="1800"/>
              <a:t>选中该选择框，可以为数字模块启用诊断中断。各种故障事件都可以触发诊断中断，通过诊断功能，该模块可以确定出故障事件。该模块可以将发生的故障事件提供给</a:t>
            </a:r>
            <a:r>
              <a:rPr lang="en-US" altLang="zh-CN" sz="1800"/>
              <a:t>CPU</a:t>
            </a:r>
            <a:r>
              <a:rPr lang="zh-CN" altLang="en-US" sz="1800"/>
              <a:t>。</a:t>
            </a:r>
          </a:p>
          <a:p>
            <a:pPr eaLnBrk="1" hangingPunct="1">
              <a:spcBef>
                <a:spcPct val="0"/>
              </a:spcBef>
            </a:pPr>
            <a:r>
              <a:rPr lang="en-US" altLang="zh-CN" sz="1800"/>
              <a:t>Hardware Interrupt</a:t>
            </a:r>
          </a:p>
          <a:p>
            <a:pPr eaLnBrk="1" hangingPunct="1">
              <a:spcBef>
                <a:spcPct val="0"/>
              </a:spcBef>
            </a:pPr>
            <a:r>
              <a:rPr lang="zh-CN" altLang="en-US" sz="1800"/>
              <a:t>选中该选择框，可以为数字模块启用硬件中断。对于硬件中断，</a:t>
            </a:r>
            <a:r>
              <a:rPr lang="en-US" altLang="zh-CN" sz="1800"/>
              <a:t>S7 CPU</a:t>
            </a:r>
            <a:r>
              <a:rPr lang="zh-CN" altLang="en-US" sz="1800"/>
              <a:t>的操作系统将调用硬件中断</a:t>
            </a:r>
            <a:r>
              <a:rPr lang="en-US" altLang="zh-CN" sz="1800"/>
              <a:t>OB</a:t>
            </a:r>
            <a:r>
              <a:rPr lang="zh-CN" altLang="en-US" sz="1800"/>
              <a:t>（例如</a:t>
            </a:r>
            <a:r>
              <a:rPr lang="en-US" altLang="zh-CN" sz="1800"/>
              <a:t>OB40</a:t>
            </a:r>
            <a:r>
              <a:rPr lang="zh-CN" altLang="en-US" sz="1800"/>
              <a:t>）。</a:t>
            </a:r>
          </a:p>
          <a:p>
            <a:pPr eaLnBrk="1" hangingPunct="1">
              <a:spcBef>
                <a:spcPct val="0"/>
              </a:spcBef>
            </a:pPr>
            <a:r>
              <a:rPr lang="en-US" altLang="zh-CN" sz="1800"/>
              <a:t>Input Delay</a:t>
            </a:r>
          </a:p>
          <a:p>
            <a:pPr eaLnBrk="1" hangingPunct="1">
              <a:spcBef>
                <a:spcPct val="0"/>
              </a:spcBef>
            </a:pPr>
            <a:r>
              <a:rPr lang="zh-CN" altLang="en-US" sz="1800"/>
              <a:t>可以指定整个模块的输入延迟。例如，对于简单开关（抖动危险），可以选用较高的输入延迟。见图</a:t>
            </a:r>
            <a:r>
              <a:rPr lang="en-US" altLang="zh-CN" sz="1800"/>
              <a:t>5.31</a:t>
            </a:r>
            <a:r>
              <a:rPr lang="zh-CN" altLang="en-US" sz="1800"/>
              <a:t>。</a:t>
            </a: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a:extLst>
              <a:ext uri="{FF2B5EF4-FFF2-40B4-BE49-F238E27FC236}">
                <a16:creationId xmlns:a16="http://schemas.microsoft.com/office/drawing/2014/main" id="{3D249A26-7380-A965-F816-3D8BC3A67462}"/>
              </a:ext>
            </a:extLst>
          </p:cNvPr>
          <p:cNvSpPr>
            <a:spLocks noGrp="1" noChangeArrowheads="1"/>
          </p:cNvSpPr>
          <p:nvPr>
            <p:ph type="title"/>
          </p:nvPr>
        </p:nvSpPr>
        <p:spPr/>
        <p:txBody>
          <a:bodyPr/>
          <a:lstStyle/>
          <a:p>
            <a:pPr marL="762000" indent="-762000" eaLnBrk="1" hangingPunct="1"/>
            <a:r>
              <a:rPr lang="en-US" altLang="zh-CN" sz="3600" dirty="0"/>
              <a:t>ET200M</a:t>
            </a:r>
            <a:r>
              <a:rPr lang="zh-CN" altLang="en-US" sz="3600" dirty="0"/>
              <a:t>组态 </a:t>
            </a:r>
          </a:p>
        </p:txBody>
      </p:sp>
      <p:pic>
        <p:nvPicPr>
          <p:cNvPr id="174084" name="Picture 5" descr="b531">
            <a:extLst>
              <a:ext uri="{FF2B5EF4-FFF2-40B4-BE49-F238E27FC236}">
                <a16:creationId xmlns:a16="http://schemas.microsoft.com/office/drawing/2014/main" id="{DAC1AA88-22C6-2F2F-837D-67DA344FE8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295400"/>
            <a:ext cx="5715000" cy="478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a:extLst>
              <a:ext uri="{FF2B5EF4-FFF2-40B4-BE49-F238E27FC236}">
                <a16:creationId xmlns:a16="http://schemas.microsoft.com/office/drawing/2014/main" id="{8F0EA214-83CD-F302-D65A-7BDF77203EDA}"/>
              </a:ext>
            </a:extLst>
          </p:cNvPr>
          <p:cNvSpPr>
            <a:spLocks noGrp="1" noChangeArrowheads="1"/>
          </p:cNvSpPr>
          <p:nvPr>
            <p:ph type="title"/>
          </p:nvPr>
        </p:nvSpPr>
        <p:spPr/>
        <p:txBody>
          <a:bodyPr/>
          <a:lstStyle/>
          <a:p>
            <a:pPr marL="762000" indent="-762000" eaLnBrk="1" hangingPunct="1"/>
            <a:r>
              <a:rPr lang="en-US" altLang="zh-CN" sz="3600" dirty="0"/>
              <a:t>ET200M</a:t>
            </a:r>
            <a:r>
              <a:rPr lang="zh-CN" altLang="en-US" sz="3600" dirty="0"/>
              <a:t>组态 </a:t>
            </a:r>
          </a:p>
        </p:txBody>
      </p:sp>
      <p:sp>
        <p:nvSpPr>
          <p:cNvPr id="175107" name="Rectangle 3">
            <a:extLst>
              <a:ext uri="{FF2B5EF4-FFF2-40B4-BE49-F238E27FC236}">
                <a16:creationId xmlns:a16="http://schemas.microsoft.com/office/drawing/2014/main" id="{87EB18EA-8B56-B746-63C5-1A65AB3B39C0}"/>
              </a:ext>
            </a:extLst>
          </p:cNvPr>
          <p:cNvSpPr>
            <a:spLocks noChangeArrowheads="1"/>
          </p:cNvSpPr>
          <p:nvPr/>
        </p:nvSpPr>
        <p:spPr bwMode="auto">
          <a:xfrm>
            <a:off x="152400" y="1143000"/>
            <a:ext cx="8686800" cy="283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pPr>
            <a:r>
              <a:rPr lang="zh-CN" altLang="en-US" sz="1800"/>
              <a:t>在</a:t>
            </a:r>
            <a:r>
              <a:rPr lang="en-US" altLang="zh-CN" sz="1800"/>
              <a:t>Time-of-Day Stamp</a:t>
            </a:r>
            <a:r>
              <a:rPr lang="zh-CN" altLang="en-US" sz="1800"/>
              <a:t>选项页，可以指定模块发送消息是否带时间截。参见图 </a:t>
            </a:r>
            <a:r>
              <a:rPr lang="en-US" altLang="zh-CN" sz="1800"/>
              <a:t>5.32</a:t>
            </a:r>
            <a:r>
              <a:rPr lang="zh-CN" altLang="en-US" sz="1800"/>
              <a:t>。</a:t>
            </a:r>
          </a:p>
          <a:p>
            <a:pPr algn="just" eaLnBrk="1" hangingPunct="1">
              <a:spcBef>
                <a:spcPct val="0"/>
              </a:spcBef>
            </a:pPr>
            <a:endParaRPr lang="zh-CN" altLang="en-US" sz="1800"/>
          </a:p>
          <a:p>
            <a:pPr eaLnBrk="1" hangingPunct="1">
              <a:spcBef>
                <a:spcPct val="0"/>
              </a:spcBef>
            </a:pPr>
            <a:r>
              <a:rPr lang="en-US" altLang="zh-CN" sz="1800"/>
              <a:t>Presetting of All Inputs</a:t>
            </a:r>
          </a:p>
          <a:p>
            <a:pPr eaLnBrk="1" hangingPunct="1">
              <a:spcBef>
                <a:spcPct val="0"/>
              </a:spcBef>
            </a:pPr>
            <a:r>
              <a:rPr lang="zh-CN" altLang="en-US" sz="1800"/>
              <a:t>此处，可以启用“时间截”功能，并为整个模块指定报告为“到来事件”的脉冲沿，或者确定是否每个输入都应该单独设置脉冲沿评估。</a:t>
            </a:r>
          </a:p>
          <a:p>
            <a:pPr eaLnBrk="1" hangingPunct="1">
              <a:spcBef>
                <a:spcPct val="0"/>
              </a:spcBef>
            </a:pPr>
            <a:endParaRPr lang="zh-CN" altLang="en-US" sz="1800"/>
          </a:p>
          <a:p>
            <a:pPr eaLnBrk="1" hangingPunct="1">
              <a:spcBef>
                <a:spcPct val="0"/>
              </a:spcBef>
            </a:pPr>
            <a:r>
              <a:rPr lang="en-US" altLang="zh-CN" sz="1800"/>
              <a:t>Individual Settings of the Inputs</a:t>
            </a:r>
          </a:p>
          <a:p>
            <a:pPr eaLnBrk="1" hangingPunct="1">
              <a:spcBef>
                <a:spcPct val="0"/>
              </a:spcBef>
            </a:pPr>
            <a:r>
              <a:rPr lang="zh-CN" altLang="en-US" sz="1800"/>
              <a:t>可以为每个输入单独地启用“时间截”功能，并设置报告为“到来事件”的脉冲沿。</a:t>
            </a:r>
          </a:p>
          <a:p>
            <a:pPr eaLnBrk="1" hangingPunct="1">
              <a:spcBef>
                <a:spcPct val="0"/>
              </a:spcBef>
            </a:pPr>
            <a:endParaRPr lang="zh-CN" altLang="en-US" sz="1800"/>
          </a:p>
          <a:p>
            <a:pPr eaLnBrk="1" hangingPunct="1">
              <a:spcBef>
                <a:spcPct val="0"/>
              </a:spcBef>
            </a:pPr>
            <a:endParaRPr lang="en-US" altLang="zh-CN" sz="1800"/>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a:extLst>
              <a:ext uri="{FF2B5EF4-FFF2-40B4-BE49-F238E27FC236}">
                <a16:creationId xmlns:a16="http://schemas.microsoft.com/office/drawing/2014/main" id="{BDCBB56E-0E77-C5BF-B306-F07FEBE765C9}"/>
              </a:ext>
            </a:extLst>
          </p:cNvPr>
          <p:cNvSpPr>
            <a:spLocks noGrp="1" noChangeArrowheads="1"/>
          </p:cNvSpPr>
          <p:nvPr>
            <p:ph type="title"/>
          </p:nvPr>
        </p:nvSpPr>
        <p:spPr/>
        <p:txBody>
          <a:bodyPr/>
          <a:lstStyle/>
          <a:p>
            <a:pPr marL="762000" indent="-762000" eaLnBrk="1" hangingPunct="1"/>
            <a:r>
              <a:rPr lang="en-US" altLang="zh-CN" sz="3600" dirty="0"/>
              <a:t>ET200M</a:t>
            </a:r>
            <a:r>
              <a:rPr lang="zh-CN" altLang="en-US" sz="3600" dirty="0"/>
              <a:t>组态 </a:t>
            </a:r>
          </a:p>
        </p:txBody>
      </p:sp>
      <p:pic>
        <p:nvPicPr>
          <p:cNvPr id="176132" name="Picture 8">
            <a:extLst>
              <a:ext uri="{FF2B5EF4-FFF2-40B4-BE49-F238E27FC236}">
                <a16:creationId xmlns:a16="http://schemas.microsoft.com/office/drawing/2014/main" id="{AD7419DE-2948-11B1-6F91-F8CB3866FE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219200"/>
            <a:ext cx="5867400" cy="4897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a:extLst>
              <a:ext uri="{FF2B5EF4-FFF2-40B4-BE49-F238E27FC236}">
                <a16:creationId xmlns:a16="http://schemas.microsoft.com/office/drawing/2014/main" id="{871444E1-CB6E-3A00-0ED5-88355D60CB71}"/>
              </a:ext>
            </a:extLst>
          </p:cNvPr>
          <p:cNvSpPr>
            <a:spLocks noGrp="1" noChangeArrowheads="1"/>
          </p:cNvSpPr>
          <p:nvPr>
            <p:ph type="title"/>
          </p:nvPr>
        </p:nvSpPr>
        <p:spPr/>
        <p:txBody>
          <a:bodyPr/>
          <a:lstStyle/>
          <a:p>
            <a:pPr marL="762000" indent="-762000" eaLnBrk="1" hangingPunct="1"/>
            <a:r>
              <a:rPr lang="en-US" altLang="zh-CN" sz="3600" dirty="0"/>
              <a:t>2.2.6</a:t>
            </a:r>
            <a:r>
              <a:rPr lang="zh-CN" altLang="en-US" sz="3600" dirty="0"/>
              <a:t> 过程映像 </a:t>
            </a:r>
          </a:p>
        </p:txBody>
      </p:sp>
      <p:sp>
        <p:nvSpPr>
          <p:cNvPr id="177155" name="Rectangle 3">
            <a:extLst>
              <a:ext uri="{FF2B5EF4-FFF2-40B4-BE49-F238E27FC236}">
                <a16:creationId xmlns:a16="http://schemas.microsoft.com/office/drawing/2014/main" id="{8DBA755F-FE5A-6230-1AAD-85D430A9B992}"/>
              </a:ext>
            </a:extLst>
          </p:cNvPr>
          <p:cNvSpPr>
            <a:spLocks noChangeArrowheads="1"/>
          </p:cNvSpPr>
          <p:nvPr/>
        </p:nvSpPr>
        <p:spPr bwMode="auto">
          <a:xfrm>
            <a:off x="152400" y="1143000"/>
            <a:ext cx="868680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pPr>
            <a:r>
              <a:rPr lang="zh-CN" altLang="en-US" sz="1800"/>
              <a:t>用户程序访问输入（</a:t>
            </a:r>
            <a:r>
              <a:rPr lang="en-US" altLang="zh-CN" sz="1800"/>
              <a:t>I</a:t>
            </a:r>
            <a:r>
              <a:rPr lang="zh-CN" altLang="en-US" sz="1800"/>
              <a:t>）和输出（</a:t>
            </a:r>
            <a:r>
              <a:rPr lang="en-US" altLang="zh-CN" sz="1800"/>
              <a:t>Q</a:t>
            </a:r>
            <a:r>
              <a:rPr lang="zh-CN" altLang="en-US" sz="1800"/>
              <a:t>）地址区，并不直接扫描数字式信号模块的信号状态，而是访问</a:t>
            </a:r>
            <a:r>
              <a:rPr lang="en-US" altLang="zh-CN" sz="1800"/>
              <a:t>CPU</a:t>
            </a:r>
            <a:r>
              <a:rPr lang="zh-CN" altLang="en-US" sz="1800"/>
              <a:t>和分布式</a:t>
            </a:r>
            <a:r>
              <a:rPr lang="en-US" altLang="zh-CN" sz="1800"/>
              <a:t>I/O</a:t>
            </a:r>
            <a:r>
              <a:rPr lang="zh-CN" altLang="en-US" sz="1800"/>
              <a:t>的系统内存的内存区。该内存区被称之为过程映像。输出过程映像区指</a:t>
            </a:r>
            <a:r>
              <a:rPr lang="en-US" altLang="zh-CN" sz="1800"/>
              <a:t>PIQ</a:t>
            </a:r>
            <a:r>
              <a:rPr lang="zh-CN" altLang="en-US" sz="1800"/>
              <a:t>，输入过程映像区指</a:t>
            </a:r>
            <a:r>
              <a:rPr lang="en-US" altLang="zh-CN" sz="1800"/>
              <a:t>PII</a:t>
            </a:r>
            <a:r>
              <a:rPr lang="zh-CN" altLang="en-US" sz="1800"/>
              <a:t>。</a:t>
            </a:r>
          </a:p>
        </p:txBody>
      </p:sp>
      <p:pic>
        <p:nvPicPr>
          <p:cNvPr id="177157" name="Picture 5" descr="b533n">
            <a:extLst>
              <a:ext uri="{FF2B5EF4-FFF2-40B4-BE49-F238E27FC236}">
                <a16:creationId xmlns:a16="http://schemas.microsoft.com/office/drawing/2014/main" id="{5ECC9F3B-17A8-C104-38F2-1ACB196821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457450"/>
            <a:ext cx="8686800" cy="363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a:extLst>
              <a:ext uri="{FF2B5EF4-FFF2-40B4-BE49-F238E27FC236}">
                <a16:creationId xmlns:a16="http://schemas.microsoft.com/office/drawing/2014/main" id="{2FA4C4FE-ACC7-7530-5191-9EF0EC22D175}"/>
              </a:ext>
            </a:extLst>
          </p:cNvPr>
          <p:cNvSpPr>
            <a:spLocks noGrp="1" noChangeArrowheads="1"/>
          </p:cNvSpPr>
          <p:nvPr>
            <p:ph type="title"/>
          </p:nvPr>
        </p:nvSpPr>
        <p:spPr/>
        <p:txBody>
          <a:bodyPr/>
          <a:lstStyle/>
          <a:p>
            <a:pPr marL="762000" indent="-762000" eaLnBrk="1" hangingPunct="1"/>
            <a:r>
              <a:rPr lang="zh-CN" altLang="en-US" sz="3600" dirty="0"/>
              <a:t>过程映像的优点 </a:t>
            </a:r>
          </a:p>
        </p:txBody>
      </p:sp>
      <p:sp>
        <p:nvSpPr>
          <p:cNvPr id="178179" name="Rectangle 3">
            <a:extLst>
              <a:ext uri="{FF2B5EF4-FFF2-40B4-BE49-F238E27FC236}">
                <a16:creationId xmlns:a16="http://schemas.microsoft.com/office/drawing/2014/main" id="{357AFA8F-2690-66D1-8220-A627ECD8FD24}"/>
              </a:ext>
            </a:extLst>
          </p:cNvPr>
          <p:cNvSpPr>
            <a:spLocks noChangeArrowheads="1"/>
          </p:cNvSpPr>
          <p:nvPr/>
        </p:nvSpPr>
        <p:spPr bwMode="auto">
          <a:xfrm>
            <a:off x="152400" y="1143000"/>
            <a:ext cx="8686800" cy="301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sz="2400"/>
              <a:t>       </a:t>
            </a:r>
            <a:r>
              <a:rPr lang="zh-CN" altLang="en-US" sz="2400"/>
              <a:t>与直接读写输入</a:t>
            </a:r>
            <a:r>
              <a:rPr lang="en-US" altLang="zh-CN" sz="2400"/>
              <a:t>/</a:t>
            </a:r>
            <a:r>
              <a:rPr lang="zh-CN" altLang="en-US" sz="2400"/>
              <a:t>输出模块相比，读写过程映像的主要优点为：在一个程序循环期间，</a:t>
            </a:r>
            <a:r>
              <a:rPr lang="en-US" altLang="zh-CN" sz="2400"/>
              <a:t>CPU</a:t>
            </a:r>
            <a:r>
              <a:rPr lang="zh-CN" altLang="en-US" sz="2400"/>
              <a:t>可以获得一致性的过程信号映像。在程序运行期间，若某个输入模块的信号状态发生了改变，过程映像中该信号状态依然保持不变，直到下一循环对过程映像再次完成了更新。该过程重复地扫描用户程序内的输入信号，确保始终能获得一致性的输入信息。</a:t>
            </a:r>
          </a:p>
          <a:p>
            <a:pPr eaLnBrk="1" hangingPunct="1">
              <a:spcBef>
                <a:spcPct val="0"/>
              </a:spcBef>
            </a:pPr>
            <a:r>
              <a:rPr lang="zh-CN" altLang="en-US" sz="2400"/>
              <a:t>       和直接访问信号模块相比，过程映像的访问所需时间更少，因为，过程映像位于</a:t>
            </a:r>
            <a:r>
              <a:rPr lang="en-US" altLang="zh-CN" sz="2400"/>
              <a:t>CPU</a:t>
            </a:r>
            <a:r>
              <a:rPr lang="zh-CN" altLang="en-US" sz="2400"/>
              <a:t>的内部存储器中。</a:t>
            </a: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a:extLst>
              <a:ext uri="{FF2B5EF4-FFF2-40B4-BE49-F238E27FC236}">
                <a16:creationId xmlns:a16="http://schemas.microsoft.com/office/drawing/2014/main" id="{995A848E-5C4F-7166-0351-90A407C69E7A}"/>
              </a:ext>
            </a:extLst>
          </p:cNvPr>
          <p:cNvSpPr>
            <a:spLocks noGrp="1" noChangeArrowheads="1"/>
          </p:cNvSpPr>
          <p:nvPr>
            <p:ph type="title"/>
          </p:nvPr>
        </p:nvSpPr>
        <p:spPr/>
        <p:txBody>
          <a:bodyPr/>
          <a:lstStyle/>
          <a:p>
            <a:pPr marL="762000" indent="-762000" eaLnBrk="1" hangingPunct="1"/>
            <a:r>
              <a:rPr lang="zh-CN" altLang="en-US" sz="3600" dirty="0"/>
              <a:t>局部过程映像（过程映像分区） </a:t>
            </a:r>
          </a:p>
        </p:txBody>
      </p:sp>
      <p:sp>
        <p:nvSpPr>
          <p:cNvPr id="179203" name="Rectangle 3">
            <a:extLst>
              <a:ext uri="{FF2B5EF4-FFF2-40B4-BE49-F238E27FC236}">
                <a16:creationId xmlns:a16="http://schemas.microsoft.com/office/drawing/2014/main" id="{9A91AB56-B906-01AE-56B9-93362DB21DE7}"/>
              </a:ext>
            </a:extLst>
          </p:cNvPr>
          <p:cNvSpPr>
            <a:spLocks noChangeArrowheads="1"/>
          </p:cNvSpPr>
          <p:nvPr/>
        </p:nvSpPr>
        <p:spPr bwMode="auto">
          <a:xfrm>
            <a:off x="152400" y="1143000"/>
            <a:ext cx="8686800" cy="483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sz="2400"/>
              <a:t>         </a:t>
            </a:r>
            <a:r>
              <a:rPr lang="zh-CN" altLang="en-US" sz="2400"/>
              <a:t>除了让</a:t>
            </a:r>
            <a:r>
              <a:rPr lang="en-US" altLang="zh-CN" sz="2400"/>
              <a:t>CPU</a:t>
            </a:r>
            <a:r>
              <a:rPr lang="zh-CN" altLang="en-US" sz="2400"/>
              <a:t>操作系统自动地更新过程映像（过程映像输入表，</a:t>
            </a:r>
            <a:r>
              <a:rPr lang="en-US" altLang="zh-CN" sz="2400"/>
              <a:t>PII</a:t>
            </a:r>
            <a:r>
              <a:rPr lang="zh-CN" altLang="en-US" sz="2400"/>
              <a:t>，和过程映像输出表，</a:t>
            </a:r>
            <a:r>
              <a:rPr lang="en-US" altLang="zh-CN" sz="2400"/>
              <a:t>PIQ</a:t>
            </a:r>
            <a:r>
              <a:rPr lang="zh-CN" altLang="en-US" sz="2400"/>
              <a:t>）以外，还可以为</a:t>
            </a:r>
            <a:r>
              <a:rPr lang="en-US" altLang="zh-CN" sz="2400"/>
              <a:t>S7-400 CPU</a:t>
            </a:r>
            <a:r>
              <a:rPr lang="zh-CN" altLang="en-US" sz="2400"/>
              <a:t>多达 </a:t>
            </a:r>
            <a:r>
              <a:rPr lang="en-US" altLang="zh-CN" sz="2400"/>
              <a:t>16 </a:t>
            </a:r>
            <a:r>
              <a:rPr lang="zh-CN" altLang="en-US" sz="2400"/>
              <a:t>个局部过程映像指定参数。参见图 </a:t>
            </a:r>
            <a:r>
              <a:rPr lang="en-US" altLang="zh-CN" sz="2400"/>
              <a:t>5.30</a:t>
            </a:r>
            <a:r>
              <a:rPr lang="zh-CN" altLang="en-US" sz="2400"/>
              <a:t>。局部过程映像的数量是</a:t>
            </a:r>
            <a:r>
              <a:rPr lang="en-US" altLang="zh-CN" sz="2400"/>
              <a:t>CPU</a:t>
            </a:r>
            <a:r>
              <a:rPr lang="zh-CN" altLang="en-US" sz="2400"/>
              <a:t>的特性，例如，每个</a:t>
            </a:r>
            <a:r>
              <a:rPr lang="en-US" altLang="zh-CN" sz="2400"/>
              <a:t>CPU414</a:t>
            </a:r>
            <a:r>
              <a:rPr lang="zh-CN" altLang="en-US" sz="2400"/>
              <a:t>或者</a:t>
            </a:r>
            <a:r>
              <a:rPr lang="en-US" altLang="zh-CN" sz="2400"/>
              <a:t>CPU416</a:t>
            </a:r>
            <a:r>
              <a:rPr lang="zh-CN" altLang="en-US" sz="2400"/>
              <a:t>都有 </a:t>
            </a:r>
            <a:r>
              <a:rPr lang="en-US" altLang="zh-CN" sz="2400"/>
              <a:t>8 </a:t>
            </a:r>
            <a:r>
              <a:rPr lang="zh-CN" altLang="en-US" sz="2400"/>
              <a:t>个局部过程映像区，而</a:t>
            </a:r>
            <a:r>
              <a:rPr lang="en-US" altLang="zh-CN" sz="2400"/>
              <a:t>CPU 417</a:t>
            </a:r>
            <a:r>
              <a:rPr lang="zh-CN" altLang="en-US" sz="2400"/>
              <a:t>则有 </a:t>
            </a:r>
            <a:r>
              <a:rPr lang="en-US" altLang="zh-CN" sz="2400"/>
              <a:t>16 </a:t>
            </a:r>
            <a:r>
              <a:rPr lang="zh-CN" altLang="en-US" sz="2400"/>
              <a:t>个。</a:t>
            </a:r>
          </a:p>
          <a:p>
            <a:pPr eaLnBrk="1" hangingPunct="1">
              <a:spcBef>
                <a:spcPct val="0"/>
              </a:spcBef>
            </a:pPr>
            <a:r>
              <a:rPr lang="zh-CN" altLang="en-US" sz="2400"/>
              <a:t>        借助局部过程映像，必要时，可以独立于过程映像表周期性更新操作，更新过程映像表的部分（区域）。</a:t>
            </a:r>
          </a:p>
          <a:p>
            <a:pPr eaLnBrk="1" hangingPunct="1">
              <a:spcBef>
                <a:spcPct val="0"/>
              </a:spcBef>
            </a:pPr>
            <a:r>
              <a:rPr lang="zh-CN" altLang="en-US" sz="2400"/>
              <a:t>在图</a:t>
            </a:r>
            <a:r>
              <a:rPr lang="en-US" altLang="zh-CN" sz="2400"/>
              <a:t>5.30</a:t>
            </a:r>
            <a:r>
              <a:rPr lang="zh-CN" altLang="en-US" sz="2400"/>
              <a:t>中，采用</a:t>
            </a:r>
            <a:r>
              <a:rPr lang="en-US" altLang="zh-CN" sz="2400"/>
              <a:t>HW Config</a:t>
            </a:r>
            <a:r>
              <a:rPr lang="zh-CN" altLang="en-US" sz="2400"/>
              <a:t>分配给过程映像分区的每个输入</a:t>
            </a:r>
            <a:r>
              <a:rPr lang="en-US" altLang="zh-CN" sz="2400"/>
              <a:t>/</a:t>
            </a:r>
            <a:r>
              <a:rPr lang="zh-CN" altLang="en-US" sz="2400"/>
              <a:t>输出地址不再属于</a:t>
            </a:r>
            <a:r>
              <a:rPr lang="en-US" altLang="zh-CN" sz="2400"/>
              <a:t>OB1</a:t>
            </a:r>
            <a:r>
              <a:rPr lang="zh-CN" altLang="en-US" sz="2400"/>
              <a:t>的过程映像输入</a:t>
            </a:r>
            <a:r>
              <a:rPr lang="en-US" altLang="zh-CN" sz="2400"/>
              <a:t>/</a:t>
            </a:r>
            <a:r>
              <a:rPr lang="zh-CN" altLang="en-US" sz="2400"/>
              <a:t>输出表，而是属于它们被分配的</a:t>
            </a:r>
            <a:r>
              <a:rPr lang="en-US" altLang="zh-CN" sz="2400"/>
              <a:t>OB</a:t>
            </a:r>
            <a:r>
              <a:rPr lang="zh-CN" altLang="en-US" sz="2400"/>
              <a:t>。</a:t>
            </a:r>
          </a:p>
          <a:p>
            <a:pPr eaLnBrk="1" hangingPunct="1">
              <a:spcBef>
                <a:spcPct val="0"/>
              </a:spcBef>
            </a:pPr>
            <a:r>
              <a:rPr lang="zh-CN" altLang="en-US" sz="2400"/>
              <a:t>         过程映像分区的更新可以由用户采用系统调用，或者由它们所分配的</a:t>
            </a:r>
            <a:r>
              <a:rPr lang="en-US" altLang="zh-CN" sz="2400"/>
              <a:t>OB</a:t>
            </a:r>
            <a:r>
              <a:rPr lang="zh-CN" altLang="en-US" sz="2400"/>
              <a:t>自动地完成。偶尔也需要通过用户指定的系统调用来完成更新操作。</a:t>
            </a: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a:extLst>
              <a:ext uri="{FF2B5EF4-FFF2-40B4-BE49-F238E27FC236}">
                <a16:creationId xmlns:a16="http://schemas.microsoft.com/office/drawing/2014/main" id="{9FBF7806-9668-3326-2E95-420AC6F05C6D}"/>
              </a:ext>
            </a:extLst>
          </p:cNvPr>
          <p:cNvSpPr>
            <a:spLocks noGrp="1" noChangeArrowheads="1"/>
          </p:cNvSpPr>
          <p:nvPr>
            <p:ph type="title"/>
          </p:nvPr>
        </p:nvSpPr>
        <p:spPr/>
        <p:txBody>
          <a:bodyPr/>
          <a:lstStyle/>
          <a:p>
            <a:pPr marL="762000" indent="-762000" eaLnBrk="1" hangingPunct="1"/>
            <a:r>
              <a:rPr lang="zh-CN" altLang="en-US" sz="3600" dirty="0"/>
              <a:t>系统功能调用更新部分过程映像 </a:t>
            </a:r>
          </a:p>
        </p:txBody>
      </p:sp>
      <p:sp>
        <p:nvSpPr>
          <p:cNvPr id="180227" name="Rectangle 3">
            <a:extLst>
              <a:ext uri="{FF2B5EF4-FFF2-40B4-BE49-F238E27FC236}">
                <a16:creationId xmlns:a16="http://schemas.microsoft.com/office/drawing/2014/main" id="{CFC1FBD8-5153-B86E-7A0D-9744B6B4E7A3}"/>
              </a:ext>
            </a:extLst>
          </p:cNvPr>
          <p:cNvSpPr>
            <a:spLocks noChangeArrowheads="1"/>
          </p:cNvSpPr>
          <p:nvPr/>
        </p:nvSpPr>
        <p:spPr bwMode="auto">
          <a:xfrm>
            <a:off x="152400" y="1143000"/>
            <a:ext cx="86868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en-US" sz="2400"/>
              <a:t>某些特殊场合，可以使用系统库函数从用户程序中更新整个过程映像或者过程映像分区。</a:t>
            </a:r>
          </a:p>
          <a:p>
            <a:pPr eaLnBrk="1" hangingPunct="1">
              <a:spcBef>
                <a:spcPct val="0"/>
              </a:spcBef>
            </a:pPr>
            <a:r>
              <a:rPr lang="zh-CN" altLang="en-US" sz="2400"/>
              <a:t>要求：过程映像不由系统（</a:t>
            </a:r>
            <a:r>
              <a:rPr lang="en-US" altLang="zh-CN" sz="2400"/>
              <a:t>OB</a:t>
            </a:r>
            <a:r>
              <a:rPr lang="zh-CN" altLang="en-US" sz="2400"/>
              <a:t>）更新。</a:t>
            </a:r>
          </a:p>
          <a:p>
            <a:pPr eaLnBrk="1" hangingPunct="1">
              <a:spcBef>
                <a:spcPct val="0"/>
              </a:spcBef>
              <a:buFont typeface="Wingdings" panose="05000000000000000000" pitchFamily="2" charset="2"/>
              <a:buChar char="l"/>
            </a:pPr>
            <a:r>
              <a:rPr lang="zh-CN" altLang="en-US" sz="2400"/>
              <a:t>	</a:t>
            </a:r>
            <a:r>
              <a:rPr lang="en-US" altLang="zh-CN" sz="2400"/>
              <a:t>SFC26 UPDAT_PI: </a:t>
            </a:r>
            <a:r>
              <a:rPr lang="zh-CN" altLang="en-US" sz="2400"/>
              <a:t>更新过程映像输入表</a:t>
            </a:r>
          </a:p>
          <a:p>
            <a:pPr eaLnBrk="1" hangingPunct="1">
              <a:spcBef>
                <a:spcPct val="0"/>
              </a:spcBef>
              <a:buFont typeface="Wingdings" panose="05000000000000000000" pitchFamily="2" charset="2"/>
              <a:buChar char="l"/>
            </a:pPr>
            <a:r>
              <a:rPr lang="zh-CN" altLang="en-US" sz="2400"/>
              <a:t>	</a:t>
            </a:r>
            <a:r>
              <a:rPr lang="en-US" altLang="zh-CN" sz="2400"/>
              <a:t>SFC27 UPDAT_PO: </a:t>
            </a:r>
            <a:r>
              <a:rPr lang="zh-CN" altLang="en-US" sz="2400"/>
              <a:t>更新过程映像输出表 </a:t>
            </a: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a:extLst>
              <a:ext uri="{FF2B5EF4-FFF2-40B4-BE49-F238E27FC236}">
                <a16:creationId xmlns:a16="http://schemas.microsoft.com/office/drawing/2014/main" id="{BDB74E44-70DB-4EA0-9B7D-19E37DFA9CB6}"/>
              </a:ext>
            </a:extLst>
          </p:cNvPr>
          <p:cNvSpPr>
            <a:spLocks noGrp="1" noChangeArrowheads="1"/>
          </p:cNvSpPr>
          <p:nvPr>
            <p:ph type="title"/>
          </p:nvPr>
        </p:nvSpPr>
        <p:spPr/>
        <p:txBody>
          <a:bodyPr/>
          <a:lstStyle/>
          <a:p>
            <a:pPr marL="762000" indent="-762000" eaLnBrk="1" hangingPunct="1"/>
            <a:r>
              <a:rPr lang="zh-CN" altLang="en-US" sz="3600" dirty="0"/>
              <a:t>由</a:t>
            </a:r>
            <a:r>
              <a:rPr lang="en-US" altLang="zh-CN" sz="3600" dirty="0"/>
              <a:t>OB</a:t>
            </a:r>
            <a:r>
              <a:rPr lang="zh-CN" altLang="en-US" sz="3600" dirty="0"/>
              <a:t>更新局部过程映像 </a:t>
            </a:r>
          </a:p>
        </p:txBody>
      </p:sp>
      <p:sp>
        <p:nvSpPr>
          <p:cNvPr id="181251" name="Rectangle 3">
            <a:extLst>
              <a:ext uri="{FF2B5EF4-FFF2-40B4-BE49-F238E27FC236}">
                <a16:creationId xmlns:a16="http://schemas.microsoft.com/office/drawing/2014/main" id="{35664B78-44EF-8AA5-7626-57DFA1F04543}"/>
              </a:ext>
            </a:extLst>
          </p:cNvPr>
          <p:cNvSpPr>
            <a:spLocks noChangeArrowheads="1"/>
          </p:cNvSpPr>
          <p:nvPr/>
        </p:nvSpPr>
        <p:spPr bwMode="auto">
          <a:xfrm>
            <a:off x="152400" y="1143000"/>
            <a:ext cx="868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en-US" sz="2400"/>
              <a:t>由过程映像分区所被分配的循环</a:t>
            </a:r>
            <a:r>
              <a:rPr lang="en-US" altLang="zh-CN" sz="2400"/>
              <a:t>OB</a:t>
            </a:r>
            <a:r>
              <a:rPr lang="zh-CN" altLang="en-US" sz="2400"/>
              <a:t>来更新过程映像分区 </a:t>
            </a:r>
          </a:p>
        </p:txBody>
      </p:sp>
      <p:graphicFrame>
        <p:nvGraphicFramePr>
          <p:cNvPr id="286846" name="Group 126">
            <a:extLst>
              <a:ext uri="{FF2B5EF4-FFF2-40B4-BE49-F238E27FC236}">
                <a16:creationId xmlns:a16="http://schemas.microsoft.com/office/drawing/2014/main" id="{68EDA5CE-4C62-D6D9-9D9D-F5DEAC8EF33B}"/>
              </a:ext>
            </a:extLst>
          </p:cNvPr>
          <p:cNvGraphicFramePr>
            <a:graphicFrameLocks noGrp="1"/>
          </p:cNvGraphicFramePr>
          <p:nvPr>
            <p:ph idx="1"/>
          </p:nvPr>
        </p:nvGraphicFramePr>
        <p:xfrm>
          <a:off x="228600" y="1981200"/>
          <a:ext cx="8229600" cy="3535363"/>
        </p:xfrm>
        <a:graphic>
          <a:graphicData uri="http://schemas.openxmlformats.org/drawingml/2006/table">
            <a:tbl>
              <a:tblPr/>
              <a:tblGrid>
                <a:gridCol w="1433513">
                  <a:extLst>
                    <a:ext uri="{9D8B030D-6E8A-4147-A177-3AD203B41FA5}">
                      <a16:colId xmlns:a16="http://schemas.microsoft.com/office/drawing/2014/main" val="20000"/>
                    </a:ext>
                  </a:extLst>
                </a:gridCol>
                <a:gridCol w="1433512">
                  <a:extLst>
                    <a:ext uri="{9D8B030D-6E8A-4147-A177-3AD203B41FA5}">
                      <a16:colId xmlns:a16="http://schemas.microsoft.com/office/drawing/2014/main" val="20001"/>
                    </a:ext>
                  </a:extLst>
                </a:gridCol>
                <a:gridCol w="1433513">
                  <a:extLst>
                    <a:ext uri="{9D8B030D-6E8A-4147-A177-3AD203B41FA5}">
                      <a16:colId xmlns:a16="http://schemas.microsoft.com/office/drawing/2014/main" val="20002"/>
                    </a:ext>
                  </a:extLst>
                </a:gridCol>
                <a:gridCol w="1309687">
                  <a:extLst>
                    <a:ext uri="{9D8B030D-6E8A-4147-A177-3AD203B41FA5}">
                      <a16:colId xmlns:a16="http://schemas.microsoft.com/office/drawing/2014/main" val="20003"/>
                    </a:ext>
                  </a:extLst>
                </a:gridCol>
                <a:gridCol w="1309688">
                  <a:extLst>
                    <a:ext uri="{9D8B030D-6E8A-4147-A177-3AD203B41FA5}">
                      <a16:colId xmlns:a16="http://schemas.microsoft.com/office/drawing/2014/main" val="20004"/>
                    </a:ext>
                  </a:extLst>
                </a:gridCol>
                <a:gridCol w="1309687">
                  <a:extLst>
                    <a:ext uri="{9D8B030D-6E8A-4147-A177-3AD203B41FA5}">
                      <a16:colId xmlns:a16="http://schemas.microsoft.com/office/drawing/2014/main" val="20005"/>
                    </a:ext>
                  </a:extLst>
                </a:gridCol>
              </a:tblGrid>
              <a:tr h="771525">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itchFamily="2" charset="-122"/>
                          <a:ea typeface="宋体" pitchFamily="2" charset="-122"/>
                          <a:cs typeface="Arial" pitchFamily="34" charset="0"/>
                        </a:rPr>
                        <a:t>←</a:t>
                      </a:r>
                      <a:r>
                        <a:rPr kumimoji="0" lang="en-US" altLang="zh-CN" sz="1800" b="0" i="0" u="none" strike="noStrike" cap="none" normalizeH="0" baseline="0">
                          <a:ln>
                            <a:noFill/>
                          </a:ln>
                          <a:solidFill>
                            <a:schemeClr val="tx1"/>
                          </a:solidFill>
                          <a:effectLst/>
                          <a:latin typeface="UniversS 45 Light" charset="0"/>
                          <a:ea typeface="UniversS 45 Light" charset="0"/>
                          <a:cs typeface="Arial" pitchFamily="34" charset="0"/>
                        </a:rPr>
                        <a:t> </a:t>
                      </a:r>
                      <a:r>
                        <a:rPr kumimoji="0" lang="zh-CN" altLang="en-US" sz="1800" b="0" i="0" u="none" strike="noStrike" cap="none" normalizeH="0" baseline="0">
                          <a:ln>
                            <a:noFill/>
                          </a:ln>
                          <a:solidFill>
                            <a:schemeClr val="tx1"/>
                          </a:solidFill>
                          <a:effectLst/>
                          <a:latin typeface="宋体" pitchFamily="2" charset="-122"/>
                          <a:ea typeface="宋体" pitchFamily="2" charset="-122"/>
                          <a:cs typeface="Arial" pitchFamily="34" charset="0"/>
                        </a:rPr>
                        <a:t>开始当前循环中断</a:t>
                      </a:r>
                      <a:r>
                        <a:rPr kumimoji="0" lang="en-US" altLang="zh-CN" sz="1800" b="0" i="0" u="none" strike="noStrike" cap="none" normalizeH="0" baseline="0">
                          <a:ln>
                            <a:noFill/>
                          </a:ln>
                          <a:solidFill>
                            <a:schemeClr val="tx1"/>
                          </a:solidFill>
                          <a:effectLst/>
                          <a:latin typeface="UniversS 45 Light" charset="0"/>
                          <a:ea typeface="宋体" pitchFamily="2" charset="-122"/>
                        </a:rPr>
                        <a:t>OB</a:t>
                      </a:r>
                      <a:r>
                        <a:rPr kumimoji="0" lang="zh-CN" altLang="en-US" sz="1800" b="0" i="0" u="none" strike="noStrike" cap="none" normalizeH="0" baseline="0">
                          <a:ln>
                            <a:noFill/>
                          </a:ln>
                          <a:solidFill>
                            <a:schemeClr val="tx1"/>
                          </a:solidFill>
                          <a:effectLst/>
                          <a:latin typeface="宋体" pitchFamily="2" charset="-122"/>
                          <a:ea typeface="宋体" pitchFamily="2" charset="-122"/>
                          <a:cs typeface="Arial" pitchFamily="34" charset="0"/>
                        </a:rPr>
                        <a:t>的执行</a:t>
                      </a:r>
                      <a:endParaRPr kumimoji="0" lang="zh-CN" altLang="en-US" sz="1800" b="0" i="0" u="none" strike="noStrike" cap="none" normalizeH="0" baseline="0">
                        <a:ln>
                          <a:noFill/>
                        </a:ln>
                        <a:solidFill>
                          <a:schemeClr val="tx1"/>
                        </a:solidFill>
                        <a:effectLst/>
                        <a:latin typeface="Arial" pitchFamily="34"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itchFamily="2" charset="-122"/>
                          <a:ea typeface="宋体" pitchFamily="2" charset="-122"/>
                          <a:cs typeface="Arial" pitchFamily="34" charset="0"/>
                        </a:rPr>
                        <a:t>←</a:t>
                      </a:r>
                      <a:r>
                        <a:rPr kumimoji="0" lang="en-US" altLang="zh-CN" sz="1800" b="0" i="0" u="none" strike="noStrike" cap="none" normalizeH="0" baseline="0">
                          <a:ln>
                            <a:noFill/>
                          </a:ln>
                          <a:solidFill>
                            <a:schemeClr val="tx1"/>
                          </a:solidFill>
                          <a:effectLst/>
                          <a:latin typeface="UniversS 45 Light" charset="0"/>
                          <a:ea typeface="UniversS 45 Light" charset="0"/>
                          <a:cs typeface="Arial" pitchFamily="34" charset="0"/>
                        </a:rPr>
                        <a:t> </a:t>
                      </a:r>
                      <a:r>
                        <a:rPr kumimoji="0" lang="zh-CN" altLang="en-US" sz="1800" b="0" i="0" u="none" strike="noStrike" cap="none" normalizeH="0" baseline="0">
                          <a:ln>
                            <a:noFill/>
                          </a:ln>
                          <a:solidFill>
                            <a:schemeClr val="tx1"/>
                          </a:solidFill>
                          <a:effectLst/>
                          <a:latin typeface="宋体" pitchFamily="2" charset="-122"/>
                          <a:ea typeface="宋体" pitchFamily="2" charset="-122"/>
                          <a:cs typeface="Arial" pitchFamily="34" charset="0"/>
                        </a:rPr>
                        <a:t>开始下一个循环中断</a:t>
                      </a:r>
                      <a:r>
                        <a:rPr kumimoji="0" lang="en-US" altLang="zh-CN" sz="1800" b="0" i="0" u="none" strike="noStrike" cap="none" normalizeH="0" baseline="0">
                          <a:ln>
                            <a:noFill/>
                          </a:ln>
                          <a:solidFill>
                            <a:schemeClr val="tx1"/>
                          </a:solidFill>
                          <a:effectLst/>
                          <a:latin typeface="UniversS 45 Light" charset="0"/>
                          <a:ea typeface="宋体" pitchFamily="2" charset="-122"/>
                        </a:rPr>
                        <a:t>OB</a:t>
                      </a:r>
                      <a:r>
                        <a:rPr kumimoji="0" lang="zh-CN" altLang="en-US" sz="1800" b="0" i="0" u="none" strike="noStrike" cap="none" normalizeH="0" baseline="0">
                          <a:ln>
                            <a:noFill/>
                          </a:ln>
                          <a:solidFill>
                            <a:schemeClr val="tx1"/>
                          </a:solidFill>
                          <a:effectLst/>
                          <a:latin typeface="宋体" pitchFamily="2" charset="-122"/>
                          <a:ea typeface="宋体" pitchFamily="2" charset="-122"/>
                          <a:cs typeface="Arial" pitchFamily="34" charset="0"/>
                        </a:rPr>
                        <a:t>的执行</a:t>
                      </a:r>
                      <a:endParaRPr kumimoji="0" lang="zh-CN" altLang="en-US" sz="1800" b="0" i="0" u="none" strike="noStrike" cap="none" normalizeH="0" baseline="0">
                        <a:ln>
                          <a:noFill/>
                        </a:ln>
                        <a:solidFill>
                          <a:schemeClr val="tx1"/>
                        </a:solidFill>
                        <a:effectLst/>
                        <a:latin typeface="Arial" pitchFamily="34"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1536700">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itchFamily="2" charset="-122"/>
                          <a:ea typeface="宋体" pitchFamily="2" charset="-122"/>
                          <a:cs typeface="Arial" pitchFamily="34" charset="0"/>
                        </a:rPr>
                        <a:t>←</a:t>
                      </a:r>
                      <a:r>
                        <a:rPr kumimoji="0" lang="en-US" altLang="zh-CN" sz="1800" b="0" i="0" u="none" strike="noStrike" cap="none" normalizeH="0" baseline="0">
                          <a:ln>
                            <a:noFill/>
                          </a:ln>
                          <a:solidFill>
                            <a:schemeClr val="tx1"/>
                          </a:solidFill>
                          <a:effectLst/>
                          <a:latin typeface="UniversS 45 Light" charset="0"/>
                          <a:ea typeface="UniversS 45 Light" charset="0"/>
                          <a:cs typeface="Arial" pitchFamily="34" charset="0"/>
                        </a:rPr>
                        <a:t> OB</a:t>
                      </a:r>
                      <a:r>
                        <a:rPr kumimoji="0" lang="zh-CN" altLang="en-US" sz="1800" b="0" i="0" u="none" strike="noStrike" cap="none" normalizeH="0" baseline="0">
                          <a:ln>
                            <a:noFill/>
                          </a:ln>
                          <a:solidFill>
                            <a:schemeClr val="tx1"/>
                          </a:solidFill>
                          <a:effectLst/>
                          <a:latin typeface="宋体" pitchFamily="2" charset="-122"/>
                          <a:ea typeface="宋体" pitchFamily="2" charset="-122"/>
                          <a:cs typeface="Arial" pitchFamily="34" charset="0"/>
                        </a:rPr>
                        <a:t>的当前循环时间</a:t>
                      </a:r>
                      <a:r>
                        <a:rPr kumimoji="0" lang="zh-CN" altLang="en-US" sz="1800" b="0" i="0" u="none" strike="noStrike" cap="none" normalizeH="0" baseline="0">
                          <a:ln>
                            <a:noFill/>
                          </a:ln>
                          <a:solidFill>
                            <a:schemeClr val="tx1"/>
                          </a:solidFill>
                          <a:effectLst/>
                          <a:latin typeface="UniversS 45 Light" charset="0"/>
                          <a:ea typeface="宋体" pitchFamily="2" charset="-122"/>
                        </a:rPr>
                        <a:t>                   </a:t>
                      </a:r>
                      <a:r>
                        <a:rPr kumimoji="0" lang="zh-CN" altLang="en-US" sz="1800" b="0" i="0" u="none" strike="noStrike" cap="none" normalizeH="0" baseline="0">
                          <a:ln>
                            <a:noFill/>
                          </a:ln>
                          <a:solidFill>
                            <a:schemeClr val="tx1"/>
                          </a:solidFill>
                          <a:effectLst/>
                          <a:latin typeface="宋体" pitchFamily="2" charset="-122"/>
                          <a:ea typeface="宋体" pitchFamily="2" charset="-122"/>
                          <a:cs typeface="Arial" pitchFamily="34" charset="0"/>
                        </a:rPr>
                        <a:t>→</a:t>
                      </a:r>
                      <a:endParaRPr kumimoji="0" lang="zh-CN" altLang="en-US" sz="1800" b="0" i="0" u="none" strike="noStrike" cap="none" normalizeH="0" baseline="0">
                        <a:ln>
                          <a:noFill/>
                        </a:ln>
                        <a:solidFill>
                          <a:schemeClr val="tx1"/>
                        </a:solidFill>
                        <a:effectLst/>
                        <a:latin typeface="Arial" pitchFamily="34"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3">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1"/>
                  </a:ext>
                </a:extLst>
              </a:tr>
              <a:tr h="12271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宋体" pitchFamily="2" charset="-122"/>
                          <a:ea typeface="宋体" pitchFamily="2" charset="-122"/>
                          <a:cs typeface="Arial" pitchFamily="34" charset="0"/>
                        </a:rPr>
                        <a:t>更新</a:t>
                      </a:r>
                      <a:r>
                        <a:rPr kumimoji="0" lang="en-US" altLang="zh-CN" sz="1800" b="0" i="0" u="none" strike="noStrike" cap="none" normalizeH="0" baseline="0">
                          <a:ln>
                            <a:noFill/>
                          </a:ln>
                          <a:solidFill>
                            <a:schemeClr val="tx1"/>
                          </a:solidFill>
                          <a:effectLst/>
                          <a:latin typeface="UniversS 45 Light" charset="0"/>
                          <a:ea typeface="UniversS 45 Light" charset="0"/>
                          <a:cs typeface="Arial" pitchFamily="34" charset="0"/>
                        </a:rPr>
                        <a:t>PII</a:t>
                      </a:r>
                      <a:r>
                        <a:rPr kumimoji="0" lang="zh-CN" altLang="en-US" sz="1800" b="0" i="0" u="none" strike="noStrike" cap="none" normalizeH="0" baseline="0">
                          <a:ln>
                            <a:noFill/>
                          </a:ln>
                          <a:solidFill>
                            <a:schemeClr val="tx1"/>
                          </a:solidFill>
                          <a:effectLst/>
                          <a:latin typeface="宋体" pitchFamily="2" charset="-122"/>
                          <a:ea typeface="宋体" pitchFamily="2" charset="-122"/>
                          <a:cs typeface="Arial" pitchFamily="34" charset="0"/>
                        </a:rPr>
                        <a:t>分区</a:t>
                      </a:r>
                      <a:endParaRPr kumimoji="0" lang="zh-CN" altLang="en-US" sz="1800" b="0" i="0" u="none" strike="noStrike" cap="none" normalizeH="0" baseline="0">
                        <a:ln>
                          <a:noFill/>
                        </a:ln>
                        <a:solidFill>
                          <a:schemeClr val="tx1"/>
                        </a:solidFill>
                        <a:effectLst/>
                        <a:latin typeface="Arial" pitchFamily="34"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宋体" pitchFamily="2" charset="-122"/>
                          <a:ea typeface="宋体" pitchFamily="2" charset="-122"/>
                          <a:cs typeface="Arial" pitchFamily="34" charset="0"/>
                        </a:rPr>
                        <a:t>执行循环中断</a:t>
                      </a:r>
                      <a:r>
                        <a:rPr kumimoji="0" lang="en-US" altLang="zh-CN" sz="1800" b="0" i="0" u="none" strike="noStrike" cap="none" normalizeH="0" baseline="0">
                          <a:ln>
                            <a:noFill/>
                          </a:ln>
                          <a:solidFill>
                            <a:schemeClr val="tx1"/>
                          </a:solidFill>
                          <a:effectLst/>
                          <a:latin typeface="UniversS 45 Light" charset="0"/>
                          <a:ea typeface="UniversS 45 Light" charset="0"/>
                          <a:cs typeface="Arial" pitchFamily="34" charset="0"/>
                        </a:rPr>
                        <a:t>OB</a:t>
                      </a: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宋体" pitchFamily="2" charset="-122"/>
                          <a:ea typeface="宋体" pitchFamily="2" charset="-122"/>
                          <a:cs typeface="Arial" pitchFamily="34" charset="0"/>
                        </a:rPr>
                        <a:t>更新</a:t>
                      </a:r>
                      <a:r>
                        <a:rPr kumimoji="0" lang="en-US" altLang="zh-CN" sz="1800" b="0" i="0" u="none" strike="noStrike" cap="none" normalizeH="0" baseline="0">
                          <a:ln>
                            <a:noFill/>
                          </a:ln>
                          <a:solidFill>
                            <a:schemeClr val="tx1"/>
                          </a:solidFill>
                          <a:effectLst/>
                          <a:latin typeface="UniversS 45 Light" charset="0"/>
                          <a:ea typeface="UniversS 45 Light" charset="0"/>
                          <a:cs typeface="Arial" pitchFamily="34" charset="0"/>
                        </a:rPr>
                        <a:t>PIQ</a:t>
                      </a:r>
                      <a:r>
                        <a:rPr kumimoji="0" lang="zh-CN" altLang="en-US" sz="1800" b="0" i="0" u="none" strike="noStrike" cap="none" normalizeH="0" baseline="0">
                          <a:ln>
                            <a:noFill/>
                          </a:ln>
                          <a:solidFill>
                            <a:schemeClr val="tx1"/>
                          </a:solidFill>
                          <a:effectLst/>
                          <a:latin typeface="宋体" pitchFamily="2" charset="-122"/>
                          <a:ea typeface="宋体" pitchFamily="2" charset="-122"/>
                          <a:cs typeface="Arial" pitchFamily="34" charset="0"/>
                        </a:rPr>
                        <a:t>分区</a:t>
                      </a:r>
                      <a:endParaRPr kumimoji="0" lang="zh-CN" altLang="en-US" sz="1800" b="0" i="0" u="none" strike="noStrike" cap="none" normalizeH="0" baseline="0">
                        <a:ln>
                          <a:noFill/>
                        </a:ln>
                        <a:solidFill>
                          <a:schemeClr val="tx1"/>
                        </a:solidFill>
                        <a:effectLst/>
                        <a:latin typeface="Arial" pitchFamily="34"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宋体" pitchFamily="2" charset="-122"/>
                          <a:ea typeface="宋体" pitchFamily="2" charset="-122"/>
                          <a:cs typeface="Arial" pitchFamily="34" charset="0"/>
                        </a:rPr>
                        <a:t>更新</a:t>
                      </a:r>
                      <a:r>
                        <a:rPr kumimoji="0" lang="en-US" altLang="zh-CN" sz="1800" b="0" i="0" u="none" strike="noStrike" cap="none" normalizeH="0" baseline="0">
                          <a:ln>
                            <a:noFill/>
                          </a:ln>
                          <a:solidFill>
                            <a:schemeClr val="tx1"/>
                          </a:solidFill>
                          <a:effectLst/>
                          <a:latin typeface="UniversS 45 Light" charset="0"/>
                          <a:ea typeface="UniversS 45 Light" charset="0"/>
                          <a:cs typeface="Arial" pitchFamily="34" charset="0"/>
                        </a:rPr>
                        <a:t>PII</a:t>
                      </a:r>
                      <a:r>
                        <a:rPr kumimoji="0" lang="zh-CN" altLang="en-US" sz="1800" b="0" i="0" u="none" strike="noStrike" cap="none" normalizeH="0" baseline="0">
                          <a:ln>
                            <a:noFill/>
                          </a:ln>
                          <a:solidFill>
                            <a:schemeClr val="tx1"/>
                          </a:solidFill>
                          <a:effectLst/>
                          <a:latin typeface="宋体" pitchFamily="2" charset="-122"/>
                          <a:ea typeface="宋体" pitchFamily="2" charset="-122"/>
                          <a:cs typeface="Arial" pitchFamily="34" charset="0"/>
                        </a:rPr>
                        <a:t>分区</a:t>
                      </a:r>
                      <a:endParaRPr kumimoji="0" lang="zh-CN" altLang="en-US" sz="1800" b="0" i="0" u="none" strike="noStrike" cap="none" normalizeH="0" baseline="0">
                        <a:ln>
                          <a:noFill/>
                        </a:ln>
                        <a:solidFill>
                          <a:schemeClr val="tx1"/>
                        </a:solidFill>
                        <a:effectLst/>
                        <a:latin typeface="Arial" pitchFamily="34"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宋体" pitchFamily="2" charset="-122"/>
                          <a:ea typeface="宋体" pitchFamily="2" charset="-122"/>
                          <a:cs typeface="Arial" pitchFamily="34" charset="0"/>
                        </a:rPr>
                        <a:t>执行循环中断</a:t>
                      </a:r>
                      <a:r>
                        <a:rPr kumimoji="0" lang="en-US" altLang="zh-CN" sz="1800" b="0" i="0" u="none" strike="noStrike" cap="none" normalizeH="0" baseline="0">
                          <a:ln>
                            <a:noFill/>
                          </a:ln>
                          <a:solidFill>
                            <a:schemeClr val="tx1"/>
                          </a:solidFill>
                          <a:effectLst/>
                          <a:latin typeface="UniversS 45 Light" charset="0"/>
                          <a:ea typeface="UniversS 45 Light" charset="0"/>
                          <a:cs typeface="Arial" pitchFamily="34" charset="0"/>
                        </a:rPr>
                        <a:t>OB</a:t>
                      </a:r>
                      <a:endParaRPr kumimoji="0" lang="en-US" altLang="zh-CN" sz="1800" b="0" i="0" u="none" strike="noStrike" cap="none" normalizeH="0" baseline="0">
                        <a:ln>
                          <a:noFill/>
                        </a:ln>
                        <a:solidFill>
                          <a:schemeClr val="tx1"/>
                        </a:solidFill>
                        <a:effectLst/>
                        <a:latin typeface="Arial" pitchFamily="34"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宋体" pitchFamily="2" charset="-122"/>
                          <a:ea typeface="宋体" pitchFamily="2" charset="-122"/>
                          <a:cs typeface="Arial" pitchFamily="34" charset="0"/>
                        </a:rPr>
                        <a:t>更新</a:t>
                      </a:r>
                      <a:r>
                        <a:rPr kumimoji="0" lang="en-US" altLang="zh-CN" sz="1800" b="0" i="0" u="none" strike="noStrike" cap="none" normalizeH="0" baseline="0">
                          <a:ln>
                            <a:noFill/>
                          </a:ln>
                          <a:solidFill>
                            <a:schemeClr val="tx1"/>
                          </a:solidFill>
                          <a:effectLst/>
                          <a:latin typeface="UniversS 45 Light" charset="0"/>
                          <a:ea typeface="UniversS 45 Light" charset="0"/>
                          <a:cs typeface="Arial" pitchFamily="34" charset="0"/>
                        </a:rPr>
                        <a:t>PIQ</a:t>
                      </a:r>
                      <a:r>
                        <a:rPr kumimoji="0" lang="zh-CN" altLang="en-US" sz="1800" b="0" i="0" u="none" strike="noStrike" cap="none" normalizeH="0" baseline="0">
                          <a:ln>
                            <a:noFill/>
                          </a:ln>
                          <a:solidFill>
                            <a:schemeClr val="tx1"/>
                          </a:solidFill>
                          <a:effectLst/>
                          <a:latin typeface="宋体" pitchFamily="2" charset="-122"/>
                          <a:ea typeface="宋体" pitchFamily="2" charset="-122"/>
                          <a:cs typeface="Arial" pitchFamily="34" charset="0"/>
                        </a:rPr>
                        <a:t>分区</a:t>
                      </a:r>
                      <a:endParaRPr kumimoji="0" lang="zh-CN" altLang="en-US" sz="1800" b="0" i="0" u="none" strike="noStrike" cap="none" normalizeH="0" baseline="0">
                        <a:ln>
                          <a:noFill/>
                        </a:ln>
                        <a:solidFill>
                          <a:schemeClr val="tx1"/>
                        </a:solidFill>
                        <a:effectLst/>
                        <a:latin typeface="Arial" pitchFamily="34"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a:extLst>
              <a:ext uri="{FF2B5EF4-FFF2-40B4-BE49-F238E27FC236}">
                <a16:creationId xmlns:a16="http://schemas.microsoft.com/office/drawing/2014/main" id="{ABA53A84-8496-D7E9-2F0C-EA0CBAC5677F}"/>
              </a:ext>
            </a:extLst>
          </p:cNvPr>
          <p:cNvSpPr>
            <a:spLocks noGrp="1" noChangeArrowheads="1"/>
          </p:cNvSpPr>
          <p:nvPr>
            <p:ph type="title"/>
          </p:nvPr>
        </p:nvSpPr>
        <p:spPr/>
        <p:txBody>
          <a:bodyPr/>
          <a:lstStyle/>
          <a:p>
            <a:pPr marL="762000" indent="-762000" eaLnBrk="1" hangingPunct="1"/>
            <a:r>
              <a:rPr lang="zh-CN" altLang="en-US" sz="3600" dirty="0"/>
              <a:t>过程映像的大小 </a:t>
            </a:r>
          </a:p>
        </p:txBody>
      </p:sp>
      <p:sp>
        <p:nvSpPr>
          <p:cNvPr id="182275" name="Rectangle 3">
            <a:extLst>
              <a:ext uri="{FF2B5EF4-FFF2-40B4-BE49-F238E27FC236}">
                <a16:creationId xmlns:a16="http://schemas.microsoft.com/office/drawing/2014/main" id="{9FF774FF-36D1-66CA-B702-DC2AD9282E89}"/>
              </a:ext>
            </a:extLst>
          </p:cNvPr>
          <p:cNvSpPr>
            <a:spLocks noChangeArrowheads="1"/>
          </p:cNvSpPr>
          <p:nvPr/>
        </p:nvSpPr>
        <p:spPr bwMode="auto">
          <a:xfrm>
            <a:off x="152400" y="1143000"/>
            <a:ext cx="86868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en-US" sz="2400"/>
              <a:t>在</a:t>
            </a:r>
            <a:r>
              <a:rPr lang="en-US" altLang="zh-CN" sz="2400"/>
              <a:t>PCS7</a:t>
            </a:r>
            <a:r>
              <a:rPr lang="zh-CN" altLang="en-US" sz="2400"/>
              <a:t>中，过程映像的大小必须设置为等于或者大于所使用的输入和输出点的个数。由于第一个模拟输出或者输入模块拥有过程映像的</a:t>
            </a:r>
            <a:r>
              <a:rPr lang="en-US" altLang="zh-CN" sz="2400"/>
              <a:t>512</a:t>
            </a:r>
            <a:r>
              <a:rPr lang="zh-CN" altLang="en-US" sz="2400"/>
              <a:t>个基址，</a:t>
            </a:r>
            <a:r>
              <a:rPr lang="en-US" altLang="zh-CN" sz="2400"/>
              <a:t>PCS7</a:t>
            </a:r>
            <a:r>
              <a:rPr lang="zh-CN" altLang="en-US" sz="2400"/>
              <a:t>项目中</a:t>
            </a:r>
            <a:r>
              <a:rPr lang="en-US" altLang="zh-CN" sz="2400"/>
              <a:t>CPU</a:t>
            </a:r>
            <a:r>
              <a:rPr lang="zh-CN" altLang="en-US" sz="2400"/>
              <a:t>内默认设置值如下。</a:t>
            </a:r>
          </a:p>
        </p:txBody>
      </p:sp>
      <p:graphicFrame>
        <p:nvGraphicFramePr>
          <p:cNvPr id="289948" name="Group 156">
            <a:extLst>
              <a:ext uri="{FF2B5EF4-FFF2-40B4-BE49-F238E27FC236}">
                <a16:creationId xmlns:a16="http://schemas.microsoft.com/office/drawing/2014/main" id="{7BA26B02-3252-F939-57F5-0496CC9FFDDE}"/>
              </a:ext>
            </a:extLst>
          </p:cNvPr>
          <p:cNvGraphicFramePr>
            <a:graphicFrameLocks noGrp="1"/>
          </p:cNvGraphicFramePr>
          <p:nvPr>
            <p:ph idx="1"/>
          </p:nvPr>
        </p:nvGraphicFramePr>
        <p:xfrm>
          <a:off x="457200" y="2514600"/>
          <a:ext cx="8229600" cy="3611565"/>
        </p:xfrm>
        <a:graphic>
          <a:graphicData uri="http://schemas.openxmlformats.org/drawingml/2006/table">
            <a:tbl>
              <a:tblPr/>
              <a:tblGrid>
                <a:gridCol w="2097088">
                  <a:extLst>
                    <a:ext uri="{9D8B030D-6E8A-4147-A177-3AD203B41FA5}">
                      <a16:colId xmlns:a16="http://schemas.microsoft.com/office/drawing/2014/main" val="20000"/>
                    </a:ext>
                  </a:extLst>
                </a:gridCol>
                <a:gridCol w="3805237">
                  <a:extLst>
                    <a:ext uri="{9D8B030D-6E8A-4147-A177-3AD203B41FA5}">
                      <a16:colId xmlns:a16="http://schemas.microsoft.com/office/drawing/2014/main" val="20001"/>
                    </a:ext>
                  </a:extLst>
                </a:gridCol>
                <a:gridCol w="2327275">
                  <a:extLst>
                    <a:ext uri="{9D8B030D-6E8A-4147-A177-3AD203B41FA5}">
                      <a16:colId xmlns:a16="http://schemas.microsoft.com/office/drawing/2014/main" val="20002"/>
                    </a:ext>
                  </a:extLst>
                </a:gridCol>
              </a:tblGrid>
              <a:tr h="803275">
                <a:tc>
                  <a:txBody>
                    <a:bodyPr/>
                    <a:lstStyle>
                      <a:lvl1pPr eaLnBrk="0" hangingPunct="0">
                        <a:spcBef>
                          <a:spcPct val="20000"/>
                        </a:spcBef>
                        <a:defRPr sz="24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UniversS 55 Roman" charset="0"/>
                          <a:ea typeface="UniversS 55 Roman" charset="0"/>
                          <a:cs typeface="Times New Roman" panose="02020603050405020304" pitchFamily="18" charset="0"/>
                        </a:rPr>
                        <a:t>CPUs</a:t>
                      </a:r>
                      <a:endParaRPr kumimoji="0" lang="en-US" altLang="zh-CN" sz="1800" b="0" i="0" u="none" strike="noStrike" cap="none" normalizeH="0" baseline="0">
                        <a:ln>
                          <a:noFill/>
                        </a:ln>
                        <a:solidFill>
                          <a:schemeClr val="tx1"/>
                        </a:solidFill>
                        <a:effectLst/>
                        <a:latin typeface="Arial" panose="020B0604020202020204" pitchFamily="34" charset="0"/>
                        <a:ea typeface="UniversS 55 Roman" charset="0"/>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4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UniversS 55 Roman" charset="0"/>
                          <a:ea typeface="黑体" panose="02010609060101010101" pitchFamily="49" charset="-122"/>
                          <a:cs typeface="Times New Roman" panose="02020603050405020304" pitchFamily="18" charset="0"/>
                        </a:rPr>
                        <a:t>过程映像</a:t>
                      </a:r>
                      <a:endPar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4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UniversS 55 Roman" charset="0"/>
                          <a:ea typeface="黑体" panose="02010609060101010101" pitchFamily="49" charset="-122"/>
                          <a:cs typeface="Times New Roman" panose="02020603050405020304" pitchFamily="18" charset="0"/>
                        </a:rPr>
                        <a:t>大小</a:t>
                      </a:r>
                      <a:endPar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8313">
                <a:tc rowSpan="2">
                  <a:txBody>
                    <a:bodyPr/>
                    <a:lstStyle>
                      <a:lvl1pPr eaLnBrk="0" hangingPunct="0">
                        <a:spcBef>
                          <a:spcPct val="20000"/>
                        </a:spcBef>
                        <a:defRPr sz="24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UniversS 45 Light" charset="0"/>
                          <a:ea typeface="UniversS 45 Light" charset="0"/>
                          <a:cs typeface="Arial" panose="020B0604020202020204" pitchFamily="34" charset="0"/>
                        </a:rPr>
                        <a:t>CPU 414</a:t>
                      </a:r>
                      <a:endParaRPr kumimoji="0" lang="en-US" altLang="zh-CN" sz="1800" b="0" i="0" u="none" strike="noStrike" cap="none" normalizeH="0" baseline="0">
                        <a:ln>
                          <a:noFill/>
                        </a:ln>
                        <a:solidFill>
                          <a:schemeClr val="tx1"/>
                        </a:solidFill>
                        <a:effectLst/>
                        <a:latin typeface="Arial" panose="020B0604020202020204" pitchFamily="34" charset="0"/>
                        <a:ea typeface="UniversS 45 Light" charset="0"/>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4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Arial" panose="020B0604020202020204" pitchFamily="34" charset="0"/>
                        </a:rPr>
                        <a:t>过程映像输入区</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4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UniversS 45 Light" charset="0"/>
                          <a:ea typeface="UniversS 45 Light" charset="0"/>
                          <a:cs typeface="Arial" panose="020B0604020202020204" pitchFamily="34" charset="0"/>
                        </a:rPr>
                        <a:t>786</a:t>
                      </a:r>
                      <a:endParaRPr kumimoji="0" lang="en-US" altLang="zh-CN" sz="1800" b="0" i="0" u="none" strike="noStrike" cap="none" normalizeH="0" baseline="0">
                        <a:ln>
                          <a:noFill/>
                        </a:ln>
                        <a:solidFill>
                          <a:schemeClr val="tx1"/>
                        </a:solidFill>
                        <a:effectLst/>
                        <a:latin typeface="Arial" panose="020B0604020202020204" pitchFamily="34" charset="0"/>
                        <a:ea typeface="UniversS 45 Light"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8313">
                <a:tc vMerge="1">
                  <a:txBody>
                    <a:bodyPr/>
                    <a:lstStyle/>
                    <a:p>
                      <a:endParaRPr lang="zh-CN" altLang="en-US"/>
                    </a:p>
                  </a:txBody>
                  <a:tcPr/>
                </a:tc>
                <a:tc>
                  <a:txBody>
                    <a:bodyPr/>
                    <a:lstStyle>
                      <a:lvl1pPr eaLnBrk="0" hangingPunct="0">
                        <a:spcBef>
                          <a:spcPct val="20000"/>
                        </a:spcBef>
                        <a:defRPr sz="24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Arial" panose="020B0604020202020204" pitchFamily="34" charset="0"/>
                        </a:rPr>
                        <a:t>过程映像输入区</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4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UniversS 45 Light" charset="0"/>
                          <a:ea typeface="UniversS 45 Light" charset="0"/>
                          <a:cs typeface="Arial" panose="020B0604020202020204" pitchFamily="34" charset="0"/>
                        </a:rPr>
                        <a:t>786</a:t>
                      </a:r>
                      <a:endParaRPr kumimoji="0" lang="en-US" altLang="zh-CN" sz="1800" b="0" i="0" u="none" strike="noStrike" cap="none" normalizeH="0" baseline="0">
                        <a:ln>
                          <a:noFill/>
                        </a:ln>
                        <a:solidFill>
                          <a:schemeClr val="tx1"/>
                        </a:solidFill>
                        <a:effectLst/>
                        <a:latin typeface="Arial" panose="020B0604020202020204" pitchFamily="34" charset="0"/>
                        <a:ea typeface="UniversS 45 Light"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8313">
                <a:tc rowSpan="2">
                  <a:txBody>
                    <a:bodyPr/>
                    <a:lstStyle>
                      <a:lvl1pPr eaLnBrk="0" hangingPunct="0">
                        <a:spcBef>
                          <a:spcPct val="20000"/>
                        </a:spcBef>
                        <a:defRPr sz="24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UniversS 45 Light" charset="0"/>
                          <a:ea typeface="UniversS 45 Light" charset="0"/>
                          <a:cs typeface="Arial" panose="020B0604020202020204" pitchFamily="34" charset="0"/>
                        </a:rPr>
                        <a:t>CPU 416</a:t>
                      </a:r>
                      <a:endParaRPr kumimoji="0" lang="en-US" altLang="zh-CN" sz="1800" b="0" i="0" u="none" strike="noStrike" cap="none" normalizeH="0" baseline="0">
                        <a:ln>
                          <a:noFill/>
                        </a:ln>
                        <a:solidFill>
                          <a:schemeClr val="tx1"/>
                        </a:solidFill>
                        <a:effectLst/>
                        <a:latin typeface="Arial" panose="020B0604020202020204" pitchFamily="34" charset="0"/>
                        <a:ea typeface="UniversS 45 Light" charset="0"/>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4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Arial" panose="020B0604020202020204" pitchFamily="34" charset="0"/>
                        </a:rPr>
                        <a:t>过程映像输入区</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4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UniversS 45 Light" charset="0"/>
                          <a:ea typeface="UniversS 45 Light" charset="0"/>
                          <a:cs typeface="Arial" panose="020B0604020202020204" pitchFamily="34" charset="0"/>
                        </a:rPr>
                        <a:t>2048</a:t>
                      </a:r>
                      <a:endParaRPr kumimoji="0" lang="en-US" altLang="zh-CN" sz="1800" b="0" i="0" u="none" strike="noStrike" cap="none" normalizeH="0" baseline="0">
                        <a:ln>
                          <a:noFill/>
                        </a:ln>
                        <a:solidFill>
                          <a:schemeClr val="tx1"/>
                        </a:solidFill>
                        <a:effectLst/>
                        <a:latin typeface="Arial" panose="020B0604020202020204" pitchFamily="34" charset="0"/>
                        <a:ea typeface="UniversS 45 Light"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6725">
                <a:tc vMerge="1">
                  <a:txBody>
                    <a:bodyPr/>
                    <a:lstStyle/>
                    <a:p>
                      <a:endParaRPr lang="zh-CN" altLang="en-US"/>
                    </a:p>
                  </a:txBody>
                  <a:tcPr/>
                </a:tc>
                <a:tc>
                  <a:txBody>
                    <a:bodyPr/>
                    <a:lstStyle>
                      <a:lvl1pPr eaLnBrk="0" hangingPunct="0">
                        <a:spcBef>
                          <a:spcPct val="20000"/>
                        </a:spcBef>
                        <a:defRPr sz="24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Arial" panose="020B0604020202020204" pitchFamily="34" charset="0"/>
                        </a:rPr>
                        <a:t>过程映像输入区</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4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UniversS 45 Light" charset="0"/>
                          <a:ea typeface="UniversS 45 Light" charset="0"/>
                          <a:cs typeface="Arial" panose="020B0604020202020204" pitchFamily="34" charset="0"/>
                        </a:rPr>
                        <a:t>2048</a:t>
                      </a:r>
                      <a:endParaRPr kumimoji="0" lang="en-US" altLang="zh-CN" sz="1800" b="0" i="0" u="none" strike="noStrike" cap="none" normalizeH="0" baseline="0">
                        <a:ln>
                          <a:noFill/>
                        </a:ln>
                        <a:solidFill>
                          <a:schemeClr val="tx1"/>
                        </a:solidFill>
                        <a:effectLst/>
                        <a:latin typeface="Arial" panose="020B0604020202020204" pitchFamily="34" charset="0"/>
                        <a:ea typeface="UniversS 45 Light"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8313">
                <a:tc rowSpan="2">
                  <a:txBody>
                    <a:bodyPr/>
                    <a:lstStyle>
                      <a:lvl1pPr eaLnBrk="0" hangingPunct="0">
                        <a:spcBef>
                          <a:spcPct val="20000"/>
                        </a:spcBef>
                        <a:defRPr sz="24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UniversS 45 Light" charset="0"/>
                          <a:ea typeface="UniversS 45 Light" charset="0"/>
                          <a:cs typeface="Arial" panose="020B0604020202020204" pitchFamily="34" charset="0"/>
                        </a:rPr>
                        <a:t>CPU 417</a:t>
                      </a:r>
                      <a:endParaRPr kumimoji="0" lang="en-US" altLang="zh-CN" sz="1800" b="0" i="0" u="none" strike="noStrike" cap="none" normalizeH="0" baseline="0">
                        <a:ln>
                          <a:noFill/>
                        </a:ln>
                        <a:solidFill>
                          <a:schemeClr val="tx1"/>
                        </a:solidFill>
                        <a:effectLst/>
                        <a:latin typeface="Arial" panose="020B0604020202020204" pitchFamily="34" charset="0"/>
                        <a:ea typeface="UniversS 45 Light" charset="0"/>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4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Arial" panose="020B0604020202020204" pitchFamily="34" charset="0"/>
                        </a:rPr>
                        <a:t>过程映像输入区</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4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UniversS 45 Light" charset="0"/>
                          <a:ea typeface="UniversS 45 Light" charset="0"/>
                          <a:cs typeface="Arial" panose="020B0604020202020204" pitchFamily="34" charset="0"/>
                        </a:rPr>
                        <a:t>3072</a:t>
                      </a:r>
                      <a:endParaRPr kumimoji="0" lang="en-US" altLang="zh-CN" sz="1800" b="0" i="0" u="none" strike="noStrike" cap="none" normalizeH="0" baseline="0">
                        <a:ln>
                          <a:noFill/>
                        </a:ln>
                        <a:solidFill>
                          <a:schemeClr val="tx1"/>
                        </a:solidFill>
                        <a:effectLst/>
                        <a:latin typeface="Arial" panose="020B0604020202020204" pitchFamily="34" charset="0"/>
                        <a:ea typeface="UniversS 45 Light"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68313">
                <a:tc vMerge="1">
                  <a:txBody>
                    <a:bodyPr/>
                    <a:lstStyle/>
                    <a:p>
                      <a:endParaRPr lang="zh-CN" altLang="en-US"/>
                    </a:p>
                  </a:txBody>
                  <a:tcPr/>
                </a:tc>
                <a:tc>
                  <a:txBody>
                    <a:bodyPr/>
                    <a:lstStyle>
                      <a:lvl1pPr eaLnBrk="0" hangingPunct="0">
                        <a:spcBef>
                          <a:spcPct val="20000"/>
                        </a:spcBef>
                        <a:defRPr sz="24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Arial" panose="020B0604020202020204" pitchFamily="34" charset="0"/>
                        </a:rPr>
                        <a:t>过程映像输入区</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4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UniversS 45 Light" charset="0"/>
                          <a:ea typeface="UniversS 45 Light" charset="0"/>
                          <a:cs typeface="Arial" panose="020B0604020202020204" pitchFamily="34" charset="0"/>
                        </a:rPr>
                        <a:t>3072</a:t>
                      </a:r>
                      <a:endParaRPr kumimoji="0" lang="en-US" altLang="zh-CN" sz="1800" b="0" i="0" u="none" strike="noStrike" cap="none" normalizeH="0" baseline="0">
                        <a:ln>
                          <a:noFill/>
                        </a:ln>
                        <a:solidFill>
                          <a:schemeClr val="tx1"/>
                        </a:solidFill>
                        <a:effectLst/>
                        <a:latin typeface="Arial" panose="020B0604020202020204" pitchFamily="34" charset="0"/>
                        <a:ea typeface="UniversS 45 Light"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a:extLst>
              <a:ext uri="{FF2B5EF4-FFF2-40B4-BE49-F238E27FC236}">
                <a16:creationId xmlns:a16="http://schemas.microsoft.com/office/drawing/2014/main" id="{113853FD-78F0-5609-F28E-09FE9707B9A2}"/>
              </a:ext>
            </a:extLst>
          </p:cNvPr>
          <p:cNvSpPr>
            <a:spLocks noGrp="1" noChangeArrowheads="1"/>
          </p:cNvSpPr>
          <p:nvPr>
            <p:ph type="title"/>
          </p:nvPr>
        </p:nvSpPr>
        <p:spPr/>
        <p:txBody>
          <a:bodyPr/>
          <a:lstStyle/>
          <a:p>
            <a:pPr marL="762000" indent="-762000" eaLnBrk="1" hangingPunct="1"/>
            <a:r>
              <a:rPr lang="zh-CN" altLang="en-US" sz="3600" dirty="0"/>
              <a:t>过程映像的大小 </a:t>
            </a:r>
          </a:p>
        </p:txBody>
      </p:sp>
      <p:pic>
        <p:nvPicPr>
          <p:cNvPr id="183300" name="Picture 37" descr="b534">
            <a:extLst>
              <a:ext uri="{FF2B5EF4-FFF2-40B4-BE49-F238E27FC236}">
                <a16:creationId xmlns:a16="http://schemas.microsoft.com/office/drawing/2014/main" id="{49CCE15D-C348-9453-0EF0-311EBF0BB3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066800"/>
            <a:ext cx="5715000" cy="500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a:extLst>
              <a:ext uri="{FF2B5EF4-FFF2-40B4-BE49-F238E27FC236}">
                <a16:creationId xmlns:a16="http://schemas.microsoft.com/office/drawing/2014/main" id="{D7A2D6E1-9470-17FD-D942-3978B7CF4F25}"/>
              </a:ext>
            </a:extLst>
          </p:cNvPr>
          <p:cNvSpPr>
            <a:spLocks noGrp="1" noChangeArrowheads="1"/>
          </p:cNvSpPr>
          <p:nvPr>
            <p:ph type="title"/>
          </p:nvPr>
        </p:nvSpPr>
        <p:spPr/>
        <p:txBody>
          <a:bodyPr/>
          <a:lstStyle/>
          <a:p>
            <a:pPr marL="762000" indent="-762000" eaLnBrk="1" hangingPunct="1"/>
            <a:r>
              <a:rPr lang="en-US" altLang="zh-CN" sz="3600" dirty="0"/>
              <a:t>2.2.6</a:t>
            </a:r>
            <a:r>
              <a:rPr lang="zh-CN" altLang="en-US" sz="3600" dirty="0"/>
              <a:t> 驱动</a:t>
            </a:r>
          </a:p>
        </p:txBody>
      </p:sp>
      <p:sp>
        <p:nvSpPr>
          <p:cNvPr id="184323" name="Rectangle 3">
            <a:extLst>
              <a:ext uri="{FF2B5EF4-FFF2-40B4-BE49-F238E27FC236}">
                <a16:creationId xmlns:a16="http://schemas.microsoft.com/office/drawing/2014/main" id="{69BA4704-98E4-808F-C34F-39E1A52053ED}"/>
              </a:ext>
            </a:extLst>
          </p:cNvPr>
          <p:cNvSpPr>
            <a:spLocks noChangeArrowheads="1"/>
          </p:cNvSpPr>
          <p:nvPr/>
        </p:nvSpPr>
        <p:spPr bwMode="auto">
          <a:xfrm>
            <a:off x="228600" y="1752600"/>
            <a:ext cx="34290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en-US" sz="2400"/>
              <a:t>驱动块提供用户程序和硬件输入输出组件之间的接口 </a:t>
            </a:r>
          </a:p>
        </p:txBody>
      </p:sp>
      <p:pic>
        <p:nvPicPr>
          <p:cNvPr id="184325" name="Picture 37" descr="b537">
            <a:extLst>
              <a:ext uri="{FF2B5EF4-FFF2-40B4-BE49-F238E27FC236}">
                <a16:creationId xmlns:a16="http://schemas.microsoft.com/office/drawing/2014/main" id="{142EC477-8750-563A-42D9-58F1076084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9600" y="1066800"/>
            <a:ext cx="4238625"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a:extLst>
              <a:ext uri="{FF2B5EF4-FFF2-40B4-BE49-F238E27FC236}">
                <a16:creationId xmlns:a16="http://schemas.microsoft.com/office/drawing/2014/main" id="{2A98E616-F353-9E89-9C3B-6C325D1161A4}"/>
              </a:ext>
            </a:extLst>
          </p:cNvPr>
          <p:cNvSpPr>
            <a:spLocks noGrp="1" noChangeArrowheads="1"/>
          </p:cNvSpPr>
          <p:nvPr>
            <p:ph type="title"/>
          </p:nvPr>
        </p:nvSpPr>
        <p:spPr/>
        <p:txBody>
          <a:bodyPr/>
          <a:lstStyle/>
          <a:p>
            <a:pPr marL="762000" indent="-762000" eaLnBrk="1" hangingPunct="1"/>
            <a:r>
              <a:rPr lang="zh-CN" altLang="en-US"/>
              <a:t>通道驱动块 </a:t>
            </a:r>
          </a:p>
        </p:txBody>
      </p:sp>
      <p:sp>
        <p:nvSpPr>
          <p:cNvPr id="185347" name="Rectangle 3">
            <a:extLst>
              <a:ext uri="{FF2B5EF4-FFF2-40B4-BE49-F238E27FC236}">
                <a16:creationId xmlns:a16="http://schemas.microsoft.com/office/drawing/2014/main" id="{2B0D509F-B2A0-4725-029B-99241445B8DA}"/>
              </a:ext>
            </a:extLst>
          </p:cNvPr>
          <p:cNvSpPr>
            <a:spLocks noChangeArrowheads="1"/>
          </p:cNvSpPr>
          <p:nvPr/>
        </p:nvSpPr>
        <p:spPr bwMode="auto">
          <a:xfrm>
            <a:off x="152400" y="1143000"/>
            <a:ext cx="868680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sz="2400"/>
              <a:t>I/O</a:t>
            </a:r>
            <a:r>
              <a:rPr lang="zh-CN" altLang="en-US" sz="2400"/>
              <a:t>驱动块为</a:t>
            </a:r>
            <a:r>
              <a:rPr lang="en-US" altLang="zh-CN" sz="2400"/>
              <a:t>PCS7</a:t>
            </a:r>
            <a:r>
              <a:rPr lang="zh-CN" altLang="en-US" sz="2400"/>
              <a:t>库功能的一部分。</a:t>
            </a:r>
          </a:p>
          <a:p>
            <a:pPr eaLnBrk="1" hangingPunct="1">
              <a:spcBef>
                <a:spcPct val="0"/>
              </a:spcBef>
            </a:pPr>
            <a:r>
              <a:rPr lang="zh-CN" altLang="en-US" sz="2400"/>
              <a:t>有两种类型的驱动块，即：</a:t>
            </a:r>
          </a:p>
          <a:p>
            <a:pPr eaLnBrk="1" hangingPunct="1">
              <a:spcBef>
                <a:spcPct val="0"/>
              </a:spcBef>
              <a:buFont typeface="Wingdings" panose="05000000000000000000" pitchFamily="2" charset="2"/>
              <a:buChar char="l"/>
            </a:pPr>
            <a:r>
              <a:rPr lang="zh-CN" altLang="en-US" sz="2400"/>
              <a:t>	信号处理块或者通道块。将它们从库中拖出，并放入</a:t>
            </a:r>
            <a:r>
              <a:rPr lang="en-US" altLang="zh-CN" sz="2400"/>
              <a:t>CFC</a:t>
            </a:r>
            <a:r>
              <a:rPr lang="zh-CN" altLang="en-US" sz="2400"/>
              <a:t>图，程序员可以直接在</a:t>
            </a:r>
            <a:r>
              <a:rPr lang="en-US" altLang="zh-CN" sz="2400"/>
              <a:t>CFC</a:t>
            </a:r>
            <a:r>
              <a:rPr lang="zh-CN" altLang="en-US" sz="2400"/>
              <a:t>中使用。</a:t>
            </a:r>
          </a:p>
          <a:p>
            <a:pPr eaLnBrk="1" hangingPunct="1">
              <a:spcBef>
                <a:spcPct val="0"/>
              </a:spcBef>
              <a:buFont typeface="Wingdings" panose="05000000000000000000" pitchFamily="2" charset="2"/>
              <a:buChar char="l"/>
            </a:pPr>
            <a:r>
              <a:rPr lang="zh-CN" altLang="en-US" sz="2400"/>
              <a:t>	模块驱动块。它们可提供硬件有关的诊断信息。模块驱动生成向导可以自动地将它们插入</a:t>
            </a:r>
            <a:r>
              <a:rPr lang="en-US" altLang="zh-CN" sz="2400"/>
              <a:t>CFC</a:t>
            </a:r>
            <a:r>
              <a:rPr lang="zh-CN" altLang="en-US" sz="2400"/>
              <a:t>程序，并相互连接至通道块。</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a:extLst>
              <a:ext uri="{FF2B5EF4-FFF2-40B4-BE49-F238E27FC236}">
                <a16:creationId xmlns:a16="http://schemas.microsoft.com/office/drawing/2014/main" id="{77808278-3920-8671-7D07-9D91EF6FB8B1}"/>
              </a:ext>
            </a:extLst>
          </p:cNvPr>
          <p:cNvSpPr>
            <a:spLocks noGrp="1" noChangeArrowheads="1"/>
          </p:cNvSpPr>
          <p:nvPr>
            <p:ph type="title"/>
          </p:nvPr>
        </p:nvSpPr>
        <p:spPr/>
        <p:txBody>
          <a:bodyPr/>
          <a:lstStyle/>
          <a:p>
            <a:pPr marL="762000" indent="-762000" eaLnBrk="1" hangingPunct="1"/>
            <a:r>
              <a:rPr lang="zh-CN" altLang="en-US"/>
              <a:t>通道块的功能 </a:t>
            </a:r>
          </a:p>
        </p:txBody>
      </p:sp>
      <p:sp>
        <p:nvSpPr>
          <p:cNvPr id="186371" name="Text Box 4">
            <a:extLst>
              <a:ext uri="{FF2B5EF4-FFF2-40B4-BE49-F238E27FC236}">
                <a16:creationId xmlns:a16="http://schemas.microsoft.com/office/drawing/2014/main" id="{20C733F2-7ACA-3A05-7DB2-16D8BF0CF757}"/>
              </a:ext>
            </a:extLst>
          </p:cNvPr>
          <p:cNvSpPr txBox="1">
            <a:spLocks noChangeArrowheads="1"/>
          </p:cNvSpPr>
          <p:nvPr/>
        </p:nvSpPr>
        <p:spPr bwMode="auto">
          <a:xfrm>
            <a:off x="5181600" y="0"/>
            <a:ext cx="3962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5.4</a:t>
            </a:r>
            <a:r>
              <a:rPr lang="zh-CN" altLang="en-US" sz="1800">
                <a:solidFill>
                  <a:schemeClr val="bg1"/>
                </a:solidFill>
              </a:rPr>
              <a:t>在硬件配置表中配置</a:t>
            </a:r>
            <a:r>
              <a:rPr lang="en-US" altLang="zh-CN" sz="1800">
                <a:solidFill>
                  <a:schemeClr val="bg1"/>
                </a:solidFill>
              </a:rPr>
              <a:t>PROFIBUS</a:t>
            </a:r>
          </a:p>
        </p:txBody>
      </p:sp>
      <p:pic>
        <p:nvPicPr>
          <p:cNvPr id="186372" name="Picture 5">
            <a:extLst>
              <a:ext uri="{FF2B5EF4-FFF2-40B4-BE49-F238E27FC236}">
                <a16:creationId xmlns:a16="http://schemas.microsoft.com/office/drawing/2014/main" id="{D9DA01C3-32DC-1C54-89E1-9C10D8ED9C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219200"/>
            <a:ext cx="6324600" cy="477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a:extLst>
              <a:ext uri="{FF2B5EF4-FFF2-40B4-BE49-F238E27FC236}">
                <a16:creationId xmlns:a16="http://schemas.microsoft.com/office/drawing/2014/main" id="{D045C2AE-187A-BC14-5E23-15DD63F079D5}"/>
              </a:ext>
            </a:extLst>
          </p:cNvPr>
          <p:cNvSpPr>
            <a:spLocks noGrp="1" noChangeArrowheads="1"/>
          </p:cNvSpPr>
          <p:nvPr>
            <p:ph type="title"/>
          </p:nvPr>
        </p:nvSpPr>
        <p:spPr/>
        <p:txBody>
          <a:bodyPr/>
          <a:lstStyle/>
          <a:p>
            <a:pPr marL="762000" indent="-762000" eaLnBrk="1" hangingPunct="1"/>
            <a:r>
              <a:rPr lang="zh-CN" altLang="en-US"/>
              <a:t>通道块的功能 </a:t>
            </a:r>
          </a:p>
        </p:txBody>
      </p:sp>
      <p:pic>
        <p:nvPicPr>
          <p:cNvPr id="187396" name="Picture 5">
            <a:extLst>
              <a:ext uri="{FF2B5EF4-FFF2-40B4-BE49-F238E27FC236}">
                <a16:creationId xmlns:a16="http://schemas.microsoft.com/office/drawing/2014/main" id="{5374C20C-38EE-C60E-E8B6-9CFE0DDE54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1295400"/>
            <a:ext cx="3617913"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a:extLst>
              <a:ext uri="{FF2B5EF4-FFF2-40B4-BE49-F238E27FC236}">
                <a16:creationId xmlns:a16="http://schemas.microsoft.com/office/drawing/2014/main" id="{99ED120A-4D2A-1694-6625-9A10082785E7}"/>
              </a:ext>
            </a:extLst>
          </p:cNvPr>
          <p:cNvSpPr>
            <a:spLocks noGrp="1" noRot="1" noChangeArrowheads="1"/>
          </p:cNvSpPr>
          <p:nvPr>
            <p:ph type="body" idx="1"/>
          </p:nvPr>
        </p:nvSpPr>
        <p:spPr>
          <a:xfrm>
            <a:off x="179388" y="260350"/>
            <a:ext cx="8964612" cy="5911850"/>
          </a:xfrm>
        </p:spPr>
        <p:txBody>
          <a:bodyPr/>
          <a:lstStyle/>
          <a:p>
            <a:pPr algn="ctr">
              <a:lnSpc>
                <a:spcPct val="120000"/>
              </a:lnSpc>
              <a:buFont typeface="Wingdings 2" panose="05020102010507070707" pitchFamily="18" charset="2"/>
              <a:buNone/>
            </a:pPr>
            <a:r>
              <a:rPr lang="zh-CN" altLang="en-US" b="1" dirty="0">
                <a:latin typeface="宋体" panose="02010600030101010101" pitchFamily="2" charset="-122"/>
              </a:rPr>
              <a:t>本章习题</a:t>
            </a:r>
          </a:p>
          <a:p>
            <a:pPr marL="0" indent="0">
              <a:lnSpc>
                <a:spcPct val="120000"/>
              </a:lnSpc>
              <a:buNone/>
            </a:pPr>
            <a:r>
              <a:rPr lang="en-US" altLang="zh-CN" sz="2400" dirty="0">
                <a:latin typeface="楷体_GB2312" pitchFamily="49" charset="-122"/>
                <a:ea typeface="楷体_GB2312" pitchFamily="49" charset="-122"/>
              </a:rPr>
              <a:t>1</a:t>
            </a:r>
            <a:r>
              <a:rPr lang="zh-CN" altLang="en-US" sz="2400" dirty="0">
                <a:latin typeface="楷体_GB2312" pitchFamily="49" charset="-122"/>
                <a:ea typeface="楷体_GB2312" pitchFamily="49" charset="-122"/>
              </a:rPr>
              <a:t>、什么是</a:t>
            </a:r>
            <a:r>
              <a:rPr lang="en-US" altLang="zh-CN" sz="2400" dirty="0">
                <a:latin typeface="楷体_GB2312" pitchFamily="49" charset="-122"/>
                <a:ea typeface="楷体_GB2312" pitchFamily="49" charset="-122"/>
              </a:rPr>
              <a:t>CAN</a:t>
            </a:r>
            <a:r>
              <a:rPr lang="zh-CN" altLang="en-US" sz="2400" dirty="0">
                <a:latin typeface="楷体_GB2312" pitchFamily="49" charset="-122"/>
                <a:ea typeface="楷体_GB2312" pitchFamily="49" charset="-122"/>
              </a:rPr>
              <a:t>总线的显性电平和隐形电平？如何通过这两种电平来解决</a:t>
            </a:r>
            <a:r>
              <a:rPr lang="en-US" altLang="zh-CN" sz="2400" dirty="0">
                <a:latin typeface="楷体_GB2312" pitchFamily="49" charset="-122"/>
                <a:ea typeface="楷体_GB2312" pitchFamily="49" charset="-122"/>
              </a:rPr>
              <a:t>CAN</a:t>
            </a:r>
            <a:r>
              <a:rPr lang="zh-CN" altLang="en-US" sz="2400" dirty="0">
                <a:latin typeface="楷体_GB2312" pitchFamily="49" charset="-122"/>
                <a:ea typeface="楷体_GB2312" pitchFamily="49" charset="-122"/>
              </a:rPr>
              <a:t>网络的仲裁机制？</a:t>
            </a:r>
            <a:endParaRPr lang="en-US" altLang="zh-CN" sz="2400" dirty="0">
              <a:latin typeface="楷体_GB2312" pitchFamily="49" charset="-122"/>
              <a:ea typeface="楷体_GB2312" pitchFamily="49" charset="-122"/>
            </a:endParaRPr>
          </a:p>
          <a:p>
            <a:pPr marL="0" indent="0">
              <a:lnSpc>
                <a:spcPct val="120000"/>
              </a:lnSpc>
              <a:buNone/>
            </a:pPr>
            <a:endParaRPr lang="en-US" altLang="zh-CN" sz="2400" dirty="0">
              <a:latin typeface="楷体_GB2312" pitchFamily="49" charset="-122"/>
              <a:ea typeface="楷体_GB2312" pitchFamily="49" charset="-122"/>
            </a:endParaRPr>
          </a:p>
          <a:p>
            <a:pPr marL="0" indent="0">
              <a:lnSpc>
                <a:spcPct val="120000"/>
              </a:lnSpc>
              <a:buNone/>
            </a:pPr>
            <a:r>
              <a:rPr lang="en-US" altLang="zh-CN" sz="2400" dirty="0">
                <a:latin typeface="楷体_GB2312" pitchFamily="49" charset="-122"/>
                <a:ea typeface="楷体_GB2312" pitchFamily="49" charset="-122"/>
              </a:rPr>
              <a:t>2</a:t>
            </a:r>
            <a:r>
              <a:rPr lang="zh-CN" altLang="en-US" sz="2400" dirty="0">
                <a:latin typeface="楷体_GB2312" pitchFamily="49" charset="-122"/>
                <a:ea typeface="楷体_GB2312" pitchFamily="49" charset="-122"/>
              </a:rPr>
              <a:t>、</a:t>
            </a:r>
            <a:r>
              <a:rPr lang="en-US" altLang="zh-CN" sz="2400" dirty="0">
                <a:latin typeface="楷体_GB2312" pitchFamily="49" charset="-122"/>
                <a:ea typeface="楷体_GB2312" pitchFamily="49" charset="-122"/>
              </a:rPr>
              <a:t>CAN</a:t>
            </a:r>
            <a:r>
              <a:rPr lang="zh-CN" altLang="en-US" sz="2400" dirty="0">
                <a:latin typeface="楷体_GB2312" pitchFamily="49" charset="-122"/>
                <a:ea typeface="楷体_GB2312" pitchFamily="49" charset="-122"/>
              </a:rPr>
              <a:t>总线为什么说是一种非破坏性总线仲裁技术？</a:t>
            </a:r>
            <a:endParaRPr lang="en-US" altLang="zh-CN" sz="2400" dirty="0">
              <a:latin typeface="楷体_GB2312" pitchFamily="49" charset="-122"/>
              <a:ea typeface="楷体_GB2312" pitchFamily="49" charset="-122"/>
            </a:endParaRPr>
          </a:p>
          <a:p>
            <a:pPr marL="0" indent="0">
              <a:lnSpc>
                <a:spcPct val="120000"/>
              </a:lnSpc>
              <a:buNone/>
            </a:pPr>
            <a:endParaRPr lang="en-US" altLang="zh-CN" sz="2400" dirty="0">
              <a:latin typeface="楷体_GB2312" pitchFamily="49" charset="-122"/>
              <a:ea typeface="楷体_GB2312" pitchFamily="49" charset="-122"/>
            </a:endParaRPr>
          </a:p>
          <a:p>
            <a:pPr marL="0" indent="0">
              <a:lnSpc>
                <a:spcPct val="120000"/>
              </a:lnSpc>
              <a:buNone/>
            </a:pPr>
            <a:r>
              <a:rPr lang="en-US" altLang="zh-CN" sz="2400" dirty="0">
                <a:latin typeface="楷体_GB2312" pitchFamily="49" charset="-122"/>
                <a:ea typeface="楷体_GB2312" pitchFamily="49" charset="-122"/>
              </a:rPr>
              <a:t>3</a:t>
            </a:r>
            <a:r>
              <a:rPr lang="zh-CN" altLang="en-US" sz="2400" dirty="0">
                <a:latin typeface="楷体_GB2312" pitchFamily="49" charset="-122"/>
                <a:ea typeface="楷体_GB2312" pitchFamily="49" charset="-122"/>
              </a:rPr>
              <a:t>、</a:t>
            </a:r>
            <a:r>
              <a:rPr lang="en-US" altLang="zh-CN" sz="2400" dirty="0">
                <a:latin typeface="楷体_GB2312" pitchFamily="49" charset="-122"/>
                <a:ea typeface="楷体_GB2312" pitchFamily="49" charset="-122"/>
              </a:rPr>
              <a:t>CAN</a:t>
            </a:r>
            <a:r>
              <a:rPr lang="zh-CN" altLang="en-US" sz="2400" dirty="0">
                <a:latin typeface="楷体_GB2312" pitchFamily="49" charset="-122"/>
                <a:ea typeface="楷体_GB2312" pitchFamily="49" charset="-122"/>
              </a:rPr>
              <a:t>和</a:t>
            </a:r>
            <a:r>
              <a:rPr lang="en-US" altLang="zh-CN" sz="2400" dirty="0">
                <a:latin typeface="楷体_GB2312" pitchFamily="49" charset="-122"/>
                <a:ea typeface="楷体_GB2312" pitchFamily="49" charset="-122"/>
              </a:rPr>
              <a:t>Profibus</a:t>
            </a:r>
            <a:r>
              <a:rPr lang="zh-CN" altLang="en-US" sz="2400" dirty="0">
                <a:latin typeface="楷体_GB2312" pitchFamily="49" charset="-122"/>
                <a:ea typeface="楷体_GB2312" pitchFamily="49" charset="-122"/>
              </a:rPr>
              <a:t>的网络拓扑结构和传输介质分别是？</a:t>
            </a:r>
            <a:endParaRPr lang="en-US" altLang="zh-CN" sz="2400" dirty="0">
              <a:latin typeface="楷体_GB2312" pitchFamily="49" charset="-122"/>
              <a:ea typeface="楷体_GB2312" pitchFamily="49" charset="-122"/>
            </a:endParaRPr>
          </a:p>
          <a:p>
            <a:pPr marL="0" indent="0">
              <a:lnSpc>
                <a:spcPct val="120000"/>
              </a:lnSpc>
              <a:buNone/>
            </a:pPr>
            <a:endParaRPr lang="en-US" altLang="zh-CN" sz="2400" dirty="0">
              <a:latin typeface="楷体_GB2312" pitchFamily="49" charset="-122"/>
              <a:ea typeface="楷体_GB2312" pitchFamily="49" charset="-122"/>
            </a:endParaRPr>
          </a:p>
          <a:p>
            <a:pPr marL="0" indent="0">
              <a:lnSpc>
                <a:spcPct val="120000"/>
              </a:lnSpc>
              <a:buNone/>
            </a:pPr>
            <a:r>
              <a:rPr lang="en-US" altLang="zh-CN" sz="2400" dirty="0">
                <a:latin typeface="楷体_GB2312" pitchFamily="49" charset="-122"/>
                <a:ea typeface="楷体_GB2312" pitchFamily="49" charset="-122"/>
              </a:rPr>
              <a:t>4</a:t>
            </a:r>
            <a:r>
              <a:rPr lang="zh-CN" altLang="en-US" sz="2400" dirty="0">
                <a:latin typeface="楷体_GB2312" pitchFamily="49" charset="-122"/>
                <a:ea typeface="楷体_GB2312" pitchFamily="49" charset="-122"/>
              </a:rPr>
              <a:t>、</a:t>
            </a:r>
            <a:r>
              <a:rPr lang="en-US" altLang="zh-CN" sz="2400" dirty="0">
                <a:latin typeface="楷体_GB2312" pitchFamily="49" charset="-122"/>
                <a:ea typeface="楷体_GB2312" pitchFamily="49" charset="-122"/>
              </a:rPr>
              <a:t>PROFIBUS-DP</a:t>
            </a:r>
            <a:r>
              <a:rPr lang="zh-CN" altLang="en-US" sz="2400" dirty="0">
                <a:latin typeface="楷体_GB2312" pitchFamily="49" charset="-122"/>
                <a:ea typeface="楷体_GB2312" pitchFamily="49" charset="-122"/>
              </a:rPr>
              <a:t>的实时性如何能够得到保证？</a:t>
            </a:r>
            <a:endParaRPr lang="en-US" altLang="zh-CN" sz="2400" dirty="0">
              <a:latin typeface="楷体_GB2312" pitchFamily="49" charset="-122"/>
              <a:ea typeface="楷体_GB2312" pitchFamily="49" charset="-122"/>
            </a:endParaRPr>
          </a:p>
          <a:p>
            <a:pPr marL="0" indent="0">
              <a:lnSpc>
                <a:spcPct val="120000"/>
              </a:lnSpc>
              <a:buNone/>
            </a:pPr>
            <a:endParaRPr lang="en-US" altLang="zh-CN" sz="2400" dirty="0">
              <a:latin typeface="楷体_GB2312" pitchFamily="49" charset="-122"/>
              <a:ea typeface="楷体_GB2312" pitchFamily="49" charset="-122"/>
            </a:endParaRPr>
          </a:p>
          <a:p>
            <a:pPr marL="0" indent="0">
              <a:lnSpc>
                <a:spcPct val="120000"/>
              </a:lnSpc>
              <a:buNone/>
            </a:pPr>
            <a:r>
              <a:rPr lang="en-US" altLang="zh-CN" sz="2400" dirty="0">
                <a:latin typeface="楷体_GB2312" pitchFamily="49" charset="-122"/>
                <a:ea typeface="楷体_GB2312" pitchFamily="49" charset="-122"/>
              </a:rPr>
              <a:t>5</a:t>
            </a:r>
            <a:r>
              <a:rPr lang="zh-CN" altLang="en-US" sz="2400" dirty="0">
                <a:latin typeface="楷体_GB2312" pitchFamily="49" charset="-122"/>
                <a:ea typeface="楷体_GB2312" pitchFamily="49" charset="-122"/>
              </a:rPr>
              <a:t>、请大家总结一下，工业实时网络如何实现“实时”？</a:t>
            </a: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AED2B6D7-4ACF-4797-9023-CD5742151E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68903"/>
            <a:ext cx="9144000" cy="6320193"/>
          </a:xfrm>
          <a:prstGeom prst="rect">
            <a:avLst/>
          </a:prstGeom>
        </p:spPr>
      </p:pic>
    </p:spTree>
    <p:extLst>
      <p:ext uri="{BB962C8B-B14F-4D97-AF65-F5344CB8AC3E}">
        <p14:creationId xmlns:p14="http://schemas.microsoft.com/office/powerpoint/2010/main" val="420197624"/>
      </p:ext>
    </p:extLst>
  </p:cSld>
  <p:clrMapOvr>
    <a:masterClrMapping/>
  </p:clrMapOvr>
  <p:transition/>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1405</TotalTime>
  <Words>4872</Words>
  <Application>Microsoft Office PowerPoint</Application>
  <PresentationFormat>全屏显示(4:3)</PresentationFormat>
  <Paragraphs>468</Paragraphs>
  <Slides>74</Slides>
  <Notes>21</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2</vt:i4>
      </vt:variant>
      <vt:variant>
        <vt:lpstr>幻灯片标题</vt:lpstr>
      </vt:variant>
      <vt:variant>
        <vt:i4>74</vt:i4>
      </vt:variant>
    </vt:vector>
  </HeadingPairs>
  <TitlesOfParts>
    <vt:vector size="94" baseType="lpstr">
      <vt:lpstr>UniversS 45 Light</vt:lpstr>
      <vt:lpstr>UniversS 55 Roman</vt:lpstr>
      <vt:lpstr>ZapfDingbats BT</vt:lpstr>
      <vt:lpstr>等线</vt:lpstr>
      <vt:lpstr>方正细黑一简体</vt:lpstr>
      <vt:lpstr>黑体</vt:lpstr>
      <vt:lpstr>华文楷体</vt:lpstr>
      <vt:lpstr>楷体_GB2312</vt:lpstr>
      <vt:lpstr>宋体</vt:lpstr>
      <vt:lpstr>微软雅黑</vt:lpstr>
      <vt:lpstr>Arial</vt:lpstr>
      <vt:lpstr>Arial Black</vt:lpstr>
      <vt:lpstr>Brush Script MT</vt:lpstr>
      <vt:lpstr>Calibri</vt:lpstr>
      <vt:lpstr>Times New Roman</vt:lpstr>
      <vt:lpstr>Wingdings</vt:lpstr>
      <vt:lpstr>Wingdings 2</vt:lpstr>
      <vt:lpstr>Pixel</vt:lpstr>
      <vt:lpstr>Clip</vt:lpstr>
      <vt:lpstr>Image</vt:lpstr>
      <vt:lpstr>10 现场总线技术</vt:lpstr>
      <vt:lpstr>主要内容</vt:lpstr>
      <vt:lpstr>1、现场总线技术概述</vt:lpstr>
      <vt:lpstr>现场总线技术的特点</vt:lpstr>
      <vt:lpstr>现场总线系统的优势与劣势</vt:lpstr>
      <vt:lpstr>现场总线系统的优势与劣势</vt:lpstr>
      <vt:lpstr>现场总线技术的标准化</vt:lpstr>
      <vt:lpstr>控制网络与计算机网络</vt:lpstr>
      <vt:lpstr>网络拓扑结构</vt:lpstr>
      <vt:lpstr>网络的传输介质</vt:lpstr>
      <vt:lpstr>网络访问控制协议</vt:lpstr>
      <vt:lpstr>2、主要现场总线技术</vt:lpstr>
      <vt:lpstr>2.1 CAN总线技术</vt:lpstr>
      <vt:lpstr>PowerPoint 演示文稿</vt:lpstr>
      <vt:lpstr>2.1.1 车辆中的CAN总线</vt:lpstr>
      <vt:lpstr>PowerPoint 演示文稿</vt:lpstr>
      <vt:lpstr>PowerPoint 演示文稿</vt:lpstr>
      <vt:lpstr>PowerPoint 演示文稿</vt:lpstr>
      <vt:lpstr>PowerPoint 演示文稿</vt:lpstr>
      <vt:lpstr>2.1.2 CAN总线的应用协议</vt:lpstr>
      <vt:lpstr>2.1.3 CAN总线布置、结构和基本特点</vt:lpstr>
      <vt:lpstr>2.1.4 CAN总线技术白皮书</vt:lpstr>
      <vt:lpstr>PowerPoint 演示文稿</vt:lpstr>
      <vt:lpstr>Canbus上的控制器中发送信息的线路通过一个开路集电极和总线相连。</vt:lpstr>
      <vt:lpstr>PowerPoint 演示文稿</vt:lpstr>
      <vt:lpstr>PowerPoint 演示文稿</vt:lpstr>
      <vt:lpstr>仲裁机制</vt:lpstr>
      <vt:lpstr>仲裁机制-结论</vt:lpstr>
      <vt:lpstr>2.1.5 CAN总线数据帧结构</vt:lpstr>
      <vt:lpstr>CAN总线七层协议定义</vt:lpstr>
      <vt:lpstr>2.2 PROFIBUS概述</vt:lpstr>
      <vt:lpstr>2.2 PROFIBUS概述</vt:lpstr>
      <vt:lpstr>PowerPoint 演示文稿</vt:lpstr>
      <vt:lpstr>PowerPoint 演示文稿</vt:lpstr>
      <vt:lpstr>2.2.2 PROFIBUS-DP技术简介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2.2.3 在硬件配置表中配置PROFIBUS</vt:lpstr>
      <vt:lpstr>PowerPoint 演示文稿</vt:lpstr>
      <vt:lpstr>PowerPoint 演示文稿</vt:lpstr>
      <vt:lpstr>2.2.4 ET200M组态 </vt:lpstr>
      <vt:lpstr>PowerPoint 演示文稿</vt:lpstr>
      <vt:lpstr>PowerPoint 演示文稿</vt:lpstr>
      <vt:lpstr>2.2.5 信号模块的属性 </vt:lpstr>
      <vt:lpstr>ET200M组态 </vt:lpstr>
      <vt:lpstr>ET200M组态 </vt:lpstr>
      <vt:lpstr>ET200M组态 </vt:lpstr>
      <vt:lpstr>ET200M组态 </vt:lpstr>
      <vt:lpstr>2.2.6 过程映像 </vt:lpstr>
      <vt:lpstr>过程映像的优点 </vt:lpstr>
      <vt:lpstr>局部过程映像（过程映像分区） </vt:lpstr>
      <vt:lpstr>系统功能调用更新部分过程映像 </vt:lpstr>
      <vt:lpstr>由OB更新局部过程映像 </vt:lpstr>
      <vt:lpstr>过程映像的大小 </vt:lpstr>
      <vt:lpstr>过程映像的大小 </vt:lpstr>
      <vt:lpstr>2.2.6 驱动</vt:lpstr>
      <vt:lpstr>通道驱动块 </vt:lpstr>
      <vt:lpstr>通道块的功能 </vt:lpstr>
      <vt:lpstr>通道块的功能 </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引子——思考几个问题</dc:title>
  <dc:creator>zy</dc:creator>
  <cp:lastModifiedBy>Jiang</cp:lastModifiedBy>
  <cp:revision>108</cp:revision>
  <dcterms:created xsi:type="dcterms:W3CDTF">2012-11-09T08:12:16Z</dcterms:created>
  <dcterms:modified xsi:type="dcterms:W3CDTF">2025-06-19T08:46:17Z</dcterms:modified>
</cp:coreProperties>
</file>