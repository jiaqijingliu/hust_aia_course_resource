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3"/>
  </p:notesMasterIdLst>
  <p:sldIdLst>
    <p:sldId id="267" r:id="rId2"/>
    <p:sldId id="257" r:id="rId3"/>
    <p:sldId id="260" r:id="rId4"/>
    <p:sldId id="463" r:id="rId5"/>
    <p:sldId id="464" r:id="rId6"/>
    <p:sldId id="475" r:id="rId7"/>
    <p:sldId id="476" r:id="rId8"/>
    <p:sldId id="477" r:id="rId9"/>
    <p:sldId id="478" r:id="rId10"/>
    <p:sldId id="462" r:id="rId11"/>
    <p:sldId id="265" r:id="rId12"/>
    <p:sldId id="266" r:id="rId13"/>
    <p:sldId id="263" r:id="rId14"/>
    <p:sldId id="458" r:id="rId15"/>
    <p:sldId id="271" r:id="rId16"/>
    <p:sldId id="459" r:id="rId17"/>
    <p:sldId id="466" r:id="rId18"/>
    <p:sldId id="479" r:id="rId19"/>
    <p:sldId id="480" r:id="rId20"/>
    <p:sldId id="272" r:id="rId21"/>
    <p:sldId id="482" r:id="rId22"/>
    <p:sldId id="481" r:id="rId23"/>
    <p:sldId id="485" r:id="rId24"/>
    <p:sldId id="484" r:id="rId25"/>
    <p:sldId id="483" r:id="rId26"/>
    <p:sldId id="486" r:id="rId27"/>
    <p:sldId id="488" r:id="rId28"/>
    <p:sldId id="490" r:id="rId29"/>
    <p:sldId id="487" r:id="rId30"/>
    <p:sldId id="489" r:id="rId31"/>
    <p:sldId id="491" r:id="rId32"/>
    <p:sldId id="492" r:id="rId33"/>
    <p:sldId id="496" r:id="rId34"/>
    <p:sldId id="495" r:id="rId35"/>
    <p:sldId id="494" r:id="rId36"/>
    <p:sldId id="497" r:id="rId37"/>
    <p:sldId id="498" r:id="rId38"/>
    <p:sldId id="499" r:id="rId39"/>
    <p:sldId id="500" r:id="rId40"/>
    <p:sldId id="501" r:id="rId41"/>
    <p:sldId id="502" r:id="rId42"/>
    <p:sldId id="493" r:id="rId43"/>
    <p:sldId id="273" r:id="rId44"/>
    <p:sldId id="503" r:id="rId45"/>
    <p:sldId id="504" r:id="rId46"/>
    <p:sldId id="505" r:id="rId47"/>
    <p:sldId id="391" r:id="rId48"/>
    <p:sldId id="448" r:id="rId49"/>
    <p:sldId id="274" r:id="rId50"/>
    <p:sldId id="275" r:id="rId51"/>
    <p:sldId id="276" r:id="rId52"/>
    <p:sldId id="353" r:id="rId53"/>
    <p:sldId id="277" r:id="rId54"/>
    <p:sldId id="278" r:id="rId55"/>
    <p:sldId id="518" r:id="rId56"/>
    <p:sldId id="506" r:id="rId57"/>
    <p:sldId id="507" r:id="rId58"/>
    <p:sldId id="508" r:id="rId59"/>
    <p:sldId id="509" r:id="rId60"/>
    <p:sldId id="510" r:id="rId61"/>
    <p:sldId id="511" r:id="rId62"/>
    <p:sldId id="512" r:id="rId63"/>
    <p:sldId id="513" r:id="rId64"/>
    <p:sldId id="514" r:id="rId65"/>
    <p:sldId id="515" r:id="rId66"/>
    <p:sldId id="516" r:id="rId67"/>
    <p:sldId id="517" r:id="rId68"/>
    <p:sldId id="520" r:id="rId69"/>
    <p:sldId id="521" r:id="rId70"/>
    <p:sldId id="522" r:id="rId71"/>
    <p:sldId id="523" r:id="rId72"/>
    <p:sldId id="524" r:id="rId73"/>
    <p:sldId id="525" r:id="rId74"/>
    <p:sldId id="526" r:id="rId75"/>
    <p:sldId id="527" r:id="rId76"/>
    <p:sldId id="528" r:id="rId77"/>
    <p:sldId id="529" r:id="rId78"/>
    <p:sldId id="530" r:id="rId79"/>
    <p:sldId id="519" r:id="rId80"/>
    <p:sldId id="532" r:id="rId81"/>
    <p:sldId id="533" r:id="rId82"/>
    <p:sldId id="534" r:id="rId83"/>
    <p:sldId id="535" r:id="rId84"/>
    <p:sldId id="536" r:id="rId85"/>
    <p:sldId id="537" r:id="rId86"/>
    <p:sldId id="538" r:id="rId87"/>
    <p:sldId id="539" r:id="rId88"/>
    <p:sldId id="540" r:id="rId89"/>
    <p:sldId id="541" r:id="rId90"/>
    <p:sldId id="542" r:id="rId91"/>
    <p:sldId id="543" r:id="rId92"/>
    <p:sldId id="544" r:id="rId93"/>
    <p:sldId id="545" r:id="rId94"/>
    <p:sldId id="546" r:id="rId95"/>
    <p:sldId id="547" r:id="rId96"/>
    <p:sldId id="548" r:id="rId97"/>
    <p:sldId id="549" r:id="rId98"/>
    <p:sldId id="550" r:id="rId99"/>
    <p:sldId id="551" r:id="rId100"/>
    <p:sldId id="552" r:id="rId101"/>
    <p:sldId id="553" r:id="rId10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6138" autoAdjust="0"/>
  </p:normalViewPr>
  <p:slideViewPr>
    <p:cSldViewPr>
      <p:cViewPr varScale="1">
        <p:scale>
          <a:sx n="126" d="100"/>
          <a:sy n="126" d="100"/>
        </p:scale>
        <p:origin x="1240"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 Id="rId5" Type="http://schemas.openxmlformats.org/officeDocument/2006/relationships/image" Target="../media/image44.png"/><Relationship Id="rId4" Type="http://schemas.openxmlformats.org/officeDocument/2006/relationships/image" Target="../media/image4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D6CC18-13BF-443D-A490-339EDA650D39}" type="datetimeFigureOut">
              <a:rPr lang="zh-CN" altLang="en-US" smtClean="0"/>
              <a:t>2023/6/10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A7AF9-C1DB-4E76-887B-13B29E1261BE}" type="slidenum">
              <a:rPr lang="zh-CN" altLang="en-US" smtClean="0"/>
              <a:t>‹#›</a:t>
            </a:fld>
            <a:endParaRPr lang="zh-CN" altLang="en-US"/>
          </a:p>
        </p:txBody>
      </p:sp>
    </p:spTree>
    <p:extLst>
      <p:ext uri="{BB962C8B-B14F-4D97-AF65-F5344CB8AC3E}">
        <p14:creationId xmlns:p14="http://schemas.microsoft.com/office/powerpoint/2010/main" val="3638480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三菱重工是日本最大的能军能民、亦军亦民的“寓军于民”型军工产品承包商，</a:t>
            </a:r>
            <a:r>
              <a:rPr lang="en-US" altLang="zh-CN" dirty="0"/>
              <a:t>2000</a:t>
            </a:r>
            <a:r>
              <a:rPr lang="zh-CN" altLang="en-US" dirty="0"/>
              <a:t>年已在世界军工企业</a:t>
            </a:r>
            <a:r>
              <a:rPr lang="en-US" altLang="zh-CN" dirty="0"/>
              <a:t>100</a:t>
            </a:r>
            <a:r>
              <a:rPr lang="zh-CN" altLang="en-US" dirty="0"/>
              <a:t>强中排名第</a:t>
            </a:r>
            <a:r>
              <a:rPr lang="en-US" altLang="zh-CN" dirty="0"/>
              <a:t>13</a:t>
            </a:r>
            <a:r>
              <a:rPr lang="zh-CN" altLang="en-US" dirty="0"/>
              <a:t>位，承包生产了日本防卫产品的</a:t>
            </a:r>
            <a:r>
              <a:rPr lang="en-US" altLang="zh-CN" dirty="0"/>
              <a:t>30%</a:t>
            </a:r>
            <a:r>
              <a:rPr lang="zh-CN" altLang="en-US" dirty="0"/>
              <a:t>，</a:t>
            </a:r>
            <a:r>
              <a:rPr lang="en-US" altLang="zh-CN" dirty="0"/>
              <a:t>2003</a:t>
            </a:r>
            <a:r>
              <a:rPr lang="zh-CN" altLang="en-US" dirty="0"/>
              <a:t>年的军工订货额为</a:t>
            </a:r>
            <a:r>
              <a:rPr lang="en-US" altLang="zh-CN" dirty="0"/>
              <a:t>2800</a:t>
            </a:r>
            <a:r>
              <a:rPr lang="zh-CN" altLang="en-US" dirty="0"/>
              <a:t>亿日元，</a:t>
            </a:r>
            <a:r>
              <a:rPr lang="en-US" altLang="zh-CN" dirty="0"/>
              <a:t>2004</a:t>
            </a:r>
            <a:r>
              <a:rPr lang="zh-CN" altLang="en-US" dirty="0"/>
              <a:t>年其防卫产品收入高达</a:t>
            </a:r>
            <a:r>
              <a:rPr lang="en-US" altLang="zh-CN" dirty="0"/>
              <a:t>800</a:t>
            </a:r>
            <a:r>
              <a:rPr lang="zh-CN" altLang="en-US" dirty="0"/>
              <a:t>亿日元。三菱重工涉及航空船舶、火箭、坦克等制造，石油、天然气、火电和核电工厂的开发，以及重型机械的生产。 </a:t>
            </a:r>
          </a:p>
          <a:p>
            <a:pPr eaLnBrk="1" hangingPunct="1"/>
            <a:r>
              <a:rPr lang="zh-CN" altLang="en-US" dirty="0"/>
              <a:t>二战中是日军武器制造的主力 </a:t>
            </a:r>
          </a:p>
          <a:p>
            <a:pPr eaLnBrk="1" hangingPunct="1"/>
            <a:r>
              <a:rPr lang="zh-CN" altLang="en-US" dirty="0"/>
              <a:t>坦克装甲车零式战斗机用于侵华 </a:t>
            </a:r>
          </a:p>
          <a:p>
            <a:pPr eaLnBrk="1" hangingPunct="1"/>
            <a:r>
              <a:rPr lang="en-US" altLang="zh-CN" dirty="0"/>
              <a:t>4</a:t>
            </a:r>
            <a:r>
              <a:rPr lang="zh-CN" altLang="en-US" dirty="0"/>
              <a:t>艘航母偷袭珍珠港大战太平洋 </a:t>
            </a:r>
          </a:p>
          <a:p>
            <a:pPr eaLnBrk="1" hangingPunct="1"/>
            <a:r>
              <a:rPr lang="zh-CN" altLang="en-US" dirty="0"/>
              <a:t>目前仍生产潜艇导弹艇驱逐舰 </a:t>
            </a:r>
          </a:p>
          <a:p>
            <a:pPr eaLnBrk="1" hangingPunct="1"/>
            <a:r>
              <a:rPr lang="zh-CN" altLang="en-US" dirty="0"/>
              <a:t>完成</a:t>
            </a:r>
            <a:r>
              <a:rPr lang="en-US" altLang="zh-CN" dirty="0"/>
              <a:t>300</a:t>
            </a:r>
            <a:r>
              <a:rPr lang="zh-CN" altLang="en-US" dirty="0"/>
              <a:t>辆先进的</a:t>
            </a:r>
            <a:r>
              <a:rPr lang="en-US" altLang="zh-CN" dirty="0"/>
              <a:t>90</a:t>
            </a:r>
            <a:r>
              <a:rPr lang="zh-CN" altLang="en-US" dirty="0"/>
              <a:t>式主战坦克 </a:t>
            </a:r>
          </a:p>
          <a:p>
            <a:pPr eaLnBrk="1" hangingPunct="1"/>
            <a:r>
              <a:rPr lang="zh-CN" altLang="en-US" dirty="0"/>
              <a:t>拥有年生产</a:t>
            </a:r>
            <a:r>
              <a:rPr lang="en-US" altLang="zh-CN" dirty="0"/>
              <a:t>2000</a:t>
            </a:r>
            <a:r>
              <a:rPr lang="zh-CN" altLang="en-US" dirty="0"/>
              <a:t>辆坦克的能力 </a:t>
            </a:r>
          </a:p>
          <a:p>
            <a:pPr eaLnBrk="1" hangingPunct="1"/>
            <a:r>
              <a:rPr lang="en-US" altLang="zh-CN" dirty="0"/>
              <a:t>40</a:t>
            </a:r>
            <a:r>
              <a:rPr lang="zh-CN" altLang="en-US" dirty="0"/>
              <a:t>年代先进零式战斗机重创美军 </a:t>
            </a:r>
          </a:p>
          <a:p>
            <a:pPr eaLnBrk="1" hangingPunct="1"/>
            <a:r>
              <a:rPr lang="en-US" altLang="zh-CN" dirty="0"/>
              <a:t>80</a:t>
            </a:r>
            <a:r>
              <a:rPr lang="zh-CN" altLang="en-US" dirty="0"/>
              <a:t>年代改造生产美军</a:t>
            </a:r>
            <a:r>
              <a:rPr lang="en-US" altLang="zh-CN" dirty="0"/>
              <a:t>F-16</a:t>
            </a:r>
            <a:r>
              <a:rPr lang="zh-CN" altLang="en-US" dirty="0"/>
              <a:t>战斗机 </a:t>
            </a:r>
          </a:p>
          <a:p>
            <a:pPr eaLnBrk="1" hangingPunct="1"/>
            <a:r>
              <a:rPr lang="zh-CN" altLang="en-US" dirty="0"/>
              <a:t>合作生产美“爱国者”</a:t>
            </a:r>
            <a:r>
              <a:rPr lang="en-US" altLang="zh-CN" dirty="0"/>
              <a:t>-3</a:t>
            </a:r>
            <a:r>
              <a:rPr lang="zh-CN" altLang="en-US" dirty="0"/>
              <a:t>导弹 </a:t>
            </a:r>
          </a:p>
          <a:p>
            <a:pPr eaLnBrk="1" hangingPunct="1"/>
            <a:r>
              <a:rPr lang="zh-CN" altLang="en-US" dirty="0"/>
              <a:t>制造侦察卫星技术上接近美俄 </a:t>
            </a:r>
          </a:p>
          <a:p>
            <a:endParaRPr kumimoji="1" lang="zh-CN" altLang="en-US" dirty="0"/>
          </a:p>
        </p:txBody>
      </p:sp>
      <p:sp>
        <p:nvSpPr>
          <p:cNvPr id="4" name="灯片编号占位符 3"/>
          <p:cNvSpPr>
            <a:spLocks noGrp="1"/>
          </p:cNvSpPr>
          <p:nvPr>
            <p:ph type="sldNum" sz="quarter" idx="5"/>
          </p:nvPr>
        </p:nvSpPr>
        <p:spPr/>
        <p:txBody>
          <a:bodyPr/>
          <a:lstStyle/>
          <a:p>
            <a:fld id="{DF9A7AF9-C1DB-4E76-887B-13B29E1261BE}" type="slidenum">
              <a:rPr lang="zh-CN" altLang="en-US" smtClean="0"/>
              <a:t>12</a:t>
            </a:fld>
            <a:endParaRPr lang="zh-CN" altLang="en-US"/>
          </a:p>
        </p:txBody>
      </p:sp>
    </p:spTree>
    <p:extLst>
      <p:ext uri="{BB962C8B-B14F-4D97-AF65-F5344CB8AC3E}">
        <p14:creationId xmlns:p14="http://schemas.microsoft.com/office/powerpoint/2010/main" val="279082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591BFA01-870E-95E4-72B0-1519430A13D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2920F2B-5816-4FE0-92ED-61B339C1B5A8}" type="slidenum">
              <a:rPr lang="en-US" altLang="zh-CN" smtClean="0"/>
              <a:pPr/>
              <a:t>47</a:t>
            </a:fld>
            <a:endParaRPr lang="en-US" altLang="zh-CN"/>
          </a:p>
        </p:txBody>
      </p:sp>
      <p:sp>
        <p:nvSpPr>
          <p:cNvPr id="133123" name="Rectangle 2">
            <a:extLst>
              <a:ext uri="{FF2B5EF4-FFF2-40B4-BE49-F238E27FC236}">
                <a16:creationId xmlns:a16="http://schemas.microsoft.com/office/drawing/2014/main" id="{C4428D43-63F3-FCDA-33D3-A4C46DD65B6A}"/>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9864420A-9A28-5EC1-DDF7-AAACB9E7939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3909569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DFC23746-F2A0-03E0-93A1-4BDA4FF7BE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35E00A8-40A0-45A6-8BE0-7B084DDB6875}" type="slidenum">
              <a:rPr lang="en-US" altLang="zh-CN" smtClean="0"/>
              <a:pPr/>
              <a:t>48</a:t>
            </a:fld>
            <a:endParaRPr lang="en-US" altLang="zh-CN"/>
          </a:p>
        </p:txBody>
      </p:sp>
      <p:sp>
        <p:nvSpPr>
          <p:cNvPr id="135171" name="Rectangle 2">
            <a:extLst>
              <a:ext uri="{FF2B5EF4-FFF2-40B4-BE49-F238E27FC236}">
                <a16:creationId xmlns:a16="http://schemas.microsoft.com/office/drawing/2014/main" id="{35787F2A-732F-0BDB-CCCC-FC81D3A4F801}"/>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7A0A0FB8-8055-A996-8C0A-34ACBB7A1B4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293962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7A903762-9D27-4839-9889-B0631774EB60}" type="slidenum">
              <a:rPr lang="en-US" altLang="zh-CN"/>
              <a:pPr>
                <a:defRPr/>
              </a:pPr>
              <a:t>‹#›</a:t>
            </a:fld>
            <a:endParaRPr lang="en-US" altLang="zh-CN"/>
          </a:p>
        </p:txBody>
      </p:sp>
    </p:spTree>
    <p:extLst>
      <p:ext uri="{BB962C8B-B14F-4D97-AF65-F5344CB8AC3E}">
        <p14:creationId xmlns:p14="http://schemas.microsoft.com/office/powerpoint/2010/main" val="285213228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9552"/>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8714E88-3826-4BA2-9B11-F0A359B5A701}"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468831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663B02E4-E9B9-4DD3-A203-913BB1394AEA}"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6280187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F7A09E50-C70E-4D39-B40C-CB2454FE4FF2}"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314420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38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6CE92B5B-F02F-4B87-99E5-58DC7E9207B1}" type="slidenum">
              <a:rPr lang="en-US" altLang="zh-CN"/>
              <a:pPr>
                <a:defRPr/>
              </a:pPr>
              <a:t>‹#›</a:t>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242808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738000"/>
          </a:xfrm>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D2EAD7FA-84D7-4F4B-8433-48DB21063946}" type="slidenum">
              <a:rPr lang="en-US" altLang="zh-CN"/>
              <a:pPr>
                <a:defRPr/>
              </a:pPr>
              <a:t>‹#›</a:t>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8966219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382CF834-C62A-4A46-A27D-DE5AF7396277}" type="slidenum">
              <a:rPr lang="en-US" altLang="zh-CN"/>
              <a:pPr>
                <a:defRPr/>
              </a:pPr>
              <a:t>‹#›</a:t>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8282033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E90B1C60-04EC-4E52-9C87-2B1AEAA117A7}"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794917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0CFFD6E8-03A9-4B46-B6D9-65D85165DAF6}"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9676524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C3E9F67A-EF72-4578-81F7-74281051C972}"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82408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7A34DBE-2CE5-4A82-8657-8140BBA6BDDB}"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75409425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99821A5-FC25-4A3D-ABB3-E9378ACD5C22}"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xyhust@mail.hust.edu.cn" TargetMode="External"/><Relationship Id="rId2" Type="http://schemas.openxmlformats.org/officeDocument/2006/relationships/hyperlink" Target="mailto:wangzhuo@mail.hus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slide" Target="slide20.xml"/><Relationship Id="rId7" Type="http://schemas.openxmlformats.org/officeDocument/2006/relationships/slide" Target="slide2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slide" Target="slide23.xml"/><Relationship Id="rId11" Type="http://schemas.openxmlformats.org/officeDocument/2006/relationships/image" Target="../media/image17.emf"/><Relationship Id="rId5" Type="http://schemas.openxmlformats.org/officeDocument/2006/relationships/slide" Target="slide22.xml"/><Relationship Id="rId10" Type="http://schemas.openxmlformats.org/officeDocument/2006/relationships/oleObject" Target="../embeddings/oleObject1.bin"/><Relationship Id="rId4" Type="http://schemas.openxmlformats.org/officeDocument/2006/relationships/slide" Target="slide21.xml"/><Relationship Id="rId9" Type="http://schemas.openxmlformats.org/officeDocument/2006/relationships/slide" Target="slide26.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88.xml"/><Relationship Id="rId2" Type="http://schemas.openxmlformats.org/officeDocument/2006/relationships/slide" Target="slide87.xml"/><Relationship Id="rId1" Type="http://schemas.openxmlformats.org/officeDocument/2006/relationships/slideLayout" Target="../slideLayouts/slideLayout2.xml"/><Relationship Id="rId4" Type="http://schemas.openxmlformats.org/officeDocument/2006/relationships/slide" Target="slide89.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slideLayout" Target="../slideLayouts/slideLayout2.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vmlDrawing" Target="../drawings/vmlDrawing3.vml"/><Relationship Id="rId6" Type="http://schemas.openxmlformats.org/officeDocument/2006/relationships/image" Target="../media/image41.png"/><Relationship Id="rId11" Type="http://schemas.openxmlformats.org/officeDocument/2006/relationships/oleObject" Target="../embeddings/oleObject7.bin"/><Relationship Id="rId5" Type="http://schemas.openxmlformats.org/officeDocument/2006/relationships/oleObject" Target="../embeddings/oleObject4.bin"/><Relationship Id="rId15" Type="http://schemas.openxmlformats.org/officeDocument/2006/relationships/image" Target="../media/image47.png"/><Relationship Id="rId10" Type="http://schemas.openxmlformats.org/officeDocument/2006/relationships/image" Target="../media/image43.png"/><Relationship Id="rId19" Type="http://schemas.openxmlformats.org/officeDocument/2006/relationships/image" Target="../media/image51.png"/><Relationship Id="rId4" Type="http://schemas.openxmlformats.org/officeDocument/2006/relationships/image" Target="../media/image40.png"/><Relationship Id="rId9" Type="http://schemas.openxmlformats.org/officeDocument/2006/relationships/oleObject" Target="../embeddings/oleObject6.bin"/><Relationship Id="rId14" Type="http://schemas.openxmlformats.org/officeDocument/2006/relationships/image" Target="../media/image4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 Target="slide45.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8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slide" Target="slide45.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8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 Target="slide5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61.jpeg"/><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92.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slide" Target="slide45.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64.jpeg"/></Relationships>
</file>

<file path=ppt/slides/_rels/slide9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e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9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2555875" y="1828800"/>
            <a:ext cx="6435725" cy="2209800"/>
          </a:xfrm>
        </p:spPr>
        <p:txBody>
          <a:bodyPr/>
          <a:lstStyle/>
          <a:p>
            <a:pPr algn="ctr" eaLnBrk="1" hangingPunct="1"/>
            <a:r>
              <a:rPr lang="en-US" altLang="zh-CN" sz="5400" b="1" dirty="0">
                <a:ea typeface="华文新魏" panose="02010800040101010101" pitchFamily="2" charset="-122"/>
              </a:rPr>
              <a:t>11 PLC</a:t>
            </a:r>
            <a:r>
              <a:rPr lang="zh-CN" altLang="en-US" sz="5400" b="1" dirty="0">
                <a:ea typeface="华文新魏" panose="02010800040101010101" pitchFamily="2" charset="-122"/>
              </a:rPr>
              <a:t>基础与原理</a:t>
            </a:r>
            <a:endParaRPr lang="zh-CN" altLang="en-US" sz="4400" b="1" dirty="0">
              <a:latin typeface="Brush Script MT" panose="03060802040406070304" pitchFamily="66" charset="0"/>
              <a:ea typeface="华文新魏" panose="02010800040101010101" pitchFamily="2" charset="-122"/>
            </a:endParaRPr>
          </a:p>
        </p:txBody>
      </p:sp>
      <p:sp>
        <p:nvSpPr>
          <p:cNvPr id="13315" name="Text Box 4"/>
          <p:cNvSpPr txBox="1">
            <a:spLocks noChangeArrowheads="1"/>
          </p:cNvSpPr>
          <p:nvPr/>
        </p:nvSpPr>
        <p:spPr bwMode="auto">
          <a:xfrm>
            <a:off x="440432" y="5292725"/>
            <a:ext cx="7731968" cy="138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1800" b="1" dirty="0"/>
              <a:t>主讲教师：刘振元  蒋建华</a:t>
            </a:r>
            <a:endParaRPr lang="en-US" altLang="zh-CN" sz="1800" b="1" dirty="0"/>
          </a:p>
          <a:p>
            <a:pPr eaLnBrk="1" hangingPunct="1">
              <a:lnSpc>
                <a:spcPct val="120000"/>
              </a:lnSpc>
              <a:spcBef>
                <a:spcPct val="0"/>
              </a:spcBef>
              <a:buClrTx/>
              <a:buSzTx/>
              <a:buFontTx/>
              <a:buNone/>
            </a:pPr>
            <a:r>
              <a:rPr lang="zh-CN" altLang="en-US" sz="1800" dirty="0"/>
              <a:t>联系电话：</a:t>
            </a:r>
            <a:r>
              <a:rPr lang="en-US" altLang="zh-CN" sz="1800" dirty="0"/>
              <a:t>13995552449</a:t>
            </a:r>
            <a:r>
              <a:rPr lang="zh-CN" altLang="en-US" sz="1800" dirty="0"/>
              <a:t>，</a:t>
            </a:r>
            <a:r>
              <a:rPr lang="en-US" altLang="zh-CN" sz="1800" dirty="0"/>
              <a:t>15827271233</a:t>
            </a:r>
          </a:p>
          <a:p>
            <a:pPr eaLnBrk="1" hangingPunct="1">
              <a:lnSpc>
                <a:spcPct val="120000"/>
              </a:lnSpc>
              <a:spcBef>
                <a:spcPct val="0"/>
              </a:spcBef>
              <a:buClrTx/>
              <a:buSzTx/>
              <a:buFontTx/>
              <a:buNone/>
            </a:pPr>
            <a:r>
              <a:rPr lang="zh-CN" altLang="en-US" sz="1800" dirty="0"/>
              <a:t>电子邮箱：</a:t>
            </a:r>
            <a:r>
              <a:rPr lang="en-US" altLang="zh-CN" sz="1800" u="sng" dirty="0" err="1"/>
              <a:t>jiangjh</a:t>
            </a:r>
            <a:r>
              <a:rPr lang="en-US" altLang="zh-CN" sz="1800" u="sng" dirty="0" err="1">
                <a:hlinkClick r:id="rId2"/>
              </a:rPr>
              <a:t>@</a:t>
            </a:r>
            <a:r>
              <a:rPr lang="en-US" altLang="zh-CN" sz="1800" dirty="0" err="1">
                <a:hlinkClick r:id="rId2"/>
              </a:rPr>
              <a:t>mail.hust</a:t>
            </a:r>
            <a:r>
              <a:rPr lang="en-US" altLang="zh-CN" sz="1800" dirty="0" err="1">
                <a:hlinkClick r:id="rId3"/>
              </a:rPr>
              <a:t>.edu.cn</a:t>
            </a:r>
            <a:r>
              <a:rPr lang="en-US" altLang="zh-CN" sz="1800" dirty="0"/>
              <a:t>   QQ</a:t>
            </a:r>
            <a:r>
              <a:rPr lang="zh-CN" altLang="en-US" sz="1800" dirty="0"/>
              <a:t>：</a:t>
            </a:r>
            <a:r>
              <a:rPr lang="en-US" altLang="zh-CN" sz="1800" dirty="0"/>
              <a:t>270281173</a:t>
            </a:r>
          </a:p>
          <a:p>
            <a:pPr eaLnBrk="1" hangingPunct="1">
              <a:lnSpc>
                <a:spcPct val="120000"/>
              </a:lnSpc>
              <a:spcBef>
                <a:spcPct val="0"/>
              </a:spcBef>
              <a:buClrTx/>
              <a:buSzTx/>
              <a:buFontTx/>
              <a:buNone/>
            </a:pPr>
            <a:r>
              <a:rPr lang="zh-CN" altLang="en-US" sz="1800" dirty="0"/>
              <a:t>办公地点：华中科技大学东二楼</a:t>
            </a:r>
            <a:r>
              <a:rPr lang="en-US" altLang="zh-CN" sz="1800" dirty="0"/>
              <a:t>309</a:t>
            </a:r>
            <a:r>
              <a:rPr lang="zh-CN" altLang="en-US" sz="1800" dirty="0"/>
              <a:t>室</a:t>
            </a:r>
            <a:endParaRPr lang="en-US" altLang="zh-CN" sz="1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423D55F-BF3B-E144-ABED-11CBB0E0E959}"/>
              </a:ext>
            </a:extLst>
          </p:cNvPr>
          <p:cNvSpPr>
            <a:spLocks noGrp="1"/>
          </p:cNvSpPr>
          <p:nvPr>
            <p:ph type="title"/>
          </p:nvPr>
        </p:nvSpPr>
        <p:spPr/>
        <p:txBody>
          <a:bodyPr/>
          <a:lstStyle/>
          <a:p>
            <a:r>
              <a:rPr kumimoji="1" lang="zh-CN" altLang="en-US" dirty="0"/>
              <a:t>一、</a:t>
            </a:r>
            <a:r>
              <a:rPr kumimoji="1" lang="en-US" altLang="zh-CN" dirty="0"/>
              <a:t>PLC</a:t>
            </a:r>
            <a:r>
              <a:rPr kumimoji="1" lang="zh-CN" altLang="en-US" dirty="0"/>
              <a:t>技术基础知识</a:t>
            </a:r>
          </a:p>
        </p:txBody>
      </p:sp>
      <p:sp>
        <p:nvSpPr>
          <p:cNvPr id="23" name="Rectangle 4">
            <a:extLst>
              <a:ext uri="{FF2B5EF4-FFF2-40B4-BE49-F238E27FC236}">
                <a16:creationId xmlns:a16="http://schemas.microsoft.com/office/drawing/2014/main" id="{8C073540-AFBA-D547-8FCD-B5F8CE8F4158}"/>
              </a:ext>
            </a:extLst>
          </p:cNvPr>
          <p:cNvSpPr>
            <a:spLocks noChangeArrowheads="1"/>
          </p:cNvSpPr>
          <p:nvPr/>
        </p:nvSpPr>
        <p:spPr bwMode="auto">
          <a:xfrm>
            <a:off x="536613" y="1654358"/>
            <a:ext cx="7921625" cy="95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400" b="1" dirty="0">
                <a:solidFill>
                  <a:srgbClr val="000099"/>
                </a:solidFill>
                <a:latin typeface="宋体" panose="02010600030101010101" pitchFamily="2" charset="-122"/>
              </a:rPr>
              <a:t>基本内容：</a:t>
            </a:r>
          </a:p>
          <a:p>
            <a:pPr eaLnBrk="1" hangingPunct="1">
              <a:lnSpc>
                <a:spcPct val="125000"/>
              </a:lnSpc>
            </a:pPr>
            <a:r>
              <a:rPr lang="en-US" altLang="zh-CN" sz="2400" b="1" dirty="0">
                <a:latin typeface="宋体" panose="02010600030101010101" pitchFamily="2" charset="-122"/>
              </a:rPr>
              <a:t>     </a:t>
            </a:r>
            <a:r>
              <a:rPr lang="en-US" altLang="zh-CN" sz="2400" b="1" dirty="0">
                <a:solidFill>
                  <a:srgbClr val="A50021"/>
                </a:solidFill>
                <a:latin typeface="宋体" panose="02010600030101010101" pitchFamily="2" charset="-122"/>
              </a:rPr>
              <a:t>PLC</a:t>
            </a:r>
            <a:r>
              <a:rPr lang="zh-CN" altLang="en-US" sz="2400" b="1" dirty="0">
                <a:solidFill>
                  <a:srgbClr val="A50021"/>
                </a:solidFill>
                <a:latin typeface="宋体" panose="02010600030101010101" pitchFamily="2" charset="-122"/>
              </a:rPr>
              <a:t>简介、基本功能、特点、应用范围、工作方式。</a:t>
            </a:r>
            <a:endParaRPr lang="zh-CN" altLang="en-US" sz="2400" b="1" dirty="0">
              <a:latin typeface="宋体" panose="02010600030101010101" pitchFamily="2" charset="-122"/>
            </a:endParaRPr>
          </a:p>
        </p:txBody>
      </p:sp>
      <p:sp>
        <p:nvSpPr>
          <p:cNvPr id="24" name="Rectangle 5">
            <a:extLst>
              <a:ext uri="{FF2B5EF4-FFF2-40B4-BE49-F238E27FC236}">
                <a16:creationId xmlns:a16="http://schemas.microsoft.com/office/drawing/2014/main" id="{A0616E15-F3DD-FC43-B1D6-EF15A50A72EB}"/>
              </a:ext>
            </a:extLst>
          </p:cNvPr>
          <p:cNvSpPr>
            <a:spLocks noChangeArrowheads="1"/>
          </p:cNvSpPr>
          <p:nvPr/>
        </p:nvSpPr>
        <p:spPr bwMode="auto">
          <a:xfrm>
            <a:off x="644563" y="4406925"/>
            <a:ext cx="4572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99"/>
                </a:solidFill>
                <a:latin typeface="宋体" panose="02010600030101010101" pitchFamily="2" charset="-122"/>
                <a:sym typeface="Arial" panose="020B0604020202020204" pitchFamily="34" charset="0"/>
              </a:rPr>
              <a:t>难点：</a:t>
            </a:r>
          </a:p>
          <a:p>
            <a:pPr eaLnBrk="1" hangingPunct="1"/>
            <a:r>
              <a:rPr lang="zh-CN" altLang="en-US" sz="2400" b="1" dirty="0">
                <a:latin typeface="宋体" panose="02010600030101010101" pitchFamily="2" charset="-122"/>
              </a:rPr>
              <a:t>    </a:t>
            </a:r>
            <a:r>
              <a:rPr lang="zh-CN" altLang="en-US" sz="2400" b="1" dirty="0">
                <a:solidFill>
                  <a:srgbClr val="A50021"/>
                </a:solidFill>
                <a:latin typeface="宋体" panose="02010600030101010101" pitchFamily="2" charset="-122"/>
              </a:rPr>
              <a:t>工作方式、扫描时间。</a:t>
            </a:r>
            <a:r>
              <a:rPr lang="zh-CN" altLang="en-US" sz="2400" dirty="0">
                <a:latin typeface="宋体" panose="02010600030101010101" pitchFamily="2" charset="-122"/>
              </a:rPr>
              <a:t> </a:t>
            </a:r>
          </a:p>
        </p:txBody>
      </p:sp>
      <p:sp>
        <p:nvSpPr>
          <p:cNvPr id="25" name="Rectangle 6">
            <a:extLst>
              <a:ext uri="{FF2B5EF4-FFF2-40B4-BE49-F238E27FC236}">
                <a16:creationId xmlns:a16="http://schemas.microsoft.com/office/drawing/2014/main" id="{E5CE21BB-D9BA-534A-9F8B-3CA86F3188B7}"/>
              </a:ext>
            </a:extLst>
          </p:cNvPr>
          <p:cNvSpPr>
            <a:spLocks noChangeArrowheads="1"/>
          </p:cNvSpPr>
          <p:nvPr/>
        </p:nvSpPr>
        <p:spPr bwMode="auto">
          <a:xfrm>
            <a:off x="536613" y="3140100"/>
            <a:ext cx="62658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99"/>
                </a:solidFill>
                <a:latin typeface="宋体" panose="02010600030101010101" pitchFamily="2" charset="-122"/>
                <a:sym typeface="Arial" panose="020B0604020202020204" pitchFamily="34" charset="0"/>
              </a:rPr>
              <a:t>重点：</a:t>
            </a:r>
          </a:p>
          <a:p>
            <a:pPr eaLnBrk="1" hangingPunct="1"/>
            <a:r>
              <a:rPr lang="zh-CN" altLang="en-US" sz="2400" b="1" dirty="0">
                <a:latin typeface="宋体" panose="02010600030101010101" pitchFamily="2" charset="-122"/>
              </a:rPr>
              <a:t>     </a:t>
            </a:r>
            <a:r>
              <a:rPr lang="zh-CN" altLang="en-US" sz="2400" b="1" dirty="0">
                <a:solidFill>
                  <a:srgbClr val="A50021"/>
                </a:solidFill>
                <a:latin typeface="宋体" panose="02010600030101010101" pitchFamily="2" charset="-122"/>
              </a:rPr>
              <a:t>定义、基本功能、工作方式。</a:t>
            </a:r>
          </a:p>
        </p:txBody>
      </p:sp>
      <p:pic>
        <p:nvPicPr>
          <p:cNvPr id="26" name="Picture 7">
            <a:extLst>
              <a:ext uri="{FF2B5EF4-FFF2-40B4-BE49-F238E27FC236}">
                <a16:creationId xmlns:a16="http://schemas.microsoft.com/office/drawing/2014/main" id="{B4AB00C1-3723-0F4A-B8CD-E8F3A56920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2071" y="3140100"/>
            <a:ext cx="3455987" cy="288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 calcmode="lin" valueType="num">
                                      <p:cBhvr additive="base">
                                        <p:cTn id="7"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anim calcmode="lin" valueType="num">
                                      <p:cBhvr additive="base">
                                        <p:cTn id="11"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ppt_x"/>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2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2A22A3C-D92C-72DE-C152-EFC8265D2FCE}"/>
              </a:ext>
            </a:extLst>
          </p:cNvPr>
          <p:cNvSpPr>
            <a:spLocks noGrp="1" noChangeArrowheads="1"/>
          </p:cNvSpPr>
          <p:nvPr>
            <p:ph type="title"/>
          </p:nvPr>
        </p:nvSpPr>
        <p:spPr>
          <a:xfrm>
            <a:off x="487304" y="692696"/>
            <a:ext cx="8229600" cy="739552"/>
          </a:xfrm>
        </p:spPr>
        <p:txBody>
          <a:bodyPr/>
          <a:lstStyle/>
          <a:p>
            <a:pPr eaLnBrk="1" hangingPunct="1"/>
            <a:r>
              <a:rPr lang="zh-CN" altLang="en-US" sz="3600" dirty="0"/>
              <a:t>主要内容</a:t>
            </a:r>
          </a:p>
        </p:txBody>
      </p:sp>
      <p:sp>
        <p:nvSpPr>
          <p:cNvPr id="4099" name="Rectangle 4">
            <a:extLst>
              <a:ext uri="{FF2B5EF4-FFF2-40B4-BE49-F238E27FC236}">
                <a16:creationId xmlns:a16="http://schemas.microsoft.com/office/drawing/2014/main" id="{346EE29A-BE80-9E2C-69D0-F59622D83834}"/>
              </a:ext>
            </a:extLst>
          </p:cNvPr>
          <p:cNvSpPr>
            <a:spLocks noChangeArrowheads="1"/>
          </p:cNvSpPr>
          <p:nvPr/>
        </p:nvSpPr>
        <p:spPr bwMode="auto">
          <a:xfrm>
            <a:off x="755576" y="1628800"/>
            <a:ext cx="7056784"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t>1</a:t>
            </a:r>
            <a:r>
              <a:rPr lang="zh-CN" altLang="en-US" dirty="0"/>
              <a:t>、 </a:t>
            </a:r>
            <a:r>
              <a:rPr lang="en-US" altLang="zh-CN" dirty="0"/>
              <a:t>PLC</a:t>
            </a:r>
            <a:r>
              <a:rPr lang="zh-CN" altLang="en-US" dirty="0"/>
              <a:t>的历史、现状与发展</a:t>
            </a:r>
          </a:p>
          <a:p>
            <a:pPr eaLnBrk="1" hangingPunct="1">
              <a:spcBef>
                <a:spcPct val="50000"/>
              </a:spcBef>
            </a:pPr>
            <a:r>
              <a:rPr lang="en-US" altLang="zh-CN" dirty="0"/>
              <a:t>2</a:t>
            </a:r>
            <a:r>
              <a:rPr lang="zh-CN" altLang="en-US" dirty="0"/>
              <a:t>、 </a:t>
            </a:r>
            <a:r>
              <a:rPr lang="en-US" altLang="zh-CN" dirty="0"/>
              <a:t>PLC</a:t>
            </a:r>
            <a:r>
              <a:rPr lang="zh-CN" altLang="en-US" dirty="0"/>
              <a:t>的特点与功能</a:t>
            </a:r>
          </a:p>
          <a:p>
            <a:pPr eaLnBrk="1" hangingPunct="1">
              <a:spcBef>
                <a:spcPct val="50000"/>
              </a:spcBef>
            </a:pPr>
            <a:r>
              <a:rPr lang="en-US" altLang="zh-CN" dirty="0"/>
              <a:t>3</a:t>
            </a:r>
            <a:r>
              <a:rPr lang="zh-CN" altLang="en-US" dirty="0"/>
              <a:t> 、</a:t>
            </a:r>
            <a:r>
              <a:rPr lang="en-US" altLang="zh-CN" dirty="0"/>
              <a:t>PLC</a:t>
            </a:r>
            <a:r>
              <a:rPr lang="zh-CN" altLang="en-US" dirty="0"/>
              <a:t>基本工作原理</a:t>
            </a:r>
          </a:p>
          <a:p>
            <a:pPr eaLnBrk="1" hangingPunct="1">
              <a:spcBef>
                <a:spcPct val="50000"/>
              </a:spcBef>
            </a:pPr>
            <a:endParaRPr lang="zh-CN"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1</a:t>
            </a:r>
            <a:r>
              <a:rPr lang="zh-CN" altLang="en-US" sz="3600" dirty="0"/>
              <a:t>、</a:t>
            </a:r>
            <a:r>
              <a:rPr lang="en" altLang="zh-CN" sz="3600" dirty="0"/>
              <a:t> PLC</a:t>
            </a:r>
            <a:r>
              <a:rPr lang="zh-CN" altLang="en-US" sz="3600" dirty="0"/>
              <a:t>的历史、现状与发展</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9" name="文本框 8">
            <a:extLst>
              <a:ext uri="{FF2B5EF4-FFF2-40B4-BE49-F238E27FC236}">
                <a16:creationId xmlns:a16="http://schemas.microsoft.com/office/drawing/2014/main" id="{8887D758-A277-B744-BA3E-9278636B20CB}"/>
              </a:ext>
            </a:extLst>
          </p:cNvPr>
          <p:cNvSpPr txBox="1"/>
          <p:nvPr/>
        </p:nvSpPr>
        <p:spPr>
          <a:xfrm>
            <a:off x="228600" y="1677609"/>
            <a:ext cx="8686799" cy="4991751"/>
          </a:xfrm>
          <a:prstGeom prst="rect">
            <a:avLst/>
          </a:prstGeom>
          <a:noFill/>
        </p:spPr>
        <p:txBody>
          <a:bodyPr wrap="square">
            <a:spAutoFit/>
          </a:bodyPr>
          <a:lstStyle/>
          <a:p>
            <a:pPr marL="342900" marR="0" lvl="0" indent="-342900" algn="just" defTabSz="914400" rtl="0" eaLnBrk="1" fontAlgn="base" latinLnBrk="0" hangingPunct="1">
              <a:lnSpc>
                <a:spcPct val="150000"/>
              </a:lnSpc>
              <a:spcBef>
                <a:spcPct val="0"/>
              </a:spcBef>
              <a:spcAft>
                <a:spcPct val="0"/>
              </a:spcAft>
              <a:buClrTx/>
              <a:buSzTx/>
              <a:buFont typeface="Wingdings" pitchFamily="2" charset="2"/>
              <a:buChar char="n"/>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世界上第一台</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PLC</a:t>
            </a:r>
            <a:endParaRPr kumimoji="0" lang="en-US" altLang="zh-CN" sz="24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sym typeface="Arial" panose="020B0604020202020204" pitchFamily="34" charset="0"/>
            </a:endParaRPr>
          </a:p>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1969</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年由美国数字设备公司（</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DEC）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根据美国通用汽车公司（</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GE）</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的要求研制成功</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p>
          <a:p>
            <a:pPr marL="342900" marR="0" lvl="0" indent="-342900" algn="just" defTabSz="914400" rtl="0" eaLnBrk="1" fontAlgn="base" latinLnBrk="0" hangingPunct="1">
              <a:lnSpc>
                <a:spcPct val="150000"/>
              </a:lnSpc>
              <a:spcBef>
                <a:spcPct val="0"/>
              </a:spcBef>
              <a:spcAft>
                <a:spcPct val="0"/>
              </a:spcAft>
              <a:buClrTx/>
              <a:buSzTx/>
              <a:buFont typeface="Wingdings" pitchFamily="2" charset="2"/>
              <a:buChar char="n"/>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背景：</a:t>
            </a:r>
          </a:p>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1968年美国通用汽车公司（</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GE），</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为了适应汽车型号的不断更新，生产工艺不断变化的需要，实现小批量、多品种生产，希望能有一种新型工业控制器，它能做到尽可能减少重新设计和更换电器控制系统及接线，以降低成本，缩短周期。  </a:t>
            </a:r>
          </a:p>
        </p:txBody>
      </p:sp>
      <p:sp>
        <p:nvSpPr>
          <p:cNvPr id="5" name="Rectangle 2">
            <a:extLst>
              <a:ext uri="{FF2B5EF4-FFF2-40B4-BE49-F238E27FC236}">
                <a16:creationId xmlns:a16="http://schemas.microsoft.com/office/drawing/2014/main" id="{05D08755-D9A4-BD48-939C-F3654ECFB581}"/>
              </a:ext>
            </a:extLst>
          </p:cNvPr>
          <p:cNvSpPr txBox="1">
            <a:spLocks noChangeArrowheads="1"/>
          </p:cNvSpPr>
          <p:nvPr/>
        </p:nvSpPr>
        <p:spPr bwMode="auto">
          <a:xfrm>
            <a:off x="539552" y="1105272"/>
            <a:ext cx="8229600" cy="739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r>
              <a:rPr lang="en-US" altLang="zh-CN" sz="2800" kern="0" dirty="0"/>
              <a:t>1.1</a:t>
            </a:r>
            <a:r>
              <a:rPr lang="en" altLang="zh-CN" sz="2800" kern="0" dirty="0"/>
              <a:t> PLC</a:t>
            </a:r>
            <a:r>
              <a:rPr lang="zh-CN" altLang="en-US" sz="2800" kern="0" dirty="0"/>
              <a:t>的历史</a:t>
            </a:r>
          </a:p>
        </p:txBody>
      </p:sp>
    </p:spTree>
    <p:extLst>
      <p:ext uri="{BB962C8B-B14F-4D97-AF65-F5344CB8AC3E}">
        <p14:creationId xmlns:p14="http://schemas.microsoft.com/office/powerpoint/2010/main" val="262922782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8" name="Rectangle 2">
            <a:extLst>
              <a:ext uri="{FF2B5EF4-FFF2-40B4-BE49-F238E27FC236}">
                <a16:creationId xmlns:a16="http://schemas.microsoft.com/office/drawing/2014/main" id="{372E8066-F65B-5B40-978D-289E6461B87A}"/>
              </a:ext>
            </a:extLst>
          </p:cNvPr>
          <p:cNvSpPr txBox="1">
            <a:spLocks noChangeArrowheads="1"/>
          </p:cNvSpPr>
          <p:nvPr/>
        </p:nvSpPr>
        <p:spPr bwMode="auto">
          <a:xfrm>
            <a:off x="251520" y="1052736"/>
            <a:ext cx="8640960" cy="525621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0"/>
              </a:spcBef>
              <a:spcAft>
                <a:spcPct val="0"/>
              </a:spcAft>
              <a:buClrTx/>
              <a:buSzTx/>
              <a:buFont typeface="Wingdings" pitchFamily="2" charset="2"/>
              <a:buChar char="n"/>
              <a:tabLst/>
              <a:defRPr/>
            </a:pP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 设计思想：</a:t>
            </a:r>
          </a:p>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吸取继电器和计算机两者的优点：</a:t>
            </a:r>
          </a:p>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 继电器控制系统体积大、可靠性低、接线复杂、不易更改、查找和排除故障困难，对生产工艺变化的适应性差，</a:t>
            </a:r>
            <a:r>
              <a:rPr kumimoji="0" lang="zh-CN" altLang="en-US" sz="2400" b="1" i="0" u="sng" strike="noStrike" kern="1200" cap="none" spc="0" normalizeH="0" baseline="0" noProof="0" dirty="0">
                <a:ln>
                  <a:noFill/>
                </a:ln>
                <a:solidFill>
                  <a:srgbClr val="000099"/>
                </a:solidFill>
                <a:effectLst/>
                <a:uLnTx/>
                <a:uFillTx/>
                <a:latin typeface="宋体" panose="02010600030101010101" pitchFamily="2" charset="-122"/>
                <a:ea typeface="宋体"/>
                <a:cs typeface="+mn-cs"/>
              </a:rPr>
              <a:t>但简单易懂、价格便宜；</a:t>
            </a:r>
          </a:p>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 计算机</a:t>
            </a:r>
            <a:r>
              <a:rPr kumimoji="0" lang="zh-CN" altLang="en-US" sz="2400" b="1" i="0" u="sng" strike="noStrike" kern="1200" cap="none" spc="0" normalizeH="0" baseline="0" noProof="0" dirty="0">
                <a:ln>
                  <a:noFill/>
                </a:ln>
                <a:solidFill>
                  <a:srgbClr val="000099"/>
                </a:solidFill>
                <a:effectLst/>
                <a:uLnTx/>
                <a:uFillTx/>
                <a:latin typeface="宋体" panose="02010600030101010101" pitchFamily="2" charset="-122"/>
                <a:ea typeface="宋体"/>
                <a:cs typeface="+mn-cs"/>
              </a:rPr>
              <a:t>功能强大、灵活（可编程）、通用性好</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但编程困难；</a:t>
            </a:r>
          </a:p>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 采用</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面向控制过程、面向问题的“自然语言”</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进行编程，使不熟悉计算机的人也能很快掌握使用。（梯形图）</a:t>
            </a:r>
          </a:p>
        </p:txBody>
      </p:sp>
    </p:spTree>
    <p:extLst>
      <p:ext uri="{BB962C8B-B14F-4D97-AF65-F5344CB8AC3E}">
        <p14:creationId xmlns:p14="http://schemas.microsoft.com/office/powerpoint/2010/main" val="3464660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slide(fromBottom)">
                                      <p:cBhvr>
                                        <p:cTn id="7" dur="500"/>
                                        <p:tgtEl>
                                          <p:spTgt spid="8">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slide(fromBottom)">
                                      <p:cBhvr>
                                        <p:cTn id="10" dur="500"/>
                                        <p:tgtEl>
                                          <p:spTgt spid="8">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Effect transition="in" filter="slide(fromBottom)">
                                      <p:cBhvr>
                                        <p:cTn id="13" dur="500"/>
                                        <p:tgtEl>
                                          <p:spTgt spid="8">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8">
                                            <p:txEl>
                                              <p:pRg st="4" end="4"/>
                                            </p:txEl>
                                          </p:spTgt>
                                        </p:tgtEl>
                                        <p:attrNameLst>
                                          <p:attrName>style.visibility</p:attrName>
                                        </p:attrNameLst>
                                      </p:cBhvr>
                                      <p:to>
                                        <p:strVal val="visible"/>
                                      </p:to>
                                    </p:set>
                                    <p:animEffect transition="in" filter="slide(fromBottom)">
                                      <p:cBhvr>
                                        <p:cTn id="16"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6" name="Rectangle 2">
            <a:extLst>
              <a:ext uri="{FF2B5EF4-FFF2-40B4-BE49-F238E27FC236}">
                <a16:creationId xmlns:a16="http://schemas.microsoft.com/office/drawing/2014/main" id="{6D6B85C2-DA1A-E148-A987-F4286FBB570B}"/>
              </a:ext>
            </a:extLst>
          </p:cNvPr>
          <p:cNvSpPr txBox="1">
            <a:spLocks noChangeArrowheads="1"/>
          </p:cNvSpPr>
          <p:nvPr/>
        </p:nvSpPr>
        <p:spPr bwMode="auto">
          <a:xfrm>
            <a:off x="323850" y="1052736"/>
            <a:ext cx="8496300" cy="525780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3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◆70年代初期：</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仅有逻辑运算、定时、计数等顺序控制功能</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，只是用来取代传统的继电器控制,通常称为可编程逻辑控制器（</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Programmable Logic  Controller）</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endPar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a:p>
            <a:pPr marL="342900" marR="0" lvl="0" indent="-342900" algn="just" defTabSz="914400" rtl="0" eaLnBrk="1" fontAlgn="base" latinLnBrk="0" hangingPunct="1">
              <a:lnSpc>
                <a:spcPct val="13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70</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年代中期：</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微处理器技术</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应用到</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中，使</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不仅具有逻辑控制功能，还增加了算术运算、数据传送和数据处理等功能</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endPar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a:p>
            <a:pPr marL="342900" marR="0" lvl="0" indent="-342900" algn="just" defTabSz="914400" rtl="0" eaLnBrk="1" fontAlgn="base" latinLnBrk="0" hangingPunct="1">
              <a:lnSpc>
                <a:spcPct val="13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◆80年代以后：</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随着</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大规模、超大规模集成电路</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等微电子技术的迅速发展，16位和32位微处理器应用于</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中，使</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得到迅速发展。</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不仅</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控制功能增强</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，同时</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可靠性提高</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功耗、体积减小，成本降低，编程和故障检测</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更加灵活方便，而且具有</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通信和联网、数据处理和图象显示</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等功能。</a:t>
            </a:r>
          </a:p>
        </p:txBody>
      </p:sp>
    </p:spTree>
    <p:extLst>
      <p:ext uri="{BB962C8B-B14F-4D97-AF65-F5344CB8AC3E}">
        <p14:creationId xmlns:p14="http://schemas.microsoft.com/office/powerpoint/2010/main" val="1949115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ox(in)">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amond(in)">
                                      <p:cBhvr>
                                        <p:cTn id="12" dur="2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5" name="Rectangle 2">
            <a:extLst>
              <a:ext uri="{FF2B5EF4-FFF2-40B4-BE49-F238E27FC236}">
                <a16:creationId xmlns:a16="http://schemas.microsoft.com/office/drawing/2014/main" id="{DDC19895-6846-D647-9502-549F67CED6EC}"/>
              </a:ext>
            </a:extLst>
          </p:cNvPr>
          <p:cNvSpPr txBox="1">
            <a:spLocks noChangeArrowheads="1"/>
          </p:cNvSpPr>
          <p:nvPr/>
        </p:nvSpPr>
        <p:spPr bwMode="auto">
          <a:xfrm>
            <a:off x="467519" y="1052736"/>
            <a:ext cx="8208962" cy="4979987"/>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50000"/>
              </a:spcBef>
              <a:spcAft>
                <a:spcPct val="0"/>
              </a:spcAft>
              <a:buClrTx/>
              <a:buSzTx/>
              <a:buFont typeface="Wingdings" pitchFamily="2" charset="2"/>
              <a:buChar char="n"/>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近年来</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发展迅速</a:t>
            </a:r>
          </a:p>
          <a:p>
            <a:pPr marL="342900" marR="0" lvl="0" indent="-342900" algn="just" defTabSz="914400" rtl="0" eaLnBrk="1" fontAlgn="base" latinLnBrk="0" hangingPunct="1">
              <a:lnSpc>
                <a:spcPct val="150000"/>
              </a:lnSpc>
              <a:spcBef>
                <a:spcPct val="50000"/>
              </a:spcBef>
              <a:spcAft>
                <a:spcPct val="0"/>
              </a:spcAft>
              <a:buClrTx/>
              <a:buSzTx/>
              <a:buFontTx/>
              <a:buNone/>
              <a:tabLst/>
              <a:defRPr/>
            </a:pP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集三电（电控、电仪、电传）为一体、性能价格比高、高可靠性的特点，</a:t>
            </a:r>
            <a:r>
              <a:rPr kumimoji="0" lang="zh-CN" altLang="zh-CN" sz="2400" b="1" i="0" u="none" strike="noStrike" kern="1200" cap="none" spc="0" normalizeH="0" baseline="0" noProof="0" dirty="0">
                <a:ln>
                  <a:noFill/>
                </a:ln>
                <a:solidFill>
                  <a:srgbClr val="333333"/>
                </a:solidFill>
                <a:effectLst/>
                <a:uLnTx/>
                <a:uFillTx/>
                <a:latin typeface="宋体" panose="02010600030101010101" pitchFamily="2" charset="-122"/>
                <a:ea typeface="宋体"/>
                <a:cs typeface="+mn-cs"/>
              </a:rPr>
              <a:t>已成为自动化工程的核心设备。</a:t>
            </a: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成为具备计算机功能的一种通用工业控制装置，其使用量高居首位。</a:t>
            </a:r>
          </a:p>
          <a:p>
            <a:pPr marL="342900" marR="0" lvl="0" indent="-342900" algn="just" defTabSz="914400" rtl="0" eaLnBrk="1" fontAlgn="base" latinLnBrk="0" hangingPunct="1">
              <a:lnSpc>
                <a:spcPct val="150000"/>
              </a:lnSpc>
              <a:spcBef>
                <a:spcPct val="50000"/>
              </a:spcBef>
              <a:spcAft>
                <a:spcPct val="0"/>
              </a:spcAft>
              <a:buClrTx/>
              <a:buSzTx/>
              <a:buFontTx/>
              <a:buNone/>
              <a:tabLst/>
              <a:defRPr/>
            </a:pP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成为现代工业自动化的三大技术支柱（</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、机器人、</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CAD/CAM）</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之一。</a:t>
            </a:r>
          </a:p>
        </p:txBody>
      </p:sp>
    </p:spTree>
    <p:extLst>
      <p:ext uri="{BB962C8B-B14F-4D97-AF65-F5344CB8AC3E}">
        <p14:creationId xmlns:p14="http://schemas.microsoft.com/office/powerpoint/2010/main" val="41089203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to="" calcmode="lin" valueType="num">
                                      <p:cBhvr>
                                        <p:cTn id="7" dur="1" fill="hold"/>
                                        <p:tgtEl>
                                          <p:spTgt spid="5">
                                            <p:txEl>
                                              <p:pRg st="1" end="1"/>
                                            </p:txEl>
                                          </p:spTgt>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 to="" calcmode="lin" valueType="num">
                                      <p:cBhvr>
                                        <p:cTn id="10" dur="1" fill="hold"/>
                                        <p:tgtEl>
                                          <p:spTgt spid="5">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a:xfrm>
            <a:off x="457200" y="548680"/>
            <a:ext cx="8229600" cy="739552"/>
          </a:xfrm>
        </p:spPr>
        <p:txBody>
          <a:bodyPr/>
          <a:lstStyle/>
          <a:p>
            <a:pPr eaLnBrk="1" hangingPunct="1"/>
            <a:r>
              <a:rPr lang="en-US" altLang="zh-CN" sz="2800" dirty="0"/>
              <a:t>1.2</a:t>
            </a:r>
            <a:r>
              <a:rPr lang="zh-CN" altLang="en-US" sz="2800" dirty="0"/>
              <a:t> 可编程控制器</a:t>
            </a:r>
            <a:r>
              <a:rPr lang="en-US" altLang="zh-CN" sz="2800" dirty="0"/>
              <a:t>PLC</a:t>
            </a:r>
            <a:r>
              <a:rPr lang="zh-CN" altLang="en-US" sz="2800" dirty="0"/>
              <a:t>的定义</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6" name="Rectangle 2">
            <a:extLst>
              <a:ext uri="{FF2B5EF4-FFF2-40B4-BE49-F238E27FC236}">
                <a16:creationId xmlns:a16="http://schemas.microsoft.com/office/drawing/2014/main" id="{ABAA2F06-4F19-3441-BB31-BC4986260EDB}"/>
              </a:ext>
            </a:extLst>
          </p:cNvPr>
          <p:cNvSpPr txBox="1">
            <a:spLocks noChangeArrowheads="1"/>
          </p:cNvSpPr>
          <p:nvPr/>
        </p:nvSpPr>
        <p:spPr bwMode="auto">
          <a:xfrm>
            <a:off x="323850" y="1125538"/>
            <a:ext cx="8496300" cy="51117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30000"/>
              </a:lnSpc>
              <a:spcBef>
                <a:spcPct val="20000"/>
              </a:spcBef>
              <a:spcAft>
                <a:spcPct val="0"/>
              </a:spcAft>
              <a:buClrTx/>
              <a:buSzTx/>
              <a:buFont typeface="Wingdings" pitchFamily="2" charset="2"/>
              <a:buChar char="n"/>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定义：</a:t>
            </a:r>
            <a:endPar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endParaRPr>
          </a:p>
          <a:p>
            <a:pPr marL="342900" marR="0" lvl="0" indent="-342900" algn="just" defTabSz="914400" rtl="0" eaLnBrk="1" fontAlgn="base" latinLnBrk="0" hangingPunct="1">
              <a:lnSpc>
                <a:spcPct val="130000"/>
              </a:lnSpc>
              <a:spcBef>
                <a:spcPct val="20000"/>
              </a:spcBef>
              <a:spcAft>
                <a:spcPct val="0"/>
              </a:spcAft>
              <a:buClrTx/>
              <a:buSzTx/>
              <a:buFontTx/>
              <a:buNone/>
              <a:tabLst/>
              <a:defRPr/>
            </a:pP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国际电工委员会（</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IEC）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于1987年颁布了可编程控制器标准草案第三稿。在草案中对可编程控制器定义如下：</a:t>
            </a:r>
          </a:p>
          <a:p>
            <a:pPr marL="342900" marR="0" lvl="0" indent="-342900" algn="just" defTabSz="914400" rtl="0" eaLnBrk="1" fontAlgn="base" latinLnBrk="0" hangingPunct="1">
              <a:lnSpc>
                <a:spcPct val="130000"/>
              </a:lnSpc>
              <a:spcBef>
                <a:spcPct val="20000"/>
              </a:spcBef>
              <a:spcAft>
                <a:spcPct val="0"/>
              </a:spcAft>
              <a:buClrTx/>
              <a:buSzTx/>
              <a:buFontTx/>
              <a:buNone/>
              <a:tabLst/>
              <a:defRPr/>
            </a:pPr>
            <a:r>
              <a:rPr kumimoji="0" lang="zh-CN" altLang="en-US"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可编程控制器是一种数字运算操作的电子系统，专为在工业环境下应用而设计。它采用可编程序的存储器，用来在其内部存储执行逻辑运算、顺序控制、定时、计数和算术运算等操作的指令，并通过数字式和模拟式的输入和输出，控制各种类型的机械或生产过程。</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可编程控制器及其有关外围设备，都应按易于与工业系统联成一个整体，易于扩充其功能的原则设计</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p>
        </p:txBody>
      </p:sp>
    </p:spTree>
    <p:extLst>
      <p:ext uri="{BB962C8B-B14F-4D97-AF65-F5344CB8AC3E}">
        <p14:creationId xmlns:p14="http://schemas.microsoft.com/office/powerpoint/2010/main" val="16230632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to="" calcmode="lin" valueType="num">
                                      <p:cBhvr>
                                        <p:cTn id="7" dur="1" fill="hold"/>
                                        <p:tgtEl>
                                          <p:spTgt spid="6">
                                            <p:txEl>
                                              <p:pRg st="1" end="1"/>
                                            </p:txEl>
                                          </p:spTgt>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 to="" calcmode="lin" valueType="num">
                                      <p:cBhvr>
                                        <p:cTn id="10" dur="1" fill="hold"/>
                                        <p:tgtEl>
                                          <p:spTgt spid="6">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2800" dirty="0"/>
              <a:t>1.3</a:t>
            </a:r>
            <a:r>
              <a:rPr lang="zh-CN" altLang="en-US" sz="2800" dirty="0"/>
              <a:t> </a:t>
            </a:r>
            <a:r>
              <a:rPr lang="en" altLang="zh-CN" sz="2800" dirty="0"/>
              <a:t>PLC</a:t>
            </a:r>
            <a:r>
              <a:rPr lang="zh-CN" altLang="en-US" sz="2800" dirty="0"/>
              <a:t>的现状及发展趋势 </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6" name="Rectangle 2">
            <a:extLst>
              <a:ext uri="{FF2B5EF4-FFF2-40B4-BE49-F238E27FC236}">
                <a16:creationId xmlns:a16="http://schemas.microsoft.com/office/drawing/2014/main" id="{ABAA2F06-4F19-3441-BB31-BC4986260EDB}"/>
              </a:ext>
            </a:extLst>
          </p:cNvPr>
          <p:cNvSpPr txBox="1">
            <a:spLocks noChangeArrowheads="1"/>
          </p:cNvSpPr>
          <p:nvPr/>
        </p:nvSpPr>
        <p:spPr bwMode="auto">
          <a:xfrm>
            <a:off x="323850" y="1125538"/>
            <a:ext cx="8496300" cy="51117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eaLnBrk="1" hangingPunct="1">
              <a:lnSpc>
                <a:spcPct val="150000"/>
              </a:lnSpc>
              <a:spcBef>
                <a:spcPct val="50000"/>
              </a:spcBef>
              <a:buClr>
                <a:srgbClr val="99CC00"/>
              </a:buClr>
              <a:buNone/>
            </a:pPr>
            <a:r>
              <a:rPr lang="zh-CN" altLang="en-US" sz="2400" b="1" dirty="0">
                <a:solidFill>
                  <a:srgbClr val="09211C"/>
                </a:solidFill>
                <a:latin typeface="宋体" panose="02010600030101010101" pitchFamily="2" charset="-122"/>
                <a:ea typeface="宋体" panose="02010600030101010101" pitchFamily="2" charset="-122"/>
              </a:rPr>
              <a:t>    </a:t>
            </a:r>
            <a:r>
              <a:rPr lang="en-US" altLang="zh-CN" sz="2400" b="1" dirty="0">
                <a:solidFill>
                  <a:srgbClr val="09211C"/>
                </a:solidFill>
                <a:latin typeface="宋体" panose="02010600030101010101" pitchFamily="2" charset="-122"/>
                <a:ea typeface="宋体" panose="02010600030101010101" pitchFamily="2" charset="-122"/>
              </a:rPr>
              <a:t>1969</a:t>
            </a:r>
            <a:r>
              <a:rPr lang="zh-CN" altLang="en-US" sz="2400" b="1" dirty="0">
                <a:solidFill>
                  <a:srgbClr val="09211C"/>
                </a:solidFill>
                <a:latin typeface="宋体" panose="02010600030101010101" pitchFamily="2" charset="-122"/>
                <a:ea typeface="宋体" panose="02010600030101010101" pitchFamily="2" charset="-122"/>
              </a:rPr>
              <a:t>年美国数据设备公司（</a:t>
            </a:r>
            <a:r>
              <a:rPr lang="en-US" altLang="zh-CN" sz="2400" b="1" dirty="0">
                <a:solidFill>
                  <a:srgbClr val="09211C"/>
                </a:solidFill>
                <a:latin typeface="宋体" panose="02010600030101010101" pitchFamily="2" charset="-122"/>
                <a:ea typeface="宋体" panose="02010600030101010101" pitchFamily="2" charset="-122"/>
              </a:rPr>
              <a:t>DEC</a:t>
            </a:r>
            <a:r>
              <a:rPr lang="zh-CN" altLang="en-US" sz="2400" b="1" dirty="0">
                <a:solidFill>
                  <a:srgbClr val="09211C"/>
                </a:solidFill>
                <a:latin typeface="宋体" panose="02010600030101010101" pitchFamily="2" charset="-122"/>
                <a:ea typeface="宋体" panose="02010600030101010101" pitchFamily="2" charset="-122"/>
              </a:rPr>
              <a:t>）研制了第一台</a:t>
            </a:r>
            <a:r>
              <a:rPr lang="en-US" altLang="zh-CN" sz="2400" b="1" dirty="0">
                <a:solidFill>
                  <a:srgbClr val="09211C"/>
                </a:solidFill>
                <a:latin typeface="宋体" panose="02010600030101010101" pitchFamily="2" charset="-122"/>
                <a:ea typeface="宋体" panose="02010600030101010101" pitchFamily="2" charset="-122"/>
              </a:rPr>
              <a:t>PLC</a:t>
            </a:r>
            <a:r>
              <a:rPr lang="zh-CN" altLang="en-US" sz="2400" b="1" dirty="0">
                <a:solidFill>
                  <a:srgbClr val="09211C"/>
                </a:solidFill>
                <a:latin typeface="宋体" panose="02010600030101010101" pitchFamily="2" charset="-122"/>
                <a:ea typeface="宋体" panose="02010600030101010101" pitchFamily="2" charset="-122"/>
              </a:rPr>
              <a:t>，从此</a:t>
            </a:r>
            <a:r>
              <a:rPr lang="en-US" altLang="zh-CN" sz="2400" b="1" dirty="0">
                <a:solidFill>
                  <a:srgbClr val="09211C"/>
                </a:solidFill>
                <a:latin typeface="宋体" panose="02010600030101010101" pitchFamily="2" charset="-122"/>
                <a:ea typeface="宋体" panose="02010600030101010101" pitchFamily="2" charset="-122"/>
              </a:rPr>
              <a:t>PLC</a:t>
            </a:r>
            <a:r>
              <a:rPr lang="zh-CN" altLang="en-US" sz="2400" b="1" dirty="0">
                <a:solidFill>
                  <a:srgbClr val="09211C"/>
                </a:solidFill>
                <a:latin typeface="宋体" panose="02010600030101010101" pitchFamily="2" charset="-122"/>
                <a:ea typeface="宋体" panose="02010600030101010101" pitchFamily="2" charset="-122"/>
              </a:rPr>
              <a:t>发展迅猛。</a:t>
            </a:r>
          </a:p>
          <a:p>
            <a:pPr marL="0" lvl="0" indent="0" algn="just" eaLnBrk="1" hangingPunct="1">
              <a:lnSpc>
                <a:spcPct val="150000"/>
              </a:lnSpc>
              <a:spcBef>
                <a:spcPct val="50000"/>
              </a:spcBef>
              <a:buNone/>
            </a:pPr>
            <a:r>
              <a:rPr lang="zh-CN" altLang="en-US" sz="2400" b="1" dirty="0">
                <a:solidFill>
                  <a:srgbClr val="09211C"/>
                </a:solidFill>
                <a:latin typeface="宋体" panose="02010600030101010101" pitchFamily="2" charset="-122"/>
                <a:ea typeface="宋体" panose="02010600030101010101" pitchFamily="2" charset="-122"/>
              </a:rPr>
              <a:t>    我国改革开放后，美国</a:t>
            </a:r>
            <a:r>
              <a:rPr lang="en-US" altLang="zh-CN" sz="2400" b="1" dirty="0">
                <a:solidFill>
                  <a:srgbClr val="09211C"/>
                </a:solidFill>
                <a:latin typeface="宋体" panose="02010600030101010101" pitchFamily="2" charset="-122"/>
                <a:ea typeface="宋体" panose="02010600030101010101" pitchFamily="2" charset="-122"/>
              </a:rPr>
              <a:t>AB</a:t>
            </a:r>
            <a:r>
              <a:rPr lang="zh-CN" altLang="en-US" sz="2400" b="1" dirty="0">
                <a:solidFill>
                  <a:srgbClr val="09211C"/>
                </a:solidFill>
                <a:latin typeface="宋体" panose="02010600030101010101" pitchFamily="2" charset="-122"/>
                <a:ea typeface="宋体" panose="02010600030101010101" pitchFamily="2" charset="-122"/>
              </a:rPr>
              <a:t>、</a:t>
            </a:r>
            <a:r>
              <a:rPr lang="en-US" altLang="zh-CN" sz="2400" b="1" dirty="0">
                <a:solidFill>
                  <a:srgbClr val="09211C"/>
                </a:solidFill>
                <a:latin typeface="宋体" panose="02010600030101010101" pitchFamily="2" charset="-122"/>
                <a:ea typeface="宋体" panose="02010600030101010101" pitchFamily="2" charset="-122"/>
              </a:rPr>
              <a:t>GE</a:t>
            </a:r>
            <a:r>
              <a:rPr lang="zh-CN" altLang="en-US" sz="2400" b="1" dirty="0">
                <a:solidFill>
                  <a:srgbClr val="09211C"/>
                </a:solidFill>
                <a:latin typeface="宋体" panose="02010600030101010101" pitchFamily="2" charset="-122"/>
                <a:ea typeface="宋体" panose="02010600030101010101" pitchFamily="2" charset="-122"/>
              </a:rPr>
              <a:t>、</a:t>
            </a:r>
            <a:r>
              <a:rPr lang="en-US" altLang="zh-CN" sz="2400" b="1" dirty="0">
                <a:solidFill>
                  <a:srgbClr val="09211C"/>
                </a:solidFill>
                <a:latin typeface="宋体" panose="02010600030101010101" pitchFamily="2" charset="-122"/>
                <a:ea typeface="宋体" panose="02010600030101010101" pitchFamily="2" charset="-122"/>
              </a:rPr>
              <a:t>MODICON</a:t>
            </a:r>
            <a:r>
              <a:rPr lang="zh-CN" altLang="en-US" sz="2400" b="1" dirty="0">
                <a:solidFill>
                  <a:srgbClr val="09211C"/>
                </a:solidFill>
                <a:latin typeface="宋体" panose="02010600030101010101" pitchFamily="2" charset="-122"/>
                <a:ea typeface="宋体" panose="02010600030101010101" pitchFamily="2" charset="-122"/>
              </a:rPr>
              <a:t>、</a:t>
            </a:r>
            <a:r>
              <a:rPr lang="en-US" altLang="zh-CN" sz="2400" b="1" dirty="0">
                <a:solidFill>
                  <a:srgbClr val="09211C"/>
                </a:solidFill>
                <a:latin typeface="宋体" panose="02010600030101010101" pitchFamily="2" charset="-122"/>
                <a:ea typeface="宋体" panose="02010600030101010101" pitchFamily="2" charset="-122"/>
              </a:rPr>
              <a:t>TI</a:t>
            </a:r>
            <a:r>
              <a:rPr lang="zh-CN" altLang="en-US" sz="2400" b="1" dirty="0">
                <a:solidFill>
                  <a:srgbClr val="09211C"/>
                </a:solidFill>
                <a:latin typeface="宋体" panose="02010600030101010101" pitchFamily="2" charset="-122"/>
                <a:ea typeface="宋体" panose="02010600030101010101" pitchFamily="2" charset="-122"/>
              </a:rPr>
              <a:t>，日本</a:t>
            </a:r>
            <a:r>
              <a:rPr lang="en-US" altLang="zh-CN" sz="2400" b="1" dirty="0">
                <a:solidFill>
                  <a:srgbClr val="09211C"/>
                </a:solidFill>
                <a:latin typeface="宋体" panose="02010600030101010101" pitchFamily="2" charset="-122"/>
                <a:ea typeface="宋体" panose="02010600030101010101" pitchFamily="2" charset="-122"/>
              </a:rPr>
              <a:t>OMRON</a:t>
            </a:r>
            <a:r>
              <a:rPr lang="zh-CN" altLang="en-US" sz="2400" b="1" dirty="0">
                <a:solidFill>
                  <a:srgbClr val="09211C"/>
                </a:solidFill>
                <a:latin typeface="宋体" panose="02010600030101010101" pitchFamily="2" charset="-122"/>
                <a:ea typeface="宋体" panose="02010600030101010101" pitchFamily="2" charset="-122"/>
              </a:rPr>
              <a:t>、三菱、富士，德国西门子等厂家的产品不断进入我国，并在各行各业的工控系统中占据重要地位。</a:t>
            </a:r>
            <a:endPar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p:txBody>
      </p:sp>
    </p:spTree>
    <p:extLst>
      <p:ext uri="{BB962C8B-B14F-4D97-AF65-F5344CB8AC3E}">
        <p14:creationId xmlns:p14="http://schemas.microsoft.com/office/powerpoint/2010/main" val="161658657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12" name="Rectangle 2">
            <a:extLst>
              <a:ext uri="{FF2B5EF4-FFF2-40B4-BE49-F238E27FC236}">
                <a16:creationId xmlns:a16="http://schemas.microsoft.com/office/drawing/2014/main" id="{D7FEBCD2-7E2C-7844-A9AD-5326819D9AE0}"/>
              </a:ext>
            </a:extLst>
          </p:cNvPr>
          <p:cNvSpPr txBox="1">
            <a:spLocks noChangeArrowheads="1"/>
          </p:cNvSpPr>
          <p:nvPr/>
        </p:nvSpPr>
        <p:spPr bwMode="auto">
          <a:xfrm>
            <a:off x="287337" y="764704"/>
            <a:ext cx="8569325" cy="554513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20000"/>
              </a:spcBef>
              <a:spcAft>
                <a:spcPct val="0"/>
              </a:spcAft>
              <a:buClrTx/>
              <a:buSzTx/>
              <a:buFont typeface="Wingdings" pitchFamily="2" charset="2"/>
              <a:buChar char="n"/>
              <a:tabLst/>
              <a:defRPr/>
            </a:pPr>
            <a:r>
              <a:rPr kumimoji="0" lang="en-US"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三大流派</a:t>
            </a:r>
            <a:endPar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欧洲：</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rPr>
              <a:t>德国的西门子(SIEMENS)、AEG及法国的TI公司</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rPr>
              <a:t>；</a:t>
            </a:r>
            <a:endPar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美国：</a:t>
            </a:r>
            <a:r>
              <a:rPr kumimoji="0" lang="en-US" altLang="zh-CN" sz="2200" b="1" i="0" u="none" strike="noStrike" kern="1200" cap="none" spc="0" normalizeH="0" baseline="0" noProof="0" dirty="0" err="1">
                <a:ln>
                  <a:noFill/>
                </a:ln>
                <a:solidFill>
                  <a:srgbClr val="09211C"/>
                </a:solidFill>
                <a:effectLst/>
                <a:uLnTx/>
                <a:uFillTx/>
                <a:latin typeface="宋体" panose="02010600030101010101" pitchFamily="2" charset="-122"/>
                <a:ea typeface="宋体"/>
                <a:cs typeface="+mn-cs"/>
              </a:rPr>
              <a:t>A-B（Allen-Bradly</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rPr>
              <a:t>(</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rPr>
              <a:t>其产品约占美国PLC市场50％的份额。</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en-US" altLang="zh-CN" sz="2200" b="1" i="0" u="none" strike="noStrike" kern="1200" cap="none" spc="0" normalizeH="0" baseline="0" noProof="0" dirty="0" err="1">
                <a:ln>
                  <a:noFill/>
                </a:ln>
                <a:solidFill>
                  <a:srgbClr val="09211C"/>
                </a:solidFill>
                <a:effectLst/>
                <a:uLnTx/>
                <a:uFillTx/>
                <a:latin typeface="宋体" panose="02010600030101010101" pitchFamily="2" charset="-122"/>
                <a:ea typeface="宋体"/>
                <a:cs typeface="+mn-cs"/>
              </a:rPr>
              <a:t>GE（General</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Electric）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rPr>
              <a:t>、莫迪康(MODICON)公司、德州仪器(T1)公司、歌德(Gould)公司、西屋公司</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rPr>
              <a:t>；</a:t>
            </a:r>
            <a:endPar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endParaRP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日本：</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三菱电机（</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Mitsubishi Electric）、 </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欧姆龙（</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OMRON）、  FUJI（</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日本主要发展中小型</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sym typeface="Arial" panose="020B0604020202020204" pitchFamily="34" charset="0"/>
              </a:rPr>
              <a:t>在世界小型PLC市场上，日本产品约占有70％的份额。在中国，OMRON产品的销量居首位。）             </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目前国内市场还有</a:t>
            </a: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韩国、台湾</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等</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产品</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现在市场上出现了</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系列化的国产</a:t>
            </a:r>
            <a:r>
              <a:rPr kumimoji="0" lang="en-US"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，其价格相对低廉，性价比较高。</a:t>
            </a:r>
          </a:p>
        </p:txBody>
      </p:sp>
    </p:spTree>
    <p:extLst>
      <p:ext uri="{BB962C8B-B14F-4D97-AF65-F5344CB8AC3E}">
        <p14:creationId xmlns:p14="http://schemas.microsoft.com/office/powerpoint/2010/main" val="41663514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 calcmode="lin" valueType="num">
                                      <p:cBhvr additive="base">
                                        <p:cTn id="7"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 calcmode="lin" valueType="num">
                                      <p:cBhvr additive="base">
                                        <p:cTn id="13"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 calcmode="lin" valueType="num">
                                      <p:cBhvr additive="base">
                                        <p:cTn id="19"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anim calcmode="lin" valueType="num">
                                      <p:cBhvr additive="base">
                                        <p:cTn id="23"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3B0F4E5C-3D86-9D49-8EFE-D61638DDF905}"/>
              </a:ext>
            </a:extLst>
          </p:cNvPr>
          <p:cNvSpPr txBox="1">
            <a:spLocks noChangeArrowheads="1"/>
          </p:cNvSpPr>
          <p:nvPr/>
        </p:nvSpPr>
        <p:spPr bwMode="auto">
          <a:xfrm>
            <a:off x="1187450" y="692150"/>
            <a:ext cx="6781800" cy="50482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A50021"/>
                </a:solidFill>
                <a:effectLst/>
                <a:uLnTx/>
                <a:uFillTx/>
                <a:latin typeface="宋体" panose="02010600030101010101" pitchFamily="2" charset="-122"/>
                <a:ea typeface="宋体"/>
                <a:cs typeface="+mj-cs"/>
              </a:rPr>
              <a:t>　西门子</a:t>
            </a:r>
            <a:r>
              <a:rPr kumimoji="0" lang="en-US" altLang="zh-CN" sz="2800" b="1" i="0" u="none" strike="noStrike" kern="1200" cap="none" spc="0" normalizeH="0" baseline="0" noProof="0">
                <a:ln>
                  <a:noFill/>
                </a:ln>
                <a:solidFill>
                  <a:srgbClr val="A50021"/>
                </a:solidFill>
                <a:effectLst/>
                <a:uLnTx/>
                <a:uFillTx/>
                <a:latin typeface="宋体" panose="02010600030101010101" pitchFamily="2" charset="-122"/>
                <a:ea typeface="宋体"/>
                <a:cs typeface="+mj-cs"/>
              </a:rPr>
              <a:t>PLC</a:t>
            </a:r>
            <a:r>
              <a:rPr kumimoji="0" lang="zh-CN" altLang="en-US" sz="2800" b="1" i="0" u="none" strike="noStrike" kern="1200" cap="none" spc="0" normalizeH="0" baseline="0" noProof="0">
                <a:ln>
                  <a:noFill/>
                </a:ln>
                <a:solidFill>
                  <a:srgbClr val="A50021"/>
                </a:solidFill>
                <a:effectLst/>
                <a:uLnTx/>
                <a:uFillTx/>
                <a:latin typeface="宋体" panose="02010600030101010101" pitchFamily="2" charset="-122"/>
                <a:ea typeface="宋体"/>
                <a:cs typeface="+mj-cs"/>
              </a:rPr>
              <a:t>外形图</a:t>
            </a:r>
          </a:p>
        </p:txBody>
      </p:sp>
      <p:sp>
        <p:nvSpPr>
          <p:cNvPr id="15" name="Text Box 5">
            <a:extLst>
              <a:ext uri="{FF2B5EF4-FFF2-40B4-BE49-F238E27FC236}">
                <a16:creationId xmlns:a16="http://schemas.microsoft.com/office/drawing/2014/main" id="{6DED6478-0A13-C146-A8F8-9F6550EA97FD}"/>
              </a:ext>
            </a:extLst>
          </p:cNvPr>
          <p:cNvSpPr txBox="1">
            <a:spLocks noChangeArrowheads="1"/>
          </p:cNvSpPr>
          <p:nvPr/>
        </p:nvSpPr>
        <p:spPr bwMode="auto">
          <a:xfrm>
            <a:off x="1476375" y="3429000"/>
            <a:ext cx="2287588"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S7-200</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6" name="Text Box 6">
            <a:extLst>
              <a:ext uri="{FF2B5EF4-FFF2-40B4-BE49-F238E27FC236}">
                <a16:creationId xmlns:a16="http://schemas.microsoft.com/office/drawing/2014/main" id="{C29B92C7-ED59-B54A-AC9E-E7F647E18F62}"/>
              </a:ext>
            </a:extLst>
          </p:cNvPr>
          <p:cNvSpPr txBox="1">
            <a:spLocks noChangeArrowheads="1"/>
          </p:cNvSpPr>
          <p:nvPr/>
        </p:nvSpPr>
        <p:spPr bwMode="auto">
          <a:xfrm>
            <a:off x="4859338" y="3429000"/>
            <a:ext cx="2287587"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S7-300</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7" name="Text Box 7">
            <a:extLst>
              <a:ext uri="{FF2B5EF4-FFF2-40B4-BE49-F238E27FC236}">
                <a16:creationId xmlns:a16="http://schemas.microsoft.com/office/drawing/2014/main" id="{F494BA21-E6BC-1041-B02E-EF07E008114D}"/>
              </a:ext>
            </a:extLst>
          </p:cNvPr>
          <p:cNvSpPr txBox="1">
            <a:spLocks noChangeArrowheads="1"/>
          </p:cNvSpPr>
          <p:nvPr/>
        </p:nvSpPr>
        <p:spPr bwMode="auto">
          <a:xfrm>
            <a:off x="3646487" y="6282889"/>
            <a:ext cx="2287588"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S7-400</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pic>
        <p:nvPicPr>
          <p:cNvPr id="18" name="Picture 8">
            <a:extLst>
              <a:ext uri="{FF2B5EF4-FFF2-40B4-BE49-F238E27FC236}">
                <a16:creationId xmlns:a16="http://schemas.microsoft.com/office/drawing/2014/main" id="{4C5EB376-D1A5-5D4A-9084-D5D8B75C1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557338"/>
            <a:ext cx="243840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9">
            <a:extLst>
              <a:ext uri="{FF2B5EF4-FFF2-40B4-BE49-F238E27FC236}">
                <a16:creationId xmlns:a16="http://schemas.microsoft.com/office/drawing/2014/main" id="{9839FB1A-19B3-C444-9FC5-0952F198F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1557338"/>
            <a:ext cx="3352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0">
            <a:extLst>
              <a:ext uri="{FF2B5EF4-FFF2-40B4-BE49-F238E27FC236}">
                <a16:creationId xmlns:a16="http://schemas.microsoft.com/office/drawing/2014/main" id="{7CDD53C3-727D-984C-9A9F-776412CD69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0225" y="3958789"/>
            <a:ext cx="35782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500" fill="hold"/>
                                        <p:tgtEl>
                                          <p:spTgt spid="20"/>
                                        </p:tgtEl>
                                        <p:attrNameLst>
                                          <p:attrName>ppt_x</p:attrName>
                                        </p:attrNameLst>
                                      </p:cBhvr>
                                      <p:tavLst>
                                        <p:tav tm="0">
                                          <p:val>
                                            <p:strVal val="#ppt_x"/>
                                          </p:val>
                                        </p:tav>
                                        <p:tav tm="100000">
                                          <p:val>
                                            <p:strVal val="#ppt_x"/>
                                          </p:val>
                                        </p:tav>
                                      </p:tavLst>
                                    </p:anim>
                                    <p:anim calcmode="lin" valueType="num">
                                      <p:cBhvr additive="base">
                                        <p:cTn id="2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a:extLst>
              <a:ext uri="{FF2B5EF4-FFF2-40B4-BE49-F238E27FC236}">
                <a16:creationId xmlns:a16="http://schemas.microsoft.com/office/drawing/2014/main" id="{B712DA19-B14B-6048-A23A-95188EB4DBB7}"/>
              </a:ext>
            </a:extLst>
          </p:cNvPr>
          <p:cNvSpPr txBox="1">
            <a:spLocks noChangeArrowheads="1"/>
          </p:cNvSpPr>
          <p:nvPr/>
        </p:nvSpPr>
        <p:spPr bwMode="auto">
          <a:xfrm>
            <a:off x="1187450" y="692150"/>
            <a:ext cx="6781800" cy="7175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A50021"/>
                </a:solidFill>
                <a:effectLst/>
                <a:uLnTx/>
                <a:uFillTx/>
                <a:latin typeface="宋体" panose="02010600030101010101" pitchFamily="2" charset="-122"/>
                <a:ea typeface="宋体"/>
                <a:cs typeface="+mj-cs"/>
              </a:rPr>
              <a:t>　</a:t>
            </a:r>
            <a:r>
              <a:rPr kumimoji="0" lang="zh-CN" altLang="en-US" sz="2800" b="1" i="0" u="none" strike="noStrike" kern="1200" cap="none" spc="0" normalizeH="0" baseline="0" noProof="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j-cs"/>
              </a:rPr>
              <a:t>三菱</a:t>
            </a:r>
            <a:r>
              <a:rPr kumimoji="0" lang="en-US" altLang="zh-CN" sz="2800" b="1" i="0" u="none" strike="noStrike" kern="1200" cap="none" spc="0" normalizeH="0" baseline="0" noProof="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j-cs"/>
              </a:rPr>
              <a:t>PLC</a:t>
            </a:r>
            <a:r>
              <a:rPr kumimoji="0" lang="zh-CN" altLang="en-US" sz="2800" b="1" i="0" u="none" strike="noStrike" kern="1200" cap="none" spc="0" normalizeH="0" baseline="0" noProof="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j-cs"/>
              </a:rPr>
              <a:t>外形图</a:t>
            </a:r>
          </a:p>
        </p:txBody>
      </p:sp>
      <p:sp>
        <p:nvSpPr>
          <p:cNvPr id="16" name="Text Box 5">
            <a:extLst>
              <a:ext uri="{FF2B5EF4-FFF2-40B4-BE49-F238E27FC236}">
                <a16:creationId xmlns:a16="http://schemas.microsoft.com/office/drawing/2014/main" id="{4D994EE2-8EB8-7D42-8FA9-C1718ADD1019}"/>
              </a:ext>
            </a:extLst>
          </p:cNvPr>
          <p:cNvSpPr txBox="1">
            <a:spLocks noChangeArrowheads="1"/>
          </p:cNvSpPr>
          <p:nvPr/>
        </p:nvSpPr>
        <p:spPr bwMode="auto">
          <a:xfrm>
            <a:off x="5199063" y="-119063"/>
            <a:ext cx="1539875" cy="431801"/>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7" name="Text Box 6">
            <a:extLst>
              <a:ext uri="{FF2B5EF4-FFF2-40B4-BE49-F238E27FC236}">
                <a16:creationId xmlns:a16="http://schemas.microsoft.com/office/drawing/2014/main" id="{9CCE6378-3873-5F4F-BB83-9DBDEA8DA1A9}"/>
              </a:ext>
            </a:extLst>
          </p:cNvPr>
          <p:cNvSpPr txBox="1">
            <a:spLocks noChangeArrowheads="1"/>
          </p:cNvSpPr>
          <p:nvPr/>
        </p:nvSpPr>
        <p:spPr bwMode="auto">
          <a:xfrm>
            <a:off x="1908175" y="3429000"/>
            <a:ext cx="1643063"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Q</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pic>
        <p:nvPicPr>
          <p:cNvPr id="18" name="Picture 7">
            <a:extLst>
              <a:ext uri="{FF2B5EF4-FFF2-40B4-BE49-F238E27FC236}">
                <a16:creationId xmlns:a16="http://schemas.microsoft.com/office/drawing/2014/main" id="{1690136E-4B05-0243-86E9-4729C7762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628775"/>
            <a:ext cx="31242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8">
            <a:extLst>
              <a:ext uri="{FF2B5EF4-FFF2-40B4-BE49-F238E27FC236}">
                <a16:creationId xmlns:a16="http://schemas.microsoft.com/office/drawing/2014/main" id="{B3528395-EF5E-CF4F-8B35-34C5C9303ACE}"/>
              </a:ext>
            </a:extLst>
          </p:cNvPr>
          <p:cNvSpPr txBox="1">
            <a:spLocks noChangeArrowheads="1"/>
          </p:cNvSpPr>
          <p:nvPr/>
        </p:nvSpPr>
        <p:spPr bwMode="auto">
          <a:xfrm>
            <a:off x="5795963" y="3573463"/>
            <a:ext cx="2060575"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FX</a:t>
            </a:r>
            <a:r>
              <a:rPr kumimoji="0" lang="en-US" altLang="zh-CN" sz="2400" b="1" i="0" u="none" strike="noStrike" kern="0" cap="none" spc="0" normalizeH="0" baseline="-25000" noProof="0">
                <a:ln>
                  <a:noFill/>
                </a:ln>
                <a:solidFill>
                  <a:srgbClr val="0000CC"/>
                </a:solidFill>
                <a:effectLst/>
                <a:uLnTx/>
                <a:uFillTx/>
                <a:latin typeface="Times New Roman" panose="02020603050405020304" pitchFamily="18" charset="0"/>
                <a:ea typeface="宋体" panose="02010600030101010101" pitchFamily="2" charset="-122"/>
              </a:rPr>
              <a:t>2N</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pic>
        <p:nvPicPr>
          <p:cNvPr id="20" name="Picture 9">
            <a:extLst>
              <a:ext uri="{FF2B5EF4-FFF2-40B4-BE49-F238E27FC236}">
                <a16:creationId xmlns:a16="http://schemas.microsoft.com/office/drawing/2014/main" id="{243C64CA-C173-074A-A86F-2E40287F05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1700213"/>
            <a:ext cx="3276600"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10">
            <a:extLst>
              <a:ext uri="{FF2B5EF4-FFF2-40B4-BE49-F238E27FC236}">
                <a16:creationId xmlns:a16="http://schemas.microsoft.com/office/drawing/2014/main" id="{31D83EA3-7AAC-3E46-A3E6-B642BDCAB987}"/>
              </a:ext>
            </a:extLst>
          </p:cNvPr>
          <p:cNvSpPr txBox="1">
            <a:spLocks noChangeArrowheads="1"/>
          </p:cNvSpPr>
          <p:nvPr/>
        </p:nvSpPr>
        <p:spPr bwMode="auto">
          <a:xfrm>
            <a:off x="2124075" y="5734050"/>
            <a:ext cx="2060575"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FX</a:t>
            </a:r>
            <a:r>
              <a:rPr kumimoji="0" lang="en-US" altLang="zh-CN" sz="2400" b="1" i="0" u="none" strike="noStrike" kern="0" cap="none" spc="0" normalizeH="0" baseline="-25000" noProof="0">
                <a:ln>
                  <a:noFill/>
                </a:ln>
                <a:solidFill>
                  <a:srgbClr val="0000CC"/>
                </a:solidFill>
                <a:effectLst/>
                <a:uLnTx/>
                <a:uFillTx/>
                <a:latin typeface="Times New Roman" panose="02020603050405020304" pitchFamily="18" charset="0"/>
                <a:ea typeface="宋体" panose="02010600030101010101" pitchFamily="2" charset="-122"/>
              </a:rPr>
              <a:t>1N</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pic>
        <p:nvPicPr>
          <p:cNvPr id="22" name="Picture 11">
            <a:extLst>
              <a:ext uri="{FF2B5EF4-FFF2-40B4-BE49-F238E27FC236}">
                <a16:creationId xmlns:a16="http://schemas.microsoft.com/office/drawing/2014/main" id="{ACB48365-4EA7-8D44-B2DB-1CE7ECC9B1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933825"/>
            <a:ext cx="3124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12">
            <a:extLst>
              <a:ext uri="{FF2B5EF4-FFF2-40B4-BE49-F238E27FC236}">
                <a16:creationId xmlns:a16="http://schemas.microsoft.com/office/drawing/2014/main" id="{8D4BD283-7427-184F-AC12-03FB16F7A583}"/>
              </a:ext>
            </a:extLst>
          </p:cNvPr>
          <p:cNvSpPr txBox="1">
            <a:spLocks noChangeArrowheads="1"/>
          </p:cNvSpPr>
          <p:nvPr/>
        </p:nvSpPr>
        <p:spPr bwMode="auto">
          <a:xfrm>
            <a:off x="5508625" y="5949950"/>
            <a:ext cx="2027238"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FX</a:t>
            </a:r>
            <a:r>
              <a:rPr kumimoji="0" lang="en-US" altLang="zh-CN" sz="2400" b="1" i="0" u="none" strike="noStrike" kern="0" cap="none" spc="0" normalizeH="0" baseline="-25000" noProof="0">
                <a:ln>
                  <a:noFill/>
                </a:ln>
                <a:solidFill>
                  <a:srgbClr val="0000CC"/>
                </a:solidFill>
                <a:effectLst/>
                <a:uLnTx/>
                <a:uFillTx/>
                <a:latin typeface="Times New Roman" panose="02020603050405020304" pitchFamily="18" charset="0"/>
                <a:ea typeface="宋体" panose="02010600030101010101" pitchFamily="2" charset="-122"/>
              </a:rPr>
              <a:t>1S</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pic>
        <p:nvPicPr>
          <p:cNvPr id="24" name="Picture 13">
            <a:extLst>
              <a:ext uri="{FF2B5EF4-FFF2-40B4-BE49-F238E27FC236}">
                <a16:creationId xmlns:a16="http://schemas.microsoft.com/office/drawing/2014/main" id="{41108D0C-2C93-6D4E-A542-F9801EF486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4005263"/>
            <a:ext cx="3276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32A97C2C-A45C-2A49-86BE-5956AE9E8983}"/>
              </a:ext>
            </a:extLst>
          </p:cNvPr>
          <p:cNvSpPr txBox="1">
            <a:spLocks noChangeArrowheads="1"/>
          </p:cNvSpPr>
          <p:nvPr/>
        </p:nvSpPr>
        <p:spPr bwMode="auto">
          <a:xfrm>
            <a:off x="970905" y="836761"/>
            <a:ext cx="6781800" cy="68580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A50021"/>
                </a:solidFill>
                <a:effectLst/>
                <a:uLnTx/>
                <a:uFillTx/>
                <a:latin typeface="宋体" panose="02010600030101010101" pitchFamily="2" charset="-122"/>
                <a:ea typeface="宋体"/>
                <a:cs typeface="+mj-cs"/>
              </a:rPr>
              <a:t>　欧姆龙</a:t>
            </a:r>
            <a:r>
              <a:rPr kumimoji="0" lang="en-US" altLang="zh-CN" sz="2800" b="1" i="0" u="none" strike="noStrike" kern="1200" cap="none" spc="0" normalizeH="0" baseline="0" noProof="0">
                <a:ln>
                  <a:noFill/>
                </a:ln>
                <a:solidFill>
                  <a:srgbClr val="A50021"/>
                </a:solidFill>
                <a:effectLst/>
                <a:uLnTx/>
                <a:uFillTx/>
                <a:latin typeface="宋体" panose="02010600030101010101" pitchFamily="2" charset="-122"/>
                <a:ea typeface="宋体"/>
                <a:cs typeface="+mj-cs"/>
              </a:rPr>
              <a:t>PLC</a:t>
            </a:r>
            <a:r>
              <a:rPr kumimoji="0" lang="zh-CN" altLang="en-US" sz="2800" b="1" i="0" u="none" strike="noStrike" kern="1200" cap="none" spc="0" normalizeH="0" baseline="0" noProof="0">
                <a:ln>
                  <a:noFill/>
                </a:ln>
                <a:solidFill>
                  <a:srgbClr val="A50021"/>
                </a:solidFill>
                <a:effectLst/>
                <a:uLnTx/>
                <a:uFillTx/>
                <a:latin typeface="宋体" panose="02010600030101010101" pitchFamily="2" charset="-122"/>
                <a:ea typeface="宋体"/>
                <a:cs typeface="+mj-cs"/>
              </a:rPr>
              <a:t>外形图</a:t>
            </a:r>
          </a:p>
        </p:txBody>
      </p:sp>
      <p:sp>
        <p:nvSpPr>
          <p:cNvPr id="11" name="Text Box 4">
            <a:extLst>
              <a:ext uri="{FF2B5EF4-FFF2-40B4-BE49-F238E27FC236}">
                <a16:creationId xmlns:a16="http://schemas.microsoft.com/office/drawing/2014/main" id="{BB9E47F6-A55C-EB48-A7BF-034673F328AA}"/>
              </a:ext>
            </a:extLst>
          </p:cNvPr>
          <p:cNvSpPr txBox="1">
            <a:spLocks noChangeArrowheads="1"/>
          </p:cNvSpPr>
          <p:nvPr/>
        </p:nvSpPr>
        <p:spPr bwMode="auto">
          <a:xfrm>
            <a:off x="1618605" y="4869011"/>
            <a:ext cx="2320925"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C200H</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2" name="Text Box 5">
            <a:extLst>
              <a:ext uri="{FF2B5EF4-FFF2-40B4-BE49-F238E27FC236}">
                <a16:creationId xmlns:a16="http://schemas.microsoft.com/office/drawing/2014/main" id="{4E404EE5-5FB7-3D4B-9BD9-B0F48CA175B2}"/>
              </a:ext>
            </a:extLst>
          </p:cNvPr>
          <p:cNvSpPr txBox="1">
            <a:spLocks noChangeArrowheads="1"/>
          </p:cNvSpPr>
          <p:nvPr/>
        </p:nvSpPr>
        <p:spPr bwMode="auto">
          <a:xfrm>
            <a:off x="4787255" y="4797574"/>
            <a:ext cx="3846513" cy="457200"/>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CPM1A</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CPM2A</a:t>
            </a:r>
            <a:r>
              <a:rPr kumimoji="0" lang="zh-CN" altLang="en-US"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系列</a:t>
            </a:r>
            <a:r>
              <a:rPr kumimoji="0" lang="en-US" altLang="zh-CN" sz="24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PLC</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pic>
        <p:nvPicPr>
          <p:cNvPr id="13" name="Picture 6">
            <a:extLst>
              <a:ext uri="{FF2B5EF4-FFF2-40B4-BE49-F238E27FC236}">
                <a16:creationId xmlns:a16="http://schemas.microsoft.com/office/drawing/2014/main" id="{639BA342-0B37-1041-A514-715158148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905" y="1989286"/>
            <a:ext cx="3810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7">
            <a:extLst>
              <a:ext uri="{FF2B5EF4-FFF2-40B4-BE49-F238E27FC236}">
                <a16:creationId xmlns:a16="http://schemas.microsoft.com/office/drawing/2014/main" id="{EA7C6E42-1AAB-E643-9D55-1E8B35F6AD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1844824"/>
            <a:ext cx="3429000"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3">
            <a:extLst>
              <a:ext uri="{FF2B5EF4-FFF2-40B4-BE49-F238E27FC236}">
                <a16:creationId xmlns:a16="http://schemas.microsoft.com/office/drawing/2014/main" id="{042C0691-64E0-3E4C-BE42-8320CBD4E3A6}"/>
              </a:ext>
            </a:extLst>
          </p:cNvPr>
          <p:cNvSpPr txBox="1">
            <a:spLocks noChangeArrowheads="1"/>
          </p:cNvSpPr>
          <p:nvPr/>
        </p:nvSpPr>
        <p:spPr bwMode="auto">
          <a:xfrm>
            <a:off x="395288" y="1339850"/>
            <a:ext cx="8353425"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zh-CN" altLang="zh-CN" sz="2400" b="1" dirty="0">
                <a:solidFill>
                  <a:srgbClr val="0000CC"/>
                </a:solidFill>
                <a:latin typeface="宋体" panose="02010600030101010101" pitchFamily="2" charset="-122"/>
              </a:rPr>
              <a:t> </a:t>
            </a:r>
            <a:r>
              <a:rPr lang="zh-CN" altLang="en-US" sz="2400" b="1" dirty="0">
                <a:solidFill>
                  <a:srgbClr val="0000CC"/>
                </a:solidFill>
                <a:latin typeface="宋体" panose="02010600030101010101" pitchFamily="2" charset="-122"/>
              </a:rPr>
              <a:t> </a:t>
            </a:r>
            <a:r>
              <a:rPr lang="zh-CN" altLang="en-US" sz="2400" b="1" dirty="0">
                <a:solidFill>
                  <a:srgbClr val="000099"/>
                </a:solidFill>
                <a:latin typeface="宋体" panose="02010600030101010101" pitchFamily="2" charset="-122"/>
              </a:rPr>
              <a:t>  </a:t>
            </a:r>
            <a:r>
              <a:rPr lang="zh-CN" altLang="zh-CN" sz="2400" b="1" dirty="0">
                <a:solidFill>
                  <a:srgbClr val="000099"/>
                </a:solidFill>
                <a:latin typeface="宋体" panose="02010600030101010101" pitchFamily="2" charset="-122"/>
              </a:rPr>
              <a:t>1974年我国开始仿制美国的第二代PLC产品，但因元器件质量和技术问题等原因未能推广。直到1977年，我国才研制出第一台具有实用价值的PLC，并开始批量生产和应用于工业过程的控制。</a:t>
            </a:r>
          </a:p>
          <a:p>
            <a:pPr eaLnBrk="1" hangingPunct="1">
              <a:lnSpc>
                <a:spcPct val="150000"/>
              </a:lnSpc>
              <a:spcBef>
                <a:spcPct val="50000"/>
              </a:spcBef>
            </a:pPr>
            <a:r>
              <a:rPr lang="zh-CN" altLang="zh-CN" sz="2400" b="1" dirty="0">
                <a:solidFill>
                  <a:srgbClr val="000099"/>
                </a:solidFill>
                <a:latin typeface="宋体" panose="02010600030101010101" pitchFamily="2" charset="-122"/>
              </a:rPr>
              <a:t>  </a:t>
            </a:r>
            <a:r>
              <a:rPr lang="zh-CN" altLang="en-US" sz="2400" b="1" dirty="0">
                <a:solidFill>
                  <a:srgbClr val="000099"/>
                </a:solidFill>
                <a:latin typeface="宋体" panose="02010600030101010101" pitchFamily="2" charset="-122"/>
              </a:rPr>
              <a:t> </a:t>
            </a:r>
            <a:r>
              <a:rPr lang="zh-CN" altLang="zh-CN" sz="2400" b="1" dirty="0">
                <a:solidFill>
                  <a:srgbClr val="000099"/>
                </a:solidFill>
                <a:latin typeface="宋体" panose="02010600030101010101" pitchFamily="2" charset="-122"/>
              </a:rPr>
              <a:t> 主要厂家有：</a:t>
            </a:r>
            <a:r>
              <a:rPr lang="zh-CN" altLang="zh-CN" sz="2400" b="1" dirty="0">
                <a:solidFill>
                  <a:srgbClr val="FF0000"/>
                </a:solidFill>
                <a:latin typeface="宋体" panose="02010600030101010101" pitchFamily="2" charset="-122"/>
              </a:rPr>
              <a:t>北京和利时，科迪纳，张前苏。洛阳易达，无锡信捷，南京嘉华，兰州全志，广州科赛恩，中山智达，恒日等。</a:t>
            </a:r>
          </a:p>
          <a:p>
            <a:pPr eaLnBrk="1" hangingPunct="1"/>
            <a:endParaRPr lang="zh-CN" altLang="zh-CN" sz="2400" dirty="0">
              <a:solidFill>
                <a:srgbClr val="0000CC"/>
              </a:solidFill>
              <a:latin typeface="宋体" panose="02010600030101010101" pitchFamily="2" charset="-122"/>
            </a:endParaRPr>
          </a:p>
        </p:txBody>
      </p:sp>
      <p:sp>
        <p:nvSpPr>
          <p:cNvPr id="9" name="Rectangle 2">
            <a:extLst>
              <a:ext uri="{FF2B5EF4-FFF2-40B4-BE49-F238E27FC236}">
                <a16:creationId xmlns:a16="http://schemas.microsoft.com/office/drawing/2014/main" id="{C1900F52-7C7C-9844-946B-1E19D84F3F54}"/>
              </a:ext>
            </a:extLst>
          </p:cNvPr>
          <p:cNvSpPr>
            <a:spLocks noGrp="1" noChangeArrowheads="1"/>
          </p:cNvSpPr>
          <p:nvPr>
            <p:ph type="title"/>
          </p:nvPr>
        </p:nvSpPr>
        <p:spPr>
          <a:xfrm>
            <a:off x="457200" y="457200"/>
            <a:ext cx="8229600" cy="739552"/>
          </a:xfrm>
        </p:spPr>
        <p:txBody>
          <a:bodyPr/>
          <a:lstStyle/>
          <a:p>
            <a:pPr lvl="0" eaLnBrk="1" hangingPunct="1"/>
            <a:r>
              <a:rPr lang="en-US" altLang="zh-CN" sz="2800" dirty="0"/>
              <a:t>1.4</a:t>
            </a:r>
            <a:r>
              <a:rPr lang="en" altLang="zh-CN" sz="2800" dirty="0"/>
              <a:t> PLC</a:t>
            </a:r>
            <a:r>
              <a:rPr lang="zh-CN" altLang="en-US" sz="2800" dirty="0"/>
              <a:t>的国内外状况</a:t>
            </a:r>
          </a:p>
        </p:txBody>
      </p:sp>
    </p:spTree>
    <p:extLst>
      <p:ext uri="{BB962C8B-B14F-4D97-AF65-F5344CB8AC3E}">
        <p14:creationId xmlns:p14="http://schemas.microsoft.com/office/powerpoint/2010/main" val="35087651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to="" calcmode="lin" valueType="num">
                                      <p:cBhvr>
                                        <p:cTn id="7" dur="1" fill="hold"/>
                                        <p:tgtEl>
                                          <p:spTgt spid="8">
                                            <p:txEl>
                                              <p:pRg st="0" end="0"/>
                                            </p:txEl>
                                          </p:spTgt>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 to="" calcmode="lin" valueType="num">
                                      <p:cBhvr>
                                        <p:cTn id="10" dur="1" fill="hold"/>
                                        <p:tgtEl>
                                          <p:spTgt spid="8">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E31CDA5E-34C9-B747-ADC8-959A0EA6BA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2540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B98D5E19-12F3-A048-8C8F-756C7CBB08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1143000"/>
            <a:ext cx="233362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a:extLst>
              <a:ext uri="{FF2B5EF4-FFF2-40B4-BE49-F238E27FC236}">
                <a16:creationId xmlns:a16="http://schemas.microsoft.com/office/drawing/2014/main" id="{A3D206FE-00B9-0F48-9F00-CEA2231D96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276600"/>
            <a:ext cx="32004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a:extLst>
              <a:ext uri="{FF2B5EF4-FFF2-40B4-BE49-F238E27FC236}">
                <a16:creationId xmlns:a16="http://schemas.microsoft.com/office/drawing/2014/main" id="{1B6E9F08-BE7C-1744-9233-7952270E66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2083" y="3386931"/>
            <a:ext cx="248920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a:extLst>
              <a:ext uri="{FF2B5EF4-FFF2-40B4-BE49-F238E27FC236}">
                <a16:creationId xmlns:a16="http://schemas.microsoft.com/office/drawing/2014/main" id="{E07BDCAF-D28E-F94B-8577-BE874E48A0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0800" y="3657600"/>
            <a:ext cx="2428875"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a:extLst>
              <a:ext uri="{FF2B5EF4-FFF2-40B4-BE49-F238E27FC236}">
                <a16:creationId xmlns:a16="http://schemas.microsoft.com/office/drawing/2014/main" id="{D4C95E89-AE31-234B-8DC9-6EF5AC254F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7600" y="1295400"/>
            <a:ext cx="1978025"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C20F5C2B-3393-E345-A07C-DC5E20A1E08C}"/>
              </a:ext>
            </a:extLst>
          </p:cNvPr>
          <p:cNvSpPr txBox="1">
            <a:spLocks noChangeArrowheads="1"/>
          </p:cNvSpPr>
          <p:nvPr/>
        </p:nvSpPr>
        <p:spPr bwMode="auto">
          <a:xfrm>
            <a:off x="466725" y="1124992"/>
            <a:ext cx="8210550" cy="504031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（1）向高速度、大存储容量方向发展</a:t>
            </a:r>
          </a:p>
          <a:p>
            <a:pPr marL="342900" marR="0" lvl="0" indent="-342900" algn="r" defTabSz="914400" rtl="0" eaLnBrk="1" fontAlgn="base" latinLnBrk="0" hangingPunct="1">
              <a:lnSpc>
                <a:spcPct val="150000"/>
              </a:lnSpc>
              <a:spcBef>
                <a:spcPct val="0"/>
              </a:spcBef>
              <a:spcAft>
                <a:spcPct val="0"/>
              </a:spcAft>
              <a:buClr>
                <a:srgbClr val="0000CC"/>
              </a:buClr>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CPU</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处理速度</a:t>
            </a:r>
            <a:r>
              <a:rPr kumimoji="0" lang="en-US" altLang="zh-CN" sz="2200" b="1" i="0" u="none" strike="noStrike" kern="1200" cap="none" spc="0" normalizeH="0" baseline="0" noProof="0" dirty="0" err="1">
                <a:ln>
                  <a:noFill/>
                </a:ln>
                <a:solidFill>
                  <a:srgbClr val="09211C"/>
                </a:solidFill>
                <a:effectLst/>
                <a:uLnTx/>
                <a:uFillTx/>
                <a:latin typeface="宋体" panose="02010600030101010101" pitchFamily="2" charset="-122"/>
                <a:ea typeface="宋体"/>
                <a:cs typeface="+mn-cs"/>
              </a:rPr>
              <a:t>nS</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级；内存2</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M</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字节）</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（2）向多品种方向发展和提高可靠性</a:t>
            </a:r>
          </a:p>
          <a:p>
            <a:pPr marL="342900" marR="0" lvl="0" indent="-342900" algn="r" defTabSz="914400" rtl="0" eaLnBrk="1" fontAlgn="base" latinLnBrk="0" hangingPunct="1">
              <a:lnSpc>
                <a:spcPct val="150000"/>
              </a:lnSpc>
              <a:spcBef>
                <a:spcPct val="0"/>
              </a:spcBef>
              <a:spcAft>
                <a:spcPct val="0"/>
              </a:spcAft>
              <a:buClr>
                <a:srgbClr val="0000CC"/>
              </a:buClr>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（超大型和超小型）</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（3）产品更加规范化、标准化</a:t>
            </a:r>
          </a:p>
          <a:p>
            <a:pPr marL="342900" marR="0" lvl="0" indent="-342900" algn="r" defTabSz="914400" rtl="0" eaLnBrk="1" fontAlgn="base" latinLnBrk="0" hangingPunct="1">
              <a:lnSpc>
                <a:spcPct val="150000"/>
              </a:lnSpc>
              <a:spcBef>
                <a:spcPct val="0"/>
              </a:spcBef>
              <a:spcAft>
                <a:spcPct val="0"/>
              </a:spcAft>
              <a:buClr>
                <a:srgbClr val="0000CC"/>
              </a:buClr>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（硬件、软件兼容的</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（4）分散型、智能型、与现场总线兼容的</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I／0</a:t>
            </a:r>
            <a:endPar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（5）加强联网和通信的能力</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（6）控制的开放和模块化的体系结构</a:t>
            </a:r>
            <a:r>
              <a:rPr kumimoji="0" lang="en-US" altLang="zh-CN" sz="2200" b="1" i="0" u="none" strike="noStrike" kern="1200" cap="none" spc="0" normalizeH="0" baseline="0" noProof="0" dirty="0" err="1">
                <a:ln>
                  <a:noFill/>
                </a:ln>
                <a:solidFill>
                  <a:srgbClr val="09211C"/>
                </a:solidFill>
                <a:effectLst/>
                <a:uLnTx/>
                <a:uFillTx/>
                <a:latin typeface="宋体" panose="02010600030101010101" pitchFamily="2" charset="-122"/>
                <a:ea typeface="宋体"/>
                <a:cs typeface="+mn-cs"/>
              </a:rPr>
              <a:t>OMAC（open</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Modular Architecture for Control）</a:t>
            </a:r>
            <a:endPar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p:txBody>
      </p:sp>
      <p:sp>
        <p:nvSpPr>
          <p:cNvPr id="8" name="Rectangle 2">
            <a:extLst>
              <a:ext uri="{FF2B5EF4-FFF2-40B4-BE49-F238E27FC236}">
                <a16:creationId xmlns:a16="http://schemas.microsoft.com/office/drawing/2014/main" id="{4336545E-A26F-2E46-958D-EE1EC79F543C}"/>
              </a:ext>
            </a:extLst>
          </p:cNvPr>
          <p:cNvSpPr>
            <a:spLocks noGrp="1" noChangeArrowheads="1"/>
          </p:cNvSpPr>
          <p:nvPr>
            <p:ph type="title"/>
          </p:nvPr>
        </p:nvSpPr>
        <p:spPr>
          <a:xfrm>
            <a:off x="457200" y="457200"/>
            <a:ext cx="8229600" cy="739552"/>
          </a:xfrm>
        </p:spPr>
        <p:txBody>
          <a:bodyPr/>
          <a:lstStyle/>
          <a:p>
            <a:pPr eaLnBrk="1" hangingPunct="1"/>
            <a:r>
              <a:rPr lang="en-US" altLang="zh-CN" sz="2800" dirty="0"/>
              <a:t>1.5</a:t>
            </a:r>
            <a:r>
              <a:rPr lang="en" altLang="zh-CN" sz="2800" dirty="0"/>
              <a:t> PLC</a:t>
            </a:r>
            <a:r>
              <a:rPr lang="zh-CN" altLang="en-US" sz="2800" dirty="0"/>
              <a:t>的发展趋势</a:t>
            </a:r>
          </a:p>
        </p:txBody>
      </p:sp>
    </p:spTree>
    <p:extLst>
      <p:ext uri="{BB962C8B-B14F-4D97-AF65-F5344CB8AC3E}">
        <p14:creationId xmlns:p14="http://schemas.microsoft.com/office/powerpoint/2010/main" val="28203024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 calcmode="lin" valueType="num">
                                      <p:cBhvr additive="base">
                                        <p:cTn id="1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 calcmode="lin" valueType="num">
                                      <p:cBhvr additive="base">
                                        <p:cTn id="2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 calcmode="lin" valueType="num">
                                      <p:cBhvr additive="base">
                                        <p:cTn id="3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anim calcmode="lin" valueType="num">
                                      <p:cBhvr additive="base">
                                        <p:cTn id="4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xEl>
                                              <p:pRg st="8" end="8"/>
                                            </p:txEl>
                                          </p:spTgt>
                                        </p:tgtEl>
                                        <p:attrNameLst>
                                          <p:attrName>style.visibility</p:attrName>
                                        </p:attrNameLst>
                                      </p:cBhvr>
                                      <p:to>
                                        <p:strVal val="visible"/>
                                      </p:to>
                                    </p:set>
                                    <p:anim calcmode="lin" valueType="num">
                                      <p:cBhvr additive="base">
                                        <p:cTn id="4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61A8FC2A-7BDC-D84B-B5A4-8BB46EFEE172}"/>
              </a:ext>
            </a:extLst>
          </p:cNvPr>
          <p:cNvSpPr>
            <a:spLocks noChangeArrowheads="1"/>
          </p:cNvSpPr>
          <p:nvPr/>
        </p:nvSpPr>
        <p:spPr bwMode="auto">
          <a:xfrm>
            <a:off x="395288" y="909638"/>
            <a:ext cx="8424862" cy="4622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 typeface="Wingdings" pitchFamily="2" charset="2"/>
              <a:buNone/>
            </a:pPr>
            <a:r>
              <a:rPr lang="zh-CN" altLang="en-US" sz="2400" dirty="0">
                <a:solidFill>
                  <a:srgbClr val="09211C"/>
                </a:solidFill>
                <a:latin typeface="宋体" panose="02010600030101010101" pitchFamily="2" charset="-122"/>
              </a:rPr>
              <a:t>    </a:t>
            </a:r>
            <a:r>
              <a:rPr lang="zh-CN" altLang="en-US" sz="2400" b="1" dirty="0">
                <a:solidFill>
                  <a:srgbClr val="09211C"/>
                </a:solidFill>
                <a:latin typeface="宋体" panose="02010600030101010101" pitchFamily="2" charset="-122"/>
              </a:rPr>
              <a:t>就全世界</a:t>
            </a:r>
            <a:r>
              <a:rPr lang="zh-CN" altLang="en-US" sz="2400" b="1" dirty="0">
                <a:solidFill>
                  <a:srgbClr val="000099"/>
                </a:solidFill>
                <a:latin typeface="宋体" panose="02010600030101010101" pitchFamily="2" charset="-122"/>
              </a:rPr>
              <a:t>自动化市场的过去、现在和可以预见的未来而言，</a:t>
            </a:r>
            <a:r>
              <a:rPr lang="en-US" altLang="zh-CN" sz="2400" b="1" dirty="0">
                <a:solidFill>
                  <a:srgbClr val="000099"/>
                </a:solidFill>
                <a:latin typeface="宋体" panose="02010600030101010101" pitchFamily="2" charset="-122"/>
              </a:rPr>
              <a:t>PLC</a:t>
            </a:r>
            <a:r>
              <a:rPr lang="zh-CN" altLang="en-US" sz="2400" b="1" dirty="0">
                <a:solidFill>
                  <a:srgbClr val="000099"/>
                </a:solidFill>
                <a:latin typeface="宋体" panose="02010600030101010101" pitchFamily="2" charset="-122"/>
              </a:rPr>
              <a:t>仍然处于一种核心地位。</a:t>
            </a:r>
            <a:r>
              <a:rPr lang="zh-CN" altLang="en-US" sz="2400" b="1" dirty="0">
                <a:solidFill>
                  <a:srgbClr val="09211C"/>
                </a:solidFill>
                <a:latin typeface="宋体" panose="02010600030101010101" pitchFamily="2" charset="-122"/>
              </a:rPr>
              <a:t>在最近出现在美国、欧洲和国内有关探讨</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发展的论文中，</a:t>
            </a:r>
            <a:r>
              <a:rPr lang="zh-CN" altLang="en-US" sz="2400" b="1" dirty="0">
                <a:solidFill>
                  <a:srgbClr val="000099"/>
                </a:solidFill>
                <a:latin typeface="宋体" panose="02010600030101010101" pitchFamily="2" charset="-122"/>
              </a:rPr>
              <a:t>这个结论是众口一词的，尽管对</a:t>
            </a:r>
            <a:r>
              <a:rPr lang="en-US" altLang="zh-CN" sz="2400" b="1" dirty="0">
                <a:solidFill>
                  <a:srgbClr val="000099"/>
                </a:solidFill>
                <a:latin typeface="宋体" panose="02010600030101010101" pitchFamily="2" charset="-122"/>
              </a:rPr>
              <a:t>PLC</a:t>
            </a:r>
            <a:r>
              <a:rPr lang="zh-CN" altLang="en-US" sz="2400" b="1" dirty="0">
                <a:solidFill>
                  <a:srgbClr val="000099"/>
                </a:solidFill>
                <a:latin typeface="宋体" panose="02010600030101010101" pitchFamily="2" charset="-122"/>
              </a:rPr>
              <a:t>的未来发展有着许多不同的意见。 </a:t>
            </a:r>
          </a:p>
          <a:p>
            <a:pPr algn="just" eaLnBrk="1" hangingPunct="1">
              <a:lnSpc>
                <a:spcPct val="150000"/>
              </a:lnSpc>
              <a:spcBef>
                <a:spcPct val="50000"/>
              </a:spcBef>
            </a:pPr>
            <a:r>
              <a:rPr lang="en-US" altLang="zh-CN" sz="2400" b="1" dirty="0">
                <a:solidFill>
                  <a:srgbClr val="09211C"/>
                </a:solidFill>
                <a:latin typeface="宋体" panose="02010600030101010101" pitchFamily="2" charset="-122"/>
              </a:rPr>
              <a:t>  </a:t>
            </a:r>
            <a:r>
              <a:rPr lang="zh-CN" altLang="en-US" sz="2400" b="1" dirty="0">
                <a:solidFill>
                  <a:srgbClr val="09211C"/>
                </a:solidFill>
                <a:latin typeface="宋体" panose="02010600030101010101" pitchFamily="2" charset="-122"/>
              </a:rPr>
              <a:t>  近年来</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的市场销售一直坚挺；</a:t>
            </a:r>
            <a:r>
              <a:rPr lang="en-US" altLang="zh-CN" sz="2400" b="1" dirty="0">
                <a:solidFill>
                  <a:srgbClr val="000099"/>
                </a:solidFill>
                <a:latin typeface="宋体" panose="02010600030101010101" pitchFamily="2" charset="-122"/>
              </a:rPr>
              <a:t>PC</a:t>
            </a:r>
            <a:r>
              <a:rPr lang="zh-CN" altLang="en-US" sz="2400" b="1" dirty="0">
                <a:solidFill>
                  <a:srgbClr val="000099"/>
                </a:solidFill>
                <a:latin typeface="宋体" panose="02010600030101010101" pitchFamily="2" charset="-122"/>
              </a:rPr>
              <a:t>控制</a:t>
            </a:r>
            <a:r>
              <a:rPr lang="zh-CN" altLang="en-US" sz="2400" b="1" dirty="0">
                <a:solidFill>
                  <a:srgbClr val="09211C"/>
                </a:solidFill>
                <a:latin typeface="宋体" panose="02010600030101010101" pitchFamily="2" charset="-122"/>
              </a:rPr>
              <a:t>有了引人注目的进展，但毕竟只能对高端的</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产品形成竞争；</a:t>
            </a:r>
            <a:r>
              <a:rPr lang="zh-CN" altLang="en-US" sz="2400" b="1" dirty="0">
                <a:solidFill>
                  <a:srgbClr val="000099"/>
                </a:solidFill>
                <a:latin typeface="宋体" panose="02010600030101010101" pitchFamily="2" charset="-122"/>
              </a:rPr>
              <a:t>小型、超小型</a:t>
            </a:r>
            <a:r>
              <a:rPr lang="en-US" altLang="zh-CN" sz="2400" b="1" dirty="0">
                <a:solidFill>
                  <a:srgbClr val="000099"/>
                </a:solidFill>
                <a:latin typeface="宋体" panose="02010600030101010101" pitchFamily="2" charset="-122"/>
              </a:rPr>
              <a:t>PLC</a:t>
            </a:r>
            <a:r>
              <a:rPr lang="zh-CN" altLang="en-US" sz="2400" b="1" dirty="0">
                <a:solidFill>
                  <a:srgbClr val="09211C"/>
                </a:solidFill>
                <a:latin typeface="宋体" panose="02010600030101010101" pitchFamily="2" charset="-122"/>
              </a:rPr>
              <a:t>的发展势头令人刮目相看；</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和</a:t>
            </a:r>
            <a:r>
              <a:rPr lang="en-US" altLang="zh-CN" sz="2400" b="1" dirty="0">
                <a:solidFill>
                  <a:srgbClr val="09211C"/>
                </a:solidFill>
                <a:latin typeface="宋体" panose="02010600030101010101" pitchFamily="2" charset="-122"/>
              </a:rPr>
              <a:t>PC</a:t>
            </a:r>
            <a:r>
              <a:rPr lang="zh-CN" altLang="en-US" sz="2400" b="1" dirty="0">
                <a:solidFill>
                  <a:srgbClr val="09211C"/>
                </a:solidFill>
                <a:latin typeface="宋体" panose="02010600030101010101" pitchFamily="2" charset="-122"/>
              </a:rPr>
              <a:t>控制在今后可能</a:t>
            </a:r>
            <a:r>
              <a:rPr lang="zh-CN" altLang="en-US" sz="2400" b="1" dirty="0">
                <a:solidFill>
                  <a:srgbClr val="000099"/>
                </a:solidFill>
                <a:latin typeface="宋体" panose="02010600030101010101" pitchFamily="2" charset="-122"/>
              </a:rPr>
              <a:t>相互融合。</a:t>
            </a:r>
            <a:r>
              <a:rPr lang="zh-CN" altLang="en-US" sz="2400" b="1" dirty="0">
                <a:solidFill>
                  <a:srgbClr val="09211C"/>
                </a:solidFill>
                <a:latin typeface="宋体" panose="02010600030101010101" pitchFamily="2" charset="-122"/>
              </a:rPr>
              <a:t>    </a:t>
            </a:r>
          </a:p>
        </p:txBody>
      </p:sp>
    </p:spTree>
    <p:extLst>
      <p:ext uri="{BB962C8B-B14F-4D97-AF65-F5344CB8AC3E}">
        <p14:creationId xmlns:p14="http://schemas.microsoft.com/office/powerpoint/2010/main" val="32228445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slide(fromBottom)">
                                      <p:cBhvr>
                                        <p:cTn id="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2</a:t>
            </a:r>
            <a:r>
              <a:rPr lang="zh-CN" altLang="en-US" sz="3600" dirty="0"/>
              <a:t>、</a:t>
            </a:r>
            <a:r>
              <a:rPr lang="en" altLang="zh-CN" sz="3600" dirty="0"/>
              <a:t> PLC</a:t>
            </a:r>
            <a:r>
              <a:rPr lang="zh-CN" altLang="en-US" sz="3600" dirty="0"/>
              <a:t>的特点与基本功能</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9" name="Rectangle 2">
            <a:extLst>
              <a:ext uri="{FF2B5EF4-FFF2-40B4-BE49-F238E27FC236}">
                <a16:creationId xmlns:a16="http://schemas.microsoft.com/office/drawing/2014/main" id="{8C903664-303A-B046-A194-7B4CCC07F52D}"/>
              </a:ext>
            </a:extLst>
          </p:cNvPr>
          <p:cNvSpPr txBox="1">
            <a:spLocks noChangeArrowheads="1"/>
          </p:cNvSpPr>
          <p:nvPr/>
        </p:nvSpPr>
        <p:spPr bwMode="auto">
          <a:xfrm>
            <a:off x="457200" y="1844824"/>
            <a:ext cx="8353425" cy="4751387"/>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marR="0" lvl="0" indent="-609600" algn="l"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通用性强，使用方便 </a:t>
            </a:r>
          </a:p>
          <a:p>
            <a:pPr marL="609600" marR="0" lvl="0" indent="-609600" algn="l"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功能强，适应面广 </a:t>
            </a:r>
          </a:p>
          <a:p>
            <a:pPr marL="609600" marR="0" lvl="0" indent="-609600" algn="l"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可靠性高，抗干扰能力强</a:t>
            </a:r>
          </a:p>
          <a:p>
            <a:pPr marL="609600" marR="0" lvl="0" indent="-609600" algn="l"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控制程序可变具有很好的柔性</a:t>
            </a:r>
          </a:p>
          <a:p>
            <a:pPr marL="609600" marR="0" lvl="0" indent="-609600" algn="l"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编程方法简单，容易掌握 </a:t>
            </a:r>
          </a:p>
          <a:p>
            <a:pPr marL="609600" marR="0" lvl="0" indent="-609600" algn="l" defTabSz="914400" rtl="0" eaLnBrk="1" fontAlgn="base" latinLnBrk="0" hangingPunct="1">
              <a:lnSpc>
                <a:spcPct val="150000"/>
              </a:lnSpc>
              <a:spcBef>
                <a:spcPct val="0"/>
              </a:spcBef>
              <a:spcAft>
                <a:spcPct val="0"/>
              </a:spcAft>
              <a:buClrTx/>
              <a:buSzTx/>
              <a:buFontTx/>
              <a:buChar char="•"/>
              <a:tabLst/>
              <a:defRPr/>
            </a:pP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控制系统的设计、安装、调试和维修工作少</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极为方便。控制程序变化方便</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具有很好的柔性。</a:t>
            </a:r>
          </a:p>
          <a:p>
            <a:pPr marL="609600" marR="0" lvl="0" indent="-609600" algn="l"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体积小、重量轻、功耗低  </a:t>
            </a:r>
          </a:p>
        </p:txBody>
      </p:sp>
      <p:sp>
        <p:nvSpPr>
          <p:cNvPr id="5" name="Rectangle 2">
            <a:extLst>
              <a:ext uri="{FF2B5EF4-FFF2-40B4-BE49-F238E27FC236}">
                <a16:creationId xmlns:a16="http://schemas.microsoft.com/office/drawing/2014/main" id="{4867F9A1-BDD0-9C4B-A007-B50EC9E6D5EB}"/>
              </a:ext>
            </a:extLst>
          </p:cNvPr>
          <p:cNvSpPr txBox="1">
            <a:spLocks noChangeArrowheads="1"/>
          </p:cNvSpPr>
          <p:nvPr/>
        </p:nvSpPr>
        <p:spPr bwMode="auto">
          <a:xfrm>
            <a:off x="457200" y="1104920"/>
            <a:ext cx="8229600" cy="739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r>
              <a:rPr lang="en-US" altLang="zh-CN" sz="2800" kern="0" dirty="0"/>
              <a:t>2.1</a:t>
            </a:r>
            <a:r>
              <a:rPr lang="en" altLang="zh-CN" sz="2800" kern="0" dirty="0"/>
              <a:t> PLC</a:t>
            </a:r>
            <a:r>
              <a:rPr lang="zh-CN" altLang="en-US" sz="2800" kern="0" dirty="0"/>
              <a:t>的特点</a:t>
            </a:r>
          </a:p>
        </p:txBody>
      </p:sp>
    </p:spTree>
    <p:extLst>
      <p:ext uri="{BB962C8B-B14F-4D97-AF65-F5344CB8AC3E}">
        <p14:creationId xmlns:p14="http://schemas.microsoft.com/office/powerpoint/2010/main" val="88589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lide(fromBottom)">
                                      <p:cBhvr>
                                        <p:cTn id="7" dur="500"/>
                                        <p:tgtEl>
                                          <p:spTgt spid="9">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slide(fromBottom)">
                                      <p:cBhvr>
                                        <p:cTn id="10" dur="500"/>
                                        <p:tgtEl>
                                          <p:spTgt spid="9">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slide(fromBottom)">
                                      <p:cBhvr>
                                        <p:cTn id="13" dur="500"/>
                                        <p:tgtEl>
                                          <p:spTgt spid="9">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slide(fromBottom)">
                                      <p:cBhvr>
                                        <p:cTn id="16" dur="500"/>
                                        <p:tgtEl>
                                          <p:spTgt spid="9">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slide(fromBottom)">
                                      <p:cBhvr>
                                        <p:cTn id="19" dur="500"/>
                                        <p:tgtEl>
                                          <p:spTgt spid="9">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slide(fromBottom)">
                                      <p:cBhvr>
                                        <p:cTn id="22" dur="500"/>
                                        <p:tgtEl>
                                          <p:spTgt spid="9">
                                            <p:txEl>
                                              <p:pRg st="5" end="5"/>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slide(fromBottom)">
                                      <p:cBhvr>
                                        <p:cTn id="25"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a:xfrm>
            <a:off x="457200" y="530336"/>
            <a:ext cx="8229600" cy="739552"/>
          </a:xfrm>
        </p:spPr>
        <p:txBody>
          <a:bodyPr/>
          <a:lstStyle/>
          <a:p>
            <a:pPr eaLnBrk="1" hangingPunct="1"/>
            <a:r>
              <a:rPr lang="en-US" altLang="zh-CN" sz="2800" dirty="0"/>
              <a:t>2.2</a:t>
            </a:r>
            <a:r>
              <a:rPr lang="en" altLang="zh-CN" sz="2800" dirty="0"/>
              <a:t> PLC</a:t>
            </a:r>
            <a:r>
              <a:rPr lang="zh-CN" altLang="en-US" sz="2800" dirty="0"/>
              <a:t>的特点与基本功能</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7" name="Rectangle 3">
            <a:extLst>
              <a:ext uri="{FF2B5EF4-FFF2-40B4-BE49-F238E27FC236}">
                <a16:creationId xmlns:a16="http://schemas.microsoft.com/office/drawing/2014/main" id="{913E4B33-D552-FC44-B5DA-10F9BBBB81B8}"/>
              </a:ext>
            </a:extLst>
          </p:cNvPr>
          <p:cNvSpPr>
            <a:spLocks noChangeArrowheads="1"/>
          </p:cNvSpPr>
          <p:nvPr/>
        </p:nvSpPr>
        <p:spPr bwMode="auto">
          <a:xfrm>
            <a:off x="504825" y="1484313"/>
            <a:ext cx="3347095"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400" b="1" dirty="0">
                <a:solidFill>
                  <a:srgbClr val="9900FF"/>
                </a:solidFill>
                <a:latin typeface="宋体" panose="02010600030101010101" pitchFamily="2" charset="-122"/>
                <a:hlinkClick r:id="rId3" action="ppaction://hlinksldjump"/>
              </a:rPr>
              <a:t>1</a:t>
            </a:r>
            <a:r>
              <a:rPr lang="zh-CN" altLang="en-US" sz="2400" b="1" dirty="0">
                <a:solidFill>
                  <a:srgbClr val="9900FF"/>
                </a:solidFill>
                <a:latin typeface="宋体" panose="02010600030101010101" pitchFamily="2" charset="-122"/>
                <a:hlinkClick r:id="rId3" action="ppaction://hlinksldjump"/>
              </a:rPr>
              <a:t>）逻辑控制功能</a:t>
            </a:r>
            <a:endParaRPr lang="zh-CN" altLang="en-US" sz="2400" b="1" dirty="0">
              <a:solidFill>
                <a:srgbClr val="9900FF"/>
              </a:solidFill>
              <a:latin typeface="宋体" panose="02010600030101010101" pitchFamily="2" charset="-122"/>
            </a:endParaRPr>
          </a:p>
          <a:p>
            <a:pPr eaLnBrk="1" hangingPunct="1">
              <a:lnSpc>
                <a:spcPct val="120000"/>
              </a:lnSpc>
            </a:pPr>
            <a:r>
              <a:rPr lang="en-US" altLang="zh-CN" sz="2400" b="1" dirty="0">
                <a:solidFill>
                  <a:srgbClr val="9900FF"/>
                </a:solidFill>
                <a:latin typeface="宋体" panose="02010600030101010101" pitchFamily="2" charset="-122"/>
                <a:hlinkClick r:id="rId4" action="ppaction://hlinksldjump"/>
              </a:rPr>
              <a:t>2</a:t>
            </a:r>
            <a:r>
              <a:rPr lang="zh-CN" altLang="en-US" sz="2400" b="1" dirty="0">
                <a:solidFill>
                  <a:srgbClr val="9900FF"/>
                </a:solidFill>
                <a:latin typeface="宋体" panose="02010600030101010101" pitchFamily="2" charset="-122"/>
                <a:hlinkClick r:id="rId3" action="ppaction://hlinksldjump"/>
              </a:rPr>
              <a:t>）</a:t>
            </a:r>
            <a:r>
              <a:rPr lang="zh-CN" altLang="en-US" sz="2400" b="1" dirty="0">
                <a:solidFill>
                  <a:srgbClr val="9900FF"/>
                </a:solidFill>
                <a:latin typeface="宋体" panose="02010600030101010101" pitchFamily="2" charset="-122"/>
                <a:hlinkClick r:id="rId4" action="ppaction://hlinksldjump"/>
              </a:rPr>
              <a:t>定时控制功能</a:t>
            </a:r>
            <a:endParaRPr lang="zh-CN" altLang="en-US" sz="2400" b="1" dirty="0">
              <a:solidFill>
                <a:srgbClr val="9900FF"/>
              </a:solidFill>
              <a:latin typeface="宋体" panose="02010600030101010101" pitchFamily="2" charset="-122"/>
            </a:endParaRPr>
          </a:p>
          <a:p>
            <a:pPr eaLnBrk="1" hangingPunct="1">
              <a:lnSpc>
                <a:spcPct val="120000"/>
              </a:lnSpc>
            </a:pPr>
            <a:r>
              <a:rPr lang="en-US" altLang="zh-CN" sz="2400" b="1" dirty="0">
                <a:solidFill>
                  <a:srgbClr val="9900FF"/>
                </a:solidFill>
                <a:latin typeface="宋体" panose="02010600030101010101" pitchFamily="2" charset="-122"/>
                <a:hlinkClick r:id="rId5" action="ppaction://hlinksldjump"/>
              </a:rPr>
              <a:t>3</a:t>
            </a:r>
            <a:r>
              <a:rPr lang="zh-CN" altLang="en-US" sz="2400" b="1" dirty="0">
                <a:solidFill>
                  <a:srgbClr val="9900FF"/>
                </a:solidFill>
                <a:latin typeface="宋体" panose="02010600030101010101" pitchFamily="2" charset="-122"/>
                <a:hlinkClick r:id="rId3" action="ppaction://hlinksldjump"/>
              </a:rPr>
              <a:t>）</a:t>
            </a:r>
            <a:r>
              <a:rPr lang="zh-CN" altLang="en-US" sz="2400" b="1" dirty="0">
                <a:solidFill>
                  <a:srgbClr val="9900FF"/>
                </a:solidFill>
                <a:latin typeface="宋体" panose="02010600030101010101" pitchFamily="2" charset="-122"/>
                <a:hlinkClick r:id="rId5" action="ppaction://hlinksldjump"/>
              </a:rPr>
              <a:t>计数控制功能</a:t>
            </a:r>
            <a:endParaRPr lang="zh-CN" altLang="en-US" sz="2400" b="1" dirty="0">
              <a:solidFill>
                <a:srgbClr val="9900FF"/>
              </a:solidFill>
              <a:latin typeface="宋体" panose="02010600030101010101" pitchFamily="2" charset="-122"/>
            </a:endParaRPr>
          </a:p>
          <a:p>
            <a:pPr eaLnBrk="1" hangingPunct="1">
              <a:lnSpc>
                <a:spcPct val="120000"/>
              </a:lnSpc>
            </a:pPr>
            <a:r>
              <a:rPr lang="en-US" altLang="zh-CN" sz="2400" b="1" dirty="0">
                <a:solidFill>
                  <a:srgbClr val="9900FF"/>
                </a:solidFill>
                <a:latin typeface="宋体" panose="02010600030101010101" pitchFamily="2" charset="-122"/>
              </a:rPr>
              <a:t>4</a:t>
            </a:r>
            <a:r>
              <a:rPr lang="zh-CN" altLang="en-US" sz="2400" b="1" dirty="0">
                <a:solidFill>
                  <a:srgbClr val="9900FF"/>
                </a:solidFill>
                <a:latin typeface="宋体" panose="02010600030101010101" pitchFamily="2" charset="-122"/>
              </a:rPr>
              <a:t>）步进控制功能</a:t>
            </a:r>
          </a:p>
          <a:p>
            <a:pPr eaLnBrk="1" hangingPunct="1">
              <a:lnSpc>
                <a:spcPct val="120000"/>
              </a:lnSpc>
            </a:pPr>
            <a:r>
              <a:rPr lang="en-US" altLang="zh-CN" sz="2400" b="1" dirty="0">
                <a:solidFill>
                  <a:srgbClr val="9900FF"/>
                </a:solidFill>
                <a:latin typeface="宋体" panose="02010600030101010101" pitchFamily="2" charset="-122"/>
                <a:hlinkClick r:id="rId6" action="ppaction://hlinksldjump"/>
              </a:rPr>
              <a:t>5</a:t>
            </a:r>
            <a:r>
              <a:rPr lang="zh-CN" altLang="en-US" sz="2400" b="1" dirty="0">
                <a:solidFill>
                  <a:srgbClr val="9900FF"/>
                </a:solidFill>
                <a:latin typeface="宋体" panose="02010600030101010101" pitchFamily="2" charset="-122"/>
                <a:hlinkClick r:id="rId6" action="ppaction://hlinksldjump"/>
              </a:rPr>
              <a:t>）数据处理功能</a:t>
            </a:r>
            <a:endParaRPr lang="zh-CN" altLang="en-US" sz="2400" b="1" dirty="0">
              <a:solidFill>
                <a:srgbClr val="9900FF"/>
              </a:solidFill>
              <a:latin typeface="宋体" panose="02010600030101010101" pitchFamily="2" charset="-122"/>
            </a:endParaRPr>
          </a:p>
          <a:p>
            <a:pPr eaLnBrk="1" hangingPunct="1">
              <a:lnSpc>
                <a:spcPct val="120000"/>
              </a:lnSpc>
            </a:pPr>
            <a:r>
              <a:rPr lang="en-US" altLang="zh-CN" sz="2400" b="1" dirty="0">
                <a:solidFill>
                  <a:srgbClr val="9900FF"/>
                </a:solidFill>
                <a:latin typeface="宋体" panose="02010600030101010101" pitchFamily="2" charset="-122"/>
              </a:rPr>
              <a:t>6</a:t>
            </a:r>
            <a:r>
              <a:rPr lang="zh-CN" altLang="en-US" sz="2400" b="1" dirty="0">
                <a:solidFill>
                  <a:srgbClr val="9900FF"/>
                </a:solidFill>
                <a:latin typeface="宋体" panose="02010600030101010101" pitchFamily="2" charset="-122"/>
              </a:rPr>
              <a:t>）回路控制功能</a:t>
            </a:r>
          </a:p>
          <a:p>
            <a:pPr eaLnBrk="1" hangingPunct="1">
              <a:lnSpc>
                <a:spcPct val="120000"/>
              </a:lnSpc>
            </a:pPr>
            <a:r>
              <a:rPr lang="en-US" altLang="zh-CN" sz="2400" b="1" dirty="0">
                <a:solidFill>
                  <a:srgbClr val="9900FF"/>
                </a:solidFill>
                <a:latin typeface="宋体" panose="02010600030101010101" pitchFamily="2" charset="-122"/>
              </a:rPr>
              <a:t>7</a:t>
            </a:r>
            <a:r>
              <a:rPr lang="zh-CN" altLang="en-US" sz="2400" b="1" dirty="0">
                <a:solidFill>
                  <a:srgbClr val="9900FF"/>
                </a:solidFill>
                <a:latin typeface="宋体" panose="02010600030101010101" pitchFamily="2" charset="-122"/>
              </a:rPr>
              <a:t>）通讯联网功能</a:t>
            </a:r>
          </a:p>
          <a:p>
            <a:pPr eaLnBrk="1" hangingPunct="1">
              <a:lnSpc>
                <a:spcPct val="120000"/>
              </a:lnSpc>
            </a:pPr>
            <a:r>
              <a:rPr lang="en-US" altLang="zh-CN" sz="2400" b="1" dirty="0">
                <a:solidFill>
                  <a:srgbClr val="9900FF"/>
                </a:solidFill>
                <a:latin typeface="宋体" panose="02010600030101010101" pitchFamily="2" charset="-122"/>
                <a:hlinkClick r:id="rId7" action="ppaction://hlinksldjump"/>
              </a:rPr>
              <a:t>8</a:t>
            </a:r>
            <a:r>
              <a:rPr lang="zh-CN" altLang="en-US" sz="2400" b="1" dirty="0">
                <a:solidFill>
                  <a:srgbClr val="9900FF"/>
                </a:solidFill>
                <a:latin typeface="宋体" panose="02010600030101010101" pitchFamily="2" charset="-122"/>
                <a:hlinkClick r:id="rId7" action="ppaction://hlinksldjump"/>
              </a:rPr>
              <a:t>）监控功能</a:t>
            </a:r>
            <a:endParaRPr lang="zh-CN" altLang="en-US" sz="2400" b="1" dirty="0">
              <a:solidFill>
                <a:srgbClr val="9900FF"/>
              </a:solidFill>
              <a:latin typeface="宋体" panose="02010600030101010101" pitchFamily="2" charset="-122"/>
            </a:endParaRPr>
          </a:p>
          <a:p>
            <a:pPr eaLnBrk="1" hangingPunct="1">
              <a:lnSpc>
                <a:spcPct val="120000"/>
              </a:lnSpc>
            </a:pPr>
            <a:r>
              <a:rPr lang="en-US" altLang="zh-CN" sz="2400" b="1" dirty="0">
                <a:solidFill>
                  <a:srgbClr val="9900FF"/>
                </a:solidFill>
                <a:latin typeface="宋体" panose="02010600030101010101" pitchFamily="2" charset="-122"/>
                <a:hlinkClick r:id="rId8" action="ppaction://hlinksldjump"/>
              </a:rPr>
              <a:t>9</a:t>
            </a:r>
            <a:r>
              <a:rPr lang="zh-CN" altLang="en-US" sz="2400" b="1" dirty="0">
                <a:solidFill>
                  <a:srgbClr val="9900FF"/>
                </a:solidFill>
                <a:latin typeface="宋体" panose="02010600030101010101" pitchFamily="2" charset="-122"/>
                <a:hlinkClick r:id="rId8" action="ppaction://hlinksldjump"/>
              </a:rPr>
              <a:t>）停电记忆功能</a:t>
            </a:r>
            <a:endParaRPr lang="zh-CN" altLang="en-US" sz="2400" b="1" dirty="0">
              <a:solidFill>
                <a:srgbClr val="9900FF"/>
              </a:solidFill>
              <a:latin typeface="宋体" panose="02010600030101010101" pitchFamily="2" charset="-122"/>
            </a:endParaRPr>
          </a:p>
          <a:p>
            <a:pPr eaLnBrk="1" hangingPunct="1">
              <a:lnSpc>
                <a:spcPct val="120000"/>
              </a:lnSpc>
            </a:pPr>
            <a:r>
              <a:rPr lang="en-US" altLang="zh-CN" sz="2400" b="1" dirty="0">
                <a:solidFill>
                  <a:srgbClr val="9900FF"/>
                </a:solidFill>
                <a:latin typeface="宋体" panose="02010600030101010101" pitchFamily="2" charset="-122"/>
                <a:hlinkClick r:id="rId9" action="ppaction://hlinksldjump"/>
              </a:rPr>
              <a:t>10</a:t>
            </a:r>
            <a:r>
              <a:rPr lang="zh-CN" altLang="en-US" sz="2400" b="1" dirty="0">
                <a:solidFill>
                  <a:srgbClr val="9900FF"/>
                </a:solidFill>
                <a:latin typeface="宋体" panose="02010600030101010101" pitchFamily="2" charset="-122"/>
                <a:hlinkClick r:id="rId9" action="ppaction://hlinksldjump"/>
              </a:rPr>
              <a:t>）故障诊断功能</a:t>
            </a:r>
            <a:endParaRPr lang="zh-CN" altLang="en-US" sz="2400" b="1" dirty="0">
              <a:solidFill>
                <a:srgbClr val="9900FF"/>
              </a:solidFill>
              <a:latin typeface="宋体" panose="02010600030101010101" pitchFamily="2" charset="-122"/>
            </a:endParaRPr>
          </a:p>
        </p:txBody>
      </p:sp>
      <p:graphicFrame>
        <p:nvGraphicFramePr>
          <p:cNvPr id="8" name="Object 4">
            <a:extLst>
              <a:ext uri="{FF2B5EF4-FFF2-40B4-BE49-F238E27FC236}">
                <a16:creationId xmlns:a16="http://schemas.microsoft.com/office/drawing/2014/main" id="{365EF1AA-6D30-E542-A142-904DB17668E1}"/>
              </a:ext>
            </a:extLst>
          </p:cNvPr>
          <p:cNvGraphicFramePr>
            <a:graphicFrameLocks/>
          </p:cNvGraphicFramePr>
          <p:nvPr/>
        </p:nvGraphicFramePr>
        <p:xfrm>
          <a:off x="3492500" y="1701800"/>
          <a:ext cx="5113338" cy="3671888"/>
        </p:xfrm>
        <a:graphic>
          <a:graphicData uri="http://schemas.openxmlformats.org/presentationml/2006/ole">
            <mc:AlternateContent xmlns:mc="http://schemas.openxmlformats.org/markup-compatibility/2006">
              <mc:Choice xmlns:v="urn:schemas-microsoft-com:vml" Requires="v">
                <p:oleObj spid="_x0000_s1026" r:id="rId10" imgW="4533900" imgH="3213100" progId="Paint.Picture">
                  <p:embed/>
                </p:oleObj>
              </mc:Choice>
              <mc:Fallback>
                <p:oleObj r:id="rId10" imgW="4533900" imgH="3213100" progId="Paint.Picture">
                  <p:embed/>
                  <p:pic>
                    <p:nvPicPr>
                      <p:cNvPr id="8" name="Object 4">
                        <a:extLst>
                          <a:ext uri="{FF2B5EF4-FFF2-40B4-BE49-F238E27FC236}">
                            <a16:creationId xmlns:a16="http://schemas.microsoft.com/office/drawing/2014/main" id="{365EF1AA-6D30-E542-A142-904DB17668E1}"/>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92500" y="1701800"/>
                        <a:ext cx="5113338"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文本框 3">
            <a:extLst>
              <a:ext uri="{FF2B5EF4-FFF2-40B4-BE49-F238E27FC236}">
                <a16:creationId xmlns:a16="http://schemas.microsoft.com/office/drawing/2014/main" id="{7CF2A714-B07E-E2B0-9686-F160E2D2C0D8}"/>
              </a:ext>
            </a:extLst>
          </p:cNvPr>
          <p:cNvSpPr txBox="1"/>
          <p:nvPr/>
        </p:nvSpPr>
        <p:spPr>
          <a:xfrm rot="420000">
            <a:off x="7216374" y="366425"/>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204518647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1</a:t>
            </a:r>
            <a:r>
              <a:rPr lang="zh-CN" altLang="en-US" sz="2400" b="1" dirty="0">
                <a:solidFill>
                  <a:srgbClr val="0000CC"/>
                </a:solidFill>
                <a:latin typeface="宋体" panose="02010600030101010101" pitchFamily="2" charset="-122"/>
              </a:rPr>
              <a:t>）逻辑控制功能</a:t>
            </a:r>
          </a:p>
        </p:txBody>
      </p:sp>
      <p:sp>
        <p:nvSpPr>
          <p:cNvPr id="9" name="Rectangle 4">
            <a:extLst>
              <a:ext uri="{FF2B5EF4-FFF2-40B4-BE49-F238E27FC236}">
                <a16:creationId xmlns:a16="http://schemas.microsoft.com/office/drawing/2014/main" id="{72D949F5-9CCA-7E42-B734-702A78837BB5}"/>
              </a:ext>
            </a:extLst>
          </p:cNvPr>
          <p:cNvSpPr>
            <a:spLocks noChangeArrowheads="1"/>
          </p:cNvSpPr>
          <p:nvPr/>
        </p:nvSpPr>
        <p:spPr bwMode="auto">
          <a:xfrm>
            <a:off x="251520" y="1123950"/>
            <a:ext cx="5903913" cy="5453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ct val="20000"/>
              </a:spcBef>
              <a:buClr>
                <a:srgbClr val="00FFFF"/>
              </a:buClr>
              <a:buSzPct val="140000"/>
              <a:buFont typeface="Wingdings" pitchFamily="2" charset="2"/>
              <a:buNone/>
            </a:pPr>
            <a:r>
              <a:rPr lang="zh-CN" altLang="en-US" sz="2400" b="1" dirty="0">
                <a:solidFill>
                  <a:srgbClr val="09211C"/>
                </a:solidFill>
                <a:latin typeface="宋体" panose="02010600030101010101" pitchFamily="2" charset="-122"/>
              </a:rPr>
              <a:t>    逻辑控制功能是</a:t>
            </a:r>
            <a:r>
              <a:rPr lang="en-US" altLang="zh-CN" sz="2400" b="1" dirty="0">
                <a:solidFill>
                  <a:srgbClr val="09211C"/>
                </a:solidFill>
                <a:latin typeface="宋体" panose="02010600030101010101" pitchFamily="2" charset="-122"/>
              </a:rPr>
              <a:t>PLC</a:t>
            </a:r>
            <a:r>
              <a:rPr lang="zh-CN" altLang="en-US" sz="2400" b="1" dirty="0">
                <a:solidFill>
                  <a:srgbClr val="000099"/>
                </a:solidFill>
                <a:latin typeface="宋体" panose="02010600030101010101" pitchFamily="2" charset="-122"/>
              </a:rPr>
              <a:t>最基本功能之一</a:t>
            </a:r>
            <a:r>
              <a:rPr lang="en-US" altLang="zh-CN" sz="2400" b="1" dirty="0">
                <a:solidFill>
                  <a:srgbClr val="09211C"/>
                </a:solidFill>
                <a:latin typeface="宋体" panose="02010600030101010101" pitchFamily="2" charset="-122"/>
              </a:rPr>
              <a:t>,</a:t>
            </a:r>
            <a:r>
              <a:rPr lang="zh-CN" altLang="en-US" sz="2400" b="1" dirty="0">
                <a:solidFill>
                  <a:srgbClr val="09211C"/>
                </a:solidFill>
                <a:latin typeface="宋体" panose="02010600030101010101" pitchFamily="2" charset="-122"/>
              </a:rPr>
              <a:t>是</a:t>
            </a:r>
            <a:r>
              <a:rPr lang="en-US" altLang="zh-CN" sz="2400" b="1" dirty="0">
                <a:solidFill>
                  <a:srgbClr val="09211C"/>
                </a:solidFill>
                <a:latin typeface="宋体" panose="02010600030101010101" pitchFamily="2" charset="-122"/>
              </a:rPr>
              <a:t>PLC</a:t>
            </a:r>
            <a:r>
              <a:rPr lang="zh-CN" altLang="en-US" sz="2400" b="1" dirty="0">
                <a:solidFill>
                  <a:srgbClr val="000099"/>
                </a:solidFill>
                <a:latin typeface="宋体" panose="02010600030101010101" pitchFamily="2" charset="-122"/>
              </a:rPr>
              <a:t>最基本</a:t>
            </a:r>
            <a:r>
              <a:rPr lang="zh-CN" altLang="en-US" sz="2400" b="1" dirty="0">
                <a:solidFill>
                  <a:srgbClr val="09211C"/>
                </a:solidFill>
                <a:latin typeface="宋体" panose="02010600030101010101" pitchFamily="2" charset="-122"/>
              </a:rPr>
              <a:t>的</a:t>
            </a:r>
            <a:r>
              <a:rPr lang="zh-CN" altLang="en-US" sz="2400" b="1" dirty="0">
                <a:solidFill>
                  <a:srgbClr val="000099"/>
                </a:solidFill>
                <a:latin typeface="宋体" panose="02010600030101010101" pitchFamily="2" charset="-122"/>
              </a:rPr>
              <a:t>应用领域</a:t>
            </a:r>
            <a:r>
              <a:rPr lang="zh-CN" altLang="en-US" sz="2400" b="1" dirty="0">
                <a:solidFill>
                  <a:srgbClr val="09211C"/>
                </a:solidFill>
                <a:latin typeface="宋体" panose="02010600030101010101" pitchFamily="2" charset="-122"/>
              </a:rPr>
              <a:t>，可</a:t>
            </a:r>
            <a:r>
              <a:rPr lang="zh-CN" altLang="en-US" sz="2400" b="1" dirty="0">
                <a:solidFill>
                  <a:srgbClr val="000099"/>
                </a:solidFill>
                <a:latin typeface="宋体" panose="02010600030101010101" pitchFamily="2" charset="-122"/>
              </a:rPr>
              <a:t>取代传统的继电器控制系统</a:t>
            </a:r>
            <a:r>
              <a:rPr lang="zh-CN" altLang="en-US" sz="2400" b="1" dirty="0">
                <a:solidFill>
                  <a:srgbClr val="09211C"/>
                </a:solidFill>
                <a:latin typeface="宋体" panose="02010600030101010101" pitchFamily="2" charset="-122"/>
              </a:rPr>
              <a:t>，实现</a:t>
            </a:r>
            <a:r>
              <a:rPr lang="zh-CN" altLang="en-US" sz="2400" b="1" dirty="0">
                <a:solidFill>
                  <a:srgbClr val="000099"/>
                </a:solidFill>
                <a:latin typeface="宋体" panose="02010600030101010101" pitchFamily="2" charset="-122"/>
              </a:rPr>
              <a:t>逻辑控制和顺序</a:t>
            </a:r>
            <a:r>
              <a:rPr lang="zh-CN" altLang="en-US" sz="2400" b="1" dirty="0">
                <a:solidFill>
                  <a:srgbClr val="09211C"/>
                </a:solidFill>
                <a:latin typeface="宋体" panose="02010600030101010101" pitchFamily="2" charset="-122"/>
              </a:rPr>
              <a:t>控制。</a:t>
            </a:r>
          </a:p>
          <a:p>
            <a:pPr algn="just" eaLnBrk="1" hangingPunct="1">
              <a:lnSpc>
                <a:spcPct val="130000"/>
              </a:lnSpc>
              <a:spcBef>
                <a:spcPct val="20000"/>
              </a:spcBef>
              <a:buClr>
                <a:srgbClr val="00FFFF"/>
              </a:buClr>
              <a:buSzPct val="140000"/>
              <a:buFont typeface="Wingdings" pitchFamily="2" charset="2"/>
              <a:buNone/>
            </a:pPr>
            <a:r>
              <a:rPr lang="zh-CN" altLang="en-US" sz="2400" b="1" dirty="0">
                <a:solidFill>
                  <a:srgbClr val="09211C"/>
                </a:solidFill>
                <a:latin typeface="宋体" panose="02010600030101010101" pitchFamily="2" charset="-122"/>
              </a:rPr>
              <a:t>    在</a:t>
            </a:r>
            <a:r>
              <a:rPr lang="zh-CN" altLang="en-US" sz="2400" b="1" dirty="0">
                <a:solidFill>
                  <a:srgbClr val="000099"/>
                </a:solidFill>
                <a:latin typeface="宋体" panose="02010600030101010101" pitchFamily="2" charset="-122"/>
              </a:rPr>
              <a:t>单机控制、多机群控和自动生产线控制</a:t>
            </a:r>
            <a:r>
              <a:rPr lang="zh-CN" altLang="en-US" sz="2400" b="1" dirty="0">
                <a:solidFill>
                  <a:srgbClr val="09211C"/>
                </a:solidFill>
                <a:latin typeface="宋体" panose="02010600030101010101" pitchFamily="2" charset="-122"/>
              </a:rPr>
              <a:t>方面都有很多成功的应用实例。</a:t>
            </a:r>
          </a:p>
          <a:p>
            <a:pPr algn="just" eaLnBrk="1" hangingPunct="1">
              <a:lnSpc>
                <a:spcPct val="130000"/>
              </a:lnSpc>
              <a:spcBef>
                <a:spcPct val="20000"/>
              </a:spcBef>
              <a:buClr>
                <a:srgbClr val="00FFFF"/>
              </a:buClr>
              <a:buSzPct val="140000"/>
              <a:buFont typeface="Wingdings" pitchFamily="2" charset="2"/>
              <a:buNone/>
            </a:pPr>
            <a:r>
              <a:rPr lang="zh-CN" altLang="en-US" sz="2400" b="1" dirty="0">
                <a:solidFill>
                  <a:srgbClr val="09211C"/>
                </a:solidFill>
                <a:latin typeface="宋体" panose="02010600030101010101" pitchFamily="2" charset="-122"/>
              </a:rPr>
              <a:t>  </a:t>
            </a:r>
            <a:r>
              <a:rPr lang="zh-CN" altLang="en-US" sz="2400" b="1" dirty="0">
                <a:solidFill>
                  <a:srgbClr val="000099"/>
                </a:solidFill>
                <a:latin typeface="宋体" panose="02010600030101010101" pitchFamily="2" charset="-122"/>
              </a:rPr>
              <a:t>  例如：</a:t>
            </a:r>
            <a:r>
              <a:rPr lang="zh-CN" altLang="en-US" sz="2400" b="1" dirty="0">
                <a:solidFill>
                  <a:srgbClr val="09211C"/>
                </a:solidFill>
                <a:latin typeface="宋体" panose="02010600030101010101" pitchFamily="2" charset="-122"/>
              </a:rPr>
              <a:t>机床电气控制、起重机、皮带运输机和包装机械的</a:t>
            </a:r>
            <a:r>
              <a:rPr lang="zh-CN" altLang="en-US" sz="2400" b="1" dirty="0">
                <a:solidFill>
                  <a:srgbClr val="000099"/>
                </a:solidFill>
                <a:latin typeface="宋体" panose="02010600030101010101" pitchFamily="2" charset="-122"/>
              </a:rPr>
              <a:t>控制</a:t>
            </a:r>
            <a:r>
              <a:rPr lang="zh-CN" altLang="en-US" sz="2400" b="1" dirty="0">
                <a:solidFill>
                  <a:srgbClr val="09211C"/>
                </a:solidFill>
                <a:latin typeface="宋体" panose="02010600030101010101" pitchFamily="2" charset="-122"/>
              </a:rPr>
              <a:t>、注塑机</a:t>
            </a:r>
            <a:r>
              <a:rPr lang="zh-CN" altLang="en-US" sz="2400" b="1" dirty="0">
                <a:solidFill>
                  <a:srgbClr val="000099"/>
                </a:solidFill>
                <a:latin typeface="宋体" panose="02010600030101010101" pitchFamily="2" charset="-122"/>
              </a:rPr>
              <a:t>控制</a:t>
            </a:r>
            <a:r>
              <a:rPr lang="zh-CN" altLang="en-US" sz="2400" b="1" dirty="0">
                <a:solidFill>
                  <a:srgbClr val="09211C"/>
                </a:solidFill>
                <a:latin typeface="宋体" panose="02010600030101010101" pitchFamily="2" charset="-122"/>
              </a:rPr>
              <a:t>、电梯</a:t>
            </a:r>
            <a:r>
              <a:rPr lang="zh-CN" altLang="en-US" sz="2400" b="1" dirty="0">
                <a:solidFill>
                  <a:srgbClr val="000099"/>
                </a:solidFill>
                <a:latin typeface="宋体" panose="02010600030101010101" pitchFamily="2" charset="-122"/>
              </a:rPr>
              <a:t>控制</a:t>
            </a:r>
            <a:r>
              <a:rPr lang="zh-CN" altLang="en-US" sz="2400" b="1" dirty="0">
                <a:solidFill>
                  <a:srgbClr val="09211C"/>
                </a:solidFill>
                <a:latin typeface="宋体" panose="02010600030101010101" pitchFamily="2" charset="-122"/>
              </a:rPr>
              <a:t>、饮料灌装</a:t>
            </a:r>
            <a:r>
              <a:rPr lang="zh-CN" altLang="en-US" sz="2400" b="1" dirty="0">
                <a:solidFill>
                  <a:srgbClr val="000099"/>
                </a:solidFill>
                <a:latin typeface="宋体" panose="02010600030101010101" pitchFamily="2" charset="-122"/>
              </a:rPr>
              <a:t>生产线</a:t>
            </a:r>
            <a:r>
              <a:rPr lang="zh-CN" altLang="en-US" sz="2400" b="1" dirty="0">
                <a:solidFill>
                  <a:srgbClr val="09211C"/>
                </a:solidFill>
                <a:latin typeface="宋体" panose="02010600030101010101" pitchFamily="2" charset="-122"/>
              </a:rPr>
              <a:t>、家用电器</a:t>
            </a:r>
            <a:r>
              <a:rPr lang="en-US" altLang="zh-CN" sz="2400" b="1" dirty="0">
                <a:solidFill>
                  <a:srgbClr val="09211C"/>
                </a:solidFill>
                <a:latin typeface="宋体" panose="02010600030101010101" pitchFamily="2" charset="-122"/>
              </a:rPr>
              <a:t>(</a:t>
            </a:r>
            <a:r>
              <a:rPr lang="zh-CN" altLang="en-US" sz="2400" b="1" dirty="0">
                <a:solidFill>
                  <a:srgbClr val="09211C"/>
                </a:solidFill>
                <a:latin typeface="宋体" panose="02010600030101010101" pitchFamily="2" charset="-122"/>
              </a:rPr>
              <a:t>电视机、冰箱、洗衣机等</a:t>
            </a:r>
            <a:r>
              <a:rPr lang="en-US" altLang="zh-CN" sz="2400" b="1" dirty="0">
                <a:solidFill>
                  <a:srgbClr val="09211C"/>
                </a:solidFill>
                <a:latin typeface="宋体" panose="02010600030101010101" pitchFamily="2" charset="-122"/>
              </a:rPr>
              <a:t>)</a:t>
            </a:r>
            <a:r>
              <a:rPr lang="zh-CN" altLang="en-US" sz="2400" b="1" dirty="0">
                <a:solidFill>
                  <a:srgbClr val="000099"/>
                </a:solidFill>
                <a:latin typeface="宋体" panose="02010600030101010101" pitchFamily="2" charset="-122"/>
              </a:rPr>
              <a:t>自动装配线控制</a:t>
            </a:r>
            <a:r>
              <a:rPr lang="zh-CN" altLang="en-US" sz="2400" b="1" dirty="0">
                <a:solidFill>
                  <a:srgbClr val="09211C"/>
                </a:solidFill>
                <a:latin typeface="宋体" panose="02010600030101010101" pitchFamily="2" charset="-122"/>
              </a:rPr>
              <a:t>、汽车、化工、造纸、轧钢</a:t>
            </a:r>
            <a:r>
              <a:rPr lang="zh-CN" altLang="en-US" sz="2400" b="1" dirty="0">
                <a:solidFill>
                  <a:srgbClr val="000099"/>
                </a:solidFill>
                <a:latin typeface="宋体" panose="02010600030101010101" pitchFamily="2" charset="-122"/>
              </a:rPr>
              <a:t>自动生产线控制等。</a:t>
            </a:r>
            <a:r>
              <a:rPr lang="zh-CN" altLang="en-US" sz="2400" b="1" dirty="0">
                <a:solidFill>
                  <a:srgbClr val="09211C"/>
                </a:solidFill>
                <a:latin typeface="宋体" panose="02010600030101010101" pitchFamily="2" charset="-122"/>
              </a:rPr>
              <a:t> </a:t>
            </a:r>
          </a:p>
        </p:txBody>
      </p:sp>
      <p:pic>
        <p:nvPicPr>
          <p:cNvPr id="10" name="Picture 5">
            <a:extLst>
              <a:ext uri="{FF2B5EF4-FFF2-40B4-BE49-F238E27FC236}">
                <a16:creationId xmlns:a16="http://schemas.microsoft.com/office/drawing/2014/main" id="{8D8F5EB4-8F35-A34C-AA6E-E38905F10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4246" y="1125438"/>
            <a:ext cx="27622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to="" calcmode="lin" valueType="num">
                                      <p:cBhvr>
                                        <p:cTn id="7" dur="1" fill="hold"/>
                                        <p:tgtEl>
                                          <p:spTgt spid="9">
                                            <p:txEl>
                                              <p:pRg st="0" end="0"/>
                                            </p:txEl>
                                          </p:spTgt>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 to="" calcmode="lin" valueType="num">
                                      <p:cBhvr>
                                        <p:cTn id="10" dur="1" fill="hold"/>
                                        <p:tgtEl>
                                          <p:spTgt spid="9">
                                            <p:txEl>
                                              <p:pRg st="1" end="1"/>
                                            </p:txEl>
                                          </p:spTgt>
                                        </p:tgtEl>
                                        <p:attrNameLst>
                                          <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to="" calcmode="lin" valueType="num">
                                      <p:cBhvr>
                                        <p:cTn id="13" dur="1" fill="hold"/>
                                        <p:tgtEl>
                                          <p:spTgt spid="9">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2</a:t>
            </a:r>
            <a:r>
              <a:rPr lang="zh-CN" altLang="en-US" sz="2400" b="1" dirty="0">
                <a:solidFill>
                  <a:srgbClr val="0000CC"/>
                </a:solidFill>
                <a:latin typeface="宋体" panose="02010600030101010101" pitchFamily="2" charset="-122"/>
              </a:rPr>
              <a:t>）</a:t>
            </a:r>
            <a:r>
              <a:rPr kumimoji="0" lang="zh-CN" altLang="en-US" sz="2400" b="1" i="0" u="none" strike="noStrike" kern="120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mn-cs"/>
              </a:rPr>
              <a:t>定时控制功能</a:t>
            </a:r>
            <a:endParaRPr lang="zh-CN" altLang="en-US" sz="2400" b="1" dirty="0">
              <a:solidFill>
                <a:srgbClr val="0000CC"/>
              </a:solidFill>
              <a:latin typeface="宋体" panose="02010600030101010101" pitchFamily="2" charset="-122"/>
            </a:endParaRPr>
          </a:p>
        </p:txBody>
      </p:sp>
      <p:sp>
        <p:nvSpPr>
          <p:cNvPr id="6" name="Rectangle 4">
            <a:extLst>
              <a:ext uri="{FF2B5EF4-FFF2-40B4-BE49-F238E27FC236}">
                <a16:creationId xmlns:a16="http://schemas.microsoft.com/office/drawing/2014/main" id="{EC9167DD-3840-6143-8227-5C311E28AFE0}"/>
              </a:ext>
            </a:extLst>
          </p:cNvPr>
          <p:cNvSpPr>
            <a:spLocks noChangeArrowheads="1"/>
          </p:cNvSpPr>
          <p:nvPr/>
        </p:nvSpPr>
        <p:spPr bwMode="auto">
          <a:xfrm>
            <a:off x="396875" y="1485900"/>
            <a:ext cx="8353425" cy="392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zh-CN" altLang="en-US" sz="2400">
                <a:solidFill>
                  <a:srgbClr val="0000CC"/>
                </a:solidFill>
                <a:latin typeface="宋体" panose="02010600030101010101" pitchFamily="2" charset="-122"/>
              </a:rPr>
              <a:t>    </a:t>
            </a:r>
            <a:r>
              <a:rPr lang="zh-CN" altLang="en-US" sz="2400" b="1">
                <a:solidFill>
                  <a:srgbClr val="09211C"/>
                </a:solidFill>
                <a:latin typeface="宋体" panose="02010600030101010101" pitchFamily="2" charset="-122"/>
              </a:rPr>
              <a:t>定时控制功能是</a:t>
            </a:r>
            <a:r>
              <a:rPr lang="en-US" altLang="zh-CN" sz="2400" b="1">
                <a:solidFill>
                  <a:srgbClr val="09211C"/>
                </a:solidFill>
                <a:latin typeface="宋体" panose="02010600030101010101" pitchFamily="2" charset="-122"/>
              </a:rPr>
              <a:t>PLC</a:t>
            </a:r>
            <a:r>
              <a:rPr lang="zh-CN" altLang="en-US" sz="2400" b="1">
                <a:solidFill>
                  <a:srgbClr val="09211C"/>
                </a:solidFill>
                <a:latin typeface="宋体" panose="02010600030101010101" pitchFamily="2" charset="-122"/>
              </a:rPr>
              <a:t>的</a:t>
            </a:r>
            <a:r>
              <a:rPr lang="zh-CN" altLang="en-US" sz="2400" b="1">
                <a:solidFill>
                  <a:srgbClr val="000099"/>
                </a:solidFill>
                <a:latin typeface="宋体" panose="02010600030101010101" pitchFamily="2" charset="-122"/>
              </a:rPr>
              <a:t>最基本功能之一</a:t>
            </a:r>
            <a:r>
              <a:rPr lang="zh-CN" altLang="en-US" sz="2400" b="1">
                <a:solidFill>
                  <a:srgbClr val="09211C"/>
                </a:solidFill>
                <a:latin typeface="宋体" panose="02010600030101010101" pitchFamily="2" charset="-122"/>
              </a:rPr>
              <a:t>。</a:t>
            </a:r>
          </a:p>
          <a:p>
            <a:pPr eaLnBrk="1" hangingPunct="1">
              <a:lnSpc>
                <a:spcPct val="150000"/>
              </a:lnSpc>
              <a:spcBef>
                <a:spcPct val="50000"/>
              </a:spcBef>
            </a:pPr>
            <a:r>
              <a:rPr lang="zh-CN" altLang="en-US" sz="2400" b="1">
                <a:solidFill>
                  <a:srgbClr val="09211C"/>
                </a:solidFill>
                <a:latin typeface="宋体" panose="02010600030101010101" pitchFamily="2" charset="-122"/>
              </a:rPr>
              <a:t>    </a:t>
            </a:r>
            <a:r>
              <a:rPr lang="en-US" altLang="zh-CN" sz="2400" b="1">
                <a:solidFill>
                  <a:srgbClr val="09211C"/>
                </a:solidFill>
                <a:latin typeface="宋体" panose="02010600030101010101" pitchFamily="2" charset="-122"/>
              </a:rPr>
              <a:t>PLC</a:t>
            </a:r>
            <a:r>
              <a:rPr lang="zh-CN" altLang="en-US" sz="2400" b="1">
                <a:solidFill>
                  <a:srgbClr val="09211C"/>
                </a:solidFill>
                <a:latin typeface="宋体" panose="02010600030101010101" pitchFamily="2" charset="-122"/>
              </a:rPr>
              <a:t>中有许多可</a:t>
            </a:r>
            <a:r>
              <a:rPr lang="zh-CN" altLang="en-US" sz="2400" b="1">
                <a:solidFill>
                  <a:srgbClr val="000099"/>
                </a:solidFill>
                <a:latin typeface="宋体" panose="02010600030101010101" pitchFamily="2" charset="-122"/>
              </a:rPr>
              <a:t>供用户使用</a:t>
            </a:r>
            <a:r>
              <a:rPr lang="zh-CN" altLang="en-US" sz="2400" b="1">
                <a:solidFill>
                  <a:srgbClr val="09211C"/>
                </a:solidFill>
                <a:latin typeface="宋体" panose="02010600030101010101" pitchFamily="2" charset="-122"/>
              </a:rPr>
              <a:t>的</a:t>
            </a:r>
            <a:r>
              <a:rPr lang="zh-CN" altLang="en-US" sz="2400" b="1">
                <a:solidFill>
                  <a:srgbClr val="000099"/>
                </a:solidFill>
                <a:latin typeface="宋体" panose="02010600030101010101" pitchFamily="2" charset="-122"/>
              </a:rPr>
              <a:t>定时器</a:t>
            </a:r>
            <a:r>
              <a:rPr lang="zh-CN" altLang="en-US" sz="2400" b="1">
                <a:solidFill>
                  <a:srgbClr val="09211C"/>
                </a:solidFill>
                <a:latin typeface="宋体" panose="02010600030101010101" pitchFamily="2" charset="-122"/>
              </a:rPr>
              <a:t>，功能类似于继电器线路中的</a:t>
            </a:r>
            <a:r>
              <a:rPr lang="zh-CN" altLang="en-US" sz="2400" b="1">
                <a:solidFill>
                  <a:srgbClr val="000099"/>
                </a:solidFill>
                <a:latin typeface="宋体" panose="02010600030101010101" pitchFamily="2" charset="-122"/>
              </a:rPr>
              <a:t>时间继电器。</a:t>
            </a:r>
          </a:p>
          <a:p>
            <a:pPr eaLnBrk="1" hangingPunct="1">
              <a:lnSpc>
                <a:spcPct val="150000"/>
              </a:lnSpc>
              <a:spcBef>
                <a:spcPct val="50000"/>
              </a:spcBef>
            </a:pPr>
            <a:r>
              <a:rPr lang="zh-CN" altLang="en-US" sz="2400" b="1">
                <a:solidFill>
                  <a:srgbClr val="09211C"/>
                </a:solidFill>
                <a:latin typeface="宋体" panose="02010600030101010101" pitchFamily="2" charset="-122"/>
              </a:rPr>
              <a:t>    定时器的</a:t>
            </a:r>
            <a:r>
              <a:rPr lang="zh-CN" altLang="en-US" sz="2400" b="1">
                <a:solidFill>
                  <a:srgbClr val="000099"/>
                </a:solidFill>
                <a:latin typeface="宋体" panose="02010600030101010101" pitchFamily="2" charset="-122"/>
              </a:rPr>
              <a:t>设定值</a:t>
            </a:r>
            <a:r>
              <a:rPr lang="en-US" altLang="zh-CN" sz="2400" b="1">
                <a:solidFill>
                  <a:srgbClr val="09211C"/>
                </a:solidFill>
                <a:latin typeface="宋体" panose="02010600030101010101" pitchFamily="2" charset="-122"/>
              </a:rPr>
              <a:t>(</a:t>
            </a:r>
            <a:r>
              <a:rPr lang="zh-CN" altLang="en-US" sz="2400" b="1">
                <a:solidFill>
                  <a:srgbClr val="09211C"/>
                </a:solidFill>
                <a:latin typeface="宋体" panose="02010600030101010101" pitchFamily="2" charset="-122"/>
              </a:rPr>
              <a:t>定时时间</a:t>
            </a:r>
            <a:r>
              <a:rPr lang="en-US" altLang="zh-CN" sz="2400" b="1">
                <a:solidFill>
                  <a:srgbClr val="09211C"/>
                </a:solidFill>
                <a:latin typeface="宋体" panose="02010600030101010101" pitchFamily="2" charset="-122"/>
              </a:rPr>
              <a:t>)</a:t>
            </a:r>
            <a:r>
              <a:rPr lang="zh-CN" altLang="en-US" sz="2400" b="1">
                <a:solidFill>
                  <a:srgbClr val="09211C"/>
                </a:solidFill>
                <a:latin typeface="宋体" panose="02010600030101010101" pitchFamily="2" charset="-122"/>
              </a:rPr>
              <a:t>可以在</a:t>
            </a:r>
            <a:r>
              <a:rPr lang="zh-CN" altLang="en-US" sz="2400" b="1">
                <a:solidFill>
                  <a:srgbClr val="000099"/>
                </a:solidFill>
                <a:latin typeface="宋体" panose="02010600030101010101" pitchFamily="2" charset="-122"/>
              </a:rPr>
              <a:t>编程时设定</a:t>
            </a:r>
            <a:r>
              <a:rPr lang="zh-CN" altLang="en-US" sz="2400" b="1">
                <a:solidFill>
                  <a:srgbClr val="09211C"/>
                </a:solidFill>
                <a:latin typeface="宋体" panose="02010600030101010101" pitchFamily="2" charset="-122"/>
              </a:rPr>
              <a:t>，也可以在</a:t>
            </a:r>
            <a:r>
              <a:rPr lang="zh-CN" altLang="en-US" sz="2400" b="1">
                <a:solidFill>
                  <a:srgbClr val="000099"/>
                </a:solidFill>
                <a:latin typeface="宋体" panose="02010600030101010101" pitchFamily="2" charset="-122"/>
              </a:rPr>
              <a:t>运动过程中根据需要进行修改</a:t>
            </a:r>
            <a:r>
              <a:rPr lang="zh-CN" altLang="en-US" sz="2400" b="1">
                <a:solidFill>
                  <a:srgbClr val="09211C"/>
                </a:solidFill>
                <a:latin typeface="宋体" panose="02010600030101010101" pitchFamily="2" charset="-122"/>
              </a:rPr>
              <a:t>，使用方便灵活。</a:t>
            </a:r>
          </a:p>
          <a:p>
            <a:pPr eaLnBrk="1" hangingPunct="1">
              <a:lnSpc>
                <a:spcPct val="150000"/>
              </a:lnSpc>
              <a:spcBef>
                <a:spcPct val="50000"/>
              </a:spcBef>
            </a:pPr>
            <a:r>
              <a:rPr lang="zh-CN" altLang="en-US" sz="2400" b="1">
                <a:solidFill>
                  <a:srgbClr val="09211C"/>
                </a:solidFill>
                <a:latin typeface="宋体" panose="02010600030101010101" pitchFamily="2" charset="-122"/>
              </a:rPr>
              <a:t>    同时</a:t>
            </a:r>
            <a:r>
              <a:rPr lang="en-US" altLang="zh-CN" sz="2400" b="1">
                <a:solidFill>
                  <a:srgbClr val="09211C"/>
                </a:solidFill>
                <a:latin typeface="宋体" panose="02010600030101010101" pitchFamily="2" charset="-122"/>
              </a:rPr>
              <a:t>PLC</a:t>
            </a:r>
            <a:r>
              <a:rPr lang="zh-CN" altLang="en-US" sz="2400" b="1">
                <a:solidFill>
                  <a:srgbClr val="09211C"/>
                </a:solidFill>
                <a:latin typeface="宋体" panose="02010600030101010101" pitchFamily="2" charset="-122"/>
              </a:rPr>
              <a:t>还提供了</a:t>
            </a:r>
            <a:r>
              <a:rPr lang="zh-CN" altLang="en-US" sz="2400" b="1">
                <a:solidFill>
                  <a:srgbClr val="000099"/>
                </a:solidFill>
                <a:latin typeface="宋体" panose="02010600030101010101" pitchFamily="2" charset="-122"/>
              </a:rPr>
              <a:t>高精度</a:t>
            </a:r>
            <a:r>
              <a:rPr lang="zh-CN" altLang="en-US" sz="2400" b="1">
                <a:solidFill>
                  <a:srgbClr val="09211C"/>
                </a:solidFill>
                <a:latin typeface="宋体" panose="02010600030101010101" pitchFamily="2" charset="-122"/>
              </a:rPr>
              <a:t>的</a:t>
            </a:r>
            <a:r>
              <a:rPr lang="zh-CN" altLang="en-US" sz="2400" b="1">
                <a:solidFill>
                  <a:srgbClr val="000099"/>
                </a:solidFill>
                <a:latin typeface="宋体" panose="02010600030101010101" pitchFamily="2" charset="-122"/>
              </a:rPr>
              <a:t>时钟脉冲</a:t>
            </a:r>
            <a:r>
              <a:rPr lang="zh-CN" altLang="en-US" sz="2400" b="1">
                <a:solidFill>
                  <a:srgbClr val="09211C"/>
                </a:solidFill>
                <a:latin typeface="宋体" panose="02010600030101010101" pitchFamily="2" charset="-122"/>
              </a:rPr>
              <a:t>，用于</a:t>
            </a:r>
            <a:r>
              <a:rPr lang="zh-CN" altLang="en-US" sz="2400" b="1">
                <a:solidFill>
                  <a:srgbClr val="000099"/>
                </a:solidFill>
                <a:latin typeface="宋体" panose="02010600030101010101" pitchFamily="2" charset="-122"/>
              </a:rPr>
              <a:t>准确实时控制。</a:t>
            </a:r>
            <a:r>
              <a:rPr lang="zh-CN" altLang="en-US" sz="2400">
                <a:solidFill>
                  <a:srgbClr val="09211C"/>
                </a:solidFill>
                <a:latin typeface="宋体" panose="02010600030101010101" pitchFamily="2" charset="-122"/>
              </a:rPr>
              <a:t> </a:t>
            </a:r>
          </a:p>
        </p:txBody>
      </p:sp>
    </p:spTree>
    <p:extLst>
      <p:ext uri="{BB962C8B-B14F-4D97-AF65-F5344CB8AC3E}">
        <p14:creationId xmlns:p14="http://schemas.microsoft.com/office/powerpoint/2010/main" val="2702025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to="" calcmode="lin" valueType="num">
                                      <p:cBhvr>
                                        <p:cTn id="7" dur="1" fill="hold"/>
                                        <p:tgtEl>
                                          <p:spTgt spid="6">
                                            <p:txEl>
                                              <p:pRg st="0" end="0"/>
                                            </p:txEl>
                                          </p:spTgt>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 to="" calcmode="lin" valueType="num">
                                      <p:cBhvr>
                                        <p:cTn id="10" dur="1" fill="hold"/>
                                        <p:tgtEl>
                                          <p:spTgt spid="6">
                                            <p:txEl>
                                              <p:pRg st="1" end="1"/>
                                            </p:txEl>
                                          </p:spTgt>
                                        </p:tgtEl>
                                        <p:attrNameLst>
                                          <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to="" calcmode="lin" valueType="num">
                                      <p:cBhvr>
                                        <p:cTn id="13" dur="1" fill="hold"/>
                                        <p:tgtEl>
                                          <p:spTgt spid="6">
                                            <p:txEl>
                                              <p:pRg st="2" end="2"/>
                                            </p:txEl>
                                          </p:spTgt>
                                        </p:tgtEl>
                                        <p:attrNameLst>
                                          <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 to="" calcmode="lin" valueType="num">
                                      <p:cBhvr>
                                        <p:cTn id="16" dur="1" fill="hold"/>
                                        <p:tgtEl>
                                          <p:spTgt spid="6">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3</a:t>
            </a:r>
            <a:r>
              <a:rPr lang="zh-CN" altLang="en-US" sz="2400" b="1" dirty="0">
                <a:solidFill>
                  <a:srgbClr val="0000CC"/>
                </a:solidFill>
                <a:latin typeface="宋体" panose="02010600030101010101" pitchFamily="2" charset="-122"/>
              </a:rPr>
              <a:t>）计数控制功能</a:t>
            </a:r>
          </a:p>
        </p:txBody>
      </p:sp>
      <p:sp>
        <p:nvSpPr>
          <p:cNvPr id="49" name="Rectangle 3">
            <a:extLst>
              <a:ext uri="{FF2B5EF4-FFF2-40B4-BE49-F238E27FC236}">
                <a16:creationId xmlns:a16="http://schemas.microsoft.com/office/drawing/2014/main" id="{1CD672B8-9129-3147-826B-C172C126CCD5}"/>
              </a:ext>
            </a:extLst>
          </p:cNvPr>
          <p:cNvSpPr>
            <a:spLocks noChangeArrowheads="1"/>
          </p:cNvSpPr>
          <p:nvPr/>
        </p:nvSpPr>
        <p:spPr bwMode="auto">
          <a:xfrm>
            <a:off x="287337" y="1082378"/>
            <a:ext cx="8569325" cy="260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FFFF"/>
              </a:buClr>
              <a:buSzPct val="140000"/>
              <a:buFont typeface="Wingdings" pitchFamily="2" charset="2"/>
              <a:buNone/>
            </a:pPr>
            <a:r>
              <a:rPr lang="zh-CN" altLang="en-US" sz="2200" b="1" dirty="0">
                <a:solidFill>
                  <a:srgbClr val="09211C"/>
                </a:solidFill>
                <a:latin typeface="宋体" panose="02010600030101010101" pitchFamily="2" charset="-122"/>
              </a:rPr>
              <a:t>    计数控制功能是</a:t>
            </a:r>
            <a:r>
              <a:rPr lang="en-US" altLang="zh-CN" sz="2200" b="1" dirty="0">
                <a:solidFill>
                  <a:srgbClr val="09211C"/>
                </a:solidFill>
                <a:latin typeface="宋体" panose="02010600030101010101" pitchFamily="2" charset="-122"/>
              </a:rPr>
              <a:t>PLC</a:t>
            </a:r>
            <a:r>
              <a:rPr lang="zh-CN" altLang="en-US" sz="2200" b="1" dirty="0">
                <a:solidFill>
                  <a:srgbClr val="09211C"/>
                </a:solidFill>
                <a:latin typeface="宋体" panose="02010600030101010101" pitchFamily="2" charset="-122"/>
              </a:rPr>
              <a:t>的</a:t>
            </a:r>
            <a:r>
              <a:rPr lang="zh-CN" altLang="en-US" sz="2200" b="1" dirty="0">
                <a:solidFill>
                  <a:srgbClr val="000099"/>
                </a:solidFill>
                <a:latin typeface="宋体" panose="02010600030101010101" pitchFamily="2" charset="-122"/>
              </a:rPr>
              <a:t>最基本功能之一。</a:t>
            </a:r>
          </a:p>
          <a:p>
            <a:pPr eaLnBrk="1" hangingPunct="1">
              <a:lnSpc>
                <a:spcPct val="150000"/>
              </a:lnSpc>
              <a:buClr>
                <a:srgbClr val="00FFFF"/>
              </a:buClr>
              <a:buSzPct val="140000"/>
              <a:buFont typeface="Wingdings" pitchFamily="2" charset="2"/>
              <a:buNone/>
            </a:pPr>
            <a:r>
              <a:rPr lang="zh-CN" altLang="en-US" sz="2200" b="1" dirty="0">
                <a:solidFill>
                  <a:srgbClr val="09211C"/>
                </a:solidFill>
                <a:latin typeface="宋体" panose="02010600030101010101" pitchFamily="2" charset="-122"/>
              </a:rPr>
              <a:t>    </a:t>
            </a:r>
            <a:r>
              <a:rPr lang="en-US" altLang="zh-CN" sz="2200" b="1" dirty="0">
                <a:solidFill>
                  <a:srgbClr val="09211C"/>
                </a:solidFill>
                <a:latin typeface="宋体" panose="02010600030101010101" pitchFamily="2" charset="-122"/>
              </a:rPr>
              <a:t>PLC</a:t>
            </a:r>
            <a:r>
              <a:rPr lang="zh-CN" altLang="en-US" sz="2200" b="1" dirty="0">
                <a:solidFill>
                  <a:srgbClr val="09211C"/>
                </a:solidFill>
                <a:latin typeface="宋体" panose="02010600030101010101" pitchFamily="2" charset="-122"/>
              </a:rPr>
              <a:t>为用户提供</a:t>
            </a:r>
            <a:r>
              <a:rPr lang="zh-CN" altLang="en-US" sz="2200" b="1" dirty="0">
                <a:solidFill>
                  <a:srgbClr val="000099"/>
                </a:solidFill>
                <a:latin typeface="宋体" panose="02010600030101010101" pitchFamily="2" charset="-122"/>
              </a:rPr>
              <a:t>许多计数器</a:t>
            </a:r>
            <a:r>
              <a:rPr lang="zh-CN" altLang="en-US" sz="2200" b="1" dirty="0">
                <a:solidFill>
                  <a:srgbClr val="09211C"/>
                </a:solidFill>
                <a:latin typeface="宋体" panose="02010600030101010101" pitchFamily="2" charset="-122"/>
              </a:rPr>
              <a:t>，计数器</a:t>
            </a:r>
            <a:r>
              <a:rPr lang="zh-CN" altLang="en-US" sz="2200" b="1" dirty="0">
                <a:solidFill>
                  <a:srgbClr val="000099"/>
                </a:solidFill>
                <a:latin typeface="宋体" panose="02010600030101010101" pitchFamily="2" charset="-122"/>
              </a:rPr>
              <a:t>计数到某一数值</a:t>
            </a:r>
            <a:r>
              <a:rPr lang="zh-CN" altLang="en-US" sz="2200" b="1" dirty="0">
                <a:solidFill>
                  <a:srgbClr val="09211C"/>
                </a:solidFill>
                <a:latin typeface="宋体" panose="02010600030101010101" pitchFamily="2" charset="-122"/>
              </a:rPr>
              <a:t>时，产生一个</a:t>
            </a:r>
            <a:r>
              <a:rPr lang="zh-CN" altLang="en-US" sz="2200" b="1" dirty="0">
                <a:solidFill>
                  <a:srgbClr val="000099"/>
                </a:solidFill>
                <a:latin typeface="宋体" panose="02010600030101010101" pitchFamily="2" charset="-122"/>
              </a:rPr>
              <a:t>状态信号</a:t>
            </a:r>
            <a:r>
              <a:rPr lang="en-US" altLang="zh-CN" sz="2200" b="1" dirty="0">
                <a:solidFill>
                  <a:srgbClr val="000099"/>
                </a:solidFill>
                <a:latin typeface="宋体" panose="02010600030101010101" pitchFamily="2" charset="-122"/>
              </a:rPr>
              <a:t>(</a:t>
            </a:r>
            <a:r>
              <a:rPr lang="zh-CN" altLang="en-US" sz="2200" b="1" dirty="0">
                <a:solidFill>
                  <a:srgbClr val="000099"/>
                </a:solidFill>
                <a:latin typeface="宋体" panose="02010600030101010101" pitchFamily="2" charset="-122"/>
              </a:rPr>
              <a:t>计数值到</a:t>
            </a:r>
            <a:r>
              <a:rPr lang="en-US" altLang="zh-CN" sz="2200" b="1" dirty="0">
                <a:solidFill>
                  <a:srgbClr val="000099"/>
                </a:solidFill>
                <a:latin typeface="宋体" panose="02010600030101010101" pitchFamily="2" charset="-122"/>
              </a:rPr>
              <a:t>)</a:t>
            </a:r>
            <a:r>
              <a:rPr lang="zh-CN" altLang="en-US" sz="2200" b="1" dirty="0">
                <a:solidFill>
                  <a:srgbClr val="09211C"/>
                </a:solidFill>
                <a:latin typeface="宋体" panose="02010600030101010101" pitchFamily="2" charset="-122"/>
              </a:rPr>
              <a:t>，利用该状态信号</a:t>
            </a:r>
            <a:r>
              <a:rPr lang="zh-CN" altLang="en-US" sz="2200" b="1" dirty="0">
                <a:solidFill>
                  <a:srgbClr val="000099"/>
                </a:solidFill>
                <a:latin typeface="宋体" panose="02010600030101010101" pitchFamily="2" charset="-122"/>
              </a:rPr>
              <a:t>实现对某个操作的计数控制。</a:t>
            </a:r>
            <a:r>
              <a:rPr lang="zh-CN" altLang="en-US" sz="2200" b="1" dirty="0">
                <a:solidFill>
                  <a:srgbClr val="09211C"/>
                </a:solidFill>
                <a:latin typeface="宋体" panose="02010600030101010101" pitchFamily="2" charset="-122"/>
              </a:rPr>
              <a:t> 计数器的</a:t>
            </a:r>
            <a:r>
              <a:rPr lang="zh-CN" altLang="en-US" sz="2200" b="1" dirty="0">
                <a:solidFill>
                  <a:srgbClr val="000099"/>
                </a:solidFill>
                <a:latin typeface="宋体" panose="02010600030101010101" pitchFamily="2" charset="-122"/>
              </a:rPr>
              <a:t>设定值</a:t>
            </a:r>
            <a:r>
              <a:rPr lang="zh-CN" altLang="en-US" sz="2200" b="1" dirty="0">
                <a:solidFill>
                  <a:srgbClr val="09211C"/>
                </a:solidFill>
                <a:latin typeface="宋体" panose="02010600030101010101" pitchFamily="2" charset="-122"/>
              </a:rPr>
              <a:t>可以在</a:t>
            </a:r>
            <a:r>
              <a:rPr lang="zh-CN" altLang="en-US" sz="2200" b="1" dirty="0">
                <a:solidFill>
                  <a:srgbClr val="000099"/>
                </a:solidFill>
                <a:latin typeface="宋体" panose="02010600030101010101" pitchFamily="2" charset="-122"/>
              </a:rPr>
              <a:t>编程时设定</a:t>
            </a:r>
            <a:r>
              <a:rPr lang="zh-CN" altLang="en-US" sz="2200" b="1" dirty="0">
                <a:solidFill>
                  <a:srgbClr val="09211C"/>
                </a:solidFill>
                <a:latin typeface="宋体" panose="02010600030101010101" pitchFamily="2" charset="-122"/>
              </a:rPr>
              <a:t>，也可以在运行过程中</a:t>
            </a:r>
            <a:r>
              <a:rPr lang="zh-CN" altLang="en-US" sz="2200" b="1" dirty="0">
                <a:solidFill>
                  <a:srgbClr val="000099"/>
                </a:solidFill>
                <a:latin typeface="宋体" panose="02010600030101010101" pitchFamily="2" charset="-122"/>
              </a:rPr>
              <a:t>根据需要进行修改。</a:t>
            </a:r>
          </a:p>
        </p:txBody>
      </p:sp>
      <p:grpSp>
        <p:nvGrpSpPr>
          <p:cNvPr id="50" name="Group 4">
            <a:extLst>
              <a:ext uri="{FF2B5EF4-FFF2-40B4-BE49-F238E27FC236}">
                <a16:creationId xmlns:a16="http://schemas.microsoft.com/office/drawing/2014/main" id="{F1EC52EC-72AB-6F4F-81BE-F1515D62C412}"/>
              </a:ext>
            </a:extLst>
          </p:cNvPr>
          <p:cNvGrpSpPr>
            <a:grpSpLocks/>
          </p:cNvGrpSpPr>
          <p:nvPr/>
        </p:nvGrpSpPr>
        <p:grpSpPr bwMode="auto">
          <a:xfrm>
            <a:off x="2375247" y="3394572"/>
            <a:ext cx="5976938" cy="3167063"/>
            <a:chOff x="0" y="0"/>
            <a:chExt cx="9412" cy="4986"/>
          </a:xfrm>
        </p:grpSpPr>
        <p:pic>
          <p:nvPicPr>
            <p:cNvPr id="51" name="Picture 5">
              <a:extLst>
                <a:ext uri="{FF2B5EF4-FFF2-40B4-BE49-F238E27FC236}">
                  <a16:creationId xmlns:a16="http://schemas.microsoft.com/office/drawing/2014/main" id="{0DEF4550-8B8A-7649-8EBE-C088F12F8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6"/>
              <a:ext cx="8798" cy="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 name="Text Box 6">
              <a:extLst>
                <a:ext uri="{FF2B5EF4-FFF2-40B4-BE49-F238E27FC236}">
                  <a16:creationId xmlns:a16="http://schemas.microsoft.com/office/drawing/2014/main" id="{2D67DA90-71B1-D845-9A97-D653EF68C856}"/>
                </a:ext>
              </a:extLst>
            </p:cNvPr>
            <p:cNvSpPr txBox="1">
              <a:spLocks noChangeArrowheads="1"/>
            </p:cNvSpPr>
            <p:nvPr/>
          </p:nvSpPr>
          <p:spPr bwMode="auto">
            <a:xfrm>
              <a:off x="6475" y="1247"/>
              <a:ext cx="1461"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传感器</a:t>
              </a:r>
            </a:p>
          </p:txBody>
        </p:sp>
        <p:sp>
          <p:nvSpPr>
            <p:cNvPr id="53" name="Text Box 7">
              <a:extLst>
                <a:ext uri="{FF2B5EF4-FFF2-40B4-BE49-F238E27FC236}">
                  <a16:creationId xmlns:a16="http://schemas.microsoft.com/office/drawing/2014/main" id="{5F31DC69-FFF8-E343-8519-E6D1BA513603}"/>
                </a:ext>
              </a:extLst>
            </p:cNvPr>
            <p:cNvSpPr txBox="1">
              <a:spLocks noChangeArrowheads="1"/>
            </p:cNvSpPr>
            <p:nvPr/>
          </p:nvSpPr>
          <p:spPr bwMode="auto">
            <a:xfrm>
              <a:off x="7612" y="1407"/>
              <a:ext cx="1800"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旋转编码器</a:t>
              </a:r>
            </a:p>
          </p:txBody>
        </p:sp>
        <p:sp>
          <p:nvSpPr>
            <p:cNvPr id="54" name="Text Box 8">
              <a:extLst>
                <a:ext uri="{FF2B5EF4-FFF2-40B4-BE49-F238E27FC236}">
                  <a16:creationId xmlns:a16="http://schemas.microsoft.com/office/drawing/2014/main" id="{28FC2B87-9C36-C847-8AE9-3867C30D839F}"/>
                </a:ext>
              </a:extLst>
            </p:cNvPr>
            <p:cNvSpPr txBox="1">
              <a:spLocks noChangeArrowheads="1"/>
            </p:cNvSpPr>
            <p:nvPr/>
          </p:nvSpPr>
          <p:spPr bwMode="auto">
            <a:xfrm>
              <a:off x="3742" y="3454"/>
              <a:ext cx="183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变频器等</a:t>
              </a:r>
            </a:p>
          </p:txBody>
        </p:sp>
        <p:sp>
          <p:nvSpPr>
            <p:cNvPr id="55" name="Text Box 9">
              <a:extLst>
                <a:ext uri="{FF2B5EF4-FFF2-40B4-BE49-F238E27FC236}">
                  <a16:creationId xmlns:a16="http://schemas.microsoft.com/office/drawing/2014/main" id="{5F27BAF1-D78C-5441-AEEF-3DDA805563EF}"/>
                </a:ext>
              </a:extLst>
            </p:cNvPr>
            <p:cNvSpPr txBox="1">
              <a:spLocks noChangeArrowheads="1"/>
            </p:cNvSpPr>
            <p:nvPr/>
          </p:nvSpPr>
          <p:spPr bwMode="auto">
            <a:xfrm>
              <a:off x="2898" y="0"/>
              <a:ext cx="2205"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计数输入</a:t>
              </a:r>
            </a:p>
          </p:txBody>
        </p:sp>
        <p:sp>
          <p:nvSpPr>
            <p:cNvPr id="56" name="Text Box 10">
              <a:extLst>
                <a:ext uri="{FF2B5EF4-FFF2-40B4-BE49-F238E27FC236}">
                  <a16:creationId xmlns:a16="http://schemas.microsoft.com/office/drawing/2014/main" id="{8D0A617D-A3A4-D940-BD73-2AE6865598F3}"/>
                </a:ext>
              </a:extLst>
            </p:cNvPr>
            <p:cNvSpPr txBox="1">
              <a:spLocks noChangeArrowheads="1"/>
            </p:cNvSpPr>
            <p:nvPr/>
          </p:nvSpPr>
          <p:spPr bwMode="auto">
            <a:xfrm>
              <a:off x="2834" y="652"/>
              <a:ext cx="231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输入复位</a:t>
              </a:r>
            </a:p>
          </p:txBody>
        </p:sp>
        <p:sp>
          <p:nvSpPr>
            <p:cNvPr id="57" name="Text Box 11">
              <a:extLst>
                <a:ext uri="{FF2B5EF4-FFF2-40B4-BE49-F238E27FC236}">
                  <a16:creationId xmlns:a16="http://schemas.microsoft.com/office/drawing/2014/main" id="{AD501972-0A30-5349-B525-54A6D7BDDDA8}"/>
                </a:ext>
              </a:extLst>
            </p:cNvPr>
            <p:cNvSpPr txBox="1">
              <a:spLocks noChangeArrowheads="1"/>
            </p:cNvSpPr>
            <p:nvPr/>
          </p:nvSpPr>
          <p:spPr bwMode="auto">
            <a:xfrm rot="-5400000">
              <a:off x="637" y="1023"/>
              <a:ext cx="1054"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0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00000</a:t>
              </a:r>
            </a:p>
          </p:txBody>
        </p:sp>
        <p:sp>
          <p:nvSpPr>
            <p:cNvPr id="58" name="Text Box 12">
              <a:extLst>
                <a:ext uri="{FF2B5EF4-FFF2-40B4-BE49-F238E27FC236}">
                  <a16:creationId xmlns:a16="http://schemas.microsoft.com/office/drawing/2014/main" id="{5B41F219-A2BB-9F43-93DA-B5CB05EE65A4}"/>
                </a:ext>
              </a:extLst>
            </p:cNvPr>
            <p:cNvSpPr txBox="1">
              <a:spLocks noChangeArrowheads="1"/>
            </p:cNvSpPr>
            <p:nvPr/>
          </p:nvSpPr>
          <p:spPr bwMode="auto">
            <a:xfrm rot="-5400000">
              <a:off x="791" y="1023"/>
              <a:ext cx="1054"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0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00001</a:t>
              </a:r>
            </a:p>
          </p:txBody>
        </p:sp>
        <p:sp>
          <p:nvSpPr>
            <p:cNvPr id="59" name="Text Box 13">
              <a:extLst>
                <a:ext uri="{FF2B5EF4-FFF2-40B4-BE49-F238E27FC236}">
                  <a16:creationId xmlns:a16="http://schemas.microsoft.com/office/drawing/2014/main" id="{0A1416A0-0460-AA42-A62C-73789739B6A5}"/>
                </a:ext>
              </a:extLst>
            </p:cNvPr>
            <p:cNvSpPr txBox="1">
              <a:spLocks noChangeArrowheads="1"/>
            </p:cNvSpPr>
            <p:nvPr/>
          </p:nvSpPr>
          <p:spPr bwMode="auto">
            <a:xfrm rot="-5400000">
              <a:off x="930" y="1023"/>
              <a:ext cx="1054"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000" b="1"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00002</a:t>
              </a:r>
            </a:p>
          </p:txBody>
        </p:sp>
      </p:grpSp>
    </p:spTree>
    <p:extLst>
      <p:ext uri="{BB962C8B-B14F-4D97-AF65-F5344CB8AC3E}">
        <p14:creationId xmlns:p14="http://schemas.microsoft.com/office/powerpoint/2010/main" val="18178869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anim to="" calcmode="lin" valueType="num">
                                      <p:cBhvr>
                                        <p:cTn id="7" dur="1" fill="hold"/>
                                        <p:tgtEl>
                                          <p:spTgt spid="49">
                                            <p:txEl>
                                              <p:pRg st="0" end="0"/>
                                            </p:txEl>
                                          </p:spTgt>
                                        </p:tgtEl>
                                        <p:attrNameLst>
                                          <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49">
                                            <p:txEl>
                                              <p:pRg st="1" end="1"/>
                                            </p:txEl>
                                          </p:spTgt>
                                        </p:tgtEl>
                                        <p:attrNameLst>
                                          <p:attrName>style.visibility</p:attrName>
                                        </p:attrNameLst>
                                      </p:cBhvr>
                                      <p:to>
                                        <p:strVal val="visible"/>
                                      </p:to>
                                    </p:set>
                                    <p:anim to="" calcmode="lin" valueType="num">
                                      <p:cBhvr>
                                        <p:cTn id="10" dur="1" fill="hold"/>
                                        <p:tgtEl>
                                          <p:spTgt spid="49">
                                            <p:txEl>
                                              <p:pRg st="1" end="1"/>
                                            </p:txEl>
                                          </p:spTgt>
                                        </p:tgtEl>
                                        <p:attrNameLst>
                                          <p:attrName/>
                                        </p:attrNameLst>
                                      </p:cBhvr>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ppt_x"/>
                                          </p:val>
                                        </p:tav>
                                        <p:tav tm="100000">
                                          <p:val>
                                            <p:strVal val="#ppt_x"/>
                                          </p:val>
                                        </p:tav>
                                      </p:tavLst>
                                    </p:anim>
                                    <p:anim calcmode="lin" valueType="num">
                                      <p:cBhvr additive="base">
                                        <p:cTn id="1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4</a:t>
            </a:r>
            <a:r>
              <a:rPr lang="zh-CN" altLang="en-US" sz="2400" b="1" dirty="0">
                <a:solidFill>
                  <a:srgbClr val="0000CC"/>
                </a:solidFill>
                <a:latin typeface="宋体" panose="02010600030101010101" pitchFamily="2" charset="-122"/>
              </a:rPr>
              <a:t>）步进控制功能</a:t>
            </a:r>
          </a:p>
        </p:txBody>
      </p:sp>
      <p:pic>
        <p:nvPicPr>
          <p:cNvPr id="3" name="图片 2">
            <a:extLst>
              <a:ext uri="{FF2B5EF4-FFF2-40B4-BE49-F238E27FC236}">
                <a16:creationId xmlns:a16="http://schemas.microsoft.com/office/drawing/2014/main" id="{3946A88B-4CEB-A64F-931C-7236DD140B9B}"/>
              </a:ext>
            </a:extLst>
          </p:cNvPr>
          <p:cNvPicPr>
            <a:picLocks noChangeAspect="1"/>
          </p:cNvPicPr>
          <p:nvPr/>
        </p:nvPicPr>
        <p:blipFill rotWithShape="1">
          <a:blip r:embed="rId2"/>
          <a:srcRect t="10620"/>
          <a:stretch/>
        </p:blipFill>
        <p:spPr>
          <a:xfrm>
            <a:off x="4558909" y="1268760"/>
            <a:ext cx="4448598" cy="4896544"/>
          </a:xfrm>
          <a:prstGeom prst="rect">
            <a:avLst/>
          </a:prstGeom>
        </p:spPr>
      </p:pic>
      <p:sp>
        <p:nvSpPr>
          <p:cNvPr id="6" name="文本框 5">
            <a:extLst>
              <a:ext uri="{FF2B5EF4-FFF2-40B4-BE49-F238E27FC236}">
                <a16:creationId xmlns:a16="http://schemas.microsoft.com/office/drawing/2014/main" id="{1F19DF47-8706-F447-9232-0CAA0955C9F3}"/>
              </a:ext>
            </a:extLst>
          </p:cNvPr>
          <p:cNvSpPr txBox="1"/>
          <p:nvPr/>
        </p:nvSpPr>
        <p:spPr>
          <a:xfrm>
            <a:off x="4968211" y="6304206"/>
            <a:ext cx="4189886" cy="369332"/>
          </a:xfrm>
          <a:prstGeom prst="rect">
            <a:avLst/>
          </a:prstGeom>
          <a:noFill/>
        </p:spPr>
        <p:txBody>
          <a:bodyPr wrap="square">
            <a:spAutoFit/>
          </a:bodyPr>
          <a:lstStyle/>
          <a:p>
            <a:r>
              <a:rPr lang="en" altLang="zh-CN" dirty="0"/>
              <a:t>plc</a:t>
            </a:r>
            <a:r>
              <a:rPr lang="zh-CN" altLang="en-US" dirty="0"/>
              <a:t>运动控制编码器驱动器丝杆步进电机</a:t>
            </a:r>
          </a:p>
        </p:txBody>
      </p:sp>
      <p:sp>
        <p:nvSpPr>
          <p:cNvPr id="10" name="Rectangle 3">
            <a:extLst>
              <a:ext uri="{FF2B5EF4-FFF2-40B4-BE49-F238E27FC236}">
                <a16:creationId xmlns:a16="http://schemas.microsoft.com/office/drawing/2014/main" id="{7282A2FA-47D6-174D-B48A-2073F485D815}"/>
              </a:ext>
            </a:extLst>
          </p:cNvPr>
          <p:cNvSpPr>
            <a:spLocks noChangeArrowheads="1"/>
          </p:cNvSpPr>
          <p:nvPr/>
        </p:nvSpPr>
        <p:spPr bwMode="auto">
          <a:xfrm>
            <a:off x="343126" y="1391198"/>
            <a:ext cx="4163373" cy="4075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00FFFF"/>
              </a:buClr>
              <a:buSzPct val="140000"/>
              <a:buFont typeface="Wingdings" pitchFamily="2" charset="2"/>
              <a:buNone/>
            </a:pPr>
            <a:r>
              <a:rPr lang="zh-CN" altLang="en-US" sz="2200" b="1" dirty="0">
                <a:solidFill>
                  <a:srgbClr val="09211C"/>
                </a:solidFill>
                <a:latin typeface="宋体" panose="02010600030101010101" pitchFamily="2" charset="-122"/>
              </a:rPr>
              <a:t>    步进电机控制器是一种能够发出均匀脉冲信号的电子产品，它发出的信号进入步进电机驱动器后，会由驱动器转换成步进电机所需要的强电流信号，带动步进电机运转。步进电机控制器能够准确的控制步进电机转过每一个角度。</a:t>
            </a:r>
          </a:p>
        </p:txBody>
      </p:sp>
    </p:spTree>
    <p:extLst>
      <p:ext uri="{BB962C8B-B14F-4D97-AF65-F5344CB8AC3E}">
        <p14:creationId xmlns:p14="http://schemas.microsoft.com/office/powerpoint/2010/main" val="16076894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to="" calcmode="lin" valueType="num">
                                      <p:cBhvr>
                                        <p:cTn id="7" dur="1" fill="hold"/>
                                        <p:tgtEl>
                                          <p:spTgt spid="10">
                                            <p:txEl>
                                              <p:pRg st="0" end="0"/>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5</a:t>
            </a:r>
            <a:r>
              <a:rPr lang="zh-CN" altLang="en-US" sz="2400" b="1" dirty="0">
                <a:solidFill>
                  <a:srgbClr val="0000CC"/>
                </a:solidFill>
                <a:latin typeface="宋体" panose="02010600030101010101" pitchFamily="2" charset="-122"/>
              </a:rPr>
              <a:t>）数据处理功能</a:t>
            </a:r>
          </a:p>
        </p:txBody>
      </p:sp>
      <p:pic>
        <p:nvPicPr>
          <p:cNvPr id="35" name="Picture 2">
            <a:extLst>
              <a:ext uri="{FF2B5EF4-FFF2-40B4-BE49-F238E27FC236}">
                <a16:creationId xmlns:a16="http://schemas.microsoft.com/office/drawing/2014/main" id="{44545AFC-55FE-DA4E-A52A-8C09C8A05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284984"/>
            <a:ext cx="46101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4">
            <a:extLst>
              <a:ext uri="{FF2B5EF4-FFF2-40B4-BE49-F238E27FC236}">
                <a16:creationId xmlns:a16="http://schemas.microsoft.com/office/drawing/2014/main" id="{660FB144-3121-C441-B52B-7CFA41EBE858}"/>
              </a:ext>
            </a:extLst>
          </p:cNvPr>
          <p:cNvSpPr>
            <a:spLocks noChangeArrowheads="1"/>
          </p:cNvSpPr>
          <p:nvPr/>
        </p:nvSpPr>
        <p:spPr bwMode="auto">
          <a:xfrm>
            <a:off x="251197" y="1291084"/>
            <a:ext cx="8499475"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b="1" dirty="0">
                <a:solidFill>
                  <a:srgbClr val="09211C"/>
                </a:solidFill>
                <a:latin typeface="宋体" panose="02010600030101010101" pitchFamily="2" charset="-122"/>
              </a:rPr>
              <a:t>   </a:t>
            </a:r>
            <a:r>
              <a:rPr lang="zh-CN" altLang="en-US" sz="2000" b="1" dirty="0">
                <a:solidFill>
                  <a:srgbClr val="09211C"/>
                </a:solidFill>
                <a:latin typeface="宋体" panose="02010600030101010101" pitchFamily="2" charset="-122"/>
              </a:rPr>
              <a:t> </a:t>
            </a:r>
            <a:r>
              <a:rPr lang="en-US" altLang="zh-CN" sz="2000" b="1" dirty="0">
                <a:solidFill>
                  <a:srgbClr val="09211C"/>
                </a:solidFill>
                <a:latin typeface="宋体" panose="02010600030101010101" pitchFamily="2" charset="-122"/>
              </a:rPr>
              <a:t>PLC</a:t>
            </a:r>
            <a:r>
              <a:rPr lang="zh-CN" altLang="en-US" sz="2000" b="1" dirty="0">
                <a:solidFill>
                  <a:srgbClr val="09211C"/>
                </a:solidFill>
                <a:latin typeface="宋体" panose="02010600030101010101" pitchFamily="2" charset="-122"/>
              </a:rPr>
              <a:t>大部分都具有</a:t>
            </a:r>
            <a:r>
              <a:rPr lang="zh-CN" altLang="en-US" sz="2000" b="1" dirty="0">
                <a:solidFill>
                  <a:srgbClr val="000099"/>
                </a:solidFill>
                <a:latin typeface="宋体" panose="02010600030101010101" pitchFamily="2" charset="-122"/>
              </a:rPr>
              <a:t>数据处理功能</a:t>
            </a:r>
            <a:r>
              <a:rPr lang="zh-CN" altLang="en-US" sz="2000" b="1" dirty="0">
                <a:solidFill>
                  <a:srgbClr val="09211C"/>
                </a:solidFill>
                <a:latin typeface="宋体" panose="02010600030101010101" pitchFamily="2" charset="-122"/>
              </a:rPr>
              <a:t>，可以实现</a:t>
            </a:r>
            <a:r>
              <a:rPr lang="zh-CN" altLang="en-US" sz="2000" b="1" dirty="0">
                <a:solidFill>
                  <a:srgbClr val="000099"/>
                </a:solidFill>
                <a:latin typeface="宋体" panose="02010600030101010101" pitchFamily="2" charset="-122"/>
              </a:rPr>
              <a:t>算术运算、数据比较、数据传送、数据移位、数制转换译码编码</a:t>
            </a:r>
            <a:r>
              <a:rPr lang="zh-CN" altLang="en-US" sz="2000" b="1" dirty="0">
                <a:solidFill>
                  <a:srgbClr val="09211C"/>
                </a:solidFill>
                <a:latin typeface="宋体" panose="02010600030101010101" pitchFamily="2" charset="-122"/>
              </a:rPr>
              <a:t>等操作。</a:t>
            </a:r>
            <a:r>
              <a:rPr lang="zh-CN" altLang="en-US" sz="2000" b="1" dirty="0">
                <a:solidFill>
                  <a:srgbClr val="000099"/>
                </a:solidFill>
                <a:latin typeface="宋体" panose="02010600030101010101" pitchFamily="2" charset="-122"/>
                <a:sym typeface="Arial" panose="020B0604020202020204" pitchFamily="34" charset="0"/>
              </a:rPr>
              <a:t>中、大型</a:t>
            </a:r>
            <a:r>
              <a:rPr lang="en-US" altLang="zh-CN" sz="2000" b="1" dirty="0">
                <a:solidFill>
                  <a:srgbClr val="000099"/>
                </a:solidFill>
                <a:latin typeface="宋体" panose="02010600030101010101" pitchFamily="2" charset="-122"/>
                <a:sym typeface="Arial" panose="020B0604020202020204" pitchFamily="34" charset="0"/>
              </a:rPr>
              <a:t>PLC</a:t>
            </a:r>
            <a:r>
              <a:rPr lang="zh-CN" altLang="en-US" sz="2000" b="1" dirty="0">
                <a:solidFill>
                  <a:srgbClr val="09211C"/>
                </a:solidFill>
                <a:latin typeface="宋体" panose="02010600030101010101" pitchFamily="2" charset="-122"/>
                <a:sym typeface="Arial" panose="020B0604020202020204" pitchFamily="34" charset="0"/>
              </a:rPr>
              <a:t>数据处理功能</a:t>
            </a:r>
            <a:r>
              <a:rPr lang="zh-CN" altLang="en-US" sz="2000" b="1" dirty="0">
                <a:solidFill>
                  <a:srgbClr val="09211C"/>
                </a:solidFill>
                <a:latin typeface="宋体" panose="02010600030101010101" pitchFamily="2" charset="-122"/>
              </a:rPr>
              <a:t>更加齐全，可完成</a:t>
            </a:r>
            <a:r>
              <a:rPr lang="zh-CN" altLang="en-US" sz="2000" b="1" dirty="0">
                <a:solidFill>
                  <a:srgbClr val="000099"/>
                </a:solidFill>
                <a:latin typeface="宋体" panose="02010600030101010101" pitchFamily="2" charset="-122"/>
              </a:rPr>
              <a:t>开方、</a:t>
            </a:r>
            <a:r>
              <a:rPr lang="en-US" altLang="zh-CN" sz="2000" b="1" dirty="0">
                <a:solidFill>
                  <a:srgbClr val="000099"/>
                </a:solidFill>
                <a:latin typeface="宋体" panose="02010600030101010101" pitchFamily="2" charset="-122"/>
              </a:rPr>
              <a:t>PID</a:t>
            </a:r>
            <a:r>
              <a:rPr lang="zh-CN" altLang="en-US" sz="2000" b="1" dirty="0">
                <a:solidFill>
                  <a:srgbClr val="000099"/>
                </a:solidFill>
                <a:latin typeface="宋体" panose="02010600030101010101" pitchFamily="2" charset="-122"/>
              </a:rPr>
              <a:t>运算、浮点运算</a:t>
            </a:r>
            <a:r>
              <a:rPr lang="zh-CN" altLang="en-US" sz="2000" b="1" dirty="0">
                <a:solidFill>
                  <a:srgbClr val="09211C"/>
                </a:solidFill>
                <a:latin typeface="宋体" panose="02010600030101010101" pitchFamily="2" charset="-122"/>
              </a:rPr>
              <a:t>等操作，还可以</a:t>
            </a:r>
            <a:r>
              <a:rPr lang="zh-CN" altLang="en-US" sz="2000" b="1" dirty="0">
                <a:solidFill>
                  <a:srgbClr val="000099"/>
                </a:solidFill>
                <a:latin typeface="宋体" panose="02010600030101010101" pitchFamily="2" charset="-122"/>
              </a:rPr>
              <a:t>和</a:t>
            </a:r>
            <a:r>
              <a:rPr lang="en-US" altLang="zh-CN" sz="2000" b="1" dirty="0">
                <a:solidFill>
                  <a:srgbClr val="000099"/>
                </a:solidFill>
                <a:latin typeface="宋体" panose="02010600030101010101" pitchFamily="2" charset="-122"/>
              </a:rPr>
              <a:t>CRT、</a:t>
            </a:r>
            <a:r>
              <a:rPr lang="zh-CN" altLang="en-US" sz="2000" b="1" dirty="0">
                <a:solidFill>
                  <a:srgbClr val="000099"/>
                </a:solidFill>
                <a:latin typeface="宋体" panose="02010600030101010101" pitchFamily="2" charset="-122"/>
              </a:rPr>
              <a:t>打印机相联，实现程序、数据的显示和打印。</a:t>
            </a:r>
          </a:p>
        </p:txBody>
      </p:sp>
      <p:pic>
        <p:nvPicPr>
          <p:cNvPr id="37" name="Picture 5">
            <a:extLst>
              <a:ext uri="{FF2B5EF4-FFF2-40B4-BE49-F238E27FC236}">
                <a16:creationId xmlns:a16="http://schemas.microsoft.com/office/drawing/2014/main" id="{BB2B8780-8F16-A640-951E-2252D9EE8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3097" y="4075559"/>
            <a:ext cx="3533775" cy="19446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008911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checkerboard(across)">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additive="base">
                                        <p:cTn id="12" dur="500" fill="hold"/>
                                        <p:tgtEl>
                                          <p:spTgt spid="37"/>
                                        </p:tgtEl>
                                        <p:attrNameLst>
                                          <p:attrName>ppt_x</p:attrName>
                                        </p:attrNameLst>
                                      </p:cBhvr>
                                      <p:tavLst>
                                        <p:tav tm="0">
                                          <p:val>
                                            <p:strVal val="#ppt_x"/>
                                          </p:val>
                                        </p:tav>
                                        <p:tav tm="100000">
                                          <p:val>
                                            <p:strVal val="#ppt_x"/>
                                          </p:val>
                                        </p:tav>
                                      </p:tavLst>
                                    </p:anim>
                                    <p:anim calcmode="lin" valueType="num">
                                      <p:cBhvr additive="base">
                                        <p:cTn id="13" dur="500" fill="hold"/>
                                        <p:tgtEl>
                                          <p:spTgt spid="37"/>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additive="base">
                                        <p:cTn id="16" dur="500" fill="hold"/>
                                        <p:tgtEl>
                                          <p:spTgt spid="35"/>
                                        </p:tgtEl>
                                        <p:attrNameLst>
                                          <p:attrName>ppt_x</p:attrName>
                                        </p:attrNameLst>
                                      </p:cBhvr>
                                      <p:tavLst>
                                        <p:tav tm="0">
                                          <p:val>
                                            <p:strVal val="#ppt_x"/>
                                          </p:val>
                                        </p:tav>
                                        <p:tav tm="100000">
                                          <p:val>
                                            <p:strVal val="#ppt_x"/>
                                          </p:val>
                                        </p:tav>
                                      </p:tavLst>
                                    </p:anim>
                                    <p:anim calcmode="lin" valueType="num">
                                      <p:cBhvr additive="base">
                                        <p:cTn id="1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6</a:t>
            </a:r>
            <a:r>
              <a:rPr lang="zh-CN" altLang="en-US" sz="2400" b="1" dirty="0">
                <a:solidFill>
                  <a:srgbClr val="0000CC"/>
                </a:solidFill>
                <a:latin typeface="宋体" panose="02010600030101010101" pitchFamily="2" charset="-122"/>
              </a:rPr>
              <a:t>）回路控制功能</a:t>
            </a:r>
          </a:p>
        </p:txBody>
      </p:sp>
      <p:sp>
        <p:nvSpPr>
          <p:cNvPr id="36" name="Rectangle 4">
            <a:extLst>
              <a:ext uri="{FF2B5EF4-FFF2-40B4-BE49-F238E27FC236}">
                <a16:creationId xmlns:a16="http://schemas.microsoft.com/office/drawing/2014/main" id="{660FB144-3121-C441-B52B-7CFA41EBE858}"/>
              </a:ext>
            </a:extLst>
          </p:cNvPr>
          <p:cNvSpPr>
            <a:spLocks noChangeArrowheads="1"/>
          </p:cNvSpPr>
          <p:nvPr/>
        </p:nvSpPr>
        <p:spPr bwMode="auto">
          <a:xfrm>
            <a:off x="251197" y="1268760"/>
            <a:ext cx="8499475" cy="943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b="1" dirty="0">
                <a:solidFill>
                  <a:srgbClr val="09211C"/>
                </a:solidFill>
                <a:latin typeface="宋体" panose="02010600030101010101" pitchFamily="2" charset="-122"/>
              </a:rPr>
              <a:t>   </a:t>
            </a:r>
            <a:r>
              <a:rPr lang="zh-CN" altLang="en-US" sz="2000" b="1" dirty="0">
                <a:solidFill>
                  <a:srgbClr val="09211C"/>
                </a:solidFill>
                <a:latin typeface="宋体" panose="02010600030101010101" pitchFamily="2" charset="-122"/>
              </a:rPr>
              <a:t> </a:t>
            </a:r>
            <a:r>
              <a:rPr lang="en-US" altLang="zh-CN" sz="2000" b="1" dirty="0">
                <a:solidFill>
                  <a:srgbClr val="09211C"/>
                </a:solidFill>
                <a:latin typeface="宋体" panose="02010600030101010101" pitchFamily="2" charset="-122"/>
              </a:rPr>
              <a:t>PLC</a:t>
            </a:r>
            <a:r>
              <a:rPr lang="zh-CN" altLang="en-US" sz="2000" b="1" dirty="0">
                <a:solidFill>
                  <a:srgbClr val="09211C"/>
                </a:solidFill>
                <a:latin typeface="宋体" panose="02010600030101010101" pitchFamily="2" charset="-122"/>
              </a:rPr>
              <a:t>具有多个回路的控制能力，根据需求可以设计实现多种对象的控制回路。</a:t>
            </a:r>
            <a:endParaRPr lang="zh-CN" altLang="en-US" sz="2000" b="1" dirty="0">
              <a:solidFill>
                <a:srgbClr val="000099"/>
              </a:solidFill>
              <a:latin typeface="宋体" panose="02010600030101010101" pitchFamily="2" charset="-122"/>
            </a:endParaRPr>
          </a:p>
        </p:txBody>
      </p:sp>
      <p:graphicFrame>
        <p:nvGraphicFramePr>
          <p:cNvPr id="6" name="Object 2">
            <a:extLst>
              <a:ext uri="{FF2B5EF4-FFF2-40B4-BE49-F238E27FC236}">
                <a16:creationId xmlns:a16="http://schemas.microsoft.com/office/drawing/2014/main" id="{8B748EDD-19AF-EB4E-8963-437BCF47649D}"/>
              </a:ext>
            </a:extLst>
          </p:cNvPr>
          <p:cNvGraphicFramePr>
            <a:graphicFrameLocks/>
          </p:cNvGraphicFramePr>
          <p:nvPr>
            <p:extLst>
              <p:ext uri="{D42A27DB-BD31-4B8C-83A1-F6EECF244321}">
                <p14:modId xmlns:p14="http://schemas.microsoft.com/office/powerpoint/2010/main" val="2943805873"/>
              </p:ext>
            </p:extLst>
          </p:nvPr>
        </p:nvGraphicFramePr>
        <p:xfrm>
          <a:off x="1091381" y="1988840"/>
          <a:ext cx="7585075" cy="4676775"/>
        </p:xfrm>
        <a:graphic>
          <a:graphicData uri="http://schemas.openxmlformats.org/presentationml/2006/ole">
            <mc:AlternateContent xmlns:mc="http://schemas.openxmlformats.org/markup-compatibility/2006">
              <mc:Choice xmlns:v="urn:schemas-microsoft-com:vml" Requires="v">
                <p:oleObj spid="_x0000_s2050" r:id="rId3" imgW="8204200" imgH="4686300" progId="Paint.Picture">
                  <p:embed/>
                </p:oleObj>
              </mc:Choice>
              <mc:Fallback>
                <p:oleObj r:id="rId3" imgW="8204200" imgH="4686300" progId="Paint.Picture">
                  <p:embed/>
                  <p:pic>
                    <p:nvPicPr>
                      <p:cNvPr id="6" name="Object 2">
                        <a:extLst>
                          <a:ext uri="{FF2B5EF4-FFF2-40B4-BE49-F238E27FC236}">
                            <a16:creationId xmlns:a16="http://schemas.microsoft.com/office/drawing/2014/main" id="{8B748EDD-19AF-EB4E-8963-437BCF47649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381" y="1988840"/>
                        <a:ext cx="7585075"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3">
            <a:extLst>
              <a:ext uri="{FF2B5EF4-FFF2-40B4-BE49-F238E27FC236}">
                <a16:creationId xmlns:a16="http://schemas.microsoft.com/office/drawing/2014/main" id="{C2415C77-86C8-0547-8581-181035463955}"/>
              </a:ext>
            </a:extLst>
          </p:cNvPr>
          <p:cNvSpPr>
            <a:spLocks noChangeArrowheads="1"/>
          </p:cNvSpPr>
          <p:nvPr/>
        </p:nvSpPr>
        <p:spPr bwMode="auto">
          <a:xfrm>
            <a:off x="6180137" y="4845050"/>
            <a:ext cx="2162175"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000">
                <a:solidFill>
                  <a:srgbClr val="0000CC"/>
                </a:solidFill>
                <a:latin typeface="宋体" panose="02010600030101010101" pitchFamily="2" charset="-122"/>
              </a:rPr>
              <a:t>PLC</a:t>
            </a:r>
            <a:r>
              <a:rPr lang="zh-CN" altLang="en-US" sz="2000">
                <a:solidFill>
                  <a:srgbClr val="0000CC"/>
                </a:solidFill>
                <a:latin typeface="宋体" panose="02010600030101010101" pitchFamily="2" charset="-122"/>
              </a:rPr>
              <a:t>应用于步进电机控制 </a:t>
            </a:r>
          </a:p>
        </p:txBody>
      </p:sp>
    </p:spTree>
    <p:extLst>
      <p:ext uri="{BB962C8B-B14F-4D97-AF65-F5344CB8AC3E}">
        <p14:creationId xmlns:p14="http://schemas.microsoft.com/office/powerpoint/2010/main" val="21076161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checkerboard(across)">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 calcmode="lin" valueType="num">
                                      <p:cBhvr additive="base">
                                        <p:cTn id="12"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7"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7</a:t>
            </a:r>
            <a:r>
              <a:rPr lang="zh-CN" altLang="en-US" sz="2400" b="1" dirty="0">
                <a:solidFill>
                  <a:srgbClr val="0000CC"/>
                </a:solidFill>
                <a:latin typeface="宋体" panose="02010600030101010101" pitchFamily="2" charset="-122"/>
              </a:rPr>
              <a:t>）通讯联网功能</a:t>
            </a:r>
          </a:p>
        </p:txBody>
      </p:sp>
      <p:sp>
        <p:nvSpPr>
          <p:cNvPr id="5" name="Rectangle 4">
            <a:extLst>
              <a:ext uri="{FF2B5EF4-FFF2-40B4-BE49-F238E27FC236}">
                <a16:creationId xmlns:a16="http://schemas.microsoft.com/office/drawing/2014/main" id="{3ED1AA2C-07F9-4045-9F6D-B761FC471A0B}"/>
              </a:ext>
            </a:extLst>
          </p:cNvPr>
          <p:cNvSpPr>
            <a:spLocks noChangeArrowheads="1"/>
          </p:cNvSpPr>
          <p:nvPr/>
        </p:nvSpPr>
        <p:spPr bwMode="auto">
          <a:xfrm>
            <a:off x="179512" y="1182091"/>
            <a:ext cx="3672408" cy="509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000" b="1" dirty="0">
                <a:solidFill>
                  <a:srgbClr val="09211C"/>
                </a:solidFill>
                <a:latin typeface="宋体" panose="02010600030101010101" pitchFamily="2" charset="-122"/>
              </a:rPr>
              <a:t>    </a:t>
            </a:r>
            <a:r>
              <a:rPr lang="en" altLang="zh-CN" sz="2000" b="1" dirty="0">
                <a:solidFill>
                  <a:srgbClr val="09211C"/>
                </a:solidFill>
                <a:latin typeface="宋体" panose="02010600030101010101" pitchFamily="2" charset="-122"/>
              </a:rPr>
              <a:t>PLC</a:t>
            </a:r>
            <a:r>
              <a:rPr lang="zh-CN" altLang="en-US" sz="2000" b="1" dirty="0">
                <a:solidFill>
                  <a:srgbClr val="09211C"/>
                </a:solidFill>
                <a:latin typeface="宋体" panose="02010600030101010101" pitchFamily="2" charset="-122"/>
              </a:rPr>
              <a:t>具有通信联网的功能，它使</a:t>
            </a:r>
            <a:r>
              <a:rPr lang="en" altLang="zh-CN" sz="2000" b="1" dirty="0">
                <a:solidFill>
                  <a:srgbClr val="FF0000"/>
                </a:solidFill>
                <a:latin typeface="宋体" panose="02010600030101010101" pitchFamily="2" charset="-122"/>
              </a:rPr>
              <a:t>PLC</a:t>
            </a:r>
            <a:r>
              <a:rPr lang="zh-CN" altLang="en-US" sz="2000" b="1" dirty="0">
                <a:solidFill>
                  <a:srgbClr val="FF0000"/>
                </a:solidFill>
                <a:latin typeface="宋体" panose="02010600030101010101" pitchFamily="2" charset="-122"/>
              </a:rPr>
              <a:t>与</a:t>
            </a:r>
            <a:r>
              <a:rPr lang="en" altLang="zh-CN" sz="2000" b="1" dirty="0">
                <a:solidFill>
                  <a:srgbClr val="FF0000"/>
                </a:solidFill>
                <a:latin typeface="宋体" panose="02010600030101010101" pitchFamily="2" charset="-122"/>
              </a:rPr>
              <a:t>PLC </a:t>
            </a:r>
            <a:r>
              <a:rPr lang="zh-CN" altLang="en-US" sz="2000" b="1" dirty="0">
                <a:solidFill>
                  <a:srgbClr val="FF0000"/>
                </a:solidFill>
                <a:latin typeface="宋体" panose="02010600030101010101" pitchFamily="2" charset="-122"/>
              </a:rPr>
              <a:t>之间、</a:t>
            </a:r>
            <a:r>
              <a:rPr lang="en" altLang="zh-CN" sz="2000" b="1" dirty="0">
                <a:solidFill>
                  <a:srgbClr val="FF0000"/>
                </a:solidFill>
                <a:latin typeface="宋体" panose="02010600030101010101" pitchFamily="2" charset="-122"/>
              </a:rPr>
              <a:t>PLC</a:t>
            </a:r>
            <a:r>
              <a:rPr lang="zh-CN" altLang="en-US" sz="2000" b="1" dirty="0">
                <a:solidFill>
                  <a:srgbClr val="FF0000"/>
                </a:solidFill>
                <a:latin typeface="宋体" panose="02010600030101010101" pitchFamily="2" charset="-122"/>
              </a:rPr>
              <a:t>与上位计算机以及其他智能设备之间能够交换信息</a:t>
            </a:r>
            <a:r>
              <a:rPr lang="zh-CN" altLang="en-US" sz="2000" b="1" dirty="0">
                <a:solidFill>
                  <a:srgbClr val="09211C"/>
                </a:solidFill>
                <a:latin typeface="宋体" panose="02010600030101010101" pitchFamily="2" charset="-122"/>
              </a:rPr>
              <a:t>，形成一个统一的整体，实现分散集中控制。现在几乎所有的</a:t>
            </a:r>
            <a:r>
              <a:rPr lang="en" altLang="zh-CN" sz="2000" b="1" dirty="0">
                <a:solidFill>
                  <a:srgbClr val="09211C"/>
                </a:solidFill>
                <a:latin typeface="宋体" panose="02010600030101010101" pitchFamily="2" charset="-122"/>
              </a:rPr>
              <a:t>PLC</a:t>
            </a:r>
            <a:r>
              <a:rPr lang="zh-CN" altLang="en-US" sz="2000" b="1" dirty="0">
                <a:solidFill>
                  <a:srgbClr val="09211C"/>
                </a:solidFill>
                <a:latin typeface="宋体" panose="02010600030101010101" pitchFamily="2" charset="-122"/>
              </a:rPr>
              <a:t>新产品都有通信联网功能，它和计算机一样具有</a:t>
            </a:r>
            <a:r>
              <a:rPr lang="en" altLang="zh-CN" sz="2000" b="1" dirty="0">
                <a:solidFill>
                  <a:srgbClr val="09211C"/>
                </a:solidFill>
                <a:latin typeface="宋体" panose="02010600030101010101" pitchFamily="2" charset="-122"/>
              </a:rPr>
              <a:t>RS-232</a:t>
            </a:r>
            <a:r>
              <a:rPr lang="zh-CN" altLang="en-US" sz="2000" b="1" dirty="0">
                <a:solidFill>
                  <a:srgbClr val="09211C"/>
                </a:solidFill>
                <a:latin typeface="宋体" panose="02010600030101010101" pitchFamily="2" charset="-122"/>
              </a:rPr>
              <a:t>接口，通过双绞线、同轴电缆或光缆，可以在几公里甚至几十公里的范围内交换信息。</a:t>
            </a:r>
          </a:p>
        </p:txBody>
      </p:sp>
      <p:pic>
        <p:nvPicPr>
          <p:cNvPr id="3" name="图片 2">
            <a:extLst>
              <a:ext uri="{FF2B5EF4-FFF2-40B4-BE49-F238E27FC236}">
                <a16:creationId xmlns:a16="http://schemas.microsoft.com/office/drawing/2014/main" id="{1EFF6048-297A-B442-9C01-37C9B0F51F63}"/>
              </a:ext>
            </a:extLst>
          </p:cNvPr>
          <p:cNvPicPr>
            <a:picLocks noChangeAspect="1"/>
          </p:cNvPicPr>
          <p:nvPr/>
        </p:nvPicPr>
        <p:blipFill>
          <a:blip r:embed="rId2"/>
          <a:stretch>
            <a:fillRect/>
          </a:stretch>
        </p:blipFill>
        <p:spPr>
          <a:xfrm>
            <a:off x="3995936" y="1268760"/>
            <a:ext cx="5040560" cy="4869160"/>
          </a:xfrm>
          <a:prstGeom prst="rect">
            <a:avLst/>
          </a:prstGeom>
        </p:spPr>
      </p:pic>
    </p:spTree>
    <p:extLst>
      <p:ext uri="{BB962C8B-B14F-4D97-AF65-F5344CB8AC3E}">
        <p14:creationId xmlns:p14="http://schemas.microsoft.com/office/powerpoint/2010/main" val="19834507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18870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8</a:t>
            </a:r>
            <a:r>
              <a:rPr lang="zh-CN" altLang="en-US" sz="2400" b="1" dirty="0">
                <a:solidFill>
                  <a:srgbClr val="0000CC"/>
                </a:solidFill>
                <a:latin typeface="宋体" panose="02010600030101010101" pitchFamily="2" charset="-122"/>
              </a:rPr>
              <a:t>）监控功能</a:t>
            </a:r>
          </a:p>
        </p:txBody>
      </p:sp>
      <p:sp>
        <p:nvSpPr>
          <p:cNvPr id="4" name="Rectangle 4">
            <a:extLst>
              <a:ext uri="{FF2B5EF4-FFF2-40B4-BE49-F238E27FC236}">
                <a16:creationId xmlns:a16="http://schemas.microsoft.com/office/drawing/2014/main" id="{EF358865-7308-0948-BB5F-C10839FA63EB}"/>
              </a:ext>
            </a:extLst>
          </p:cNvPr>
          <p:cNvSpPr>
            <a:spLocks noChangeArrowheads="1"/>
          </p:cNvSpPr>
          <p:nvPr/>
        </p:nvSpPr>
        <p:spPr bwMode="auto">
          <a:xfrm>
            <a:off x="539750" y="1557338"/>
            <a:ext cx="8208963" cy="374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en-US" altLang="zh-CN" sz="2400" b="1" dirty="0">
                <a:solidFill>
                  <a:srgbClr val="09211C"/>
                </a:solidFill>
                <a:latin typeface="宋体" panose="02010600030101010101" pitchFamily="2" charset="-122"/>
              </a:rPr>
              <a:t>   </a:t>
            </a:r>
            <a:r>
              <a:rPr lang="zh-CN" altLang="en-US" sz="2400" b="1" dirty="0">
                <a:solidFill>
                  <a:srgbClr val="09211C"/>
                </a:solidFill>
                <a:latin typeface="宋体" panose="02010600030101010101" pitchFamily="2" charset="-122"/>
              </a:rPr>
              <a:t> </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设置了较强的</a:t>
            </a:r>
            <a:r>
              <a:rPr lang="zh-CN" altLang="en-US" sz="2400" b="1" dirty="0">
                <a:solidFill>
                  <a:srgbClr val="000099"/>
                </a:solidFill>
                <a:latin typeface="宋体" panose="02010600030101010101" pitchFamily="2" charset="-122"/>
              </a:rPr>
              <a:t>监控功能。</a:t>
            </a:r>
          </a:p>
          <a:p>
            <a:pPr eaLnBrk="1" hangingPunct="1">
              <a:lnSpc>
                <a:spcPct val="150000"/>
              </a:lnSpc>
              <a:spcBef>
                <a:spcPct val="50000"/>
              </a:spcBef>
            </a:pPr>
            <a:r>
              <a:rPr lang="zh-CN" altLang="en-US" sz="2400" b="1" dirty="0">
                <a:solidFill>
                  <a:srgbClr val="09211C"/>
                </a:solidFill>
                <a:latin typeface="宋体" panose="02010600030101010101" pitchFamily="2" charset="-122"/>
              </a:rPr>
              <a:t>    利用</a:t>
            </a:r>
            <a:r>
              <a:rPr lang="zh-CN" altLang="en-US" sz="2400" b="1" dirty="0">
                <a:solidFill>
                  <a:srgbClr val="000099"/>
                </a:solidFill>
                <a:latin typeface="宋体" panose="02010600030101010101" pitchFamily="2" charset="-122"/>
              </a:rPr>
              <a:t>编程器或监视器</a:t>
            </a:r>
            <a:r>
              <a:rPr lang="zh-CN" altLang="en-US" sz="2400" b="1" dirty="0">
                <a:solidFill>
                  <a:srgbClr val="09211C"/>
                </a:solidFill>
                <a:latin typeface="宋体" panose="02010600030101010101" pitchFamily="2" charset="-122"/>
              </a:rPr>
              <a:t>，</a:t>
            </a:r>
            <a:r>
              <a:rPr lang="zh-CN" altLang="en-US" sz="2400" b="1" dirty="0">
                <a:solidFill>
                  <a:srgbClr val="000099"/>
                </a:solidFill>
                <a:latin typeface="宋体" panose="02010600030101010101" pitchFamily="2" charset="-122"/>
              </a:rPr>
              <a:t>操作人员</a:t>
            </a:r>
            <a:r>
              <a:rPr lang="zh-CN" altLang="en-US" sz="2400" b="1" dirty="0">
                <a:solidFill>
                  <a:srgbClr val="09211C"/>
                </a:solidFill>
                <a:latin typeface="宋体" panose="02010600030101010101" pitchFamily="2" charset="-122"/>
              </a:rPr>
              <a:t>可以对</a:t>
            </a:r>
            <a:r>
              <a:rPr lang="en-US" altLang="zh-CN" sz="2400" b="1" dirty="0">
                <a:solidFill>
                  <a:srgbClr val="000099"/>
                </a:solidFill>
                <a:latin typeface="宋体" panose="02010600030101010101" pitchFamily="2" charset="-122"/>
              </a:rPr>
              <a:t>PLC</a:t>
            </a:r>
            <a:r>
              <a:rPr lang="zh-CN" altLang="en-US" sz="2400" b="1" dirty="0">
                <a:solidFill>
                  <a:srgbClr val="000099"/>
                </a:solidFill>
                <a:latin typeface="宋体" panose="02010600030101010101" pitchFamily="2" charset="-122"/>
              </a:rPr>
              <a:t>有关部分</a:t>
            </a:r>
            <a:r>
              <a:rPr lang="zh-CN" altLang="en-US" sz="2400" b="1" dirty="0">
                <a:solidFill>
                  <a:srgbClr val="09211C"/>
                </a:solidFill>
                <a:latin typeface="宋体" panose="02010600030101010101" pitchFamily="2" charset="-122"/>
              </a:rPr>
              <a:t>的</a:t>
            </a:r>
            <a:r>
              <a:rPr lang="zh-CN" altLang="en-US" sz="2400" b="1" dirty="0">
                <a:solidFill>
                  <a:srgbClr val="000099"/>
                </a:solidFill>
                <a:latin typeface="宋体" panose="02010600030101010101" pitchFamily="2" charset="-122"/>
              </a:rPr>
              <a:t>运行状态进行监视。</a:t>
            </a:r>
          </a:p>
          <a:p>
            <a:pPr eaLnBrk="1" hangingPunct="1">
              <a:lnSpc>
                <a:spcPct val="150000"/>
              </a:lnSpc>
              <a:spcBef>
                <a:spcPct val="50000"/>
              </a:spcBef>
            </a:pPr>
            <a:r>
              <a:rPr lang="zh-CN" altLang="en-US" sz="2400" b="1" dirty="0">
                <a:solidFill>
                  <a:srgbClr val="09211C"/>
                </a:solidFill>
                <a:latin typeface="宋体" panose="02010600030101010101" pitchFamily="2" charset="-122"/>
              </a:rPr>
              <a:t>    利用</a:t>
            </a:r>
            <a:r>
              <a:rPr lang="zh-CN" altLang="en-US" sz="2400" b="1" dirty="0">
                <a:solidFill>
                  <a:srgbClr val="000099"/>
                </a:solidFill>
                <a:latin typeface="宋体" panose="02010600030101010101" pitchFamily="2" charset="-122"/>
              </a:rPr>
              <a:t>编程器</a:t>
            </a:r>
            <a:r>
              <a:rPr lang="zh-CN" altLang="en-US" sz="2400" b="1" dirty="0">
                <a:solidFill>
                  <a:srgbClr val="09211C"/>
                </a:solidFill>
                <a:latin typeface="宋体" panose="02010600030101010101" pitchFamily="2" charset="-122"/>
              </a:rPr>
              <a:t>，可以</a:t>
            </a:r>
            <a:r>
              <a:rPr lang="zh-CN" altLang="en-US" sz="2400" b="1" dirty="0">
                <a:solidFill>
                  <a:srgbClr val="000099"/>
                </a:solidFill>
                <a:latin typeface="宋体" panose="02010600030101010101" pitchFamily="2" charset="-122"/>
              </a:rPr>
              <a:t>调整</a:t>
            </a:r>
            <a:r>
              <a:rPr lang="zh-CN" altLang="en-US" sz="2400" b="1" dirty="0">
                <a:solidFill>
                  <a:srgbClr val="09211C"/>
                </a:solidFill>
                <a:latin typeface="宋体" panose="02010600030101010101" pitchFamily="2" charset="-122"/>
              </a:rPr>
              <a:t>定时器、计数器的设定值和当前值，并可以</a:t>
            </a:r>
            <a:r>
              <a:rPr lang="zh-CN" altLang="en-US" sz="2400" b="1" dirty="0">
                <a:solidFill>
                  <a:srgbClr val="000099"/>
                </a:solidFill>
                <a:latin typeface="宋体" panose="02010600030101010101" pitchFamily="2" charset="-122"/>
              </a:rPr>
              <a:t>根据需要</a:t>
            </a:r>
            <a:r>
              <a:rPr lang="zh-CN" altLang="en-US" sz="2400" b="1" dirty="0">
                <a:solidFill>
                  <a:srgbClr val="09211C"/>
                </a:solidFill>
                <a:latin typeface="宋体" panose="02010600030101010101" pitchFamily="2" charset="-122"/>
              </a:rPr>
              <a:t>改变</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内部逻辑信号的状态及数据区的数据内容，为</a:t>
            </a:r>
            <a:r>
              <a:rPr lang="zh-CN" altLang="en-US" sz="2400" b="1" dirty="0">
                <a:solidFill>
                  <a:srgbClr val="000099"/>
                </a:solidFill>
                <a:latin typeface="宋体" panose="02010600030101010101" pitchFamily="2" charset="-122"/>
              </a:rPr>
              <a:t>调整和维护</a:t>
            </a:r>
            <a:r>
              <a:rPr lang="zh-CN" altLang="en-US" sz="2400" b="1" dirty="0">
                <a:solidFill>
                  <a:srgbClr val="09211C"/>
                </a:solidFill>
                <a:latin typeface="宋体" panose="02010600030101010101" pitchFamily="2" charset="-122"/>
              </a:rPr>
              <a:t>提供了极大的方便。</a:t>
            </a:r>
          </a:p>
        </p:txBody>
      </p:sp>
    </p:spTree>
    <p:extLst>
      <p:ext uri="{BB962C8B-B14F-4D97-AF65-F5344CB8AC3E}">
        <p14:creationId xmlns:p14="http://schemas.microsoft.com/office/powerpoint/2010/main" val="163150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505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9</a:t>
            </a:r>
            <a:r>
              <a:rPr lang="zh-CN" altLang="en-US" sz="2400" b="1" dirty="0">
                <a:solidFill>
                  <a:srgbClr val="0000CC"/>
                </a:solidFill>
                <a:latin typeface="宋体" panose="02010600030101010101" pitchFamily="2" charset="-122"/>
              </a:rPr>
              <a:t>）停电记忆功能</a:t>
            </a:r>
          </a:p>
        </p:txBody>
      </p:sp>
      <p:sp>
        <p:nvSpPr>
          <p:cNvPr id="5" name="Rectangle 4">
            <a:extLst>
              <a:ext uri="{FF2B5EF4-FFF2-40B4-BE49-F238E27FC236}">
                <a16:creationId xmlns:a16="http://schemas.microsoft.com/office/drawing/2014/main" id="{D3DE57E5-5A14-0A47-A7B7-2471B661C90C}"/>
              </a:ext>
            </a:extLst>
          </p:cNvPr>
          <p:cNvSpPr>
            <a:spLocks noChangeArrowheads="1"/>
          </p:cNvSpPr>
          <p:nvPr/>
        </p:nvSpPr>
        <p:spPr bwMode="auto">
          <a:xfrm>
            <a:off x="684213" y="1701800"/>
            <a:ext cx="7993062"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b="1" dirty="0">
                <a:solidFill>
                  <a:srgbClr val="09211C"/>
                </a:solidFill>
                <a:latin typeface="宋体" panose="02010600030101010101" pitchFamily="2" charset="-122"/>
              </a:rPr>
              <a:t>  </a:t>
            </a:r>
            <a:r>
              <a:rPr lang="zh-CN" altLang="en-US" sz="2400" b="1" dirty="0">
                <a:solidFill>
                  <a:srgbClr val="09211C"/>
                </a:solidFill>
                <a:latin typeface="宋体" panose="02010600030101010101" pitchFamily="2" charset="-122"/>
              </a:rPr>
              <a:t> </a:t>
            </a:r>
            <a:r>
              <a:rPr lang="en-US" altLang="zh-CN" sz="2400" b="1" dirty="0">
                <a:solidFill>
                  <a:srgbClr val="09211C"/>
                </a:solidFill>
                <a:latin typeface="宋体" panose="02010600030101010101" pitchFamily="2" charset="-122"/>
              </a:rPr>
              <a:t> PLC</a:t>
            </a:r>
            <a:r>
              <a:rPr lang="zh-CN" altLang="en-US" sz="2400" b="1" dirty="0">
                <a:solidFill>
                  <a:srgbClr val="09211C"/>
                </a:solidFill>
                <a:latin typeface="宋体" panose="02010600030101010101" pitchFamily="2" charset="-122"/>
              </a:rPr>
              <a:t>内部的</a:t>
            </a:r>
            <a:r>
              <a:rPr lang="zh-CN" altLang="en-US" sz="2400" b="1" dirty="0">
                <a:solidFill>
                  <a:srgbClr val="000099"/>
                </a:solidFill>
                <a:latin typeface="宋体" panose="02010600030101010101" pitchFamily="2" charset="-122"/>
              </a:rPr>
              <a:t>部分存储器</a:t>
            </a:r>
            <a:r>
              <a:rPr lang="zh-CN" altLang="en-US" sz="2400" b="1" dirty="0">
                <a:solidFill>
                  <a:srgbClr val="09211C"/>
                </a:solidFill>
                <a:latin typeface="宋体" panose="02010600030101010101" pitchFamily="2" charset="-122"/>
              </a:rPr>
              <a:t>所使用的</a:t>
            </a:r>
            <a:r>
              <a:rPr lang="en-US" altLang="zh-CN" sz="2400" b="1" dirty="0">
                <a:solidFill>
                  <a:srgbClr val="000099"/>
                </a:solidFill>
                <a:latin typeface="宋体" panose="02010600030101010101" pitchFamily="2" charset="-122"/>
              </a:rPr>
              <a:t>RAM</a:t>
            </a:r>
            <a:r>
              <a:rPr lang="zh-CN" altLang="en-US" sz="2400" b="1" dirty="0">
                <a:solidFill>
                  <a:srgbClr val="000099"/>
                </a:solidFill>
                <a:latin typeface="宋体" panose="02010600030101010101" pitchFamily="2" charset="-122"/>
              </a:rPr>
              <a:t>设置了停电保持器件（备用电池等）</a:t>
            </a:r>
            <a:r>
              <a:rPr lang="zh-CN" altLang="en-US" sz="2400" b="1" dirty="0">
                <a:solidFill>
                  <a:srgbClr val="09211C"/>
                </a:solidFill>
                <a:latin typeface="宋体" panose="02010600030101010101" pitchFamily="2" charset="-122"/>
              </a:rPr>
              <a:t>，以</a:t>
            </a:r>
            <a:r>
              <a:rPr lang="zh-CN" altLang="en-US" sz="2400" b="1" dirty="0">
                <a:solidFill>
                  <a:srgbClr val="000099"/>
                </a:solidFill>
                <a:latin typeface="宋体" panose="02010600030101010101" pitchFamily="2" charset="-122"/>
              </a:rPr>
              <a:t>保证断电</a:t>
            </a:r>
            <a:r>
              <a:rPr lang="zh-CN" altLang="en-US" sz="2400" b="1" dirty="0">
                <a:solidFill>
                  <a:srgbClr val="09211C"/>
                </a:solidFill>
                <a:latin typeface="宋体" panose="02010600030101010101" pitchFamily="2" charset="-122"/>
              </a:rPr>
              <a:t>后</a:t>
            </a:r>
            <a:r>
              <a:rPr lang="zh-CN" altLang="en-US" sz="2400" b="1" dirty="0">
                <a:solidFill>
                  <a:srgbClr val="000099"/>
                </a:solidFill>
                <a:latin typeface="宋体" panose="02010600030101010101" pitchFamily="2" charset="-122"/>
              </a:rPr>
              <a:t>这部分存储器中</a:t>
            </a:r>
            <a:r>
              <a:rPr lang="zh-CN" altLang="en-US" sz="2400" b="1" dirty="0">
                <a:solidFill>
                  <a:srgbClr val="09211C"/>
                </a:solidFill>
                <a:latin typeface="宋体" panose="02010600030101010101" pitchFamily="2" charset="-122"/>
              </a:rPr>
              <a:t>的</a:t>
            </a:r>
            <a:r>
              <a:rPr lang="zh-CN" altLang="en-US" sz="2400" b="1" dirty="0">
                <a:solidFill>
                  <a:srgbClr val="000099"/>
                </a:solidFill>
                <a:latin typeface="宋体" panose="02010600030101010101" pitchFamily="2" charset="-122"/>
              </a:rPr>
              <a:t>信息能够长期保存。</a:t>
            </a:r>
          </a:p>
          <a:p>
            <a:pPr eaLnBrk="1" hangingPunct="1">
              <a:lnSpc>
                <a:spcPct val="150000"/>
              </a:lnSpc>
            </a:pPr>
            <a:r>
              <a:rPr lang="zh-CN" altLang="en-US" sz="2400" b="1" dirty="0">
                <a:solidFill>
                  <a:srgbClr val="09211C"/>
                </a:solidFill>
                <a:latin typeface="宋体" panose="02010600030101010101" pitchFamily="2" charset="-122"/>
              </a:rPr>
              <a:t>    利用某些</a:t>
            </a:r>
            <a:r>
              <a:rPr lang="zh-CN" altLang="en-US" sz="2400" b="1" dirty="0">
                <a:solidFill>
                  <a:srgbClr val="000099"/>
                </a:solidFill>
                <a:latin typeface="宋体" panose="02010600030101010101" pitchFamily="2" charset="-122"/>
              </a:rPr>
              <a:t>记忆指令</a:t>
            </a:r>
            <a:r>
              <a:rPr lang="zh-CN" altLang="en-US" sz="2400" b="1" dirty="0">
                <a:solidFill>
                  <a:srgbClr val="09211C"/>
                </a:solidFill>
                <a:latin typeface="宋体" panose="02010600030101010101" pitchFamily="2" charset="-122"/>
              </a:rPr>
              <a:t>，可以对</a:t>
            </a:r>
            <a:r>
              <a:rPr lang="zh-CN" altLang="en-US" sz="2400" b="1" dirty="0">
                <a:solidFill>
                  <a:srgbClr val="000099"/>
                </a:solidFill>
                <a:latin typeface="宋体" panose="02010600030101010101" pitchFamily="2" charset="-122"/>
              </a:rPr>
              <a:t>工作状态</a:t>
            </a:r>
            <a:r>
              <a:rPr lang="zh-CN" altLang="en-US" sz="2400" b="1" dirty="0">
                <a:solidFill>
                  <a:srgbClr val="09211C"/>
                </a:solidFill>
                <a:latin typeface="宋体" panose="02010600030101010101" pitchFamily="2" charset="-122"/>
              </a:rPr>
              <a:t>进行</a:t>
            </a:r>
            <a:r>
              <a:rPr lang="zh-CN" altLang="en-US" sz="2400" b="1" dirty="0">
                <a:solidFill>
                  <a:srgbClr val="000099"/>
                </a:solidFill>
                <a:latin typeface="宋体" panose="02010600030101010101" pitchFamily="2" charset="-122"/>
              </a:rPr>
              <a:t>记忆</a:t>
            </a:r>
            <a:r>
              <a:rPr lang="zh-CN" altLang="en-US" sz="2400" b="1" dirty="0">
                <a:solidFill>
                  <a:srgbClr val="09211C"/>
                </a:solidFill>
                <a:latin typeface="宋体" panose="02010600030101010101" pitchFamily="2" charset="-122"/>
              </a:rPr>
              <a:t>，以</a:t>
            </a:r>
            <a:r>
              <a:rPr lang="zh-CN" altLang="en-US" sz="2400" b="1" dirty="0">
                <a:solidFill>
                  <a:srgbClr val="000099"/>
                </a:solidFill>
                <a:latin typeface="宋体" panose="02010600030101010101" pitchFamily="2" charset="-122"/>
              </a:rPr>
              <a:t>保持</a:t>
            </a:r>
            <a:r>
              <a:rPr lang="en-US" altLang="zh-CN" sz="2400" b="1" dirty="0">
                <a:solidFill>
                  <a:srgbClr val="000099"/>
                </a:solidFill>
                <a:latin typeface="宋体" panose="02010600030101010101" pitchFamily="2" charset="-122"/>
              </a:rPr>
              <a:t>PLC</a:t>
            </a:r>
            <a:r>
              <a:rPr lang="zh-CN" altLang="en-US" sz="2400" b="1" dirty="0">
                <a:solidFill>
                  <a:srgbClr val="000099"/>
                </a:solidFill>
                <a:latin typeface="宋体" panose="02010600030101010101" pitchFamily="2" charset="-122"/>
              </a:rPr>
              <a:t>断电后</a:t>
            </a:r>
            <a:r>
              <a:rPr lang="zh-CN" altLang="en-US" sz="2400" b="1" dirty="0">
                <a:solidFill>
                  <a:srgbClr val="09211C"/>
                </a:solidFill>
                <a:latin typeface="宋体" panose="02010600030101010101" pitchFamily="2" charset="-122"/>
              </a:rPr>
              <a:t>的</a:t>
            </a:r>
            <a:r>
              <a:rPr lang="zh-CN" altLang="en-US" sz="2400" b="1" dirty="0">
                <a:solidFill>
                  <a:srgbClr val="000099"/>
                </a:solidFill>
                <a:latin typeface="宋体" panose="02010600030101010101" pitchFamily="2" charset="-122"/>
              </a:rPr>
              <a:t>数据内容不变。</a:t>
            </a:r>
          </a:p>
          <a:p>
            <a:pPr eaLnBrk="1" hangingPunct="1">
              <a:lnSpc>
                <a:spcPct val="150000"/>
              </a:lnSpc>
            </a:pPr>
            <a:r>
              <a:rPr lang="zh-CN" altLang="en-US" sz="2400" b="1" dirty="0">
                <a:solidFill>
                  <a:srgbClr val="09211C"/>
                </a:solidFill>
                <a:latin typeface="宋体" panose="02010600030101010101" pitchFamily="2" charset="-122"/>
              </a:rPr>
              <a:t>    </a:t>
            </a:r>
            <a:r>
              <a:rPr lang="en-US" altLang="zh-CN" sz="2400" b="1" dirty="0">
                <a:solidFill>
                  <a:srgbClr val="000099"/>
                </a:solidFill>
                <a:latin typeface="宋体" panose="02010600030101010101" pitchFamily="2" charset="-122"/>
              </a:rPr>
              <a:t>PLC</a:t>
            </a:r>
            <a:r>
              <a:rPr lang="zh-CN" altLang="en-US" sz="2400" b="1" dirty="0">
                <a:solidFill>
                  <a:srgbClr val="000099"/>
                </a:solidFill>
                <a:latin typeface="宋体" panose="02010600030101010101" pitchFamily="2" charset="-122"/>
              </a:rPr>
              <a:t>电源恢复后，</a:t>
            </a:r>
            <a:r>
              <a:rPr lang="zh-CN" altLang="en-US" sz="2400" b="1" dirty="0">
                <a:solidFill>
                  <a:srgbClr val="09211C"/>
                </a:solidFill>
                <a:latin typeface="宋体" panose="02010600030101010101" pitchFamily="2" charset="-122"/>
              </a:rPr>
              <a:t>可以在</a:t>
            </a:r>
            <a:r>
              <a:rPr lang="zh-CN" altLang="en-US" sz="2400" b="1" dirty="0">
                <a:solidFill>
                  <a:srgbClr val="000099"/>
                </a:solidFill>
                <a:latin typeface="宋体" panose="02010600030101010101" pitchFamily="2" charset="-122"/>
              </a:rPr>
              <a:t>原工作基础</a:t>
            </a:r>
            <a:r>
              <a:rPr lang="zh-CN" altLang="en-US" sz="2400" b="1" dirty="0">
                <a:solidFill>
                  <a:srgbClr val="09211C"/>
                </a:solidFill>
                <a:latin typeface="宋体" panose="02010600030101010101" pitchFamily="2" charset="-122"/>
              </a:rPr>
              <a:t>上继续工作。</a:t>
            </a:r>
          </a:p>
        </p:txBody>
      </p:sp>
    </p:spTree>
    <p:extLst>
      <p:ext uri="{BB962C8B-B14F-4D97-AF65-F5344CB8AC3E}">
        <p14:creationId xmlns:p14="http://schemas.microsoft.com/office/powerpoint/2010/main" val="32520075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11ED3E7C-A640-744B-A70C-C410D0FD6474}"/>
              </a:ext>
            </a:extLst>
          </p:cNvPr>
          <p:cNvSpPr>
            <a:spLocks noChangeArrowheads="1"/>
          </p:cNvSpPr>
          <p:nvPr/>
        </p:nvSpPr>
        <p:spPr bwMode="auto">
          <a:xfrm>
            <a:off x="2266950" y="620713"/>
            <a:ext cx="26613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0000CC"/>
                </a:solidFill>
                <a:latin typeface="宋体" panose="02010600030101010101" pitchFamily="2" charset="-122"/>
              </a:rPr>
              <a:t>10</a:t>
            </a:r>
            <a:r>
              <a:rPr lang="zh-CN" altLang="en-US" sz="2400" b="1" dirty="0">
                <a:solidFill>
                  <a:srgbClr val="0000CC"/>
                </a:solidFill>
                <a:latin typeface="宋体" panose="02010600030101010101" pitchFamily="2" charset="-122"/>
              </a:rPr>
              <a:t>）故障诊断功能</a:t>
            </a:r>
          </a:p>
        </p:txBody>
      </p:sp>
      <p:sp>
        <p:nvSpPr>
          <p:cNvPr id="6" name="Rectangle 4">
            <a:extLst>
              <a:ext uri="{FF2B5EF4-FFF2-40B4-BE49-F238E27FC236}">
                <a16:creationId xmlns:a16="http://schemas.microsoft.com/office/drawing/2014/main" id="{9F9928DD-B2DD-7F40-B798-33CA27F813BF}"/>
              </a:ext>
            </a:extLst>
          </p:cNvPr>
          <p:cNvSpPr>
            <a:spLocks noChangeArrowheads="1"/>
          </p:cNvSpPr>
          <p:nvPr/>
        </p:nvSpPr>
        <p:spPr bwMode="auto">
          <a:xfrm>
            <a:off x="612775" y="1557338"/>
            <a:ext cx="8135938" cy="305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60000"/>
              </a:spcBef>
            </a:pPr>
            <a:r>
              <a:rPr lang="en-US" altLang="zh-CN" sz="2400" b="1" dirty="0">
                <a:solidFill>
                  <a:srgbClr val="09211C"/>
                </a:solidFill>
                <a:latin typeface="宋体" panose="02010600030101010101" pitchFamily="2" charset="-122"/>
              </a:rPr>
              <a:t>   </a:t>
            </a:r>
            <a:r>
              <a:rPr lang="zh-CN" altLang="en-US" sz="2400" b="1" dirty="0">
                <a:solidFill>
                  <a:srgbClr val="09211C"/>
                </a:solidFill>
                <a:latin typeface="宋体" panose="02010600030101010101" pitchFamily="2" charset="-122"/>
              </a:rPr>
              <a:t> </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可以对</a:t>
            </a:r>
            <a:r>
              <a:rPr lang="zh-CN" altLang="en-US" sz="2400" b="1" dirty="0">
                <a:solidFill>
                  <a:srgbClr val="000099"/>
                </a:solidFill>
                <a:latin typeface="宋体" panose="02010600030101010101" pitchFamily="2" charset="-122"/>
              </a:rPr>
              <a:t>系统构成、某些硬件状态、指令的合法性</a:t>
            </a:r>
            <a:r>
              <a:rPr lang="zh-CN" altLang="en-US" sz="2400" b="1" dirty="0">
                <a:solidFill>
                  <a:srgbClr val="09211C"/>
                </a:solidFill>
                <a:latin typeface="宋体" panose="02010600030101010101" pitchFamily="2" charset="-122"/>
              </a:rPr>
              <a:t>等进行</a:t>
            </a:r>
            <a:r>
              <a:rPr lang="zh-CN" altLang="en-US" sz="2400" b="1" dirty="0">
                <a:solidFill>
                  <a:srgbClr val="000099"/>
                </a:solidFill>
                <a:latin typeface="宋体" panose="02010600030101010101" pitchFamily="2" charset="-122"/>
              </a:rPr>
              <a:t>自诊断</a:t>
            </a:r>
            <a:r>
              <a:rPr lang="zh-CN" altLang="en-US" sz="2400" b="1" dirty="0">
                <a:solidFill>
                  <a:srgbClr val="09211C"/>
                </a:solidFill>
                <a:latin typeface="宋体" panose="02010600030101010101" pitchFamily="2" charset="-122"/>
              </a:rPr>
              <a:t>，发现</a:t>
            </a:r>
            <a:r>
              <a:rPr lang="zh-CN" altLang="en-US" sz="2400" b="1" dirty="0">
                <a:solidFill>
                  <a:srgbClr val="000099"/>
                </a:solidFill>
                <a:latin typeface="宋体" panose="02010600030101010101" pitchFamily="2" charset="-122"/>
              </a:rPr>
              <a:t>异常</a:t>
            </a:r>
            <a:r>
              <a:rPr lang="zh-CN" altLang="en-US" sz="2400" b="1" dirty="0">
                <a:solidFill>
                  <a:srgbClr val="09211C"/>
                </a:solidFill>
                <a:latin typeface="宋体" panose="02010600030101010101" pitchFamily="2" charset="-122"/>
              </a:rPr>
              <a:t>情况，发出</a:t>
            </a:r>
            <a:r>
              <a:rPr lang="zh-CN" altLang="en-US" sz="2400" b="1" dirty="0">
                <a:solidFill>
                  <a:srgbClr val="000099"/>
                </a:solidFill>
                <a:latin typeface="宋体" panose="02010600030101010101" pitchFamily="2" charset="-122"/>
              </a:rPr>
              <a:t>报警</a:t>
            </a:r>
            <a:r>
              <a:rPr lang="zh-CN" altLang="en-US" sz="2400" b="1" dirty="0">
                <a:solidFill>
                  <a:srgbClr val="09211C"/>
                </a:solidFill>
                <a:latin typeface="宋体" panose="02010600030101010101" pitchFamily="2" charset="-122"/>
              </a:rPr>
              <a:t>并</a:t>
            </a:r>
            <a:r>
              <a:rPr lang="zh-CN" altLang="en-US" sz="2400" b="1" dirty="0">
                <a:solidFill>
                  <a:srgbClr val="000099"/>
                </a:solidFill>
                <a:latin typeface="宋体" panose="02010600030101010101" pitchFamily="2" charset="-122"/>
              </a:rPr>
              <a:t>显示错误类型</a:t>
            </a:r>
            <a:r>
              <a:rPr lang="zh-CN" altLang="en-US" sz="2400" b="1" dirty="0">
                <a:solidFill>
                  <a:srgbClr val="09211C"/>
                </a:solidFill>
                <a:latin typeface="宋体" panose="02010600030101010101" pitchFamily="2" charset="-122"/>
              </a:rPr>
              <a:t>，如属严重错误则</a:t>
            </a:r>
            <a:r>
              <a:rPr lang="zh-CN" altLang="en-US" sz="2400" b="1" dirty="0">
                <a:solidFill>
                  <a:srgbClr val="000099"/>
                </a:solidFill>
                <a:latin typeface="宋体" panose="02010600030101010101" pitchFamily="2" charset="-122"/>
              </a:rPr>
              <a:t>自动中止运行。</a:t>
            </a:r>
          </a:p>
          <a:p>
            <a:pPr eaLnBrk="1" hangingPunct="1">
              <a:lnSpc>
                <a:spcPct val="150000"/>
              </a:lnSpc>
              <a:spcBef>
                <a:spcPct val="60000"/>
              </a:spcBef>
            </a:pPr>
            <a:r>
              <a:rPr lang="zh-CN" altLang="en-US" sz="2400" b="1" dirty="0">
                <a:solidFill>
                  <a:srgbClr val="09211C"/>
                </a:solidFill>
                <a:latin typeface="宋体" panose="02010600030101010101" pitchFamily="2" charset="-122"/>
              </a:rPr>
              <a:t>    </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的</a:t>
            </a:r>
            <a:r>
              <a:rPr lang="zh-CN" altLang="en-US" sz="2400" b="1" dirty="0">
                <a:solidFill>
                  <a:srgbClr val="000099"/>
                </a:solidFill>
                <a:latin typeface="宋体" panose="02010600030101010101" pitchFamily="2" charset="-122"/>
              </a:rPr>
              <a:t>故障自诊断功能</a:t>
            </a:r>
            <a:r>
              <a:rPr lang="zh-CN" altLang="en-US" sz="2400" b="1" dirty="0">
                <a:solidFill>
                  <a:srgbClr val="09211C"/>
                </a:solidFill>
                <a:latin typeface="宋体" panose="02010600030101010101" pitchFamily="2" charset="-122"/>
              </a:rPr>
              <a:t>，大大</a:t>
            </a:r>
            <a:r>
              <a:rPr lang="zh-CN" altLang="en-US" sz="2400" b="1" dirty="0">
                <a:solidFill>
                  <a:srgbClr val="000099"/>
                </a:solidFill>
                <a:latin typeface="宋体" panose="02010600030101010101" pitchFamily="2" charset="-122"/>
              </a:rPr>
              <a:t>提高</a:t>
            </a:r>
            <a:r>
              <a:rPr lang="zh-CN" altLang="en-US" sz="2400" b="1" dirty="0">
                <a:solidFill>
                  <a:srgbClr val="09211C"/>
                </a:solidFill>
                <a:latin typeface="宋体" panose="02010600030101010101" pitchFamily="2" charset="-122"/>
              </a:rPr>
              <a:t>了</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控制系统的</a:t>
            </a:r>
            <a:r>
              <a:rPr lang="zh-CN" altLang="en-US" sz="2400" b="1" dirty="0">
                <a:solidFill>
                  <a:srgbClr val="000099"/>
                </a:solidFill>
                <a:latin typeface="宋体" panose="02010600030101010101" pitchFamily="2" charset="-122"/>
              </a:rPr>
              <a:t>安全和可维护性。</a:t>
            </a:r>
          </a:p>
        </p:txBody>
      </p:sp>
    </p:spTree>
    <p:extLst>
      <p:ext uri="{BB962C8B-B14F-4D97-AF65-F5344CB8AC3E}">
        <p14:creationId xmlns:p14="http://schemas.microsoft.com/office/powerpoint/2010/main" val="15435055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2800" dirty="0"/>
              <a:t>2.3</a:t>
            </a:r>
            <a:r>
              <a:rPr lang="zh-CN" altLang="en-US" sz="2800" dirty="0"/>
              <a:t> </a:t>
            </a:r>
            <a:r>
              <a:rPr lang="en" altLang="zh-CN" sz="2800" dirty="0"/>
              <a:t>PLC</a:t>
            </a:r>
            <a:r>
              <a:rPr lang="zh-CN" altLang="en-US" sz="2800" dirty="0"/>
              <a:t>与其他工业控制系统的比较</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a:solidFill>
                  <a:schemeClr val="bg1"/>
                </a:solidFill>
              </a:rPr>
              <a:t>1</a:t>
            </a:r>
            <a:r>
              <a:rPr lang="zh-CN" altLang="en-US" sz="1800">
                <a:solidFill>
                  <a:schemeClr val="bg1"/>
                </a:solidFill>
              </a:rPr>
              <a:t>、绪论</a:t>
            </a:r>
          </a:p>
        </p:txBody>
      </p:sp>
      <p:sp>
        <p:nvSpPr>
          <p:cNvPr id="8" name="Rectangle 3">
            <a:extLst>
              <a:ext uri="{FF2B5EF4-FFF2-40B4-BE49-F238E27FC236}">
                <a16:creationId xmlns:a16="http://schemas.microsoft.com/office/drawing/2014/main" id="{185E7C94-E4E1-484E-8E8B-9F180586778D}"/>
              </a:ext>
            </a:extLst>
          </p:cNvPr>
          <p:cNvSpPr>
            <a:spLocks noChangeArrowheads="1"/>
          </p:cNvSpPr>
          <p:nvPr/>
        </p:nvSpPr>
        <p:spPr bwMode="auto">
          <a:xfrm>
            <a:off x="251523" y="1340768"/>
            <a:ext cx="4104453" cy="489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auto" latinLnBrk="0" hangingPunct="1">
              <a:lnSpc>
                <a:spcPct val="120000"/>
              </a:lnSpc>
              <a:spcBef>
                <a:spcPct val="20000"/>
              </a:spcBef>
              <a:spcAft>
                <a:spcPts val="0"/>
              </a:spcAft>
              <a:buClrTx/>
              <a:buSzTx/>
              <a:buFontTx/>
              <a:buNone/>
              <a:tabLst/>
              <a:defRPr/>
            </a:pP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 </a:t>
            </a:r>
            <a:r>
              <a:rPr kumimoji="0" lang="en-US" altLang="zh-CN"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PLC</a:t>
            </a: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与继电器控制系统比较 </a:t>
            </a:r>
          </a:p>
          <a:p>
            <a:pPr marL="342900" marR="0" lvl="0" indent="-342900" defTabSz="914400" eaLnBrk="1" fontAlgn="auto" latinLnBrk="0" hangingPunct="1">
              <a:lnSpc>
                <a:spcPct val="120000"/>
              </a:lnSpc>
              <a:spcBef>
                <a:spcPct val="20000"/>
              </a:spcBef>
              <a:spcAft>
                <a:spcPts val="0"/>
              </a:spcAft>
              <a:buClrTx/>
              <a:buSzTx/>
              <a:buFontTx/>
              <a:buNone/>
              <a:tabLst/>
              <a:defRPr/>
            </a:pPr>
            <a:endParaRPr kumimoji="0" lang="zh-CN" altLang="en-US" sz="8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endParaRPr>
          </a:p>
          <a:p>
            <a:pPr marL="342900" marR="0" lvl="0" indent="-342900" defTabSz="914400" eaLnBrk="1" fontAlgn="auto" latinLnBrk="0" hangingPunct="1">
              <a:lnSpc>
                <a:spcPct val="120000"/>
              </a:lnSpc>
              <a:spcBef>
                <a:spcPct val="20000"/>
              </a:spcBef>
              <a:spcAft>
                <a:spcPts val="0"/>
              </a:spcAft>
              <a:buClrTx/>
              <a:buSzTx/>
              <a:buFontTx/>
              <a:buChar char="•"/>
              <a:tabLst/>
              <a:defRPr/>
            </a:pP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继电器控制采用硬接线方式装配而成，只能完成既定的功能。</a:t>
            </a:r>
          </a:p>
          <a:p>
            <a:pPr marL="342900" marR="0" lvl="0" indent="-342900" defTabSz="914400" eaLnBrk="1" fontAlgn="auto" latinLnBrk="0" hangingPunct="1">
              <a:lnSpc>
                <a:spcPct val="120000"/>
              </a:lnSpc>
              <a:spcBef>
                <a:spcPct val="20000"/>
              </a:spcBef>
              <a:spcAft>
                <a:spcPts val="0"/>
              </a:spcAft>
              <a:buClrTx/>
              <a:buSzTx/>
              <a:buFontTx/>
              <a:buChar char="•"/>
              <a:tabLst/>
              <a:defRPr/>
            </a:pPr>
            <a:r>
              <a:rPr kumimoji="0" lang="en-US" altLang="zh-CN"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PLC</a:t>
            </a: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控制只要改变程序并改动少量的接线端子，就可适应生产工艺的改变。</a:t>
            </a:r>
          </a:p>
          <a:p>
            <a:pPr marL="342900" marR="0" lvl="0" indent="-342900" defTabSz="914400" eaLnBrk="1" fontAlgn="auto" latinLnBrk="0" hangingPunct="1">
              <a:lnSpc>
                <a:spcPct val="120000"/>
              </a:lnSpc>
              <a:spcBef>
                <a:spcPct val="20000"/>
              </a:spcBef>
              <a:spcAft>
                <a:spcPts val="0"/>
              </a:spcAft>
              <a:buClrTx/>
              <a:buSzTx/>
              <a:buFontTx/>
              <a:buChar char="•"/>
              <a:tabLst/>
              <a:defRPr/>
            </a:pP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从适应性、可靠性及设计、安装、维护等各方面进行比较。传统的继电器控制大多数将被</a:t>
            </a:r>
            <a:r>
              <a:rPr kumimoji="0" lang="en-US" altLang="zh-CN"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PLC</a:t>
            </a: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所取代。</a:t>
            </a:r>
          </a:p>
        </p:txBody>
      </p:sp>
      <p:sp>
        <p:nvSpPr>
          <p:cNvPr id="10" name="Rectangle 4">
            <a:extLst>
              <a:ext uri="{FF2B5EF4-FFF2-40B4-BE49-F238E27FC236}">
                <a16:creationId xmlns:a16="http://schemas.microsoft.com/office/drawing/2014/main" id="{3F6F7970-FA33-854E-BDA9-C830CAF38D42}"/>
              </a:ext>
            </a:extLst>
          </p:cNvPr>
          <p:cNvSpPr>
            <a:spLocks noChangeArrowheads="1"/>
          </p:cNvSpPr>
          <p:nvPr/>
        </p:nvSpPr>
        <p:spPr bwMode="auto">
          <a:xfrm>
            <a:off x="4537386" y="1339850"/>
            <a:ext cx="4500562" cy="525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342900" marR="0" lvl="0" indent="-342900" defTabSz="914400" eaLnBrk="1" fontAlgn="auto" latinLnBrk="0" hangingPunct="1">
              <a:lnSpc>
                <a:spcPct val="120000"/>
              </a:lnSpc>
              <a:spcBef>
                <a:spcPct val="20000"/>
              </a:spcBef>
              <a:spcAft>
                <a:spcPts val="0"/>
              </a:spcAft>
              <a:buClrTx/>
              <a:buSzTx/>
              <a:buFontTx/>
              <a:buNone/>
              <a:tabLst/>
              <a:defRPr/>
            </a:pP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  与工业计算机比较</a:t>
            </a:r>
          </a:p>
          <a:p>
            <a:pPr marL="342900" marR="0" lvl="0" indent="-342900" defTabSz="914400" eaLnBrk="1" fontAlgn="auto" latinLnBrk="0" hangingPunct="1">
              <a:lnSpc>
                <a:spcPct val="120000"/>
              </a:lnSpc>
              <a:spcBef>
                <a:spcPct val="20000"/>
              </a:spcBef>
              <a:spcAft>
                <a:spcPts val="0"/>
              </a:spcAft>
              <a:buClrTx/>
              <a:buSzTx/>
              <a:buFontTx/>
              <a:buNone/>
              <a:tabLst/>
              <a:defRPr/>
            </a:pPr>
            <a:endParaRPr kumimoji="0" lang="zh-CN" altLang="en-US" sz="8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endParaRPr>
          </a:p>
          <a:p>
            <a:pPr marL="342900" marR="0" lvl="0" indent="-342900" defTabSz="914400" eaLnBrk="1" fontAlgn="auto" latinLnBrk="0" hangingPunct="1">
              <a:lnSpc>
                <a:spcPct val="120000"/>
              </a:lnSpc>
              <a:spcBef>
                <a:spcPct val="20000"/>
              </a:spcBef>
              <a:spcAft>
                <a:spcPts val="0"/>
              </a:spcAft>
              <a:buClrTx/>
              <a:buSzTx/>
              <a:buFontTx/>
              <a:buChar char="•"/>
              <a:tabLst/>
              <a:defRPr/>
            </a:pP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工业控制机控制要求开发人员具有较高的计算机专业知识和微机软件编程的能力。</a:t>
            </a:r>
          </a:p>
          <a:p>
            <a:pPr marL="342900" marR="0" lvl="0" indent="-342900" defTabSz="914400" eaLnBrk="1" fontAlgn="auto" latinLnBrk="0" hangingPunct="1">
              <a:lnSpc>
                <a:spcPct val="120000"/>
              </a:lnSpc>
              <a:spcBef>
                <a:spcPct val="20000"/>
              </a:spcBef>
              <a:spcAft>
                <a:spcPts val="0"/>
              </a:spcAft>
              <a:buClrTx/>
              <a:buSzTx/>
              <a:buFontTx/>
              <a:buChar char="•"/>
              <a:tabLst/>
              <a:defRPr/>
            </a:pPr>
            <a:r>
              <a:rPr kumimoji="0" lang="en-US" altLang="zh-CN"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PLC</a:t>
            </a: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采用了采用面向控制过程、面向问题的</a:t>
            </a:r>
            <a:r>
              <a:rPr kumimoji="0" lang="zh-CN" altLang="en-US" sz="2000" b="1" i="0" u="none" strike="noStrike" kern="0" cap="none" spc="0" normalizeH="0" baseline="0" noProof="0" dirty="0">
                <a:ln>
                  <a:noFill/>
                </a:ln>
                <a:solidFill>
                  <a:srgbClr val="000099"/>
                </a:solidFill>
                <a:effectLst/>
                <a:uLnTx/>
                <a:uFillTx/>
                <a:latin typeface="Garamond" panose="02020404030301010803" pitchFamily="18" charset="0"/>
                <a:ea typeface="宋体" panose="02010600030101010101" pitchFamily="2" charset="-122"/>
              </a:rPr>
              <a:t>“</a:t>
            </a: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自然语言</a:t>
            </a:r>
            <a:r>
              <a:rPr kumimoji="0" lang="zh-CN" altLang="en-US" sz="2000" b="1" i="0" u="none" strike="noStrike" kern="0" cap="none" spc="0" normalizeH="0" baseline="0" noProof="0" dirty="0">
                <a:ln>
                  <a:noFill/>
                </a:ln>
                <a:solidFill>
                  <a:srgbClr val="000099"/>
                </a:solidFill>
                <a:effectLst/>
                <a:uLnTx/>
                <a:uFillTx/>
                <a:latin typeface="Garamond" panose="02020404030301010803" pitchFamily="18" charset="0"/>
                <a:ea typeface="宋体" panose="02010600030101010101" pitchFamily="2" charset="-122"/>
              </a:rPr>
              <a:t>”</a:t>
            </a: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进行编程，使不熟悉计算机的人也能很快掌握使用 ，便于推广应用。</a:t>
            </a:r>
          </a:p>
          <a:p>
            <a:pPr marL="342900" marR="0" lvl="0" indent="-342900" defTabSz="914400" eaLnBrk="1" fontAlgn="auto" latinLnBrk="0" hangingPunct="1">
              <a:lnSpc>
                <a:spcPct val="120000"/>
              </a:lnSpc>
              <a:spcBef>
                <a:spcPct val="20000"/>
              </a:spcBef>
              <a:spcAft>
                <a:spcPts val="0"/>
              </a:spcAft>
              <a:buClrTx/>
              <a:buSzTx/>
              <a:buFontTx/>
              <a:buChar char="•"/>
              <a:tabLst/>
              <a:defRPr/>
            </a:pPr>
            <a:r>
              <a:rPr kumimoji="0" lang="en-US" altLang="zh-CN"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PLC</a:t>
            </a: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是专为工业现场应用而设计的，具有更高的可靠性。</a:t>
            </a:r>
          </a:p>
          <a:p>
            <a:pPr marL="342900" marR="0" lvl="0" indent="-342900" defTabSz="914400" eaLnBrk="1" fontAlgn="auto" latinLnBrk="0" hangingPunct="1">
              <a:lnSpc>
                <a:spcPct val="120000"/>
              </a:lnSpc>
              <a:spcBef>
                <a:spcPct val="20000"/>
              </a:spcBef>
              <a:spcAft>
                <a:spcPts val="0"/>
              </a:spcAft>
              <a:buClrTx/>
              <a:buSzTx/>
              <a:buFontTx/>
              <a:buChar char="•"/>
              <a:tabLst/>
              <a:defRPr/>
            </a:pPr>
            <a:r>
              <a:rPr kumimoji="0" lang="zh-CN" altLang="en-US" sz="20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rPr>
              <a:t>在模型复杂、计算量大且较难、实时性要求较高的环境中，工业控制机则更能发挥其专长。</a:t>
            </a:r>
          </a:p>
          <a:p>
            <a:pPr marL="342900" marR="0" lvl="0" indent="-342900" defTabSz="914400" eaLnBrk="1" fontAlgn="auto" latinLnBrk="0" hangingPunct="1">
              <a:lnSpc>
                <a:spcPct val="120000"/>
              </a:lnSpc>
              <a:spcBef>
                <a:spcPct val="50000"/>
              </a:spcBef>
              <a:spcAft>
                <a:spcPts val="0"/>
              </a:spcAft>
              <a:buClrTx/>
              <a:buSzTx/>
              <a:buFontTx/>
              <a:buNone/>
              <a:tabLst/>
              <a:defRPr/>
            </a:pPr>
            <a:endParaRPr kumimoji="0" lang="zh-CN" altLang="en-US" sz="24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endParaRPr>
          </a:p>
        </p:txBody>
      </p:sp>
      <p:sp>
        <p:nvSpPr>
          <p:cNvPr id="11" name="Line 5">
            <a:extLst>
              <a:ext uri="{FF2B5EF4-FFF2-40B4-BE49-F238E27FC236}">
                <a16:creationId xmlns:a16="http://schemas.microsoft.com/office/drawing/2014/main" id="{C963AC7B-759B-AC41-B229-E64E1320B8D7}"/>
              </a:ext>
            </a:extLst>
          </p:cNvPr>
          <p:cNvSpPr>
            <a:spLocks noChangeShapeType="1"/>
          </p:cNvSpPr>
          <p:nvPr/>
        </p:nvSpPr>
        <p:spPr bwMode="auto">
          <a:xfrm>
            <a:off x="4499992" y="1339850"/>
            <a:ext cx="0" cy="4681538"/>
          </a:xfrm>
          <a:prstGeom prst="line">
            <a:avLst/>
          </a:prstGeom>
          <a:noFill/>
          <a:ln w="381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Tree>
    <p:extLst>
      <p:ext uri="{BB962C8B-B14F-4D97-AF65-F5344CB8AC3E}">
        <p14:creationId xmlns:p14="http://schemas.microsoft.com/office/powerpoint/2010/main" val="7988841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lide(fromBottom)">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BA30E16-D9A6-0959-FBC4-84CD34351B7D}"/>
              </a:ext>
            </a:extLst>
          </p:cNvPr>
          <p:cNvSpPr>
            <a:spLocks noGrp="1" noChangeArrowheads="1"/>
          </p:cNvSpPr>
          <p:nvPr>
            <p:ph type="title"/>
          </p:nvPr>
        </p:nvSpPr>
        <p:spPr/>
        <p:txBody>
          <a:bodyPr/>
          <a:lstStyle/>
          <a:p>
            <a:pPr eaLnBrk="1" hangingPunct="1"/>
            <a:r>
              <a:rPr lang="en-US" altLang="zh-CN" sz="3600" dirty="0"/>
              <a:t>3</a:t>
            </a:r>
            <a:r>
              <a:rPr lang="zh-CN" altLang="en-US" sz="3600" dirty="0"/>
              <a:t>、</a:t>
            </a:r>
            <a:r>
              <a:rPr lang="en" altLang="zh-CN" sz="3600" dirty="0"/>
              <a:t> PLC</a:t>
            </a:r>
            <a:r>
              <a:rPr lang="zh-CN" altLang="en-US" sz="3600" dirty="0"/>
              <a:t>基本工作原理</a:t>
            </a:r>
          </a:p>
        </p:txBody>
      </p:sp>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dirty="0">
                <a:solidFill>
                  <a:schemeClr val="bg1"/>
                </a:solidFill>
              </a:rPr>
              <a:t>1</a:t>
            </a:r>
            <a:r>
              <a:rPr lang="zh-CN" altLang="en-US" sz="1800" dirty="0">
                <a:solidFill>
                  <a:schemeClr val="bg1"/>
                </a:solidFill>
              </a:rPr>
              <a:t>、绪论</a:t>
            </a:r>
          </a:p>
        </p:txBody>
      </p:sp>
      <p:sp>
        <p:nvSpPr>
          <p:cNvPr id="9" name="Rectangle 3">
            <a:extLst>
              <a:ext uri="{FF2B5EF4-FFF2-40B4-BE49-F238E27FC236}">
                <a16:creationId xmlns:a16="http://schemas.microsoft.com/office/drawing/2014/main" id="{E80488B5-6372-F640-85FF-F4FF672B29B2}"/>
              </a:ext>
            </a:extLst>
          </p:cNvPr>
          <p:cNvSpPr txBox="1">
            <a:spLocks noChangeArrowheads="1"/>
          </p:cNvSpPr>
          <p:nvPr/>
        </p:nvSpPr>
        <p:spPr bwMode="auto">
          <a:xfrm>
            <a:off x="755650" y="1916832"/>
            <a:ext cx="7632700" cy="2592288"/>
          </a:xfrm>
          <a:prstGeom prst="rect">
            <a:avLst/>
          </a:prstGeom>
          <a:solidFill>
            <a:srgbClr val="FFFFFF"/>
          </a:solidFill>
          <a:ln>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200000"/>
              </a:lnSpc>
              <a:buNone/>
            </a:pPr>
            <a:r>
              <a:rPr lang="en-US" altLang="zh-CN" sz="2400" b="1" kern="0" dirty="0">
                <a:solidFill>
                  <a:srgbClr val="000099"/>
                </a:solidFill>
                <a:latin typeface="宋体" panose="02010600030101010101" pitchFamily="2" charset="-122"/>
                <a:sym typeface="Arial" panose="020B0604020202020204" pitchFamily="34" charset="0"/>
              </a:rPr>
              <a:t>3</a:t>
            </a:r>
            <a:r>
              <a:rPr lang="en" altLang="zh-CN" sz="2400" b="1" kern="0" dirty="0">
                <a:solidFill>
                  <a:srgbClr val="000099"/>
                </a:solidFill>
                <a:latin typeface="宋体" panose="02010600030101010101" pitchFamily="2" charset="-122"/>
                <a:sym typeface="Arial" panose="020B0604020202020204" pitchFamily="34" charset="0"/>
              </a:rPr>
              <a:t>.1 PLC</a:t>
            </a:r>
            <a:r>
              <a:rPr lang="zh-CN" altLang="en-US" sz="2400" b="1" kern="0" dirty="0">
                <a:solidFill>
                  <a:srgbClr val="000099"/>
                </a:solidFill>
                <a:latin typeface="宋体" panose="02010600030101010101" pitchFamily="2" charset="-122"/>
                <a:sym typeface="Arial" panose="020B0604020202020204" pitchFamily="34" charset="0"/>
              </a:rPr>
              <a:t>内部硬件框图及各部分作用</a:t>
            </a:r>
          </a:p>
          <a:p>
            <a:pPr marL="0" indent="0" eaLnBrk="1" hangingPunct="1">
              <a:lnSpc>
                <a:spcPct val="200000"/>
              </a:lnSpc>
              <a:buNone/>
            </a:pPr>
            <a:r>
              <a:rPr lang="en-US" altLang="zh-CN" sz="2400" b="1" kern="0" dirty="0">
                <a:solidFill>
                  <a:srgbClr val="000099"/>
                </a:solidFill>
                <a:latin typeface="宋体" panose="02010600030101010101" pitchFamily="2" charset="-122"/>
                <a:sym typeface="Arial" panose="020B0604020202020204" pitchFamily="34" charset="0"/>
              </a:rPr>
              <a:t>3.2 </a:t>
            </a:r>
            <a:r>
              <a:rPr lang="en" altLang="zh-CN" sz="2400" b="1" kern="0" dirty="0">
                <a:solidFill>
                  <a:srgbClr val="000099"/>
                </a:solidFill>
                <a:latin typeface="宋体" panose="02010600030101010101" pitchFamily="2" charset="-122"/>
                <a:sym typeface="Arial" panose="020B0604020202020204" pitchFamily="34" charset="0"/>
              </a:rPr>
              <a:t>PLC</a:t>
            </a:r>
            <a:r>
              <a:rPr lang="zh-CN" altLang="en-US" sz="2400" b="1" kern="0" dirty="0">
                <a:solidFill>
                  <a:srgbClr val="000099"/>
                </a:solidFill>
                <a:latin typeface="宋体" panose="02010600030101010101" pitchFamily="2" charset="-122"/>
                <a:sym typeface="Arial" panose="020B0604020202020204" pitchFamily="34" charset="0"/>
              </a:rPr>
              <a:t>工作过程特点及循环时间</a:t>
            </a:r>
          </a:p>
          <a:p>
            <a:pPr marL="0" indent="0" eaLnBrk="1" hangingPunct="1">
              <a:lnSpc>
                <a:spcPct val="200000"/>
              </a:lnSpc>
              <a:buNone/>
            </a:pPr>
            <a:r>
              <a:rPr lang="en-US" altLang="zh-CN" sz="2400" b="1" kern="0" dirty="0">
                <a:solidFill>
                  <a:srgbClr val="000099"/>
                </a:solidFill>
                <a:latin typeface="宋体" panose="02010600030101010101" pitchFamily="2" charset="-122"/>
                <a:sym typeface="Arial" panose="020B0604020202020204" pitchFamily="34" charset="0"/>
              </a:rPr>
              <a:t>3.3 </a:t>
            </a:r>
            <a:r>
              <a:rPr lang="en" altLang="zh-CN" sz="2400" b="1" kern="0" dirty="0">
                <a:solidFill>
                  <a:srgbClr val="000099"/>
                </a:solidFill>
                <a:latin typeface="宋体" panose="02010600030101010101" pitchFamily="2" charset="-122"/>
                <a:sym typeface="Arial" panose="020B0604020202020204" pitchFamily="34" charset="0"/>
              </a:rPr>
              <a:t>PLC</a:t>
            </a:r>
            <a:r>
              <a:rPr lang="zh-CN" altLang="en-US" sz="2400" b="1" kern="0" dirty="0">
                <a:solidFill>
                  <a:srgbClr val="000099"/>
                </a:solidFill>
                <a:latin typeface="宋体" panose="02010600030101010101" pitchFamily="2" charset="-122"/>
                <a:sym typeface="Arial" panose="020B0604020202020204" pitchFamily="34" charset="0"/>
              </a:rPr>
              <a:t>主要分类</a:t>
            </a:r>
          </a:p>
          <a:p>
            <a:pPr marL="0" indent="0" eaLnBrk="1" hangingPunct="1">
              <a:lnSpc>
                <a:spcPct val="200000"/>
              </a:lnSpc>
              <a:buNone/>
            </a:pPr>
            <a:endParaRPr lang="zh-CN" altLang="en-US" sz="2400" b="1" kern="0" dirty="0">
              <a:solidFill>
                <a:srgbClr val="000099"/>
              </a:solidFill>
              <a:latin typeface="宋体" panose="02010600030101010101" pitchFamily="2" charset="-122"/>
              <a:sym typeface="Arial" panose="020B0604020202020204" pitchFamily="34" charset="0"/>
            </a:endParaRPr>
          </a:p>
          <a:p>
            <a:pPr marL="0" indent="0" eaLnBrk="1" hangingPunct="1">
              <a:lnSpc>
                <a:spcPct val="200000"/>
              </a:lnSpc>
              <a:buNone/>
            </a:pPr>
            <a:endParaRPr lang="zh-CN" altLang="en-US" sz="2400" b="1" kern="0" dirty="0">
              <a:solidFill>
                <a:srgbClr val="000099"/>
              </a:solidFill>
              <a:latin typeface="宋体" panose="02010600030101010101" pitchFamily="2" charset="-122"/>
              <a:sym typeface="Arial" panose="020B0604020202020204" pitchFamily="34" charset="0"/>
            </a:endParaRPr>
          </a:p>
        </p:txBody>
      </p:sp>
    </p:spTree>
    <p:extLst>
      <p:ext uri="{BB962C8B-B14F-4D97-AF65-F5344CB8AC3E}">
        <p14:creationId xmlns:p14="http://schemas.microsoft.com/office/powerpoint/2010/main" val="124248692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84EEC0A0-E881-7A74-70C9-001AC0130A34}"/>
              </a:ext>
            </a:extLst>
          </p:cNvPr>
          <p:cNvSpPr txBox="1">
            <a:spLocks noChangeArrowheads="1"/>
          </p:cNvSpPr>
          <p:nvPr/>
        </p:nvSpPr>
        <p:spPr bwMode="auto">
          <a:xfrm>
            <a:off x="6400800" y="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800" dirty="0">
                <a:solidFill>
                  <a:schemeClr val="bg1"/>
                </a:solidFill>
              </a:rPr>
              <a:t>1</a:t>
            </a:r>
            <a:r>
              <a:rPr lang="zh-CN" altLang="en-US" sz="1800" dirty="0">
                <a:solidFill>
                  <a:schemeClr val="bg1"/>
                </a:solidFill>
              </a:rPr>
              <a:t>、绪论</a:t>
            </a:r>
          </a:p>
        </p:txBody>
      </p:sp>
      <p:sp>
        <p:nvSpPr>
          <p:cNvPr id="13" name="Text Box 2">
            <a:extLst>
              <a:ext uri="{FF2B5EF4-FFF2-40B4-BE49-F238E27FC236}">
                <a16:creationId xmlns:a16="http://schemas.microsoft.com/office/drawing/2014/main" id="{37265131-BF95-5A4D-AF91-72E5A3D67373}"/>
              </a:ext>
            </a:extLst>
          </p:cNvPr>
          <p:cNvSpPr txBox="1">
            <a:spLocks noChangeArrowheads="1"/>
          </p:cNvSpPr>
          <p:nvPr/>
        </p:nvSpPr>
        <p:spPr bwMode="auto">
          <a:xfrm>
            <a:off x="408980" y="404664"/>
            <a:ext cx="6410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latin typeface="宋体" panose="02010600030101010101" pitchFamily="2" charset="-122"/>
              </a:rPr>
              <a:t>3.1 PLC</a:t>
            </a:r>
            <a:r>
              <a:rPr lang="zh-CN" altLang="zh-CN" sz="2400" b="1" dirty="0">
                <a:latin typeface="宋体" panose="02010600030101010101" pitchFamily="2" charset="-122"/>
              </a:rPr>
              <a:t>内部硬件框图及各部分作用</a:t>
            </a:r>
          </a:p>
        </p:txBody>
      </p:sp>
      <p:sp>
        <p:nvSpPr>
          <p:cNvPr id="14" name="Text Box 3">
            <a:extLst>
              <a:ext uri="{FF2B5EF4-FFF2-40B4-BE49-F238E27FC236}">
                <a16:creationId xmlns:a16="http://schemas.microsoft.com/office/drawing/2014/main" id="{8770E57E-5B6D-FE41-B21B-F4B89D01965E}"/>
              </a:ext>
            </a:extLst>
          </p:cNvPr>
          <p:cNvSpPr txBox="1">
            <a:spLocks noChangeArrowheads="1"/>
          </p:cNvSpPr>
          <p:nvPr/>
        </p:nvSpPr>
        <p:spPr bwMode="auto">
          <a:xfrm>
            <a:off x="393700" y="1196975"/>
            <a:ext cx="8355013" cy="1536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200" b="1" dirty="0">
                <a:solidFill>
                  <a:srgbClr val="000099"/>
                </a:solidFill>
                <a:latin typeface="宋体" panose="02010600030101010101" pitchFamily="2" charset="-122"/>
              </a:rPr>
              <a:t>3.1.1  PLC</a:t>
            </a:r>
            <a:r>
              <a:rPr lang="zh-CN" altLang="zh-CN" sz="2200" b="1" dirty="0">
                <a:solidFill>
                  <a:srgbClr val="000099"/>
                </a:solidFill>
                <a:latin typeface="宋体" panose="02010600030101010101" pitchFamily="2" charset="-122"/>
              </a:rPr>
              <a:t>的组成</a:t>
            </a:r>
          </a:p>
          <a:p>
            <a:pPr eaLnBrk="1" hangingPunct="1">
              <a:lnSpc>
                <a:spcPct val="150000"/>
              </a:lnSpc>
            </a:pPr>
            <a:r>
              <a:rPr lang="zh-CN" altLang="en-US" sz="2200" b="1" dirty="0">
                <a:solidFill>
                  <a:srgbClr val="09211C"/>
                </a:solidFill>
                <a:latin typeface="宋体" panose="02010600030101010101" pitchFamily="2" charset="-122"/>
              </a:rPr>
              <a:t>   </a:t>
            </a:r>
            <a:r>
              <a:rPr lang="en-US" altLang="zh-CN" sz="2200" b="1" dirty="0">
                <a:solidFill>
                  <a:srgbClr val="09211C"/>
                </a:solidFill>
                <a:latin typeface="宋体" panose="02010600030101010101" pitchFamily="2" charset="-122"/>
              </a:rPr>
              <a:t>PLC</a:t>
            </a:r>
            <a:r>
              <a:rPr lang="zh-CN" altLang="zh-CN" sz="2200" b="1" dirty="0">
                <a:solidFill>
                  <a:srgbClr val="09211C"/>
                </a:solidFill>
                <a:latin typeface="宋体" panose="02010600030101010101" pitchFamily="2" charset="-122"/>
              </a:rPr>
              <a:t>由四部分组成 ：中央处理单元（</a:t>
            </a:r>
            <a:r>
              <a:rPr lang="en-US" altLang="zh-CN" sz="2200" b="1" dirty="0">
                <a:solidFill>
                  <a:srgbClr val="09211C"/>
                </a:solidFill>
                <a:latin typeface="宋体" panose="02010600030101010101" pitchFamily="2" charset="-122"/>
              </a:rPr>
              <a:t>CPU</a:t>
            </a:r>
            <a:r>
              <a:rPr lang="zh-CN" altLang="zh-CN" sz="2200" b="1" dirty="0">
                <a:solidFill>
                  <a:srgbClr val="09211C"/>
                </a:solidFill>
                <a:latin typeface="宋体" panose="02010600030101010101" pitchFamily="2" charset="-122"/>
              </a:rPr>
              <a:t>板）、输入输出（</a:t>
            </a:r>
            <a:r>
              <a:rPr lang="en-US" altLang="zh-CN" sz="2200" b="1" dirty="0">
                <a:solidFill>
                  <a:srgbClr val="09211C"/>
                </a:solidFill>
                <a:latin typeface="宋体" panose="02010600030101010101" pitchFamily="2" charset="-122"/>
              </a:rPr>
              <a:t>I/O）</a:t>
            </a:r>
            <a:r>
              <a:rPr lang="zh-CN" altLang="zh-CN" sz="2200" b="1" dirty="0">
                <a:solidFill>
                  <a:srgbClr val="09211C"/>
                </a:solidFill>
                <a:latin typeface="宋体" panose="02010600030101010101" pitchFamily="2" charset="-122"/>
              </a:rPr>
              <a:t>部件和电源部件</a:t>
            </a:r>
            <a:r>
              <a:rPr lang="zh-CN" altLang="en-US" sz="2200" b="1" dirty="0">
                <a:solidFill>
                  <a:srgbClr val="09211C"/>
                </a:solidFill>
                <a:latin typeface="宋体" panose="02010600030101010101" pitchFamily="2" charset="-122"/>
              </a:rPr>
              <a:t>。</a:t>
            </a:r>
            <a:endParaRPr lang="zh-CN" altLang="zh-CN" sz="2200" dirty="0">
              <a:solidFill>
                <a:srgbClr val="0000CC"/>
              </a:solidFill>
              <a:latin typeface="宋体" panose="02010600030101010101" pitchFamily="2" charset="-122"/>
            </a:endParaRPr>
          </a:p>
        </p:txBody>
      </p:sp>
      <p:pic>
        <p:nvPicPr>
          <p:cNvPr id="15" name="Picture 4">
            <a:extLst>
              <a:ext uri="{FF2B5EF4-FFF2-40B4-BE49-F238E27FC236}">
                <a16:creationId xmlns:a16="http://schemas.microsoft.com/office/drawing/2014/main" id="{73D06731-4983-A347-8D30-65F6A48C76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795736"/>
            <a:ext cx="64389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03137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B13D462-6368-9B4B-8C2F-D4BDB7C84478}"/>
              </a:ext>
            </a:extLst>
          </p:cNvPr>
          <p:cNvSpPr txBox="1">
            <a:spLocks noChangeArrowheads="1"/>
          </p:cNvSpPr>
          <p:nvPr/>
        </p:nvSpPr>
        <p:spPr bwMode="auto">
          <a:xfrm>
            <a:off x="539750" y="1198563"/>
            <a:ext cx="8135938" cy="4175125"/>
          </a:xfrm>
          <a:prstGeom prst="rect">
            <a:avLst/>
          </a:prstGeom>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50000"/>
              </a:spcBef>
              <a:spcAft>
                <a:spcPct val="0"/>
              </a:spcAft>
              <a:buClrTx/>
              <a:buSzTx/>
              <a:buFontTx/>
              <a:buChar char="•"/>
              <a:tabLst/>
              <a:defRPr/>
            </a:pP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的基本组成与一般的微机系统类似：</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是一种</a:t>
            </a:r>
            <a:r>
              <a:rPr kumimoji="0" lang="zh-CN" altLang="zh-CN" sz="2400" b="1" i="0" u="none" strike="noStrike" kern="1200" cap="none" spc="0" normalizeH="0" baseline="0" noProof="0" dirty="0">
                <a:ln>
                  <a:noFill/>
                </a:ln>
                <a:solidFill>
                  <a:srgbClr val="09211C"/>
                </a:solidFill>
                <a:effectLst>
                  <a:outerShdw blurRad="38100" dist="38100" dir="2700000" algn="tl">
                    <a:srgbClr val="000000"/>
                  </a:outerShdw>
                </a:effectLst>
                <a:uLnTx/>
                <a:uFillTx/>
                <a:latin typeface="宋体" panose="02010600030101010101" pitchFamily="2" charset="-122"/>
                <a:ea typeface="宋体"/>
                <a:cs typeface="+mn-cs"/>
              </a:rPr>
              <a:t>以微处理器为核心的、用于控制的</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特殊计算机</a:t>
            </a:r>
          </a:p>
          <a:p>
            <a:pPr marL="342900" marR="0" lvl="0" indent="-342900" algn="l" defTabSz="914400" rtl="0" eaLnBrk="1" fontAlgn="base" latinLnBrk="0" hangingPunct="1">
              <a:lnSpc>
                <a:spcPct val="150000"/>
              </a:lnSpc>
              <a:spcBef>
                <a:spcPct val="50000"/>
              </a:spcBef>
              <a:spcAft>
                <a:spcPct val="0"/>
              </a:spcAft>
              <a:buClrTx/>
              <a:buSzTx/>
              <a:buFontTx/>
              <a:buChar char="•"/>
              <a:tabLst/>
              <a:defRPr/>
            </a:pP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的基本组成</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包括</a:t>
            </a:r>
            <a:r>
              <a:rPr kumimoji="0" lang="zh-CN" altLang="zh-CN" sz="2400" b="1" i="0" u="none" strike="noStrike" kern="1200" cap="none" spc="0" normalizeH="0" baseline="0" noProof="0" dirty="0">
                <a:ln>
                  <a:noFill/>
                </a:ln>
                <a:solidFill>
                  <a:srgbClr val="000099"/>
                </a:solidFill>
                <a:effectLst>
                  <a:outerShdw blurRad="38100" dist="38100" dir="2700000" algn="tl">
                    <a:srgbClr val="000000"/>
                  </a:outerShdw>
                </a:effectLst>
                <a:uLnTx/>
                <a:uFillTx/>
                <a:latin typeface="宋体" panose="02010600030101010101" pitchFamily="2" charset="-122"/>
                <a:ea typeface="宋体"/>
                <a:cs typeface="+mn-cs"/>
              </a:rPr>
              <a:t>硬件与软件</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两部分</a:t>
            </a:r>
          </a:p>
          <a:p>
            <a:pPr marL="342900" marR="0" lvl="0" indent="-342900" algn="l" defTabSz="914400" rtl="0" eaLnBrk="1" fontAlgn="base" latinLnBrk="0" hangingPunct="1">
              <a:lnSpc>
                <a:spcPct val="150000"/>
              </a:lnSpc>
              <a:spcBef>
                <a:spcPct val="50000"/>
              </a:spcBef>
              <a:spcAft>
                <a:spcPct val="0"/>
              </a:spcAft>
              <a:buClrTx/>
              <a:buSzTx/>
              <a:buFontTx/>
              <a:buChar char="•"/>
              <a:tabLst/>
              <a:defRPr/>
            </a:pPr>
            <a:r>
              <a:rPr kumimoji="0" lang="en-US" altLang="zh-CN" sz="2400" b="1" i="0" u="none" strike="noStrike" kern="1200" cap="none" spc="0" normalizeH="0" baseline="0" noProof="0" dirty="0">
                <a:ln>
                  <a:noFill/>
                </a:ln>
                <a:solidFill>
                  <a:srgbClr val="000099"/>
                </a:solidFill>
                <a:effectLst>
                  <a:outerShdw blurRad="38100" dist="38100" dir="2700000" algn="tl">
                    <a:srgbClr val="000000"/>
                  </a:outerShdw>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outerShdw blurRad="38100" dist="38100" dir="2700000" algn="tl">
                    <a:srgbClr val="000000"/>
                  </a:outerShdw>
                </a:effectLst>
                <a:uLnTx/>
                <a:uFillTx/>
                <a:latin typeface="宋体" panose="02010600030101010101" pitchFamily="2" charset="-122"/>
                <a:ea typeface="宋体"/>
                <a:cs typeface="+mn-cs"/>
              </a:rPr>
              <a:t>的硬件：</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中央处理器（</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CPU）、</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存储器、输入接口、输出接口、通信接口、电源等</a:t>
            </a:r>
          </a:p>
          <a:p>
            <a:pPr marL="342900" marR="0" lvl="0" indent="-342900" algn="l" defTabSz="914400" rtl="0" eaLnBrk="1" fontAlgn="base" latinLnBrk="0" hangingPunct="1">
              <a:lnSpc>
                <a:spcPct val="150000"/>
              </a:lnSpc>
              <a:spcBef>
                <a:spcPct val="50000"/>
              </a:spcBef>
              <a:spcAft>
                <a:spcPct val="0"/>
              </a:spcAft>
              <a:buClrTx/>
              <a:buSzTx/>
              <a:buFontTx/>
              <a:buChar char="•"/>
              <a:tabLst/>
              <a:defRPr/>
            </a:pPr>
            <a:r>
              <a:rPr kumimoji="0" lang="en-US" altLang="zh-CN" sz="2400" b="1" i="0" u="none" strike="noStrike" kern="1200" cap="none" spc="0" normalizeH="0" baseline="0" noProof="0" dirty="0">
                <a:ln>
                  <a:noFill/>
                </a:ln>
                <a:solidFill>
                  <a:srgbClr val="000099"/>
                </a:solidFill>
                <a:effectLst>
                  <a:outerShdw blurRad="38100" dist="38100" dir="2700000" algn="tl">
                    <a:srgbClr val="000000"/>
                  </a:outerShdw>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outerShdw blurRad="38100" dist="38100" dir="2700000" algn="tl">
                    <a:srgbClr val="000000"/>
                  </a:outerShdw>
                </a:effectLst>
                <a:uLnTx/>
                <a:uFillTx/>
                <a:latin typeface="宋体" panose="02010600030101010101" pitchFamily="2" charset="-122"/>
                <a:ea typeface="宋体"/>
                <a:cs typeface="+mn-cs"/>
              </a:rPr>
              <a:t>的软件：</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系统程序和用户程序</a:t>
            </a:r>
          </a:p>
        </p:txBody>
      </p:sp>
    </p:spTree>
    <p:extLst>
      <p:ext uri="{BB962C8B-B14F-4D97-AF65-F5344CB8AC3E}">
        <p14:creationId xmlns:p14="http://schemas.microsoft.com/office/powerpoint/2010/main" val="12390724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plus(in)">
                                      <p:cBhvr>
                                        <p:cTn id="7" dur="2000"/>
                                        <p:tgtEl>
                                          <p:spTgt spid="5">
                                            <p:txEl>
                                              <p:pRg st="0" end="0"/>
                                            </p:txEl>
                                          </p:spTgt>
                                        </p:tgtEl>
                                      </p:cBhvr>
                                    </p:animEffect>
                                  </p:childTnLst>
                                </p:cTn>
                              </p:par>
                              <p:par>
                                <p:cTn id="8" presetID="13" presetClass="entr" presetSubtype="16"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plus(in)">
                                      <p:cBhvr>
                                        <p:cTn id="10" dur="2000"/>
                                        <p:tgtEl>
                                          <p:spTgt spid="5">
                                            <p:txEl>
                                              <p:pRg st="1" end="1"/>
                                            </p:txEl>
                                          </p:spTgt>
                                        </p:tgtEl>
                                      </p:cBhvr>
                                    </p:animEffect>
                                  </p:childTnLst>
                                </p:cTn>
                              </p:par>
                              <p:par>
                                <p:cTn id="11" presetID="13" presetClass="entr" presetSubtype="16"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plus(in)">
                                      <p:cBhvr>
                                        <p:cTn id="13" dur="2000"/>
                                        <p:tgtEl>
                                          <p:spTgt spid="5">
                                            <p:txEl>
                                              <p:pRg st="2" end="2"/>
                                            </p:txEl>
                                          </p:spTgt>
                                        </p:tgtEl>
                                      </p:cBhvr>
                                    </p:animEffect>
                                  </p:childTnLst>
                                </p:cTn>
                              </p:par>
                              <p:par>
                                <p:cTn id="14" presetID="13" presetClass="entr" presetSubtype="16"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plus(in)">
                                      <p:cBhvr>
                                        <p:cTn id="16" dur="2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a:extLst>
              <a:ext uri="{FF2B5EF4-FFF2-40B4-BE49-F238E27FC236}">
                <a16:creationId xmlns:a16="http://schemas.microsoft.com/office/drawing/2014/main" id="{0B9E29B5-D93C-4848-8AFB-E876E18C21FB}"/>
              </a:ext>
            </a:extLst>
          </p:cNvPr>
          <p:cNvSpPr txBox="1">
            <a:spLocks noChangeArrowheads="1"/>
          </p:cNvSpPr>
          <p:nvPr/>
        </p:nvSpPr>
        <p:spPr bwMode="auto">
          <a:xfrm>
            <a:off x="395536" y="404664"/>
            <a:ext cx="7704138" cy="576263"/>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723900" marR="0" lvl="0" indent="-723900" algn="l" defTabSz="914400" rtl="0" eaLnBrk="1" fontAlgn="base" latinLnBrk="0" hangingPunct="1">
              <a:lnSpc>
                <a:spcPct val="12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j-cs"/>
              </a:rPr>
              <a:t>3.1.2  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j-cs"/>
              </a:rPr>
              <a:t>内部主要部件功能</a:t>
            </a:r>
          </a:p>
        </p:txBody>
      </p:sp>
      <p:sp>
        <p:nvSpPr>
          <p:cNvPr id="14" name="Rectangle 3">
            <a:extLst>
              <a:ext uri="{FF2B5EF4-FFF2-40B4-BE49-F238E27FC236}">
                <a16:creationId xmlns:a16="http://schemas.microsoft.com/office/drawing/2014/main" id="{F9639D2E-ACDC-C84B-BAA4-B6D7CF2A7C86}"/>
              </a:ext>
            </a:extLst>
          </p:cNvPr>
          <p:cNvSpPr>
            <a:spLocks noChangeArrowheads="1"/>
          </p:cNvSpPr>
          <p:nvPr/>
        </p:nvSpPr>
        <p:spPr bwMode="auto">
          <a:xfrm>
            <a:off x="468313" y="1123950"/>
            <a:ext cx="8353425" cy="1536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200" b="1" dirty="0">
                <a:solidFill>
                  <a:srgbClr val="A50021"/>
                </a:solidFill>
                <a:latin typeface="宋体" panose="02010600030101010101" pitchFamily="2" charset="-122"/>
              </a:rPr>
              <a:t>（</a:t>
            </a:r>
            <a:r>
              <a:rPr lang="en-US" altLang="zh-CN" sz="2200" b="1" dirty="0">
                <a:solidFill>
                  <a:srgbClr val="A50021"/>
                </a:solidFill>
                <a:latin typeface="宋体" panose="02010600030101010101" pitchFamily="2" charset="-122"/>
              </a:rPr>
              <a:t>1</a:t>
            </a:r>
            <a:r>
              <a:rPr lang="zh-CN" altLang="en-US" sz="2200" b="1" dirty="0">
                <a:solidFill>
                  <a:srgbClr val="A50021"/>
                </a:solidFill>
                <a:latin typeface="宋体" panose="02010600030101010101" pitchFamily="2" charset="-122"/>
              </a:rPr>
              <a:t>）</a:t>
            </a:r>
            <a:r>
              <a:rPr lang="en-US" altLang="zh-CN" sz="2200" b="1" dirty="0">
                <a:solidFill>
                  <a:srgbClr val="A50021"/>
                </a:solidFill>
                <a:latin typeface="宋体" panose="02010600030101010101" pitchFamily="2" charset="-122"/>
              </a:rPr>
              <a:t>PLC</a:t>
            </a:r>
            <a:r>
              <a:rPr lang="zh-CN" altLang="en-US" sz="2200" b="1" dirty="0">
                <a:solidFill>
                  <a:srgbClr val="A50021"/>
                </a:solidFill>
                <a:latin typeface="宋体" panose="02010600030101010101" pitchFamily="2" charset="-122"/>
              </a:rPr>
              <a:t>中的</a:t>
            </a:r>
            <a:r>
              <a:rPr lang="en-US" altLang="zh-CN" sz="2200" b="1" dirty="0">
                <a:solidFill>
                  <a:srgbClr val="A50021"/>
                </a:solidFill>
                <a:latin typeface="宋体" panose="02010600030101010101" pitchFamily="2" charset="-122"/>
              </a:rPr>
              <a:t>CPU</a:t>
            </a:r>
            <a:r>
              <a:rPr lang="zh-CN" altLang="en-US" sz="2200" b="1" dirty="0">
                <a:solidFill>
                  <a:srgbClr val="A50021"/>
                </a:solidFill>
                <a:latin typeface="宋体" panose="02010600030101010101" pitchFamily="2" charset="-122"/>
              </a:rPr>
              <a:t>作用及分类</a:t>
            </a:r>
          </a:p>
          <a:p>
            <a:pPr eaLnBrk="1" hangingPunct="1">
              <a:lnSpc>
                <a:spcPct val="150000"/>
              </a:lnSpc>
            </a:pPr>
            <a:r>
              <a:rPr lang="en-US" altLang="zh-CN" sz="2200" b="1" dirty="0">
                <a:solidFill>
                  <a:srgbClr val="0000CC"/>
                </a:solidFill>
                <a:latin typeface="宋体" panose="02010600030101010101" pitchFamily="2" charset="-122"/>
              </a:rPr>
              <a:t>CPU</a:t>
            </a:r>
            <a:r>
              <a:rPr lang="zh-CN" altLang="zh-CN" sz="2200" b="1" dirty="0">
                <a:solidFill>
                  <a:srgbClr val="0000CC"/>
                </a:solidFill>
                <a:latin typeface="宋体" panose="02010600030101010101" pitchFamily="2" charset="-122"/>
              </a:rPr>
              <a:t>的作用：</a:t>
            </a:r>
            <a:r>
              <a:rPr lang="zh-CN" altLang="zh-CN" sz="2200" b="1" dirty="0">
                <a:solidFill>
                  <a:srgbClr val="000099"/>
                </a:solidFill>
                <a:latin typeface="宋体" panose="02010600030101010101" pitchFamily="2" charset="-122"/>
              </a:rPr>
              <a:t>按系统程序赋予的功能，指挥</a:t>
            </a:r>
            <a:r>
              <a:rPr lang="en-US" altLang="zh-CN" sz="2200" b="1" dirty="0">
                <a:solidFill>
                  <a:srgbClr val="000099"/>
                </a:solidFill>
                <a:latin typeface="宋体" panose="02010600030101010101" pitchFamily="2" charset="-122"/>
              </a:rPr>
              <a:t>PLC</a:t>
            </a:r>
            <a:r>
              <a:rPr lang="zh-CN" altLang="zh-CN" sz="2200" b="1" dirty="0">
                <a:solidFill>
                  <a:srgbClr val="000099"/>
                </a:solidFill>
                <a:latin typeface="宋体" panose="02010600030101010101" pitchFamily="2" charset="-122"/>
              </a:rPr>
              <a:t>有条不紊地进行工作。归纳起来主要有以下五个方面：</a:t>
            </a:r>
          </a:p>
        </p:txBody>
      </p:sp>
      <p:sp>
        <p:nvSpPr>
          <p:cNvPr id="15" name="Text Box 4">
            <a:extLst>
              <a:ext uri="{FF2B5EF4-FFF2-40B4-BE49-F238E27FC236}">
                <a16:creationId xmlns:a16="http://schemas.microsoft.com/office/drawing/2014/main" id="{10611B8D-D26A-A446-BE30-FBCF26C9BBD2}"/>
              </a:ext>
            </a:extLst>
          </p:cNvPr>
          <p:cNvSpPr txBox="1">
            <a:spLocks noChangeArrowheads="1"/>
          </p:cNvSpPr>
          <p:nvPr/>
        </p:nvSpPr>
        <p:spPr bwMode="auto">
          <a:xfrm>
            <a:off x="611188" y="2925763"/>
            <a:ext cx="6996112"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5749" tIns="37874" rIns="75749" bIns="37874">
            <a:spAutoFit/>
          </a:bodyPr>
          <a:lstStyle>
            <a:lvl1pPr defTabSz="757238">
              <a:defRPr sz="1600">
                <a:solidFill>
                  <a:schemeClr val="tx1"/>
                </a:solidFill>
                <a:latin typeface="Arial" panose="020B0604020202020204" pitchFamily="34" charset="0"/>
                <a:ea typeface="宋体" panose="02010600030101010101" pitchFamily="2" charset="-122"/>
              </a:defRPr>
            </a:lvl1pPr>
            <a:lvl2pPr marL="742950" indent="-285750" defTabSz="757238">
              <a:defRPr sz="1600">
                <a:solidFill>
                  <a:schemeClr val="tx1"/>
                </a:solidFill>
                <a:latin typeface="Arial" panose="020B0604020202020204" pitchFamily="34" charset="0"/>
                <a:ea typeface="宋体" panose="02010600030101010101" pitchFamily="2" charset="-122"/>
              </a:defRPr>
            </a:lvl2pPr>
            <a:lvl3pPr marL="1143000" indent="-228600" defTabSz="757238">
              <a:defRPr sz="1600">
                <a:solidFill>
                  <a:schemeClr val="tx1"/>
                </a:solidFill>
                <a:latin typeface="Arial" panose="020B0604020202020204" pitchFamily="34" charset="0"/>
                <a:ea typeface="宋体" panose="02010600030101010101" pitchFamily="2" charset="-122"/>
              </a:defRPr>
            </a:lvl3pPr>
            <a:lvl4pPr marL="1600200" indent="-228600" defTabSz="757238">
              <a:defRPr sz="1600">
                <a:solidFill>
                  <a:schemeClr val="tx1"/>
                </a:solidFill>
                <a:latin typeface="Arial" panose="020B0604020202020204" pitchFamily="34" charset="0"/>
                <a:ea typeface="宋体" panose="02010600030101010101" pitchFamily="2" charset="-122"/>
              </a:defRPr>
            </a:lvl4pPr>
            <a:lvl5pPr marL="2057400" indent="-228600" defTabSz="757238">
              <a:defRPr sz="1600">
                <a:solidFill>
                  <a:schemeClr val="tx1"/>
                </a:solidFill>
                <a:latin typeface="Arial" panose="020B0604020202020204" pitchFamily="34" charset="0"/>
                <a:ea typeface="宋体" panose="02010600030101010101" pitchFamily="2" charset="-122"/>
              </a:defRPr>
            </a:lvl5pPr>
            <a:lvl6pPr marL="25146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003162"/>
              </a:buClr>
              <a:buSzPct val="80000"/>
              <a:buFont typeface="Wingdings" pitchFamily="2" charset="2"/>
              <a:buNone/>
            </a:pPr>
            <a:r>
              <a:rPr lang="en-US" altLang="zh-CN" sz="2200" b="1" dirty="0">
                <a:solidFill>
                  <a:srgbClr val="09211C"/>
                </a:solidFill>
                <a:latin typeface="宋体" panose="02010600030101010101" pitchFamily="2" charset="-122"/>
              </a:rPr>
              <a:t>1</a:t>
            </a:r>
            <a:r>
              <a:rPr lang="zh-CN" altLang="en-US" sz="2200" b="1" dirty="0">
                <a:solidFill>
                  <a:srgbClr val="09211C"/>
                </a:solidFill>
                <a:latin typeface="宋体" panose="02010600030101010101" pitchFamily="2" charset="-122"/>
              </a:rPr>
              <a:t>）接收并存储编程器或其它外设输入的用户程序或数据</a:t>
            </a:r>
          </a:p>
        </p:txBody>
      </p:sp>
      <p:sp>
        <p:nvSpPr>
          <p:cNvPr id="16" name="Text Box 5">
            <a:extLst>
              <a:ext uri="{FF2B5EF4-FFF2-40B4-BE49-F238E27FC236}">
                <a16:creationId xmlns:a16="http://schemas.microsoft.com/office/drawing/2014/main" id="{1F130369-F75A-704F-A506-EE0496011B9A}"/>
              </a:ext>
            </a:extLst>
          </p:cNvPr>
          <p:cNvSpPr txBox="1">
            <a:spLocks noChangeArrowheads="1"/>
          </p:cNvSpPr>
          <p:nvPr/>
        </p:nvSpPr>
        <p:spPr bwMode="auto">
          <a:xfrm>
            <a:off x="611188" y="3502025"/>
            <a:ext cx="6856412"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5749" tIns="37874" rIns="75749" bIns="37874">
            <a:spAutoFit/>
          </a:bodyPr>
          <a:lstStyle>
            <a:lvl1pPr defTabSz="757238">
              <a:defRPr sz="1600">
                <a:solidFill>
                  <a:schemeClr val="tx1"/>
                </a:solidFill>
                <a:latin typeface="Arial" panose="020B0604020202020204" pitchFamily="34" charset="0"/>
                <a:ea typeface="宋体" panose="02010600030101010101" pitchFamily="2" charset="-122"/>
              </a:defRPr>
            </a:lvl1pPr>
            <a:lvl2pPr marL="742950" indent="-285750" defTabSz="757238">
              <a:defRPr sz="1600">
                <a:solidFill>
                  <a:schemeClr val="tx1"/>
                </a:solidFill>
                <a:latin typeface="Arial" panose="020B0604020202020204" pitchFamily="34" charset="0"/>
                <a:ea typeface="宋体" panose="02010600030101010101" pitchFamily="2" charset="-122"/>
              </a:defRPr>
            </a:lvl2pPr>
            <a:lvl3pPr marL="1143000" indent="-228600" defTabSz="757238">
              <a:defRPr sz="1600">
                <a:solidFill>
                  <a:schemeClr val="tx1"/>
                </a:solidFill>
                <a:latin typeface="Arial" panose="020B0604020202020204" pitchFamily="34" charset="0"/>
                <a:ea typeface="宋体" panose="02010600030101010101" pitchFamily="2" charset="-122"/>
              </a:defRPr>
            </a:lvl3pPr>
            <a:lvl4pPr marL="1600200" indent="-228600" defTabSz="757238">
              <a:defRPr sz="1600">
                <a:solidFill>
                  <a:schemeClr val="tx1"/>
                </a:solidFill>
                <a:latin typeface="Arial" panose="020B0604020202020204" pitchFamily="34" charset="0"/>
                <a:ea typeface="宋体" panose="02010600030101010101" pitchFamily="2" charset="-122"/>
              </a:defRPr>
            </a:lvl4pPr>
            <a:lvl5pPr marL="2057400" indent="-228600" defTabSz="757238">
              <a:defRPr sz="1600">
                <a:solidFill>
                  <a:schemeClr val="tx1"/>
                </a:solidFill>
                <a:latin typeface="Arial" panose="020B0604020202020204" pitchFamily="34" charset="0"/>
                <a:ea typeface="宋体" panose="02010600030101010101" pitchFamily="2" charset="-122"/>
              </a:defRPr>
            </a:lvl5pPr>
            <a:lvl6pPr marL="25146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003162"/>
              </a:buClr>
              <a:buSzPct val="80000"/>
              <a:buFont typeface="Wingdings" pitchFamily="2" charset="2"/>
              <a:buNone/>
            </a:pPr>
            <a:r>
              <a:rPr lang="en-US" altLang="zh-CN" sz="2200" b="1" dirty="0">
                <a:solidFill>
                  <a:srgbClr val="09211C"/>
                </a:solidFill>
                <a:latin typeface="宋体" panose="02010600030101010101" pitchFamily="2" charset="-122"/>
              </a:rPr>
              <a:t>2</a:t>
            </a:r>
            <a:r>
              <a:rPr lang="zh-CN" altLang="en-US" sz="2200" b="1" dirty="0">
                <a:solidFill>
                  <a:srgbClr val="09211C"/>
                </a:solidFill>
                <a:latin typeface="宋体" panose="02010600030101010101" pitchFamily="2" charset="-122"/>
              </a:rPr>
              <a:t>）诊断电源、</a:t>
            </a:r>
            <a:r>
              <a:rPr lang="en-US" altLang="zh-CN" sz="2200" b="1" dirty="0">
                <a:solidFill>
                  <a:srgbClr val="09211C"/>
                </a:solidFill>
                <a:latin typeface="宋体" panose="02010600030101010101" pitchFamily="2" charset="-122"/>
              </a:rPr>
              <a:t>PLC</a:t>
            </a:r>
            <a:r>
              <a:rPr lang="zh-CN" altLang="en-US" sz="2200" b="1" dirty="0">
                <a:solidFill>
                  <a:srgbClr val="09211C"/>
                </a:solidFill>
                <a:latin typeface="宋体" panose="02010600030101010101" pitchFamily="2" charset="-122"/>
              </a:rPr>
              <a:t>内部电路故障和编程中的语法错误等</a:t>
            </a:r>
          </a:p>
        </p:txBody>
      </p:sp>
      <p:sp>
        <p:nvSpPr>
          <p:cNvPr id="17" name="Text Box 6">
            <a:extLst>
              <a:ext uri="{FF2B5EF4-FFF2-40B4-BE49-F238E27FC236}">
                <a16:creationId xmlns:a16="http://schemas.microsoft.com/office/drawing/2014/main" id="{3EADE4F5-43E3-0A4C-9FF0-B9A91647D32D}"/>
              </a:ext>
            </a:extLst>
          </p:cNvPr>
          <p:cNvSpPr txBox="1">
            <a:spLocks noChangeArrowheads="1"/>
          </p:cNvSpPr>
          <p:nvPr/>
        </p:nvSpPr>
        <p:spPr bwMode="auto">
          <a:xfrm>
            <a:off x="611188" y="4076700"/>
            <a:ext cx="7866062"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749" tIns="37874" rIns="75749" bIns="37874">
            <a:spAutoFit/>
          </a:bodyPr>
          <a:lstStyle>
            <a:lvl1pPr defTabSz="757238">
              <a:defRPr sz="1600">
                <a:solidFill>
                  <a:schemeClr val="tx1"/>
                </a:solidFill>
                <a:latin typeface="Arial" panose="020B0604020202020204" pitchFamily="34" charset="0"/>
                <a:ea typeface="宋体" panose="02010600030101010101" pitchFamily="2" charset="-122"/>
              </a:defRPr>
            </a:lvl1pPr>
            <a:lvl2pPr marL="742950" indent="-285750" defTabSz="757238">
              <a:defRPr sz="1600">
                <a:solidFill>
                  <a:schemeClr val="tx1"/>
                </a:solidFill>
                <a:latin typeface="Arial" panose="020B0604020202020204" pitchFamily="34" charset="0"/>
                <a:ea typeface="宋体" panose="02010600030101010101" pitchFamily="2" charset="-122"/>
              </a:defRPr>
            </a:lvl2pPr>
            <a:lvl3pPr marL="1143000" indent="-228600" defTabSz="757238">
              <a:defRPr sz="1600">
                <a:solidFill>
                  <a:schemeClr val="tx1"/>
                </a:solidFill>
                <a:latin typeface="Arial" panose="020B0604020202020204" pitchFamily="34" charset="0"/>
                <a:ea typeface="宋体" panose="02010600030101010101" pitchFamily="2" charset="-122"/>
              </a:defRPr>
            </a:lvl3pPr>
            <a:lvl4pPr marL="1600200" indent="-228600" defTabSz="757238">
              <a:defRPr sz="1600">
                <a:solidFill>
                  <a:schemeClr val="tx1"/>
                </a:solidFill>
                <a:latin typeface="Arial" panose="020B0604020202020204" pitchFamily="34" charset="0"/>
                <a:ea typeface="宋体" panose="02010600030101010101" pitchFamily="2" charset="-122"/>
              </a:defRPr>
            </a:lvl4pPr>
            <a:lvl5pPr marL="2057400" indent="-228600" defTabSz="757238">
              <a:defRPr sz="1600">
                <a:solidFill>
                  <a:schemeClr val="tx1"/>
                </a:solidFill>
                <a:latin typeface="Arial" panose="020B0604020202020204" pitchFamily="34" charset="0"/>
                <a:ea typeface="宋体" panose="02010600030101010101" pitchFamily="2" charset="-122"/>
              </a:defRPr>
            </a:lvl5pPr>
            <a:lvl6pPr marL="25146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003162"/>
              </a:buClr>
              <a:buSzPct val="80000"/>
              <a:buFont typeface="Wingdings" pitchFamily="2" charset="2"/>
              <a:buNone/>
            </a:pPr>
            <a:r>
              <a:rPr lang="en-US" altLang="zh-CN" sz="2200" b="1">
                <a:solidFill>
                  <a:srgbClr val="09211C"/>
                </a:solidFill>
                <a:latin typeface="宋体" panose="02010600030101010101" pitchFamily="2" charset="-122"/>
              </a:rPr>
              <a:t>3</a:t>
            </a:r>
            <a:r>
              <a:rPr lang="zh-CN" altLang="en-US" sz="2200" b="1">
                <a:solidFill>
                  <a:srgbClr val="09211C"/>
                </a:solidFill>
                <a:latin typeface="宋体" panose="02010600030101010101" pitchFamily="2" charset="-122"/>
              </a:rPr>
              <a:t>）接收并存储从输入单元（接口）得到现场输入状态或数据</a:t>
            </a:r>
          </a:p>
        </p:txBody>
      </p:sp>
      <p:sp>
        <p:nvSpPr>
          <p:cNvPr id="18" name="Text Box 7">
            <a:extLst>
              <a:ext uri="{FF2B5EF4-FFF2-40B4-BE49-F238E27FC236}">
                <a16:creationId xmlns:a16="http://schemas.microsoft.com/office/drawing/2014/main" id="{B7BD3938-0F14-374C-B068-D357342CEA3A}"/>
              </a:ext>
            </a:extLst>
          </p:cNvPr>
          <p:cNvSpPr txBox="1">
            <a:spLocks noChangeArrowheads="1"/>
          </p:cNvSpPr>
          <p:nvPr/>
        </p:nvSpPr>
        <p:spPr bwMode="auto">
          <a:xfrm>
            <a:off x="611188" y="4652963"/>
            <a:ext cx="8281987"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749" tIns="37874" rIns="75749" bIns="37874">
            <a:spAutoFit/>
          </a:bodyPr>
          <a:lstStyle>
            <a:lvl1pPr defTabSz="757238">
              <a:defRPr sz="1600">
                <a:solidFill>
                  <a:schemeClr val="tx1"/>
                </a:solidFill>
                <a:latin typeface="Arial" panose="020B0604020202020204" pitchFamily="34" charset="0"/>
                <a:ea typeface="宋体" panose="02010600030101010101" pitchFamily="2" charset="-122"/>
              </a:defRPr>
            </a:lvl1pPr>
            <a:lvl2pPr marL="742950" indent="-285750" defTabSz="757238">
              <a:defRPr sz="1600">
                <a:solidFill>
                  <a:schemeClr val="tx1"/>
                </a:solidFill>
                <a:latin typeface="Arial" panose="020B0604020202020204" pitchFamily="34" charset="0"/>
                <a:ea typeface="宋体" panose="02010600030101010101" pitchFamily="2" charset="-122"/>
              </a:defRPr>
            </a:lvl2pPr>
            <a:lvl3pPr marL="1143000" indent="-228600" defTabSz="757238">
              <a:defRPr sz="1600">
                <a:solidFill>
                  <a:schemeClr val="tx1"/>
                </a:solidFill>
                <a:latin typeface="Arial" panose="020B0604020202020204" pitchFamily="34" charset="0"/>
                <a:ea typeface="宋体" panose="02010600030101010101" pitchFamily="2" charset="-122"/>
              </a:defRPr>
            </a:lvl3pPr>
            <a:lvl4pPr marL="1600200" indent="-228600" defTabSz="757238">
              <a:defRPr sz="1600">
                <a:solidFill>
                  <a:schemeClr val="tx1"/>
                </a:solidFill>
                <a:latin typeface="Arial" panose="020B0604020202020204" pitchFamily="34" charset="0"/>
                <a:ea typeface="宋体" panose="02010600030101010101" pitchFamily="2" charset="-122"/>
              </a:defRPr>
            </a:lvl4pPr>
            <a:lvl5pPr marL="2057400" indent="-228600" defTabSz="757238">
              <a:defRPr sz="1600">
                <a:solidFill>
                  <a:schemeClr val="tx1"/>
                </a:solidFill>
                <a:latin typeface="Arial" panose="020B0604020202020204" pitchFamily="34" charset="0"/>
                <a:ea typeface="宋体" panose="02010600030101010101" pitchFamily="2" charset="-122"/>
              </a:defRPr>
            </a:lvl5pPr>
            <a:lvl6pPr marL="25146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003162"/>
              </a:buClr>
              <a:buSzPct val="80000"/>
              <a:buFont typeface="Wingdings" pitchFamily="2" charset="2"/>
              <a:buNone/>
            </a:pPr>
            <a:r>
              <a:rPr lang="en-US" altLang="zh-CN" sz="2200" b="1">
                <a:solidFill>
                  <a:srgbClr val="09211C"/>
                </a:solidFill>
                <a:latin typeface="宋体" panose="02010600030101010101" pitchFamily="2" charset="-122"/>
              </a:rPr>
              <a:t>4</a:t>
            </a:r>
            <a:r>
              <a:rPr lang="zh-CN" altLang="en-US" sz="2200" b="1">
                <a:solidFill>
                  <a:srgbClr val="09211C"/>
                </a:solidFill>
                <a:latin typeface="宋体" panose="02010600030101010101" pitchFamily="2" charset="-122"/>
              </a:rPr>
              <a:t>）逐条读取并执行存储器中的用户程序，将运算结果存入存储器</a:t>
            </a:r>
          </a:p>
        </p:txBody>
      </p:sp>
      <p:sp>
        <p:nvSpPr>
          <p:cNvPr id="19" name="Text Box 8">
            <a:extLst>
              <a:ext uri="{FF2B5EF4-FFF2-40B4-BE49-F238E27FC236}">
                <a16:creationId xmlns:a16="http://schemas.microsoft.com/office/drawing/2014/main" id="{11469E41-7F49-FD43-A81C-7F3A0A7E1C26}"/>
              </a:ext>
            </a:extLst>
          </p:cNvPr>
          <p:cNvSpPr txBox="1">
            <a:spLocks noChangeArrowheads="1"/>
          </p:cNvSpPr>
          <p:nvPr/>
        </p:nvSpPr>
        <p:spPr bwMode="auto">
          <a:xfrm>
            <a:off x="611188" y="5086350"/>
            <a:ext cx="8281987"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5749" tIns="37874" rIns="75749" bIns="37874">
            <a:spAutoFit/>
          </a:bodyPr>
          <a:lstStyle>
            <a:lvl1pPr defTabSz="757238">
              <a:defRPr sz="1600">
                <a:solidFill>
                  <a:schemeClr val="tx1"/>
                </a:solidFill>
                <a:latin typeface="Arial" panose="020B0604020202020204" pitchFamily="34" charset="0"/>
                <a:ea typeface="宋体" panose="02010600030101010101" pitchFamily="2" charset="-122"/>
              </a:defRPr>
            </a:lvl1pPr>
            <a:lvl2pPr marL="742950" indent="-285750" defTabSz="757238">
              <a:defRPr sz="1600">
                <a:solidFill>
                  <a:schemeClr val="tx1"/>
                </a:solidFill>
                <a:latin typeface="Arial" panose="020B0604020202020204" pitchFamily="34" charset="0"/>
                <a:ea typeface="宋体" panose="02010600030101010101" pitchFamily="2" charset="-122"/>
              </a:defRPr>
            </a:lvl2pPr>
            <a:lvl3pPr marL="1143000" indent="-228600" defTabSz="757238">
              <a:defRPr sz="1600">
                <a:solidFill>
                  <a:schemeClr val="tx1"/>
                </a:solidFill>
                <a:latin typeface="Arial" panose="020B0604020202020204" pitchFamily="34" charset="0"/>
                <a:ea typeface="宋体" panose="02010600030101010101" pitchFamily="2" charset="-122"/>
              </a:defRPr>
            </a:lvl3pPr>
            <a:lvl4pPr marL="1600200" indent="-228600" defTabSz="757238">
              <a:defRPr sz="1600">
                <a:solidFill>
                  <a:schemeClr val="tx1"/>
                </a:solidFill>
                <a:latin typeface="Arial" panose="020B0604020202020204" pitchFamily="34" charset="0"/>
                <a:ea typeface="宋体" panose="02010600030101010101" pitchFamily="2" charset="-122"/>
              </a:defRPr>
            </a:lvl4pPr>
            <a:lvl5pPr marL="2057400" indent="-228600" defTabSz="757238">
              <a:defRPr sz="1600">
                <a:solidFill>
                  <a:schemeClr val="tx1"/>
                </a:solidFill>
                <a:latin typeface="Arial" panose="020B0604020202020204" pitchFamily="34" charset="0"/>
                <a:ea typeface="宋体" panose="02010600030101010101" pitchFamily="2" charset="-122"/>
              </a:defRPr>
            </a:lvl5pPr>
            <a:lvl6pPr marL="25146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defTabSz="757238"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003162"/>
              </a:buClr>
              <a:buSzPct val="80000"/>
              <a:buFont typeface="Wingdings" pitchFamily="2" charset="2"/>
              <a:buNone/>
            </a:pPr>
            <a:r>
              <a:rPr lang="en-US" altLang="zh-CN" sz="2200" b="1">
                <a:solidFill>
                  <a:srgbClr val="09211C"/>
                </a:solidFill>
                <a:latin typeface="宋体" panose="02010600030101010101" pitchFamily="2" charset="-122"/>
              </a:rPr>
              <a:t>5</a:t>
            </a:r>
            <a:r>
              <a:rPr lang="zh-CN" altLang="en-US" sz="2200" b="1">
                <a:solidFill>
                  <a:srgbClr val="09211C"/>
                </a:solidFill>
                <a:latin typeface="宋体" panose="02010600030101010101" pitchFamily="2" charset="-122"/>
              </a:rPr>
              <a:t>）根据运算结果，更新有关标志位和输出内容，通过输出接口实现控制、制表打印或数据通讯等功能</a:t>
            </a:r>
          </a:p>
        </p:txBody>
      </p:sp>
    </p:spTree>
    <p:extLst>
      <p:ext uri="{BB962C8B-B14F-4D97-AF65-F5344CB8AC3E}">
        <p14:creationId xmlns:p14="http://schemas.microsoft.com/office/powerpoint/2010/main" val="39615811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slide(fromBottom)">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slide(fromBottom)">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lide(fromBottom)">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slide(fromBottom)">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6" grpId="0" autoUpdateAnimBg="0"/>
      <p:bldP spid="17" grpId="0" autoUpdateAnimBg="0"/>
      <p:bldP spid="18" grpId="0" autoUpdateAnimBg="0"/>
      <p:bldP spid="19"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3FD5BBF-9ACE-B142-BDF6-99384F33AD2D}"/>
              </a:ext>
            </a:extLst>
          </p:cNvPr>
          <p:cNvSpPr txBox="1">
            <a:spLocks noChangeArrowheads="1"/>
          </p:cNvSpPr>
          <p:nvPr/>
        </p:nvSpPr>
        <p:spPr bwMode="auto">
          <a:xfrm>
            <a:off x="287337" y="656572"/>
            <a:ext cx="8569325" cy="568960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中常采用的</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CPU</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有三类：</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1) 通用微处理器（如</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Z80、8086、80286</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等）</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2) 单片微处理器（如8031、8096等）</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3) 位片式微处理器(如</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AMD29W</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等)</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小型</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大多采用8位通用微处理器和单片微处理器</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中型</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大多采用16位通用微处理器或单片微处理器</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大型</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大多采用高速位片式微处理器（32位）</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小型</a:t>
            </a:r>
            <a:r>
              <a:rPr kumimoji="0" lang="en-US"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为单</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CPU</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系统</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中、大型</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则</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大多为双</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CPU</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或多</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CPU</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系统</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对于双</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CPU</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系统，一个为</a:t>
            </a:r>
            <a:r>
              <a:rPr kumimoji="0" lang="zh-CN" altLang="zh-CN" sz="2200" b="1" i="0" u="none" strike="noStrike" kern="1200" cap="none" spc="0" normalizeH="0" baseline="0" noProof="0" dirty="0">
                <a:ln>
                  <a:noFill/>
                </a:ln>
                <a:solidFill>
                  <a:srgbClr val="000000"/>
                </a:solidFill>
                <a:effectLst/>
                <a:uLnTx/>
                <a:uFillTx/>
                <a:latin typeface="宋体" panose="02010600030101010101" pitchFamily="2" charset="-122"/>
                <a:ea typeface="宋体"/>
                <a:cs typeface="+mn-cs"/>
              </a:rPr>
              <a:t>字处理</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器，一般采用8位、16位或32位处理器</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；另一个为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位处理器，采用由各厂家设计制造的专用芯片。</a:t>
            </a:r>
            <a:endPar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p:txBody>
      </p:sp>
    </p:spTree>
    <p:extLst>
      <p:ext uri="{BB962C8B-B14F-4D97-AF65-F5344CB8AC3E}">
        <p14:creationId xmlns:p14="http://schemas.microsoft.com/office/powerpoint/2010/main" val="18508548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slide(fromBottom)">
                                      <p:cBhvr>
                                        <p:cTn id="39" dur="500"/>
                                        <p:tgtEl>
                                          <p:spTgt spid="5">
                                            <p:txEl>
                                              <p:pRg st="7" end="7"/>
                                            </p:txEl>
                                          </p:spTgt>
                                        </p:tgtEl>
                                      </p:cBhvr>
                                    </p:animEffect>
                                  </p:childTnLst>
                                </p:cTn>
                              </p:par>
                              <p:par>
                                <p:cTn id="40" presetID="12" presetClass="entr" presetSubtype="4" fill="hold" nodeType="with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slide(fromBottom)">
                                      <p:cBhvr>
                                        <p:cTn id="42" dur="500"/>
                                        <p:tgtEl>
                                          <p:spTgt spid="5">
                                            <p:txEl>
                                              <p:pRg st="8" end="8"/>
                                            </p:txEl>
                                          </p:spTgt>
                                        </p:tgtEl>
                                      </p:cBhvr>
                                    </p:animEffect>
                                  </p:childTnLst>
                                </p:cTn>
                              </p:par>
                              <p:par>
                                <p:cTn id="43" presetID="12" presetClass="entr" presetSubtype="4" fill="hold" nodeType="withEffect">
                                  <p:stCondLst>
                                    <p:cond delay="0"/>
                                  </p:stCondLst>
                                  <p:childTnLst>
                                    <p:set>
                                      <p:cBhvr>
                                        <p:cTn id="44" dur="1" fill="hold">
                                          <p:stCondLst>
                                            <p:cond delay="0"/>
                                          </p:stCondLst>
                                        </p:cTn>
                                        <p:tgtEl>
                                          <p:spTgt spid="5">
                                            <p:txEl>
                                              <p:pRg st="9" end="9"/>
                                            </p:txEl>
                                          </p:spTgt>
                                        </p:tgtEl>
                                        <p:attrNameLst>
                                          <p:attrName>style.visibility</p:attrName>
                                        </p:attrNameLst>
                                      </p:cBhvr>
                                      <p:to>
                                        <p:strVal val="visible"/>
                                      </p:to>
                                    </p:set>
                                    <p:animEffect transition="in" filter="slide(fromBottom)">
                                      <p:cBhvr>
                                        <p:cTn id="45"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7C6FED63-5890-4E40-8F06-2126469CC36C}"/>
              </a:ext>
            </a:extLst>
          </p:cNvPr>
          <p:cNvSpPr txBox="1">
            <a:spLocks noChangeArrowheads="1"/>
          </p:cNvSpPr>
          <p:nvPr/>
        </p:nvSpPr>
        <p:spPr bwMode="auto">
          <a:xfrm>
            <a:off x="684213" y="1628775"/>
            <a:ext cx="7848600" cy="38163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50000"/>
              </a:spcBef>
              <a:spcAft>
                <a:spcPct val="0"/>
              </a:spcAft>
              <a:buClrTx/>
              <a:buSzTx/>
              <a:buFont typeface="Wingdings" pitchFamily="2" charset="2"/>
              <a:buChar char="u"/>
              <a:tabLst/>
              <a:defRPr/>
            </a:pPr>
            <a:r>
              <a:rPr kumimoji="0" lang="zh-CN" altLang="zh-CN"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存储器的作用：</a:t>
            </a:r>
          </a:p>
          <a:p>
            <a:pPr marL="342900" marR="0" lvl="0" indent="-342900" algn="l" defTabSz="914400" rtl="0" eaLnBrk="1" fontAlgn="base" latinLnBrk="0" hangingPunct="1">
              <a:lnSpc>
                <a:spcPct val="150000"/>
              </a:lnSpc>
              <a:spcBef>
                <a:spcPct val="50000"/>
              </a:spcBef>
              <a:spcAft>
                <a:spcPct val="0"/>
              </a:spcAft>
              <a:buClrTx/>
              <a:buSzTx/>
              <a:buFontTx/>
              <a:buNone/>
              <a:tabLst/>
              <a:defRPr/>
            </a:pPr>
            <a:r>
              <a:rPr kumimoji="0" lang="zh-CN" altLang="zh-CN" sz="2400" b="1" i="0" u="none" strike="noStrike" kern="1200" cap="none" spc="0" normalizeH="0" baseline="0" noProof="0">
                <a:ln>
                  <a:noFill/>
                </a:ln>
                <a:solidFill>
                  <a:srgbClr val="0000C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  </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中，存储器主要用于</a:t>
            </a:r>
            <a:r>
              <a:rPr kumimoji="0" lang="zh-CN" altLang="zh-CN"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系统程序、用户程序、数据</a:t>
            </a:r>
          </a:p>
          <a:p>
            <a:pPr marL="342900" marR="0" lvl="0" indent="-342900" algn="l" defTabSz="914400" rtl="0" eaLnBrk="1" fontAlgn="base" latinLnBrk="0" hangingPunct="1">
              <a:lnSpc>
                <a:spcPct val="150000"/>
              </a:lnSpc>
              <a:spcBef>
                <a:spcPct val="50000"/>
              </a:spcBef>
              <a:spcAft>
                <a:spcPct val="0"/>
              </a:spcAft>
              <a:buClrTx/>
              <a:buSzTx/>
              <a:buFont typeface="Wingdings" pitchFamily="2" charset="2"/>
              <a:buChar char="u"/>
              <a:tabLst/>
              <a:defRPr/>
            </a:pPr>
            <a:r>
              <a:rPr kumimoji="0" lang="zh-CN" altLang="zh-CN"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存储器的类型：</a:t>
            </a:r>
          </a:p>
          <a:p>
            <a:pPr marL="342900" marR="0" lvl="0" indent="-342900" algn="l" defTabSz="914400" rtl="0" eaLnBrk="1" fontAlgn="base" latinLnBrk="0" hangingPunct="1">
              <a:lnSpc>
                <a:spcPct val="150000"/>
              </a:lnSpc>
              <a:spcBef>
                <a:spcPct val="50000"/>
              </a:spcBef>
              <a:spcAft>
                <a:spcPct val="0"/>
              </a:spcAft>
              <a:buClrTx/>
              <a:buSzTx/>
              <a:buFontTx/>
              <a:buNone/>
              <a:tabLst/>
              <a:defRPr/>
            </a:pPr>
            <a:r>
              <a:rPr kumimoji="0" lang="zh-CN"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  ①  可读/写操作的随机存储器</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RAM</a:t>
            </a:r>
          </a:p>
          <a:p>
            <a:pPr marL="342900" marR="0" lvl="0" indent="-342900" algn="l" defTabSz="914400" rtl="0" eaLnBrk="1" fontAlgn="base" latinLnBrk="0" hangingPunct="1">
              <a:lnSpc>
                <a:spcPct val="150000"/>
              </a:lnSpc>
              <a:spcBef>
                <a:spcPct val="50000"/>
              </a:spcBef>
              <a:spcAft>
                <a:spcPct val="0"/>
              </a:spcAft>
              <a:buClrTx/>
              <a:buSzTx/>
              <a:buFontTx/>
              <a:buNone/>
              <a:tabLst/>
              <a:defRPr/>
            </a:pP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  ②  </a:t>
            </a:r>
            <a:r>
              <a:rPr kumimoji="0" lang="zh-CN"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只读存储器</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ROM、PROM、EPROM</a:t>
            </a:r>
            <a:r>
              <a:rPr kumimoji="0" lang="zh-CN"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E</a:t>
            </a:r>
            <a:r>
              <a:rPr kumimoji="0" lang="en-US" altLang="zh-CN" sz="2400" b="1" i="0" u="none" strike="noStrike" kern="1200" cap="none" spc="0" normalizeH="0" baseline="30000" noProof="0">
                <a:ln>
                  <a:noFill/>
                </a:ln>
                <a:solidFill>
                  <a:srgbClr val="09211C"/>
                </a:solidFill>
                <a:effectLst/>
                <a:uLnTx/>
                <a:uFillTx/>
                <a:latin typeface="宋体" panose="02010600030101010101" pitchFamily="2" charset="-122"/>
                <a:ea typeface="宋体"/>
                <a:cs typeface="+mn-cs"/>
              </a:rPr>
              <a:t>2</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PROM</a:t>
            </a:r>
          </a:p>
        </p:txBody>
      </p:sp>
      <p:sp>
        <p:nvSpPr>
          <p:cNvPr id="10" name="Rectangle 3">
            <a:extLst>
              <a:ext uri="{FF2B5EF4-FFF2-40B4-BE49-F238E27FC236}">
                <a16:creationId xmlns:a16="http://schemas.microsoft.com/office/drawing/2014/main" id="{51F43BCD-6A49-934D-B85A-B5713E1EF12B}"/>
              </a:ext>
            </a:extLst>
          </p:cNvPr>
          <p:cNvSpPr>
            <a:spLocks noChangeArrowheads="1"/>
          </p:cNvSpPr>
          <p:nvPr/>
        </p:nvSpPr>
        <p:spPr bwMode="auto">
          <a:xfrm>
            <a:off x="738188" y="4141788"/>
            <a:ext cx="6630987"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631825">
              <a:defRPr sz="1600">
                <a:solidFill>
                  <a:schemeClr val="tx1"/>
                </a:solidFill>
                <a:latin typeface="Arial" panose="020B0604020202020204" pitchFamily="34" charset="0"/>
                <a:ea typeface="宋体" panose="02010600030101010101" pitchFamily="2" charset="-122"/>
              </a:defRPr>
            </a:lvl1pPr>
            <a:lvl2pPr marL="742950" indent="-285750" defTabSz="631825">
              <a:defRPr sz="1600">
                <a:solidFill>
                  <a:schemeClr val="tx1"/>
                </a:solidFill>
                <a:latin typeface="Arial" panose="020B0604020202020204" pitchFamily="34" charset="0"/>
                <a:ea typeface="宋体" panose="02010600030101010101" pitchFamily="2" charset="-122"/>
              </a:defRPr>
            </a:lvl2pPr>
            <a:lvl3pPr marL="1143000" indent="-228600" defTabSz="631825">
              <a:defRPr sz="1600">
                <a:solidFill>
                  <a:schemeClr val="tx1"/>
                </a:solidFill>
                <a:latin typeface="Arial" panose="020B0604020202020204" pitchFamily="34" charset="0"/>
                <a:ea typeface="宋体" panose="02010600030101010101" pitchFamily="2" charset="-122"/>
              </a:defRPr>
            </a:lvl3pPr>
            <a:lvl4pPr marL="1600200" indent="-228600" defTabSz="631825">
              <a:defRPr sz="1600">
                <a:solidFill>
                  <a:schemeClr val="tx1"/>
                </a:solidFill>
                <a:latin typeface="Arial" panose="020B0604020202020204" pitchFamily="34" charset="0"/>
                <a:ea typeface="宋体" panose="02010600030101010101" pitchFamily="2" charset="-122"/>
              </a:defRPr>
            </a:lvl4pPr>
            <a:lvl5pPr marL="2057400" indent="-228600" defTabSz="631825">
              <a:defRPr sz="1600">
                <a:solidFill>
                  <a:schemeClr val="tx1"/>
                </a:solidFill>
                <a:latin typeface="Arial" panose="020B0604020202020204" pitchFamily="34" charset="0"/>
                <a:ea typeface="宋体" panose="02010600030101010101" pitchFamily="2" charset="-122"/>
              </a:defRPr>
            </a:lvl5pPr>
            <a:lvl6pPr marL="2514600" indent="-228600" defTabSz="63182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defTabSz="63182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defTabSz="63182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defTabSz="63182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
                <a:srgbClr val="003162"/>
              </a:buClr>
              <a:buSzPct val="80000"/>
              <a:buFont typeface="Wingdings" pitchFamily="2" charset="2"/>
              <a:buNone/>
            </a:pPr>
            <a:endParaRPr lang="zh-CN" altLang="en-US" sz="1700">
              <a:solidFill>
                <a:srgbClr val="0000CC"/>
              </a:solidFill>
              <a:latin typeface="Times New Roman" panose="02020603050405020304" pitchFamily="18" charset="0"/>
            </a:endParaRPr>
          </a:p>
        </p:txBody>
      </p:sp>
      <p:sp>
        <p:nvSpPr>
          <p:cNvPr id="11" name="Text Box 4">
            <a:extLst>
              <a:ext uri="{FF2B5EF4-FFF2-40B4-BE49-F238E27FC236}">
                <a16:creationId xmlns:a16="http://schemas.microsoft.com/office/drawing/2014/main" id="{A8B6E35E-3F20-FA41-B78C-8C20C7E4D566}"/>
              </a:ext>
            </a:extLst>
          </p:cNvPr>
          <p:cNvSpPr txBox="1">
            <a:spLocks noChangeArrowheads="1"/>
          </p:cNvSpPr>
          <p:nvPr/>
        </p:nvSpPr>
        <p:spPr bwMode="auto">
          <a:xfrm>
            <a:off x="682625" y="836613"/>
            <a:ext cx="31245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A50021"/>
                </a:solidFill>
                <a:latin typeface="宋体" panose="02010600030101010101" pitchFamily="2" charset="-122"/>
              </a:rPr>
              <a:t>（</a:t>
            </a:r>
            <a:r>
              <a:rPr lang="en-US" altLang="zh-CN" sz="2400" b="1" dirty="0">
                <a:solidFill>
                  <a:srgbClr val="A50021"/>
                </a:solidFill>
                <a:latin typeface="宋体" panose="02010600030101010101" pitchFamily="2" charset="-122"/>
              </a:rPr>
              <a:t>2</a:t>
            </a:r>
            <a:r>
              <a:rPr lang="zh-CN" altLang="en-US" sz="2400" b="1" dirty="0">
                <a:solidFill>
                  <a:srgbClr val="A50021"/>
                </a:solidFill>
                <a:latin typeface="宋体" panose="02010600030101010101" pitchFamily="2" charset="-122"/>
              </a:rPr>
              <a:t>）系统程序存贮器</a:t>
            </a:r>
            <a:endParaRPr lang="zh-CN" altLang="zh-CN" sz="2400" dirty="0">
              <a:solidFill>
                <a:srgbClr val="A50021"/>
              </a:solidFill>
              <a:latin typeface="宋体" panose="02010600030101010101" pitchFamily="2" charset="-122"/>
            </a:endParaRPr>
          </a:p>
        </p:txBody>
      </p:sp>
    </p:spTree>
    <p:extLst>
      <p:ext uri="{BB962C8B-B14F-4D97-AF65-F5344CB8AC3E}">
        <p14:creationId xmlns:p14="http://schemas.microsoft.com/office/powerpoint/2010/main" val="40714635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slide(fromBottom)">
                                      <p:cBhvr>
                                        <p:cTn id="7" dur="500"/>
                                        <p:tgtEl>
                                          <p:spTgt spid="9">
                                            <p:bg/>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slide(fromBottom)">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Effect transition="in" filter="slide(fromBottom)">
                                      <p:cBhvr>
                                        <p:cTn id="17" dur="500"/>
                                        <p:tgtEl>
                                          <p:spTgt spid="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Effect transition="in" filter="slide(fromBottom)">
                                      <p:cBhvr>
                                        <p:cTn id="22" dur="500"/>
                                        <p:tgtEl>
                                          <p:spTgt spid="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slide(fromBottom)">
                                      <p:cBhvr>
                                        <p:cTn id="27" dur="500"/>
                                        <p:tgtEl>
                                          <p:spTgt spid="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9">
                                            <p:txEl>
                                              <p:pRg st="4" end="4"/>
                                            </p:txEl>
                                          </p:spTgt>
                                        </p:tgtEl>
                                        <p:attrNameLst>
                                          <p:attrName>style.visibility</p:attrName>
                                        </p:attrNameLst>
                                      </p:cBhvr>
                                      <p:to>
                                        <p:strVal val="visible"/>
                                      </p:to>
                                    </p:set>
                                    <p:animEffect transition="in" filter="slide(fromBottom)">
                                      <p:cBhvr>
                                        <p:cTn id="32"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5E7CDA12-0FEF-EC48-BB02-A77C5B711F02}"/>
              </a:ext>
            </a:extLst>
          </p:cNvPr>
          <p:cNvSpPr txBox="1">
            <a:spLocks noChangeArrowheads="1"/>
          </p:cNvSpPr>
          <p:nvPr/>
        </p:nvSpPr>
        <p:spPr bwMode="auto">
          <a:xfrm>
            <a:off x="539750" y="635000"/>
            <a:ext cx="6192838" cy="5619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723900" marR="0" lvl="0" indent="-72390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3</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输入</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输出接口（</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I/O</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模块）</a:t>
            </a:r>
            <a:endPar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endParaRPr>
          </a:p>
        </p:txBody>
      </p:sp>
      <p:sp>
        <p:nvSpPr>
          <p:cNvPr id="9" name="Rectangle 3">
            <a:extLst>
              <a:ext uri="{FF2B5EF4-FFF2-40B4-BE49-F238E27FC236}">
                <a16:creationId xmlns:a16="http://schemas.microsoft.com/office/drawing/2014/main" id="{B85C8585-0F7C-2641-B9F1-C412D435B1F6}"/>
              </a:ext>
            </a:extLst>
          </p:cNvPr>
          <p:cNvSpPr txBox="1">
            <a:spLocks noChangeArrowheads="1"/>
          </p:cNvSpPr>
          <p:nvPr/>
        </p:nvSpPr>
        <p:spPr bwMode="auto">
          <a:xfrm>
            <a:off x="325438" y="1195388"/>
            <a:ext cx="8424862" cy="5113337"/>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输入/输出接口通常也称</a:t>
            </a:r>
            <a:r>
              <a:rPr kumimoji="0" lang="en-US"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I / O </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单元或</a:t>
            </a:r>
            <a:r>
              <a:rPr kumimoji="0" lang="en-US"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I / O </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模块，是</a:t>
            </a:r>
            <a:r>
              <a:rPr kumimoji="0" lang="en-US"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与工业生产现场之间的连接通道。</a:t>
            </a: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en-US"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输入接口</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用户设备需</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输入</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PLC的各种控制信号，如</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限位开关、操作按钮、选择开关、行程开关以及其它一些传感器输出</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的</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开关量或模拟量(要通过模数变换进入机内)</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等，通过</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hlinkClick r:id="rId2" action="ppaction://hlinksldjump"/>
              </a:rPr>
              <a:t>输入接口</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电路将</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这些信号</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转换成</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中央处理单元</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能够</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接收和处理</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的</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信号</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用这些</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数据</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作为</a:t>
            </a:r>
            <a:r>
              <a:rPr kumimoji="0" lang="en-US"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对被</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控制对象进行控制</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的</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依据</a:t>
            </a:r>
            <a:r>
              <a:rPr kumimoji="0" lang="zh-CN" altLang="en-US"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a:t>
            </a:r>
            <a:endPar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en-US"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输出接口</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路将</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中央处理单元送出</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的</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弱电控制信号</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转换成</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现场需要</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的</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强电信号输出</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，以</a:t>
            </a:r>
            <a:r>
              <a:rPr kumimoji="0" lang="zh-CN" altLang="zh-CN" sz="2200" b="1" i="0" u="none" strike="noStrike" kern="1200" cap="none" spc="0" normalizeH="0" baseline="0" noProof="0">
                <a:ln>
                  <a:noFill/>
                </a:ln>
                <a:solidFill>
                  <a:srgbClr val="000099"/>
                </a:solidFill>
                <a:effectLst/>
                <a:uLnTx/>
                <a:uFillTx/>
                <a:latin typeface="宋体" panose="02010600030101010101" pitchFamily="2" charset="-122"/>
                <a:ea typeface="宋体"/>
                <a:cs typeface="+mn-cs"/>
                <a:sym typeface="Arial" panose="020B0604020202020204" pitchFamily="34" charset="0"/>
              </a:rPr>
              <a:t>驱动电磁阀、接触器、电机</a:t>
            </a:r>
            <a:r>
              <a:rPr kumimoji="0" lang="zh-CN" altLang="zh-CN" sz="2200" b="1" i="0" u="none" strike="noStrike" kern="1200" cap="none" spc="0" normalizeH="0" baseline="0" noProof="0">
                <a:ln>
                  <a:noFill/>
                </a:ln>
                <a:solidFill>
                  <a:srgbClr val="09211C"/>
                </a:solidFill>
                <a:effectLst/>
                <a:uLnTx/>
                <a:uFillTx/>
                <a:latin typeface="宋体" panose="02010600030101010101" pitchFamily="2" charset="-122"/>
                <a:ea typeface="宋体"/>
                <a:cs typeface="+mn-cs"/>
                <a:sym typeface="Arial" panose="020B0604020202020204" pitchFamily="34" charset="0"/>
              </a:rPr>
              <a:t>等被控设备的执行元件。</a:t>
            </a:r>
          </a:p>
        </p:txBody>
      </p:sp>
    </p:spTree>
    <p:extLst>
      <p:ext uri="{BB962C8B-B14F-4D97-AF65-F5344CB8AC3E}">
        <p14:creationId xmlns:p14="http://schemas.microsoft.com/office/powerpoint/2010/main" val="9981837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lide(fromBottom)">
                                      <p:cBhvr>
                                        <p:cTn id="7" dur="500"/>
                                        <p:tgtEl>
                                          <p:spTgt spid="9">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slide(fromBottom)">
                                      <p:cBhvr>
                                        <p:cTn id="10" dur="500"/>
                                        <p:tgtEl>
                                          <p:spTgt spid="9">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slide(fromBottom)">
                                      <p:cBhvr>
                                        <p:cTn id="13"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E51B93F-938E-6547-A11E-B4CF02A8E4CC}"/>
              </a:ext>
            </a:extLst>
          </p:cNvPr>
          <p:cNvSpPr txBox="1">
            <a:spLocks noChangeArrowheads="1"/>
          </p:cNvSpPr>
          <p:nvPr/>
        </p:nvSpPr>
        <p:spPr bwMode="auto">
          <a:xfrm>
            <a:off x="466725" y="836613"/>
            <a:ext cx="8229600" cy="504031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rPr>
              <a:t> </a:t>
            </a:r>
            <a:r>
              <a:rPr kumimoji="0" lang="en-US" altLang="zh-CN" sz="24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rPr>
              <a:t>I / O </a:t>
            </a:r>
            <a:r>
              <a:rPr kumimoji="0" lang="zh-CN" altLang="zh-CN" sz="24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rPr>
              <a:t>接口的作用：</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电平转换功能：</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由于</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外部输入设备</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和</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输出设备</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所需的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信号电平</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多种多样的，</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而</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内部</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CPU</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处理的信号</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标准电平信号。</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光电隔离和滤波功能</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，以</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提高</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抗干扰能力</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，通常还有</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状态指示</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sym typeface="Arial" panose="020B0604020202020204" pitchFamily="34" charset="0"/>
              </a:rPr>
              <a:t>工作状况直</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观</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便于维护</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endPar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tabLst/>
              <a:defRPr/>
            </a:pP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 </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I / O </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接口的类型：</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开关量输入/输出接口</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模拟量输入/输出接口</a:t>
            </a:r>
          </a:p>
        </p:txBody>
      </p:sp>
    </p:spTree>
    <p:extLst>
      <p:ext uri="{BB962C8B-B14F-4D97-AF65-F5344CB8AC3E}">
        <p14:creationId xmlns:p14="http://schemas.microsoft.com/office/powerpoint/2010/main" val="4502668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slide(fromBottom)">
                                      <p:cBhvr>
                                        <p:cTn id="7" dur="500"/>
                                        <p:tgtEl>
                                          <p:spTgt spid="5">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slide(fromBottom)">
                                      <p:cBhvr>
                                        <p:cTn id="10" dur="500"/>
                                        <p:tgtEl>
                                          <p:spTgt spid="5">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slide(fromBottom)">
                                      <p:cBhvr>
                                        <p:cTn id="13" dur="500"/>
                                        <p:tgtEl>
                                          <p:spTgt spid="5">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slide(fromBottom)">
                                      <p:cBhvr>
                                        <p:cTn id="16" dur="500"/>
                                        <p:tgtEl>
                                          <p:spTgt spid="5">
                                            <p:txEl>
                                              <p:pRg st="4" end="4"/>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slide(fromBottom)">
                                      <p:cBhvr>
                                        <p:cTn id="19"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6224751-61C1-B845-A8AC-465E9A57D652}"/>
              </a:ext>
            </a:extLst>
          </p:cNvPr>
          <p:cNvSpPr txBox="1">
            <a:spLocks noChangeArrowheads="1"/>
          </p:cNvSpPr>
          <p:nvPr/>
        </p:nvSpPr>
        <p:spPr bwMode="auto">
          <a:xfrm>
            <a:off x="468313" y="1270000"/>
            <a:ext cx="8136135" cy="4246563"/>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50000"/>
              </a:spcBef>
              <a:spcAft>
                <a:spcPct val="0"/>
              </a:spcAft>
              <a:buClrTx/>
              <a:buSzTx/>
              <a:buFontTx/>
              <a:buNone/>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 输入/输出（</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I/O）</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点数：</a:t>
            </a:r>
          </a:p>
          <a:p>
            <a:pPr marL="342900" marR="0" lvl="0" indent="-342900" algn="just" defTabSz="914400" rtl="0" eaLnBrk="1" fontAlgn="base" latinLnBrk="0" hangingPunct="1">
              <a:lnSpc>
                <a:spcPct val="150000"/>
              </a:lnSpc>
              <a:spcBef>
                <a:spcPct val="50000"/>
              </a:spcBef>
              <a:spcAft>
                <a:spcPct val="0"/>
              </a:spcAft>
              <a:buClrTx/>
              <a:buSzTx/>
              <a:buFont typeface="Wingdings" pitchFamily="2" charset="2"/>
              <a:buChar char="Ø"/>
              <a:tabLst/>
              <a:defRPr/>
            </a:pPr>
            <a:r>
              <a:rPr kumimoji="0" lang="en-US" altLang="zh-CN" sz="24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宋体" panose="02010600030101010101" pitchFamily="2" charset="-122"/>
                <a:ea typeface="宋体"/>
                <a:cs typeface="+mn-cs"/>
              </a:rPr>
              <a:t>的</a:t>
            </a:r>
            <a:r>
              <a:rPr kumimoji="0" lang="en-US" altLang="zh-CN" sz="24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宋体" panose="02010600030101010101" pitchFamily="2" charset="-122"/>
                <a:ea typeface="宋体"/>
                <a:cs typeface="+mn-cs"/>
              </a:rPr>
              <a:t>I/O</a:t>
            </a:r>
            <a:r>
              <a:rPr kumimoji="0" lang="zh-CN" altLang="zh-CN" sz="24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宋体" panose="02010600030101010101" pitchFamily="2" charset="-122"/>
                <a:ea typeface="宋体"/>
                <a:cs typeface="+mn-cs"/>
              </a:rPr>
              <a:t>点数</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是指</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I/O</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接口</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所能接受</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输入信号个数</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和</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输出信号个数</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总和。</a:t>
            </a:r>
          </a:p>
          <a:p>
            <a:pPr marL="342900" marR="0" lvl="0" indent="-342900" algn="just" defTabSz="914400" rtl="0" eaLnBrk="1" fontAlgn="base" latinLnBrk="0" hangingPunct="1">
              <a:lnSpc>
                <a:spcPct val="150000"/>
              </a:lnSpc>
              <a:spcBef>
                <a:spcPct val="50000"/>
              </a:spcBef>
              <a:spcAft>
                <a:spcPct val="0"/>
              </a:spcAft>
              <a:buClrTx/>
              <a:buSzTx/>
              <a:buFont typeface="Wingdings" pitchFamily="2" charset="2"/>
              <a:buChar char="Ø"/>
              <a:tabLst/>
              <a:defRPr/>
            </a:pPr>
            <a:r>
              <a:rPr kumimoji="0" lang="en-US" altLang="zh-CN" sz="24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宋体" panose="02010600030101010101" pitchFamily="2" charset="-122"/>
                <a:ea typeface="宋体"/>
                <a:cs typeface="+mn-cs"/>
              </a:rPr>
              <a:t>I/O</a:t>
            </a:r>
            <a:r>
              <a:rPr kumimoji="0" lang="zh-CN" altLang="zh-CN" sz="24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宋体" panose="02010600030101010101" pitchFamily="2" charset="-122"/>
                <a:ea typeface="宋体"/>
                <a:cs typeface="+mn-cs"/>
              </a:rPr>
              <a:t>点数</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选择</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重要依据之一</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a:t>
            </a:r>
            <a:endPar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endParaRPr>
          </a:p>
          <a:p>
            <a:pPr marL="342900" marR="0" lvl="0" indent="-342900" algn="just" defTabSz="914400" rtl="0" eaLnBrk="1" fontAlgn="base" latinLnBrk="0" hangingPunct="1">
              <a:lnSpc>
                <a:spcPct val="150000"/>
              </a:lnSpc>
              <a:spcBef>
                <a:spcPct val="50000"/>
              </a:spcBef>
              <a:spcAft>
                <a:spcPct val="0"/>
              </a:spcAft>
              <a:buClrTx/>
              <a:buSzTx/>
              <a:buFont typeface="Wingdings" pitchFamily="2" charset="2"/>
              <a:buChar char="Ø"/>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当</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I/O</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点数不够</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时，可通</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过</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的</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I/O</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扩展接口</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对</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系统进行扩展</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a:t>
            </a:r>
            <a:endPar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endParaRPr>
          </a:p>
        </p:txBody>
      </p:sp>
    </p:spTree>
    <p:extLst>
      <p:ext uri="{BB962C8B-B14F-4D97-AF65-F5344CB8AC3E}">
        <p14:creationId xmlns:p14="http://schemas.microsoft.com/office/powerpoint/2010/main" val="13004748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slide(fromBottom)">
                                      <p:cBhvr>
                                        <p:cTn id="7" dur="500"/>
                                        <p:tgtEl>
                                          <p:spTgt spid="5">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slide(fromBottom)">
                                      <p:cBhvr>
                                        <p:cTn id="10" dur="500"/>
                                        <p:tgtEl>
                                          <p:spTgt spid="5">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slide(fromBottom)">
                                      <p:cBhvr>
                                        <p:cTn id="13"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5E7CDA12-0FEF-EC48-BB02-A77C5B711F02}"/>
              </a:ext>
            </a:extLst>
          </p:cNvPr>
          <p:cNvSpPr txBox="1">
            <a:spLocks noChangeArrowheads="1"/>
          </p:cNvSpPr>
          <p:nvPr/>
        </p:nvSpPr>
        <p:spPr bwMode="auto">
          <a:xfrm>
            <a:off x="539750" y="635000"/>
            <a:ext cx="6192838" cy="5619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723900" marR="0" lvl="0" indent="-72390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4</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lang="en-US" altLang="zh-CN" sz="2400" b="1" dirty="0">
                <a:solidFill>
                  <a:srgbClr val="A50021"/>
                </a:solidFill>
                <a:latin typeface="宋体" panose="02010600030101010101" pitchFamily="2" charset="-122"/>
              </a:rPr>
              <a:t>PLC</a:t>
            </a:r>
            <a:r>
              <a:rPr lang="zh-CN" altLang="zh-CN" sz="2400" b="1" dirty="0">
                <a:solidFill>
                  <a:srgbClr val="A50021"/>
                </a:solidFill>
                <a:latin typeface="宋体" panose="02010600030101010101" pitchFamily="2" charset="-122"/>
              </a:rPr>
              <a:t>编程器及作用</a:t>
            </a:r>
            <a:endPar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endParaRPr>
          </a:p>
        </p:txBody>
      </p:sp>
      <p:sp>
        <p:nvSpPr>
          <p:cNvPr id="6" name="Text Box 4">
            <a:extLst>
              <a:ext uri="{FF2B5EF4-FFF2-40B4-BE49-F238E27FC236}">
                <a16:creationId xmlns:a16="http://schemas.microsoft.com/office/drawing/2014/main" id="{E3EC7DA6-03D9-8340-B786-8313B5C855D5}"/>
              </a:ext>
            </a:extLst>
          </p:cNvPr>
          <p:cNvSpPr txBox="1">
            <a:spLocks noChangeArrowheads="1"/>
          </p:cNvSpPr>
          <p:nvPr/>
        </p:nvSpPr>
        <p:spPr bwMode="auto">
          <a:xfrm>
            <a:off x="468313" y="1485900"/>
            <a:ext cx="8208962"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pPr>
            <a:r>
              <a:rPr lang="zh-CN" altLang="en-US" sz="2400" b="1" dirty="0">
                <a:solidFill>
                  <a:srgbClr val="0033CC"/>
                </a:solidFill>
                <a:latin typeface="宋体" panose="02010600030101010101" pitchFamily="2" charset="-122"/>
              </a:rPr>
              <a:t>  </a:t>
            </a:r>
            <a:r>
              <a:rPr lang="zh-CN" altLang="en-US" sz="2400" b="1" dirty="0">
                <a:solidFill>
                  <a:srgbClr val="000099"/>
                </a:solidFill>
                <a:latin typeface="宋体" panose="02010600030101010101" pitchFamily="2" charset="-122"/>
              </a:rPr>
              <a:t> </a:t>
            </a:r>
            <a:r>
              <a:rPr lang="zh-CN" altLang="zh-CN" sz="2400" b="1" dirty="0">
                <a:solidFill>
                  <a:srgbClr val="000099"/>
                </a:solidFill>
                <a:latin typeface="宋体" panose="02010600030101010101" pitchFamily="2" charset="-122"/>
              </a:rPr>
              <a:t>编程器的作用：</a:t>
            </a:r>
            <a:r>
              <a:rPr lang="zh-CN" altLang="zh-CN" sz="2400" b="1" dirty="0">
                <a:solidFill>
                  <a:srgbClr val="09211C"/>
                </a:solidFill>
                <a:latin typeface="宋体" panose="02010600030101010101" pitchFamily="2" charset="-122"/>
              </a:rPr>
              <a:t>是编辑、调试、输入用户程序，也可在线监控</a:t>
            </a:r>
            <a:r>
              <a:rPr lang="en-US" altLang="zh-CN" sz="2400" b="1" dirty="0">
                <a:solidFill>
                  <a:srgbClr val="09211C"/>
                </a:solidFill>
                <a:latin typeface="宋体" panose="02010600030101010101" pitchFamily="2" charset="-122"/>
              </a:rPr>
              <a:t>PLC</a:t>
            </a:r>
            <a:r>
              <a:rPr lang="zh-CN" altLang="zh-CN" sz="2400" b="1" dirty="0">
                <a:solidFill>
                  <a:srgbClr val="09211C"/>
                </a:solidFill>
                <a:latin typeface="宋体" panose="02010600030101010101" pitchFamily="2" charset="-122"/>
              </a:rPr>
              <a:t>内部状态和参数，与</a:t>
            </a:r>
            <a:r>
              <a:rPr lang="en-US" altLang="zh-CN" sz="2400" b="1" dirty="0">
                <a:solidFill>
                  <a:srgbClr val="09211C"/>
                </a:solidFill>
                <a:latin typeface="宋体" panose="02010600030101010101" pitchFamily="2" charset="-122"/>
              </a:rPr>
              <a:t>PLC</a:t>
            </a:r>
            <a:r>
              <a:rPr lang="zh-CN" altLang="zh-CN" sz="2400" b="1" dirty="0">
                <a:solidFill>
                  <a:srgbClr val="09211C"/>
                </a:solidFill>
                <a:latin typeface="宋体" panose="02010600030101010101" pitchFamily="2" charset="-122"/>
              </a:rPr>
              <a:t>进行人机对话。</a:t>
            </a:r>
          </a:p>
          <a:p>
            <a:pPr algn="just" eaLnBrk="1" hangingPunct="1">
              <a:lnSpc>
                <a:spcPct val="150000"/>
              </a:lnSpc>
              <a:spcBef>
                <a:spcPct val="50000"/>
              </a:spcBef>
            </a:pPr>
            <a:r>
              <a:rPr lang="zh-CN" altLang="en-US" sz="2400" b="1" dirty="0">
                <a:solidFill>
                  <a:srgbClr val="09211C"/>
                </a:solidFill>
                <a:latin typeface="宋体" panose="02010600030101010101" pitchFamily="2" charset="-122"/>
              </a:rPr>
              <a:t>   </a:t>
            </a:r>
            <a:r>
              <a:rPr lang="zh-CN" altLang="zh-CN" sz="2400" b="1" dirty="0">
                <a:solidFill>
                  <a:srgbClr val="000099"/>
                </a:solidFill>
                <a:latin typeface="宋体" panose="02010600030101010101" pitchFamily="2" charset="-122"/>
              </a:rPr>
              <a:t>它是开发、应用、维护</a:t>
            </a:r>
            <a:r>
              <a:rPr lang="en-US" altLang="zh-CN" sz="2400" b="1" dirty="0">
                <a:solidFill>
                  <a:srgbClr val="000099"/>
                </a:solidFill>
                <a:latin typeface="宋体" panose="02010600030101010101" pitchFamily="2" charset="-122"/>
              </a:rPr>
              <a:t>PLC</a:t>
            </a:r>
            <a:r>
              <a:rPr lang="zh-CN" altLang="zh-CN" sz="2400" b="1" dirty="0">
                <a:solidFill>
                  <a:srgbClr val="000099"/>
                </a:solidFill>
                <a:latin typeface="宋体" panose="02010600030101010101" pitchFamily="2" charset="-122"/>
              </a:rPr>
              <a:t>不可缺少的设备。</a:t>
            </a:r>
          </a:p>
        </p:txBody>
      </p:sp>
      <p:pic>
        <p:nvPicPr>
          <p:cNvPr id="8" name="Picture 6">
            <a:extLst>
              <a:ext uri="{FF2B5EF4-FFF2-40B4-BE49-F238E27FC236}">
                <a16:creationId xmlns:a16="http://schemas.microsoft.com/office/drawing/2014/main" id="{5BEDD9A3-38CF-D34F-8EFD-A1AEBB8670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717925"/>
            <a:ext cx="576103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1568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5E7CDA12-0FEF-EC48-BB02-A77C5B711F02}"/>
              </a:ext>
            </a:extLst>
          </p:cNvPr>
          <p:cNvSpPr txBox="1">
            <a:spLocks noChangeArrowheads="1"/>
          </p:cNvSpPr>
          <p:nvPr/>
        </p:nvSpPr>
        <p:spPr bwMode="auto">
          <a:xfrm>
            <a:off x="539750" y="635000"/>
            <a:ext cx="6192838" cy="5619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723900" marR="0" lvl="0" indent="-72390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5</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lang="en-US" altLang="zh-CN" sz="2400" b="1" dirty="0">
                <a:solidFill>
                  <a:srgbClr val="A50021"/>
                </a:solidFill>
                <a:latin typeface="宋体" panose="02010600030101010101" pitchFamily="2" charset="-122"/>
              </a:rPr>
              <a:t>PLC</a:t>
            </a:r>
            <a:r>
              <a:rPr lang="zh-CN" altLang="zh-CN" sz="2400" b="1" dirty="0">
                <a:solidFill>
                  <a:srgbClr val="A50021"/>
                </a:solidFill>
                <a:latin typeface="宋体" panose="02010600030101010101" pitchFamily="2" charset="-122"/>
              </a:rPr>
              <a:t>中的电源及作用</a:t>
            </a:r>
            <a:endPar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endParaRPr>
          </a:p>
        </p:txBody>
      </p:sp>
      <p:sp>
        <p:nvSpPr>
          <p:cNvPr id="9" name="Rectangle 3">
            <a:extLst>
              <a:ext uri="{FF2B5EF4-FFF2-40B4-BE49-F238E27FC236}">
                <a16:creationId xmlns:a16="http://schemas.microsoft.com/office/drawing/2014/main" id="{4F2F9165-3CE6-0744-A9B7-2EE65DC31E29}"/>
              </a:ext>
            </a:extLst>
          </p:cNvPr>
          <p:cNvSpPr txBox="1">
            <a:spLocks noChangeArrowheads="1"/>
          </p:cNvSpPr>
          <p:nvPr/>
        </p:nvSpPr>
        <p:spPr bwMode="auto">
          <a:xfrm>
            <a:off x="468313" y="1485900"/>
            <a:ext cx="8229600" cy="417512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配有</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开关式</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稳压电源</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，以提供</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内部电路</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使用。</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普通电源</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相比，</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电源的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稳定性好、抗干扰能力强。</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因此，对于</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电网提供</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电源稳定度要求不高</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，一般</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允许电源电压</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在其</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额定值±15%</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范围内波动。</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许多</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还</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向外提供直流24</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V</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稳压电源</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，用于对</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外部传感  器供电。</a:t>
            </a:r>
          </a:p>
          <a:p>
            <a:pPr marL="342900" marR="0" lvl="0" indent="-342900" algn="just" defTabSz="914400" rtl="0" eaLnBrk="1" fontAlgn="base" latinLnBrk="0" hangingPunct="1">
              <a:lnSpc>
                <a:spcPct val="150000"/>
              </a:lnSpc>
              <a:spcBef>
                <a:spcPct val="20000"/>
              </a:spcBef>
              <a:spcAft>
                <a:spcPct val="0"/>
              </a:spcAft>
              <a:buClrTx/>
              <a:buSzTx/>
              <a:buFontTx/>
              <a:buChar char="•"/>
              <a:tabLst/>
              <a:defRPr/>
            </a:pP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电源的容量。</a:t>
            </a:r>
            <a:endPar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endParaRPr>
          </a:p>
        </p:txBody>
      </p:sp>
    </p:spTree>
    <p:extLst>
      <p:ext uri="{BB962C8B-B14F-4D97-AF65-F5344CB8AC3E}">
        <p14:creationId xmlns:p14="http://schemas.microsoft.com/office/powerpoint/2010/main" val="28885708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lide(fromBottom)">
                                      <p:cBhvr>
                                        <p:cTn id="7" dur="500"/>
                                        <p:tgtEl>
                                          <p:spTgt spid="9">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slide(fromBottom)">
                                      <p:cBhvr>
                                        <p:cTn id="10" dur="500"/>
                                        <p:tgtEl>
                                          <p:spTgt spid="9">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slide(fromBottom)">
                                      <p:cBhvr>
                                        <p:cTn id="13" dur="500"/>
                                        <p:tgtEl>
                                          <p:spTgt spid="9">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slide(fromBottom)">
                                      <p:cBhvr>
                                        <p:cTn id="16"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D619D47-CC77-A141-A4FD-D782DCB7AAE2}"/>
              </a:ext>
            </a:extLst>
          </p:cNvPr>
          <p:cNvSpPr txBox="1">
            <a:spLocks noChangeArrowheads="1"/>
          </p:cNvSpPr>
          <p:nvPr/>
        </p:nvSpPr>
        <p:spPr bwMode="auto">
          <a:xfrm>
            <a:off x="395288" y="620713"/>
            <a:ext cx="8353425" cy="56165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a:t>
            </a:r>
            <a:r>
              <a:rPr kumimoji="0" lang="en-US" altLang="zh-CN" sz="22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rPr>
              <a:t>配有各种通信接口与外部设备连接</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打印机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连接，可将过程信息、系统参数等输出打印</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监视器</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连接，可将控制过程图像显示出来</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en-US"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连接，组成多机系统或连成网络，实现更大规模控制</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计算机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连接，组成多级分布式控制系统，控制与管理相结合</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人机界面（触摸屏）</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连接</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智能接口模块</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连接。</a:t>
            </a: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智能接口模块</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是一</a:t>
            </a: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独立</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的计算机系统，它有自己的</a:t>
            </a:r>
            <a:r>
              <a:rPr kumimoji="0" lang="en-US"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CPU、</a:t>
            </a: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系统程序、存储器以及与</a:t>
            </a:r>
            <a:r>
              <a:rPr kumimoji="0" lang="en-US"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系统</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总线相连的接口</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en-US"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的智能接口模块种类很多</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，如：</a:t>
            </a:r>
            <a:r>
              <a:rPr kumimoji="0" lang="zh-CN" altLang="zh-CN" sz="22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高速计数模块、闭环控制模块、运动控制模块、中断控制模块</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等。</a:t>
            </a:r>
          </a:p>
          <a:p>
            <a:pPr marL="342900" marR="0" lvl="0" indent="-342900" algn="just" defTabSz="914400" rtl="0" eaLnBrk="1" fontAlgn="base" latinLnBrk="0" hangingPunct="1">
              <a:lnSpc>
                <a:spcPct val="150000"/>
              </a:lnSpc>
              <a:spcBef>
                <a:spcPct val="0"/>
              </a:spcBef>
              <a:spcAft>
                <a:spcPct val="0"/>
              </a:spcAft>
              <a:buClrTx/>
              <a:buSzTx/>
              <a:buFontTx/>
              <a:buChar char="•"/>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与</a:t>
            </a:r>
            <a:r>
              <a:rPr kumimoji="0" lang="zh-CN" altLang="zh-CN" sz="22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编程器</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连接</a:t>
            </a:r>
          </a:p>
        </p:txBody>
      </p:sp>
    </p:spTree>
    <p:extLst>
      <p:ext uri="{BB962C8B-B14F-4D97-AF65-F5344CB8AC3E}">
        <p14:creationId xmlns:p14="http://schemas.microsoft.com/office/powerpoint/2010/main" val="31061447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slide(fromBottom)">
                                      <p:cBhvr>
                                        <p:cTn id="7" dur="500"/>
                                        <p:tgtEl>
                                          <p:spTgt spid="5">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slide(fromBottom)">
                                      <p:cBhvr>
                                        <p:cTn id="10" dur="500"/>
                                        <p:tgtEl>
                                          <p:spTgt spid="5">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slide(fromBottom)">
                                      <p:cBhvr>
                                        <p:cTn id="13" dur="500"/>
                                        <p:tgtEl>
                                          <p:spTgt spid="5">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slide(fromBottom)">
                                      <p:cBhvr>
                                        <p:cTn id="16" dur="500"/>
                                        <p:tgtEl>
                                          <p:spTgt spid="5">
                                            <p:txEl>
                                              <p:pRg st="4" end="4"/>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slide(fromBottom)">
                                      <p:cBhvr>
                                        <p:cTn id="19" dur="500"/>
                                        <p:tgtEl>
                                          <p:spTgt spid="5">
                                            <p:txEl>
                                              <p:pRg st="5" end="5"/>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slide(fromBottom)">
                                      <p:cBhvr>
                                        <p:cTn id="22" dur="500"/>
                                        <p:tgtEl>
                                          <p:spTgt spid="5">
                                            <p:txEl>
                                              <p:pRg st="6" end="6"/>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animEffect transition="in" filter="slide(fromBottom)">
                                      <p:cBhvr>
                                        <p:cTn id="25"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 Box 2">
            <a:extLst>
              <a:ext uri="{FF2B5EF4-FFF2-40B4-BE49-F238E27FC236}">
                <a16:creationId xmlns:a16="http://schemas.microsoft.com/office/drawing/2014/main" id="{A0BFC0FC-4D15-9141-8804-F9DA91018F95}"/>
              </a:ext>
            </a:extLst>
          </p:cNvPr>
          <p:cNvSpPr txBox="1">
            <a:spLocks noChangeArrowheads="1"/>
          </p:cNvSpPr>
          <p:nvPr/>
        </p:nvSpPr>
        <p:spPr bwMode="auto">
          <a:xfrm>
            <a:off x="7185917" y="2348508"/>
            <a:ext cx="647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PLC</a:t>
            </a:r>
          </a:p>
        </p:txBody>
      </p:sp>
      <p:sp>
        <p:nvSpPr>
          <p:cNvPr id="62" name="Rectangle 3">
            <a:extLst>
              <a:ext uri="{FF2B5EF4-FFF2-40B4-BE49-F238E27FC236}">
                <a16:creationId xmlns:a16="http://schemas.microsoft.com/office/drawing/2014/main" id="{48A5D483-C4BF-7F44-90CF-CBFFBB239E5B}"/>
              </a:ext>
            </a:extLst>
          </p:cNvPr>
          <p:cNvSpPr>
            <a:spLocks noChangeArrowheads="1"/>
          </p:cNvSpPr>
          <p:nvPr/>
        </p:nvSpPr>
        <p:spPr bwMode="auto">
          <a:xfrm>
            <a:off x="467544" y="2419945"/>
            <a:ext cx="700087" cy="792163"/>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3" name="AutoShape 4">
            <a:extLst>
              <a:ext uri="{FF2B5EF4-FFF2-40B4-BE49-F238E27FC236}">
                <a16:creationId xmlns:a16="http://schemas.microsoft.com/office/drawing/2014/main" id="{FDBF6F3D-0F89-A842-945E-A9E1AE834A30}"/>
              </a:ext>
            </a:extLst>
          </p:cNvPr>
          <p:cNvSpPr>
            <a:spLocks noChangeArrowheads="1"/>
          </p:cNvSpPr>
          <p:nvPr/>
        </p:nvSpPr>
        <p:spPr bwMode="auto">
          <a:xfrm>
            <a:off x="1167631" y="2637433"/>
            <a:ext cx="309563" cy="431800"/>
          </a:xfrm>
          <a:prstGeom prst="leftRightArrow">
            <a:avLst>
              <a:gd name="adj1" fmla="val 50000"/>
              <a:gd name="adj2" fmla="val 20000"/>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4" name="Rectangle 5">
            <a:extLst>
              <a:ext uri="{FF2B5EF4-FFF2-40B4-BE49-F238E27FC236}">
                <a16:creationId xmlns:a16="http://schemas.microsoft.com/office/drawing/2014/main" id="{6149AA7B-7D0C-E14F-8809-F0A20E1E930C}"/>
              </a:ext>
            </a:extLst>
          </p:cNvPr>
          <p:cNvSpPr>
            <a:spLocks noChangeArrowheads="1"/>
          </p:cNvSpPr>
          <p:nvPr/>
        </p:nvSpPr>
        <p:spPr bwMode="auto">
          <a:xfrm>
            <a:off x="1477194" y="2419945"/>
            <a:ext cx="700087" cy="792163"/>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5" name="AutoShape 6">
            <a:extLst>
              <a:ext uri="{FF2B5EF4-FFF2-40B4-BE49-F238E27FC236}">
                <a16:creationId xmlns:a16="http://schemas.microsoft.com/office/drawing/2014/main" id="{CB222C0F-64CE-FD45-99B9-4409E7C84E0B}"/>
              </a:ext>
            </a:extLst>
          </p:cNvPr>
          <p:cNvSpPr>
            <a:spLocks noChangeArrowheads="1"/>
          </p:cNvSpPr>
          <p:nvPr/>
        </p:nvSpPr>
        <p:spPr bwMode="auto">
          <a:xfrm>
            <a:off x="2177281" y="2637433"/>
            <a:ext cx="309563" cy="431800"/>
          </a:xfrm>
          <a:prstGeom prst="leftRightArrow">
            <a:avLst>
              <a:gd name="adj1" fmla="val 50000"/>
              <a:gd name="adj2" fmla="val 20000"/>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6" name="Rectangle 7">
            <a:extLst>
              <a:ext uri="{FF2B5EF4-FFF2-40B4-BE49-F238E27FC236}">
                <a16:creationId xmlns:a16="http://schemas.microsoft.com/office/drawing/2014/main" id="{A344F599-283F-DE44-B938-003637EE3662}"/>
              </a:ext>
            </a:extLst>
          </p:cNvPr>
          <p:cNvSpPr>
            <a:spLocks noChangeArrowheads="1"/>
          </p:cNvSpPr>
          <p:nvPr/>
        </p:nvSpPr>
        <p:spPr bwMode="auto">
          <a:xfrm>
            <a:off x="2486844" y="2419945"/>
            <a:ext cx="700087" cy="792163"/>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7" name="Rectangle 8">
            <a:extLst>
              <a:ext uri="{FF2B5EF4-FFF2-40B4-BE49-F238E27FC236}">
                <a16:creationId xmlns:a16="http://schemas.microsoft.com/office/drawing/2014/main" id="{5CE17818-9210-8346-BC54-27713A00928A}"/>
              </a:ext>
            </a:extLst>
          </p:cNvPr>
          <p:cNvSpPr>
            <a:spLocks noChangeArrowheads="1"/>
          </p:cNvSpPr>
          <p:nvPr/>
        </p:nvSpPr>
        <p:spPr bwMode="auto">
          <a:xfrm>
            <a:off x="3875038" y="1700808"/>
            <a:ext cx="1243013"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8" name="Rectangle 9">
            <a:extLst>
              <a:ext uri="{FF2B5EF4-FFF2-40B4-BE49-F238E27FC236}">
                <a16:creationId xmlns:a16="http://schemas.microsoft.com/office/drawing/2014/main" id="{0D929470-F021-804F-AC39-64AC3AEE7922}"/>
              </a:ext>
            </a:extLst>
          </p:cNvPr>
          <p:cNvSpPr>
            <a:spLocks noChangeArrowheads="1"/>
          </p:cNvSpPr>
          <p:nvPr/>
        </p:nvSpPr>
        <p:spPr bwMode="auto">
          <a:xfrm>
            <a:off x="3875038" y="3285133"/>
            <a:ext cx="1243013"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9" name="Rectangle 10">
            <a:extLst>
              <a:ext uri="{FF2B5EF4-FFF2-40B4-BE49-F238E27FC236}">
                <a16:creationId xmlns:a16="http://schemas.microsoft.com/office/drawing/2014/main" id="{5F6FD725-F1E4-0941-A644-AA905E353938}"/>
              </a:ext>
            </a:extLst>
          </p:cNvPr>
          <p:cNvSpPr>
            <a:spLocks noChangeArrowheads="1"/>
          </p:cNvSpPr>
          <p:nvPr/>
        </p:nvSpPr>
        <p:spPr bwMode="auto">
          <a:xfrm>
            <a:off x="3875038" y="3716933"/>
            <a:ext cx="1243013"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0" name="Rectangle 11">
            <a:extLst>
              <a:ext uri="{FF2B5EF4-FFF2-40B4-BE49-F238E27FC236}">
                <a16:creationId xmlns:a16="http://schemas.microsoft.com/office/drawing/2014/main" id="{FCD51C07-F972-2840-847A-8D2D99570F17}"/>
              </a:ext>
            </a:extLst>
          </p:cNvPr>
          <p:cNvSpPr>
            <a:spLocks noChangeArrowheads="1"/>
          </p:cNvSpPr>
          <p:nvPr/>
        </p:nvSpPr>
        <p:spPr bwMode="auto">
          <a:xfrm>
            <a:off x="3875038" y="4220170"/>
            <a:ext cx="1243013" cy="287338"/>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1" name="Rectangle 12">
            <a:extLst>
              <a:ext uri="{FF2B5EF4-FFF2-40B4-BE49-F238E27FC236}">
                <a16:creationId xmlns:a16="http://schemas.microsoft.com/office/drawing/2014/main" id="{41CB2BC2-E952-E445-9BBB-64272E025AD8}"/>
              </a:ext>
            </a:extLst>
          </p:cNvPr>
          <p:cNvSpPr>
            <a:spLocks noChangeArrowheads="1"/>
          </p:cNvSpPr>
          <p:nvPr/>
        </p:nvSpPr>
        <p:spPr bwMode="auto">
          <a:xfrm>
            <a:off x="3875038" y="2132608"/>
            <a:ext cx="1243013"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2" name="Rectangle 13">
            <a:extLst>
              <a:ext uri="{FF2B5EF4-FFF2-40B4-BE49-F238E27FC236}">
                <a16:creationId xmlns:a16="http://schemas.microsoft.com/office/drawing/2014/main" id="{A5EC5383-A9D5-AA48-AC74-7D975396060C}"/>
              </a:ext>
            </a:extLst>
          </p:cNvPr>
          <p:cNvSpPr>
            <a:spLocks noChangeArrowheads="1"/>
          </p:cNvSpPr>
          <p:nvPr/>
        </p:nvSpPr>
        <p:spPr bwMode="auto">
          <a:xfrm>
            <a:off x="5903217" y="2348508"/>
            <a:ext cx="622300"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3" name="Rectangle 14">
            <a:extLst>
              <a:ext uri="{FF2B5EF4-FFF2-40B4-BE49-F238E27FC236}">
                <a16:creationId xmlns:a16="http://schemas.microsoft.com/office/drawing/2014/main" id="{7E44ECEE-D8B6-5F4E-A154-8761A0C23D76}"/>
              </a:ext>
            </a:extLst>
          </p:cNvPr>
          <p:cNvSpPr>
            <a:spLocks noChangeArrowheads="1"/>
          </p:cNvSpPr>
          <p:nvPr/>
        </p:nvSpPr>
        <p:spPr bwMode="auto">
          <a:xfrm>
            <a:off x="5903217" y="2924770"/>
            <a:ext cx="622300" cy="287338"/>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4" name="Rectangle 15">
            <a:extLst>
              <a:ext uri="{FF2B5EF4-FFF2-40B4-BE49-F238E27FC236}">
                <a16:creationId xmlns:a16="http://schemas.microsoft.com/office/drawing/2014/main" id="{C91D9CEA-A045-F146-B275-3DC5DA205202}"/>
              </a:ext>
            </a:extLst>
          </p:cNvPr>
          <p:cNvSpPr>
            <a:spLocks noChangeArrowheads="1"/>
          </p:cNvSpPr>
          <p:nvPr/>
        </p:nvSpPr>
        <p:spPr bwMode="auto">
          <a:xfrm>
            <a:off x="5903217" y="3501033"/>
            <a:ext cx="622300"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5" name="Rectangle 16">
            <a:extLst>
              <a:ext uri="{FF2B5EF4-FFF2-40B4-BE49-F238E27FC236}">
                <a16:creationId xmlns:a16="http://schemas.microsoft.com/office/drawing/2014/main" id="{256C2780-C400-6F4A-B437-6A4F458B1619}"/>
              </a:ext>
            </a:extLst>
          </p:cNvPr>
          <p:cNvSpPr>
            <a:spLocks noChangeArrowheads="1"/>
          </p:cNvSpPr>
          <p:nvPr/>
        </p:nvSpPr>
        <p:spPr bwMode="auto">
          <a:xfrm>
            <a:off x="7066855" y="2348508"/>
            <a:ext cx="622300"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6" name="Rectangle 17">
            <a:extLst>
              <a:ext uri="{FF2B5EF4-FFF2-40B4-BE49-F238E27FC236}">
                <a16:creationId xmlns:a16="http://schemas.microsoft.com/office/drawing/2014/main" id="{F348D7CC-7236-6D4E-A5BD-3A6C116BE0F3}"/>
              </a:ext>
            </a:extLst>
          </p:cNvPr>
          <p:cNvSpPr>
            <a:spLocks noChangeArrowheads="1"/>
          </p:cNvSpPr>
          <p:nvPr/>
        </p:nvSpPr>
        <p:spPr bwMode="auto">
          <a:xfrm>
            <a:off x="7066855" y="2924770"/>
            <a:ext cx="622300" cy="287338"/>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7" name="Rectangle 18">
            <a:extLst>
              <a:ext uri="{FF2B5EF4-FFF2-40B4-BE49-F238E27FC236}">
                <a16:creationId xmlns:a16="http://schemas.microsoft.com/office/drawing/2014/main" id="{86E9EBB9-B456-0D48-B727-766AA6068801}"/>
              </a:ext>
            </a:extLst>
          </p:cNvPr>
          <p:cNvSpPr>
            <a:spLocks noChangeArrowheads="1"/>
          </p:cNvSpPr>
          <p:nvPr/>
        </p:nvSpPr>
        <p:spPr bwMode="auto">
          <a:xfrm>
            <a:off x="7066855" y="3501033"/>
            <a:ext cx="622300"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8" name="Rectangle 19">
            <a:extLst>
              <a:ext uri="{FF2B5EF4-FFF2-40B4-BE49-F238E27FC236}">
                <a16:creationId xmlns:a16="http://schemas.microsoft.com/office/drawing/2014/main" id="{5C1D6DAB-1E4F-9448-85F8-8911766A0A9A}"/>
              </a:ext>
            </a:extLst>
          </p:cNvPr>
          <p:cNvSpPr>
            <a:spLocks noChangeArrowheads="1"/>
          </p:cNvSpPr>
          <p:nvPr/>
        </p:nvSpPr>
        <p:spPr bwMode="auto">
          <a:xfrm>
            <a:off x="8078092" y="2348508"/>
            <a:ext cx="620713" cy="287337"/>
          </a:xfrm>
          <a:prstGeom prst="rect">
            <a:avLst/>
          </a:prstGeom>
          <a:noFill/>
          <a:ln w="952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9" name="Text Box 20">
            <a:extLst>
              <a:ext uri="{FF2B5EF4-FFF2-40B4-BE49-F238E27FC236}">
                <a16:creationId xmlns:a16="http://schemas.microsoft.com/office/drawing/2014/main" id="{50ED1472-DBC9-C746-AD0A-A4075AFEB70D}"/>
              </a:ext>
            </a:extLst>
          </p:cNvPr>
          <p:cNvSpPr txBox="1">
            <a:spLocks noChangeArrowheads="1"/>
          </p:cNvSpPr>
          <p:nvPr/>
        </p:nvSpPr>
        <p:spPr bwMode="auto">
          <a:xfrm>
            <a:off x="467544" y="2637433"/>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solidFill>
                  <a:srgbClr val="0000CC"/>
                </a:solidFill>
                <a:latin typeface="Tahoma" panose="020B0604030504040204" pitchFamily="34" charset="0"/>
              </a:rPr>
              <a:t>主机</a:t>
            </a:r>
          </a:p>
        </p:txBody>
      </p:sp>
      <p:sp>
        <p:nvSpPr>
          <p:cNvPr id="80" name="Text Box 21">
            <a:extLst>
              <a:ext uri="{FF2B5EF4-FFF2-40B4-BE49-F238E27FC236}">
                <a16:creationId xmlns:a16="http://schemas.microsoft.com/office/drawing/2014/main" id="{9A9E394B-6DF9-7943-B9C6-80C022C272EE}"/>
              </a:ext>
            </a:extLst>
          </p:cNvPr>
          <p:cNvSpPr txBox="1">
            <a:spLocks noChangeArrowheads="1"/>
          </p:cNvSpPr>
          <p:nvPr/>
        </p:nvSpPr>
        <p:spPr bwMode="auto">
          <a:xfrm>
            <a:off x="1477194" y="2564408"/>
            <a:ext cx="6985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1</a:t>
            </a:r>
            <a:r>
              <a:rPr lang="zh-CN" altLang="en-US" sz="1400">
                <a:solidFill>
                  <a:srgbClr val="0000CC"/>
                </a:solidFill>
                <a:latin typeface="Tahoma" panose="020B0604030504040204" pitchFamily="34" charset="0"/>
              </a:rPr>
              <a:t>号扩展机</a:t>
            </a:r>
          </a:p>
        </p:txBody>
      </p:sp>
      <p:sp>
        <p:nvSpPr>
          <p:cNvPr id="81" name="Text Box 22">
            <a:extLst>
              <a:ext uri="{FF2B5EF4-FFF2-40B4-BE49-F238E27FC236}">
                <a16:creationId xmlns:a16="http://schemas.microsoft.com/office/drawing/2014/main" id="{1461F1C3-B708-B24D-9F4C-8093168959D6}"/>
              </a:ext>
            </a:extLst>
          </p:cNvPr>
          <p:cNvSpPr txBox="1">
            <a:spLocks noChangeArrowheads="1"/>
          </p:cNvSpPr>
          <p:nvPr/>
        </p:nvSpPr>
        <p:spPr bwMode="auto">
          <a:xfrm>
            <a:off x="4184601" y="1700808"/>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solidFill>
                  <a:srgbClr val="0000CC"/>
                </a:solidFill>
                <a:latin typeface="Tahoma" panose="020B0604030504040204" pitchFamily="34" charset="0"/>
              </a:rPr>
              <a:t>主机</a:t>
            </a:r>
          </a:p>
        </p:txBody>
      </p:sp>
      <p:sp>
        <p:nvSpPr>
          <p:cNvPr id="82" name="Text Box 23">
            <a:extLst>
              <a:ext uri="{FF2B5EF4-FFF2-40B4-BE49-F238E27FC236}">
                <a16:creationId xmlns:a16="http://schemas.microsoft.com/office/drawing/2014/main" id="{00C6FB49-6D14-2042-8F13-F427DB71F001}"/>
              </a:ext>
            </a:extLst>
          </p:cNvPr>
          <p:cNvSpPr txBox="1">
            <a:spLocks noChangeArrowheads="1"/>
          </p:cNvSpPr>
          <p:nvPr/>
        </p:nvSpPr>
        <p:spPr bwMode="auto">
          <a:xfrm>
            <a:off x="5981005" y="2348508"/>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PLC</a:t>
            </a:r>
          </a:p>
        </p:txBody>
      </p:sp>
      <p:sp>
        <p:nvSpPr>
          <p:cNvPr id="83" name="Text Box 24">
            <a:extLst>
              <a:ext uri="{FF2B5EF4-FFF2-40B4-BE49-F238E27FC236}">
                <a16:creationId xmlns:a16="http://schemas.microsoft.com/office/drawing/2014/main" id="{17CB21F7-AE9A-9E44-B20F-D4B117815E7F}"/>
              </a:ext>
            </a:extLst>
          </p:cNvPr>
          <p:cNvSpPr txBox="1">
            <a:spLocks noChangeArrowheads="1"/>
          </p:cNvSpPr>
          <p:nvPr/>
        </p:nvSpPr>
        <p:spPr bwMode="auto">
          <a:xfrm>
            <a:off x="623119" y="4869458"/>
            <a:ext cx="1706562" cy="314325"/>
          </a:xfrm>
          <a:prstGeom prst="rect">
            <a:avLst/>
          </a:prstGeom>
          <a:solidFill>
            <a:srgbClr val="FFFFCC"/>
          </a:solidFill>
          <a:ln w="952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66"/>
                </a:solidFill>
                <a:latin typeface="Tahoma" panose="020B0604030504040204" pitchFamily="34" charset="0"/>
                <a:hlinkClick r:id="rId2" action="ppaction://hlinksldjump"/>
              </a:rPr>
              <a:t>A</a:t>
            </a:r>
            <a:r>
              <a:rPr lang="zh-CN" altLang="en-US" sz="1400">
                <a:solidFill>
                  <a:srgbClr val="000066"/>
                </a:solidFill>
                <a:latin typeface="Tahoma" panose="020B0604030504040204" pitchFamily="34" charset="0"/>
                <a:hlinkClick r:id="rId2" action="ppaction://hlinksldjump"/>
              </a:rPr>
              <a:t>）近程扩展方式</a:t>
            </a:r>
            <a:endParaRPr lang="zh-CN" altLang="en-US" sz="1400">
              <a:solidFill>
                <a:srgbClr val="000066"/>
              </a:solidFill>
              <a:latin typeface="Tahoma" panose="020B0604030504040204" pitchFamily="34" charset="0"/>
            </a:endParaRPr>
          </a:p>
        </p:txBody>
      </p:sp>
      <p:sp>
        <p:nvSpPr>
          <p:cNvPr id="84" name="Text Box 25">
            <a:extLst>
              <a:ext uri="{FF2B5EF4-FFF2-40B4-BE49-F238E27FC236}">
                <a16:creationId xmlns:a16="http://schemas.microsoft.com/office/drawing/2014/main" id="{5F67180F-D684-5B43-AC01-E9F9CE32FD10}"/>
              </a:ext>
            </a:extLst>
          </p:cNvPr>
          <p:cNvSpPr txBox="1">
            <a:spLocks noChangeArrowheads="1"/>
          </p:cNvSpPr>
          <p:nvPr/>
        </p:nvSpPr>
        <p:spPr bwMode="auto">
          <a:xfrm>
            <a:off x="2486844" y="2564408"/>
            <a:ext cx="6985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2</a:t>
            </a:r>
            <a:r>
              <a:rPr lang="zh-CN" altLang="en-US" sz="1400">
                <a:solidFill>
                  <a:srgbClr val="0000CC"/>
                </a:solidFill>
                <a:latin typeface="Tahoma" panose="020B0604030504040204" pitchFamily="34" charset="0"/>
              </a:rPr>
              <a:t>号扩展机</a:t>
            </a:r>
          </a:p>
        </p:txBody>
      </p:sp>
      <p:sp>
        <p:nvSpPr>
          <p:cNvPr id="85" name="Text Box 26">
            <a:extLst>
              <a:ext uri="{FF2B5EF4-FFF2-40B4-BE49-F238E27FC236}">
                <a16:creationId xmlns:a16="http://schemas.microsoft.com/office/drawing/2014/main" id="{BE590E90-2296-3947-9CA7-1A21E97BB5B8}"/>
              </a:ext>
            </a:extLst>
          </p:cNvPr>
          <p:cNvSpPr txBox="1">
            <a:spLocks noChangeArrowheads="1"/>
          </p:cNvSpPr>
          <p:nvPr/>
        </p:nvSpPr>
        <p:spPr bwMode="auto">
          <a:xfrm>
            <a:off x="3795663" y="2132608"/>
            <a:ext cx="14763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1</a:t>
            </a:r>
            <a:r>
              <a:rPr lang="zh-CN" altLang="en-US" sz="1400">
                <a:solidFill>
                  <a:srgbClr val="0000CC"/>
                </a:solidFill>
                <a:latin typeface="Tahoma" panose="020B0604030504040204" pitchFamily="34" charset="0"/>
              </a:rPr>
              <a:t>号近程扩展机</a:t>
            </a:r>
          </a:p>
        </p:txBody>
      </p:sp>
      <p:sp>
        <p:nvSpPr>
          <p:cNvPr id="86" name="Text Box 27">
            <a:extLst>
              <a:ext uri="{FF2B5EF4-FFF2-40B4-BE49-F238E27FC236}">
                <a16:creationId xmlns:a16="http://schemas.microsoft.com/office/drawing/2014/main" id="{F2D22703-8445-3740-9810-68C4A202C757}"/>
              </a:ext>
            </a:extLst>
          </p:cNvPr>
          <p:cNvSpPr txBox="1">
            <a:spLocks noChangeArrowheads="1"/>
          </p:cNvSpPr>
          <p:nvPr/>
        </p:nvSpPr>
        <p:spPr bwMode="auto">
          <a:xfrm>
            <a:off x="4030613" y="3285133"/>
            <a:ext cx="1319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solidFill>
                  <a:srgbClr val="0000CC"/>
                </a:solidFill>
                <a:latin typeface="Tahoma" panose="020B0604030504040204" pitchFamily="34" charset="0"/>
              </a:rPr>
              <a:t>远程从站</a:t>
            </a:r>
          </a:p>
        </p:txBody>
      </p:sp>
      <p:sp>
        <p:nvSpPr>
          <p:cNvPr id="87" name="Text Box 28">
            <a:extLst>
              <a:ext uri="{FF2B5EF4-FFF2-40B4-BE49-F238E27FC236}">
                <a16:creationId xmlns:a16="http://schemas.microsoft.com/office/drawing/2014/main" id="{DAE34C52-7149-D048-9B87-59A3C50E7B67}"/>
              </a:ext>
            </a:extLst>
          </p:cNvPr>
          <p:cNvSpPr txBox="1">
            <a:spLocks noChangeArrowheads="1"/>
          </p:cNvSpPr>
          <p:nvPr/>
        </p:nvSpPr>
        <p:spPr bwMode="auto">
          <a:xfrm>
            <a:off x="4108401" y="3716933"/>
            <a:ext cx="8540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solidFill>
                  <a:srgbClr val="0000CC"/>
                </a:solidFill>
                <a:latin typeface="Tahoma" panose="020B0604030504040204" pitchFamily="34" charset="0"/>
              </a:rPr>
              <a:t>扩展机</a:t>
            </a:r>
          </a:p>
        </p:txBody>
      </p:sp>
      <p:sp>
        <p:nvSpPr>
          <p:cNvPr id="88" name="Text Box 29">
            <a:extLst>
              <a:ext uri="{FF2B5EF4-FFF2-40B4-BE49-F238E27FC236}">
                <a16:creationId xmlns:a16="http://schemas.microsoft.com/office/drawing/2014/main" id="{FBAAA68B-61F6-D345-BB4C-5533D36912BA}"/>
              </a:ext>
            </a:extLst>
          </p:cNvPr>
          <p:cNvSpPr txBox="1">
            <a:spLocks noChangeArrowheads="1"/>
          </p:cNvSpPr>
          <p:nvPr/>
        </p:nvSpPr>
        <p:spPr bwMode="auto">
          <a:xfrm>
            <a:off x="3951238" y="4220170"/>
            <a:ext cx="132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solidFill>
                  <a:srgbClr val="0000CC"/>
                </a:solidFill>
                <a:latin typeface="Tahoma" panose="020B0604030504040204" pitchFamily="34" charset="0"/>
              </a:rPr>
              <a:t>远程从站</a:t>
            </a:r>
          </a:p>
        </p:txBody>
      </p:sp>
      <p:sp>
        <p:nvSpPr>
          <p:cNvPr id="89" name="Line 30">
            <a:extLst>
              <a:ext uri="{FF2B5EF4-FFF2-40B4-BE49-F238E27FC236}">
                <a16:creationId xmlns:a16="http://schemas.microsoft.com/office/drawing/2014/main" id="{83835A48-0A10-1D4F-BCC5-A8567B0C1A0D}"/>
              </a:ext>
            </a:extLst>
          </p:cNvPr>
          <p:cNvSpPr>
            <a:spLocks noChangeShapeType="1"/>
          </p:cNvSpPr>
          <p:nvPr/>
        </p:nvSpPr>
        <p:spPr bwMode="auto">
          <a:xfrm flipH="1">
            <a:off x="3641676" y="1845270"/>
            <a:ext cx="233362"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0" name="Line 31">
            <a:extLst>
              <a:ext uri="{FF2B5EF4-FFF2-40B4-BE49-F238E27FC236}">
                <a16:creationId xmlns:a16="http://schemas.microsoft.com/office/drawing/2014/main" id="{150D14A2-4251-934B-BD4D-C104154BAF59}"/>
              </a:ext>
            </a:extLst>
          </p:cNvPr>
          <p:cNvSpPr>
            <a:spLocks noChangeShapeType="1"/>
          </p:cNvSpPr>
          <p:nvPr/>
        </p:nvSpPr>
        <p:spPr bwMode="auto">
          <a:xfrm>
            <a:off x="3641676" y="1845270"/>
            <a:ext cx="0" cy="43180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1" name="Line 32">
            <a:extLst>
              <a:ext uri="{FF2B5EF4-FFF2-40B4-BE49-F238E27FC236}">
                <a16:creationId xmlns:a16="http://schemas.microsoft.com/office/drawing/2014/main" id="{DE76BE84-CEF6-6B4B-A68F-46B6DFD1BE2E}"/>
              </a:ext>
            </a:extLst>
          </p:cNvPr>
          <p:cNvSpPr>
            <a:spLocks noChangeShapeType="1"/>
          </p:cNvSpPr>
          <p:nvPr/>
        </p:nvSpPr>
        <p:spPr bwMode="auto">
          <a:xfrm>
            <a:off x="3641676" y="2277070"/>
            <a:ext cx="233362"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2" name="Line 33">
            <a:extLst>
              <a:ext uri="{FF2B5EF4-FFF2-40B4-BE49-F238E27FC236}">
                <a16:creationId xmlns:a16="http://schemas.microsoft.com/office/drawing/2014/main" id="{B34FF9B5-BCC9-D04E-BEA4-8851C22F760E}"/>
              </a:ext>
            </a:extLst>
          </p:cNvPr>
          <p:cNvSpPr>
            <a:spLocks noChangeShapeType="1"/>
          </p:cNvSpPr>
          <p:nvPr/>
        </p:nvSpPr>
        <p:spPr bwMode="auto">
          <a:xfrm>
            <a:off x="5118051" y="1845270"/>
            <a:ext cx="231775"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3" name="Line 34">
            <a:extLst>
              <a:ext uri="{FF2B5EF4-FFF2-40B4-BE49-F238E27FC236}">
                <a16:creationId xmlns:a16="http://schemas.microsoft.com/office/drawing/2014/main" id="{A946F3B7-C4F0-8042-AEB8-AFDD23C50D5E}"/>
              </a:ext>
            </a:extLst>
          </p:cNvPr>
          <p:cNvSpPr>
            <a:spLocks noChangeShapeType="1"/>
          </p:cNvSpPr>
          <p:nvPr/>
        </p:nvSpPr>
        <p:spPr bwMode="auto">
          <a:xfrm>
            <a:off x="5349826" y="1845270"/>
            <a:ext cx="0" cy="2519363"/>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4" name="Line 35">
            <a:extLst>
              <a:ext uri="{FF2B5EF4-FFF2-40B4-BE49-F238E27FC236}">
                <a16:creationId xmlns:a16="http://schemas.microsoft.com/office/drawing/2014/main" id="{FD1BED74-8BB4-F442-9C6B-8AE060FEAC08}"/>
              </a:ext>
            </a:extLst>
          </p:cNvPr>
          <p:cNvSpPr>
            <a:spLocks noChangeShapeType="1"/>
          </p:cNvSpPr>
          <p:nvPr/>
        </p:nvSpPr>
        <p:spPr bwMode="auto">
          <a:xfrm>
            <a:off x="5118051" y="3429595"/>
            <a:ext cx="231775"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5" name="Line 36">
            <a:extLst>
              <a:ext uri="{FF2B5EF4-FFF2-40B4-BE49-F238E27FC236}">
                <a16:creationId xmlns:a16="http://schemas.microsoft.com/office/drawing/2014/main" id="{44BB453F-4B0E-1A40-B925-6164922E9FD9}"/>
              </a:ext>
            </a:extLst>
          </p:cNvPr>
          <p:cNvSpPr>
            <a:spLocks noChangeShapeType="1"/>
          </p:cNvSpPr>
          <p:nvPr/>
        </p:nvSpPr>
        <p:spPr bwMode="auto">
          <a:xfrm>
            <a:off x="5118051" y="4364633"/>
            <a:ext cx="231775"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6" name="Line 37">
            <a:extLst>
              <a:ext uri="{FF2B5EF4-FFF2-40B4-BE49-F238E27FC236}">
                <a16:creationId xmlns:a16="http://schemas.microsoft.com/office/drawing/2014/main" id="{F04A0EBF-6F87-3E46-AEBD-209D56A4C3CF}"/>
              </a:ext>
            </a:extLst>
          </p:cNvPr>
          <p:cNvSpPr>
            <a:spLocks noChangeShapeType="1"/>
          </p:cNvSpPr>
          <p:nvPr/>
        </p:nvSpPr>
        <p:spPr bwMode="auto">
          <a:xfrm flipH="1">
            <a:off x="3641676" y="3429595"/>
            <a:ext cx="233362"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7" name="Line 38">
            <a:extLst>
              <a:ext uri="{FF2B5EF4-FFF2-40B4-BE49-F238E27FC236}">
                <a16:creationId xmlns:a16="http://schemas.microsoft.com/office/drawing/2014/main" id="{6EF59A19-ADB4-2F48-AC61-774F62AEAD03}"/>
              </a:ext>
            </a:extLst>
          </p:cNvPr>
          <p:cNvSpPr>
            <a:spLocks noChangeShapeType="1"/>
          </p:cNvSpPr>
          <p:nvPr/>
        </p:nvSpPr>
        <p:spPr bwMode="auto">
          <a:xfrm>
            <a:off x="3641676" y="3429595"/>
            <a:ext cx="0" cy="43180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8" name="Line 39">
            <a:extLst>
              <a:ext uri="{FF2B5EF4-FFF2-40B4-BE49-F238E27FC236}">
                <a16:creationId xmlns:a16="http://schemas.microsoft.com/office/drawing/2014/main" id="{5AD134F3-FCC5-0040-A9C7-F62E17DE774D}"/>
              </a:ext>
            </a:extLst>
          </p:cNvPr>
          <p:cNvSpPr>
            <a:spLocks noChangeShapeType="1"/>
          </p:cNvSpPr>
          <p:nvPr/>
        </p:nvSpPr>
        <p:spPr bwMode="auto">
          <a:xfrm>
            <a:off x="3641676" y="3861395"/>
            <a:ext cx="233362"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9" name="Line 40">
            <a:extLst>
              <a:ext uri="{FF2B5EF4-FFF2-40B4-BE49-F238E27FC236}">
                <a16:creationId xmlns:a16="http://schemas.microsoft.com/office/drawing/2014/main" id="{388D9331-FB26-C147-B495-67C440E6AD12}"/>
              </a:ext>
            </a:extLst>
          </p:cNvPr>
          <p:cNvSpPr>
            <a:spLocks noChangeShapeType="1"/>
          </p:cNvSpPr>
          <p:nvPr/>
        </p:nvSpPr>
        <p:spPr bwMode="auto">
          <a:xfrm>
            <a:off x="6212780" y="2637433"/>
            <a:ext cx="0" cy="287337"/>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0" name="Line 41">
            <a:extLst>
              <a:ext uri="{FF2B5EF4-FFF2-40B4-BE49-F238E27FC236}">
                <a16:creationId xmlns:a16="http://schemas.microsoft.com/office/drawing/2014/main" id="{95FC0E9A-B118-AE43-A231-A4A92F606830}"/>
              </a:ext>
            </a:extLst>
          </p:cNvPr>
          <p:cNvSpPr>
            <a:spLocks noChangeShapeType="1"/>
          </p:cNvSpPr>
          <p:nvPr/>
        </p:nvSpPr>
        <p:spPr bwMode="auto">
          <a:xfrm>
            <a:off x="6212780" y="3212108"/>
            <a:ext cx="0" cy="2889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1" name="Line 42">
            <a:extLst>
              <a:ext uri="{FF2B5EF4-FFF2-40B4-BE49-F238E27FC236}">
                <a16:creationId xmlns:a16="http://schemas.microsoft.com/office/drawing/2014/main" id="{B6152C42-4C1D-384A-A5FF-2658306242F3}"/>
              </a:ext>
            </a:extLst>
          </p:cNvPr>
          <p:cNvSpPr>
            <a:spLocks noChangeShapeType="1"/>
          </p:cNvSpPr>
          <p:nvPr/>
        </p:nvSpPr>
        <p:spPr bwMode="auto">
          <a:xfrm>
            <a:off x="6523930" y="2492970"/>
            <a:ext cx="542925"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2" name="Line 43">
            <a:extLst>
              <a:ext uri="{FF2B5EF4-FFF2-40B4-BE49-F238E27FC236}">
                <a16:creationId xmlns:a16="http://schemas.microsoft.com/office/drawing/2014/main" id="{222447C6-93D6-994A-91FE-C6C67348452E}"/>
              </a:ext>
            </a:extLst>
          </p:cNvPr>
          <p:cNvSpPr>
            <a:spLocks noChangeShapeType="1"/>
          </p:cNvSpPr>
          <p:nvPr/>
        </p:nvSpPr>
        <p:spPr bwMode="auto">
          <a:xfrm>
            <a:off x="7378005" y="2637433"/>
            <a:ext cx="0" cy="287337"/>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3" name="Line 44">
            <a:extLst>
              <a:ext uri="{FF2B5EF4-FFF2-40B4-BE49-F238E27FC236}">
                <a16:creationId xmlns:a16="http://schemas.microsoft.com/office/drawing/2014/main" id="{9795C7FF-AF03-8A4A-BCC2-5932C6077287}"/>
              </a:ext>
            </a:extLst>
          </p:cNvPr>
          <p:cNvSpPr>
            <a:spLocks noChangeShapeType="1"/>
          </p:cNvSpPr>
          <p:nvPr/>
        </p:nvSpPr>
        <p:spPr bwMode="auto">
          <a:xfrm>
            <a:off x="7378005" y="3212108"/>
            <a:ext cx="0" cy="2889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4" name="Line 45">
            <a:extLst>
              <a:ext uri="{FF2B5EF4-FFF2-40B4-BE49-F238E27FC236}">
                <a16:creationId xmlns:a16="http://schemas.microsoft.com/office/drawing/2014/main" id="{4DD80CDF-D578-CD46-A451-DED6B05A70AE}"/>
              </a:ext>
            </a:extLst>
          </p:cNvPr>
          <p:cNvSpPr>
            <a:spLocks noChangeShapeType="1"/>
          </p:cNvSpPr>
          <p:nvPr/>
        </p:nvSpPr>
        <p:spPr bwMode="auto">
          <a:xfrm>
            <a:off x="7687567" y="2492970"/>
            <a:ext cx="388938"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5" name="Text Box 46">
            <a:extLst>
              <a:ext uri="{FF2B5EF4-FFF2-40B4-BE49-F238E27FC236}">
                <a16:creationId xmlns:a16="http://schemas.microsoft.com/office/drawing/2014/main" id="{0AF1F19B-EA05-F94D-932C-2F3D4EB2B5AC}"/>
              </a:ext>
            </a:extLst>
          </p:cNvPr>
          <p:cNvSpPr txBox="1">
            <a:spLocks noChangeArrowheads="1"/>
          </p:cNvSpPr>
          <p:nvPr/>
        </p:nvSpPr>
        <p:spPr bwMode="auto">
          <a:xfrm>
            <a:off x="5981005" y="3501033"/>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PLC</a:t>
            </a:r>
          </a:p>
        </p:txBody>
      </p:sp>
      <p:sp>
        <p:nvSpPr>
          <p:cNvPr id="106" name="Text Box 47">
            <a:extLst>
              <a:ext uri="{FF2B5EF4-FFF2-40B4-BE49-F238E27FC236}">
                <a16:creationId xmlns:a16="http://schemas.microsoft.com/office/drawing/2014/main" id="{F2F6749E-7FEF-6B48-994F-75493408F8ED}"/>
              </a:ext>
            </a:extLst>
          </p:cNvPr>
          <p:cNvSpPr txBox="1">
            <a:spLocks noChangeArrowheads="1"/>
          </p:cNvSpPr>
          <p:nvPr/>
        </p:nvSpPr>
        <p:spPr bwMode="auto">
          <a:xfrm>
            <a:off x="5981005" y="2924770"/>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PLC</a:t>
            </a:r>
          </a:p>
        </p:txBody>
      </p:sp>
      <p:sp>
        <p:nvSpPr>
          <p:cNvPr id="107" name="Text Box 48">
            <a:extLst>
              <a:ext uri="{FF2B5EF4-FFF2-40B4-BE49-F238E27FC236}">
                <a16:creationId xmlns:a16="http://schemas.microsoft.com/office/drawing/2014/main" id="{4F9EBA41-EEC5-4F4D-B263-3385FAB7639F}"/>
              </a:ext>
            </a:extLst>
          </p:cNvPr>
          <p:cNvSpPr txBox="1">
            <a:spLocks noChangeArrowheads="1"/>
          </p:cNvSpPr>
          <p:nvPr/>
        </p:nvSpPr>
        <p:spPr bwMode="auto">
          <a:xfrm>
            <a:off x="8193980" y="2348508"/>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PLC</a:t>
            </a:r>
          </a:p>
        </p:txBody>
      </p:sp>
      <p:sp>
        <p:nvSpPr>
          <p:cNvPr id="108" name="Text Box 49">
            <a:extLst>
              <a:ext uri="{FF2B5EF4-FFF2-40B4-BE49-F238E27FC236}">
                <a16:creationId xmlns:a16="http://schemas.microsoft.com/office/drawing/2014/main" id="{BCCD096E-A813-494D-92AF-E3DECEF56D58}"/>
              </a:ext>
            </a:extLst>
          </p:cNvPr>
          <p:cNvSpPr txBox="1">
            <a:spLocks noChangeArrowheads="1"/>
          </p:cNvSpPr>
          <p:nvPr/>
        </p:nvSpPr>
        <p:spPr bwMode="auto">
          <a:xfrm>
            <a:off x="7144642" y="2924770"/>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PLC</a:t>
            </a:r>
          </a:p>
        </p:txBody>
      </p:sp>
      <p:sp>
        <p:nvSpPr>
          <p:cNvPr id="109" name="Text Box 50">
            <a:extLst>
              <a:ext uri="{FF2B5EF4-FFF2-40B4-BE49-F238E27FC236}">
                <a16:creationId xmlns:a16="http://schemas.microsoft.com/office/drawing/2014/main" id="{31ED52C5-F613-0F48-A9CE-A81D29F3AA86}"/>
              </a:ext>
            </a:extLst>
          </p:cNvPr>
          <p:cNvSpPr txBox="1">
            <a:spLocks noChangeArrowheads="1"/>
          </p:cNvSpPr>
          <p:nvPr/>
        </p:nvSpPr>
        <p:spPr bwMode="auto">
          <a:xfrm>
            <a:off x="7144642" y="3501033"/>
            <a:ext cx="698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CC"/>
                </a:solidFill>
                <a:latin typeface="Tahoma" panose="020B0604030504040204" pitchFamily="34" charset="0"/>
              </a:rPr>
              <a:t>PLC</a:t>
            </a:r>
          </a:p>
        </p:txBody>
      </p:sp>
      <p:sp>
        <p:nvSpPr>
          <p:cNvPr id="110" name="Text Box 51">
            <a:extLst>
              <a:ext uri="{FF2B5EF4-FFF2-40B4-BE49-F238E27FC236}">
                <a16:creationId xmlns:a16="http://schemas.microsoft.com/office/drawing/2014/main" id="{C2272982-92EE-BD4F-840A-2D43FFEB152F}"/>
              </a:ext>
            </a:extLst>
          </p:cNvPr>
          <p:cNvSpPr txBox="1">
            <a:spLocks noChangeArrowheads="1"/>
          </p:cNvSpPr>
          <p:nvPr/>
        </p:nvSpPr>
        <p:spPr bwMode="auto">
          <a:xfrm>
            <a:off x="3563888" y="4869458"/>
            <a:ext cx="1706563" cy="314325"/>
          </a:xfrm>
          <a:prstGeom prst="rect">
            <a:avLst/>
          </a:prstGeom>
          <a:solidFill>
            <a:srgbClr val="FFFFCC"/>
          </a:solidFill>
          <a:ln w="952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66"/>
                </a:solidFill>
                <a:latin typeface="Tahoma" panose="020B0604030504040204" pitchFamily="34" charset="0"/>
                <a:hlinkClick r:id="rId3" action="ppaction://hlinksldjump"/>
              </a:rPr>
              <a:t>B</a:t>
            </a:r>
            <a:r>
              <a:rPr lang="zh-CN" altLang="en-US" sz="1400">
                <a:solidFill>
                  <a:srgbClr val="000066"/>
                </a:solidFill>
                <a:latin typeface="Tahoma" panose="020B0604030504040204" pitchFamily="34" charset="0"/>
                <a:hlinkClick r:id="rId3" action="ppaction://hlinksldjump"/>
              </a:rPr>
              <a:t>）远程扩展方式</a:t>
            </a:r>
            <a:endParaRPr lang="zh-CN" altLang="en-US" sz="1400">
              <a:solidFill>
                <a:srgbClr val="000066"/>
              </a:solidFill>
              <a:latin typeface="Tahoma" panose="020B0604030504040204" pitchFamily="34" charset="0"/>
            </a:endParaRPr>
          </a:p>
        </p:txBody>
      </p:sp>
      <p:sp>
        <p:nvSpPr>
          <p:cNvPr id="111" name="Text Box 52">
            <a:extLst>
              <a:ext uri="{FF2B5EF4-FFF2-40B4-BE49-F238E27FC236}">
                <a16:creationId xmlns:a16="http://schemas.microsoft.com/office/drawing/2014/main" id="{39D49B3A-9FE7-2841-ADFE-F2E393E3D286}"/>
              </a:ext>
            </a:extLst>
          </p:cNvPr>
          <p:cNvSpPr txBox="1">
            <a:spLocks noChangeArrowheads="1"/>
          </p:cNvSpPr>
          <p:nvPr/>
        </p:nvSpPr>
        <p:spPr bwMode="auto">
          <a:xfrm>
            <a:off x="6600130" y="4869458"/>
            <a:ext cx="1706562" cy="314325"/>
          </a:xfrm>
          <a:prstGeom prst="rect">
            <a:avLst/>
          </a:prstGeom>
          <a:solidFill>
            <a:srgbClr val="FFFFCC"/>
          </a:solidFill>
          <a:ln w="952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solidFill>
                  <a:srgbClr val="000066"/>
                </a:solidFill>
                <a:latin typeface="Tahoma" panose="020B0604030504040204" pitchFamily="34" charset="0"/>
                <a:hlinkClick r:id="rId4" action="ppaction://hlinksldjump"/>
              </a:rPr>
              <a:t>C</a:t>
            </a:r>
            <a:r>
              <a:rPr lang="zh-CN" altLang="en-US" sz="1400">
                <a:solidFill>
                  <a:srgbClr val="000066"/>
                </a:solidFill>
                <a:latin typeface="Tahoma" panose="020B0604030504040204" pitchFamily="34" charset="0"/>
                <a:hlinkClick r:id="rId4" action="ppaction://hlinksldjump"/>
              </a:rPr>
              <a:t>）连网方式</a:t>
            </a:r>
            <a:endParaRPr lang="en-US" altLang="zh-CN" sz="1400">
              <a:solidFill>
                <a:srgbClr val="000066"/>
              </a:solidFill>
              <a:latin typeface="Tahoma" panose="020B0604030504040204" pitchFamily="34" charset="0"/>
            </a:endParaRPr>
          </a:p>
        </p:txBody>
      </p:sp>
      <p:sp>
        <p:nvSpPr>
          <p:cNvPr id="54" name="Rectangle 2">
            <a:extLst>
              <a:ext uri="{FF2B5EF4-FFF2-40B4-BE49-F238E27FC236}">
                <a16:creationId xmlns:a16="http://schemas.microsoft.com/office/drawing/2014/main" id="{1590D957-3566-6B4A-AC36-6CAC01CBA462}"/>
              </a:ext>
            </a:extLst>
          </p:cNvPr>
          <p:cNvSpPr txBox="1">
            <a:spLocks noChangeArrowheads="1"/>
          </p:cNvSpPr>
          <p:nvPr/>
        </p:nvSpPr>
        <p:spPr bwMode="auto">
          <a:xfrm>
            <a:off x="539750" y="635000"/>
            <a:ext cx="6192838" cy="5619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723900" marR="0" lvl="0" indent="-72390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6</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PLC</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的扩展构成</a:t>
            </a:r>
            <a:endPar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endParaRPr>
          </a:p>
        </p:txBody>
      </p:sp>
      <p:sp>
        <p:nvSpPr>
          <p:cNvPr id="4" name="文本框 3">
            <a:extLst>
              <a:ext uri="{FF2B5EF4-FFF2-40B4-BE49-F238E27FC236}">
                <a16:creationId xmlns:a16="http://schemas.microsoft.com/office/drawing/2014/main" id="{A8C199BE-C33F-0CC8-9F4D-B84CCE64F594}"/>
              </a:ext>
            </a:extLst>
          </p:cNvPr>
          <p:cNvSpPr txBox="1"/>
          <p:nvPr/>
        </p:nvSpPr>
        <p:spPr>
          <a:xfrm rot="420000">
            <a:off x="7228939" y="342612"/>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2">
            <a:extLst>
              <a:ext uri="{FF2B5EF4-FFF2-40B4-BE49-F238E27FC236}">
                <a16:creationId xmlns:a16="http://schemas.microsoft.com/office/drawing/2014/main" id="{568A9E31-1E81-6640-BBEF-82FE0A91A5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997200"/>
            <a:ext cx="8135938" cy="1812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3">
            <a:extLst>
              <a:ext uri="{FF2B5EF4-FFF2-40B4-BE49-F238E27FC236}">
                <a16:creationId xmlns:a16="http://schemas.microsoft.com/office/drawing/2014/main" id="{B6D22A8F-0FF1-6348-A547-CF64EB959F29}"/>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00113" y="5157788"/>
            <a:ext cx="7632700" cy="65246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 name="Rectangle 4">
            <a:extLst>
              <a:ext uri="{FF2B5EF4-FFF2-40B4-BE49-F238E27FC236}">
                <a16:creationId xmlns:a16="http://schemas.microsoft.com/office/drawing/2014/main" id="{C2F76F99-1BFC-BF48-A656-0FDAA452BE71}"/>
              </a:ext>
            </a:extLst>
          </p:cNvPr>
          <p:cNvSpPr>
            <a:spLocks noChangeArrowheads="1"/>
          </p:cNvSpPr>
          <p:nvPr/>
        </p:nvSpPr>
        <p:spPr bwMode="auto">
          <a:xfrm>
            <a:off x="3276600" y="692150"/>
            <a:ext cx="2468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solidFill>
                  <a:srgbClr val="A50021"/>
                </a:solidFill>
                <a:latin typeface="宋体" panose="02010600030101010101" pitchFamily="2" charset="-122"/>
              </a:rPr>
              <a:t>A</a:t>
            </a:r>
            <a:r>
              <a:rPr lang="zh-CN" altLang="en-US" sz="2400" b="1">
                <a:solidFill>
                  <a:srgbClr val="A50021"/>
                </a:solidFill>
                <a:latin typeface="宋体" panose="02010600030101010101" pitchFamily="2" charset="-122"/>
              </a:rPr>
              <a:t>）近程扩展方式</a:t>
            </a:r>
          </a:p>
        </p:txBody>
      </p:sp>
      <p:pic>
        <p:nvPicPr>
          <p:cNvPr id="113" name="Picture 5">
            <a:extLst>
              <a:ext uri="{FF2B5EF4-FFF2-40B4-BE49-F238E27FC236}">
                <a16:creationId xmlns:a16="http://schemas.microsoft.com/office/drawing/2014/main" id="{BE9AE844-CBC4-D647-8976-108306E2E6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1341438"/>
            <a:ext cx="26416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323513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4B3DE3E2-93E3-D84A-9012-3A793C72EDA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8313" y="1844675"/>
            <a:ext cx="4284662" cy="339248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3">
            <a:extLst>
              <a:ext uri="{FF2B5EF4-FFF2-40B4-BE49-F238E27FC236}">
                <a16:creationId xmlns:a16="http://schemas.microsoft.com/office/drawing/2014/main" id="{6696DA98-7C29-3143-A40B-5659920ED27B}"/>
              </a:ext>
            </a:extLst>
          </p:cNvPr>
          <p:cNvSpPr>
            <a:spLocks noChangeArrowheads="1"/>
          </p:cNvSpPr>
          <p:nvPr/>
        </p:nvSpPr>
        <p:spPr bwMode="auto">
          <a:xfrm>
            <a:off x="3482181" y="908720"/>
            <a:ext cx="2468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A50021"/>
                </a:solidFill>
                <a:latin typeface="宋体" panose="02010600030101010101" pitchFamily="2" charset="-122"/>
              </a:rPr>
              <a:t>B</a:t>
            </a:r>
            <a:r>
              <a:rPr lang="zh-CN" altLang="en-US" sz="2400" b="1">
                <a:solidFill>
                  <a:srgbClr val="A50021"/>
                </a:solidFill>
                <a:latin typeface="宋体" panose="02010600030101010101" pitchFamily="2" charset="-122"/>
              </a:rPr>
              <a:t>）远程扩展方式</a:t>
            </a:r>
          </a:p>
        </p:txBody>
      </p:sp>
      <p:pic>
        <p:nvPicPr>
          <p:cNvPr id="8" name="Picture 4">
            <a:extLst>
              <a:ext uri="{FF2B5EF4-FFF2-40B4-BE49-F238E27FC236}">
                <a16:creationId xmlns:a16="http://schemas.microsoft.com/office/drawing/2014/main" id="{047FAF8D-5E1A-524F-BDF5-E67A6ED33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1917700"/>
            <a:ext cx="3960812"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281592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BA657D9A-276C-574D-8834-033E1FAF5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218902"/>
            <a:ext cx="8156575" cy="41973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3">
            <a:extLst>
              <a:ext uri="{FF2B5EF4-FFF2-40B4-BE49-F238E27FC236}">
                <a16:creationId xmlns:a16="http://schemas.microsoft.com/office/drawing/2014/main" id="{D39A2A37-9A32-EC49-AF66-FA7D26BD107C}"/>
              </a:ext>
            </a:extLst>
          </p:cNvPr>
          <p:cNvSpPr>
            <a:spLocks noChangeArrowheads="1"/>
          </p:cNvSpPr>
          <p:nvPr/>
        </p:nvSpPr>
        <p:spPr bwMode="auto">
          <a:xfrm>
            <a:off x="3429794" y="753358"/>
            <a:ext cx="2519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dirty="0">
                <a:solidFill>
                  <a:srgbClr val="A50021"/>
                </a:solidFill>
                <a:latin typeface="宋体" panose="02010600030101010101" pitchFamily="2" charset="-122"/>
              </a:rPr>
              <a:t>C</a:t>
            </a:r>
            <a:r>
              <a:rPr lang="zh-CN" altLang="en-US" sz="2400" b="1" dirty="0">
                <a:solidFill>
                  <a:srgbClr val="A50021"/>
                </a:solidFill>
                <a:latin typeface="宋体" panose="02010600030101010101" pitchFamily="2" charset="-122"/>
              </a:rPr>
              <a:t>）连网方式</a:t>
            </a:r>
          </a:p>
        </p:txBody>
      </p:sp>
      <p:pic>
        <p:nvPicPr>
          <p:cNvPr id="14" name="Picture 4">
            <a:extLst>
              <a:ext uri="{FF2B5EF4-FFF2-40B4-BE49-F238E27FC236}">
                <a16:creationId xmlns:a16="http://schemas.microsoft.com/office/drawing/2014/main" id="{8DE38D49-DEC9-8A45-BEE1-80EC998E6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4819352"/>
            <a:ext cx="24892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05504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DE2F551E-DB94-1346-9E94-56919B50D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688" y="583704"/>
            <a:ext cx="2244725" cy="1981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a:extLst>
              <a:ext uri="{FF2B5EF4-FFF2-40B4-BE49-F238E27FC236}">
                <a16:creationId xmlns:a16="http://schemas.microsoft.com/office/drawing/2014/main" id="{031AE2ED-598F-F349-8197-CE69550D79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2707977"/>
            <a:ext cx="3200400" cy="38893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4">
            <a:extLst>
              <a:ext uri="{FF2B5EF4-FFF2-40B4-BE49-F238E27FC236}">
                <a16:creationId xmlns:a16="http://schemas.microsoft.com/office/drawing/2014/main" id="{6ACE52D1-A3FC-6344-BC73-095BB7195D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775" y="4586436"/>
            <a:ext cx="392430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6">
            <a:extLst>
              <a:ext uri="{FF2B5EF4-FFF2-40B4-BE49-F238E27FC236}">
                <a16:creationId xmlns:a16="http://schemas.microsoft.com/office/drawing/2014/main" id="{DC038AAD-4930-8E49-B9F7-39C4B55CAE5E}"/>
              </a:ext>
            </a:extLst>
          </p:cNvPr>
          <p:cNvSpPr>
            <a:spLocks noChangeArrowheads="1"/>
          </p:cNvSpPr>
          <p:nvPr/>
        </p:nvSpPr>
        <p:spPr bwMode="auto">
          <a:xfrm>
            <a:off x="323081" y="1348532"/>
            <a:ext cx="4752975" cy="3376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40000"/>
              </a:lnSpc>
            </a:pPr>
            <a:r>
              <a:rPr lang="zh-CN" altLang="en-US" sz="2200" b="1" dirty="0">
                <a:solidFill>
                  <a:srgbClr val="09211C"/>
                </a:solidFill>
                <a:latin typeface="宋体" panose="02010600030101010101" pitchFamily="2" charset="-122"/>
              </a:rPr>
              <a:t>   编程器是</a:t>
            </a:r>
            <a:r>
              <a:rPr lang="en-US" altLang="zh-CN" sz="2200" b="1" dirty="0">
                <a:solidFill>
                  <a:srgbClr val="09211C"/>
                </a:solidFill>
                <a:latin typeface="宋体" panose="02010600030101010101" pitchFamily="2" charset="-122"/>
              </a:rPr>
              <a:t>PLC</a:t>
            </a:r>
            <a:r>
              <a:rPr lang="zh-CN" altLang="en-US" sz="2200" b="1" dirty="0">
                <a:solidFill>
                  <a:srgbClr val="09211C"/>
                </a:solidFill>
                <a:latin typeface="宋体" panose="02010600030101010101" pitchFamily="2" charset="-122"/>
              </a:rPr>
              <a:t>最常用的外设，也是</a:t>
            </a:r>
            <a:r>
              <a:rPr lang="en-US" altLang="zh-CN" sz="2200" b="1" dirty="0">
                <a:solidFill>
                  <a:srgbClr val="09211C"/>
                </a:solidFill>
                <a:latin typeface="宋体" panose="02010600030101010101" pitchFamily="2" charset="-122"/>
              </a:rPr>
              <a:t>PLC</a:t>
            </a:r>
            <a:r>
              <a:rPr lang="zh-CN" altLang="en-US" sz="2200" b="1" dirty="0">
                <a:solidFill>
                  <a:srgbClr val="09211C"/>
                </a:solidFill>
                <a:latin typeface="宋体" panose="02010600030101010101" pitchFamily="2" charset="-122"/>
              </a:rPr>
              <a:t>中</a:t>
            </a:r>
            <a:r>
              <a:rPr lang="zh-CN" altLang="en-US" sz="2200" b="1" dirty="0">
                <a:solidFill>
                  <a:srgbClr val="000099"/>
                </a:solidFill>
                <a:latin typeface="宋体" panose="02010600030101010101" pitchFamily="2" charset="-122"/>
              </a:rPr>
              <a:t>唯一不</a:t>
            </a:r>
            <a:r>
              <a:rPr lang="zh-CN" altLang="en-US" sz="2200" b="1" dirty="0">
                <a:solidFill>
                  <a:srgbClr val="09211C"/>
                </a:solidFill>
                <a:latin typeface="宋体" panose="02010600030101010101" pitchFamily="2" charset="-122"/>
              </a:rPr>
              <a:t>需要</a:t>
            </a:r>
            <a:r>
              <a:rPr lang="zh-CN" altLang="en-US" sz="2200" b="1" dirty="0">
                <a:solidFill>
                  <a:srgbClr val="000099"/>
                </a:solidFill>
                <a:latin typeface="宋体" panose="02010600030101010101" pitchFamily="2" charset="-122"/>
              </a:rPr>
              <a:t>通过功能模块</a:t>
            </a:r>
            <a:r>
              <a:rPr lang="zh-CN" altLang="en-US" sz="2200" b="1" dirty="0">
                <a:solidFill>
                  <a:srgbClr val="09211C"/>
                </a:solidFill>
                <a:latin typeface="宋体" panose="02010600030101010101" pitchFamily="2" charset="-122"/>
              </a:rPr>
              <a:t>而</a:t>
            </a:r>
            <a:r>
              <a:rPr lang="zh-CN" altLang="en-US" sz="2200" b="1" dirty="0">
                <a:solidFill>
                  <a:srgbClr val="000099"/>
                </a:solidFill>
                <a:latin typeface="宋体" panose="02010600030101010101" pitchFamily="2" charset="-122"/>
              </a:rPr>
              <a:t>直接与总线相联接</a:t>
            </a:r>
            <a:r>
              <a:rPr lang="zh-CN" altLang="en-US" sz="2200" b="1" dirty="0">
                <a:solidFill>
                  <a:srgbClr val="09211C"/>
                </a:solidFill>
                <a:latin typeface="宋体" panose="02010600030101010101" pitchFamily="2" charset="-122"/>
              </a:rPr>
              <a:t>的</a:t>
            </a:r>
            <a:r>
              <a:rPr lang="zh-CN" altLang="en-US" sz="2200" b="1" dirty="0">
                <a:solidFill>
                  <a:srgbClr val="000099"/>
                </a:solidFill>
                <a:latin typeface="宋体" panose="02010600030101010101" pitchFamily="2" charset="-122"/>
              </a:rPr>
              <a:t>外设。</a:t>
            </a:r>
          </a:p>
          <a:p>
            <a:pPr algn="just" eaLnBrk="1" hangingPunct="1">
              <a:lnSpc>
                <a:spcPct val="140000"/>
              </a:lnSpc>
            </a:pPr>
            <a:r>
              <a:rPr lang="zh-CN" altLang="en-US" sz="2200" b="1" dirty="0">
                <a:solidFill>
                  <a:srgbClr val="09211C"/>
                </a:solidFill>
                <a:latin typeface="宋体" panose="02010600030101010101" pitchFamily="2" charset="-122"/>
              </a:rPr>
              <a:t>   它通过</a:t>
            </a:r>
            <a:r>
              <a:rPr lang="zh-CN" altLang="en-US" sz="2200" b="1" dirty="0">
                <a:solidFill>
                  <a:srgbClr val="000099"/>
                </a:solidFill>
                <a:latin typeface="宋体" panose="02010600030101010101" pitchFamily="2" charset="-122"/>
              </a:rPr>
              <a:t>主机上</a:t>
            </a:r>
            <a:r>
              <a:rPr lang="zh-CN" altLang="en-US" sz="2200" b="1" dirty="0">
                <a:solidFill>
                  <a:srgbClr val="09211C"/>
                </a:solidFill>
                <a:latin typeface="宋体" panose="02010600030101010101" pitchFamily="2" charset="-122"/>
              </a:rPr>
              <a:t>的</a:t>
            </a:r>
            <a:r>
              <a:rPr lang="zh-CN" altLang="en-US" sz="2200" b="1" dirty="0">
                <a:solidFill>
                  <a:srgbClr val="000099"/>
                </a:solidFill>
                <a:latin typeface="宋体" panose="02010600030101010101" pitchFamily="2" charset="-122"/>
              </a:rPr>
              <a:t>编程器接口直接与主机相连。</a:t>
            </a:r>
          </a:p>
          <a:p>
            <a:pPr algn="just" eaLnBrk="1" hangingPunct="1">
              <a:lnSpc>
                <a:spcPct val="140000"/>
              </a:lnSpc>
            </a:pPr>
            <a:r>
              <a:rPr lang="zh-CN" altLang="en-US" sz="2200" b="1" dirty="0">
                <a:solidFill>
                  <a:srgbClr val="09211C"/>
                </a:solidFill>
                <a:latin typeface="宋体" panose="02010600030101010101" pitchFamily="2" charset="-122"/>
              </a:rPr>
              <a:t>   </a:t>
            </a:r>
            <a:r>
              <a:rPr lang="zh-CN" altLang="en-US" sz="2200" b="1" dirty="0">
                <a:solidFill>
                  <a:srgbClr val="000099"/>
                </a:solidFill>
                <a:latin typeface="宋体" panose="02010600030101010101" pitchFamily="2" charset="-122"/>
              </a:rPr>
              <a:t>编程器</a:t>
            </a:r>
            <a:r>
              <a:rPr lang="zh-CN" altLang="en-US" sz="2200" b="1" dirty="0">
                <a:solidFill>
                  <a:srgbClr val="09211C"/>
                </a:solidFill>
                <a:latin typeface="宋体" panose="02010600030101010101" pitchFamily="2" charset="-122"/>
              </a:rPr>
              <a:t>上有</a:t>
            </a:r>
            <a:r>
              <a:rPr lang="zh-CN" altLang="en-US" sz="2200" b="1" dirty="0">
                <a:solidFill>
                  <a:srgbClr val="000099"/>
                </a:solidFill>
                <a:latin typeface="宋体" panose="02010600030101010101" pitchFamily="2" charset="-122"/>
              </a:rPr>
              <a:t>一个方式选择开关，</a:t>
            </a:r>
            <a:r>
              <a:rPr lang="zh-CN" altLang="en-US" sz="2200" b="1" dirty="0">
                <a:solidFill>
                  <a:srgbClr val="09211C"/>
                </a:solidFill>
                <a:latin typeface="宋体" panose="02010600030101010101" pitchFamily="2" charset="-122"/>
              </a:rPr>
              <a:t>用于</a:t>
            </a:r>
            <a:r>
              <a:rPr lang="zh-CN" altLang="en-US" sz="2200" b="1" dirty="0">
                <a:solidFill>
                  <a:srgbClr val="000099"/>
                </a:solidFill>
                <a:latin typeface="宋体" panose="02010600030101010101" pitchFamily="2" charset="-122"/>
              </a:rPr>
              <a:t>控制</a:t>
            </a:r>
            <a:r>
              <a:rPr lang="en-US" altLang="zh-CN" sz="2200" b="1" dirty="0">
                <a:solidFill>
                  <a:srgbClr val="000099"/>
                </a:solidFill>
                <a:latin typeface="宋体" panose="02010600030101010101" pitchFamily="2" charset="-122"/>
              </a:rPr>
              <a:t>PLC</a:t>
            </a:r>
            <a:r>
              <a:rPr lang="zh-CN" altLang="en-US" sz="2200" b="1" dirty="0">
                <a:solidFill>
                  <a:srgbClr val="000099"/>
                </a:solidFill>
                <a:latin typeface="宋体" panose="02010600030101010101" pitchFamily="2" charset="-122"/>
              </a:rPr>
              <a:t>主机</a:t>
            </a:r>
            <a:r>
              <a:rPr lang="zh-CN" altLang="en-US" sz="2200" b="1" dirty="0">
                <a:solidFill>
                  <a:srgbClr val="09211C"/>
                </a:solidFill>
                <a:latin typeface="宋体" panose="02010600030101010101" pitchFamily="2" charset="-122"/>
              </a:rPr>
              <a:t>的</a:t>
            </a:r>
            <a:r>
              <a:rPr lang="zh-CN" altLang="en-US" sz="2200" b="1" dirty="0">
                <a:solidFill>
                  <a:srgbClr val="000099"/>
                </a:solidFill>
                <a:latin typeface="宋体" panose="02010600030101010101" pitchFamily="2" charset="-122"/>
              </a:rPr>
              <a:t>工作方式。</a:t>
            </a:r>
          </a:p>
        </p:txBody>
      </p:sp>
      <p:sp>
        <p:nvSpPr>
          <p:cNvPr id="14" name="Rectangle 2">
            <a:extLst>
              <a:ext uri="{FF2B5EF4-FFF2-40B4-BE49-F238E27FC236}">
                <a16:creationId xmlns:a16="http://schemas.microsoft.com/office/drawing/2014/main" id="{F04E57EE-F83B-A448-9E61-6E938082571E}"/>
              </a:ext>
            </a:extLst>
          </p:cNvPr>
          <p:cNvSpPr txBox="1">
            <a:spLocks noChangeArrowheads="1"/>
          </p:cNvSpPr>
          <p:nvPr/>
        </p:nvSpPr>
        <p:spPr bwMode="auto">
          <a:xfrm>
            <a:off x="539750" y="635000"/>
            <a:ext cx="6192838" cy="5619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723900" marR="0" lvl="0" indent="-72390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7</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PLC</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的编程器</a:t>
            </a:r>
            <a:endPar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endParaRPr>
          </a:p>
        </p:txBody>
      </p:sp>
    </p:spTree>
    <p:extLst>
      <p:ext uri="{BB962C8B-B14F-4D97-AF65-F5344CB8AC3E}">
        <p14:creationId xmlns:p14="http://schemas.microsoft.com/office/powerpoint/2010/main" val="6235386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F70ED7F0-A71A-6C43-BADB-AF7B887BC5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412875"/>
            <a:ext cx="1824038"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a:extLst>
              <a:ext uri="{FF2B5EF4-FFF2-40B4-BE49-F238E27FC236}">
                <a16:creationId xmlns:a16="http://schemas.microsoft.com/office/drawing/2014/main" id="{7471710F-4EDF-8048-B742-35E466BEF846}"/>
              </a:ext>
            </a:extLst>
          </p:cNvPr>
          <p:cNvSpPr>
            <a:spLocks noChangeArrowheads="1"/>
          </p:cNvSpPr>
          <p:nvPr/>
        </p:nvSpPr>
        <p:spPr bwMode="auto">
          <a:xfrm>
            <a:off x="1116013" y="4797425"/>
            <a:ext cx="2468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CC"/>
                </a:solidFill>
                <a:latin typeface="宋体" panose="02010600030101010101" pitchFamily="2" charset="-122"/>
              </a:rPr>
              <a:t>掌上电脑编程器 </a:t>
            </a:r>
          </a:p>
        </p:txBody>
      </p:sp>
      <p:pic>
        <p:nvPicPr>
          <p:cNvPr id="11" name="Picture 4">
            <a:extLst>
              <a:ext uri="{FF2B5EF4-FFF2-40B4-BE49-F238E27FC236}">
                <a16:creationId xmlns:a16="http://schemas.microsoft.com/office/drawing/2014/main" id="{CB34FA4B-FB52-1247-9734-BB7E6528E6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700213"/>
            <a:ext cx="5651500"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5">
            <a:extLst>
              <a:ext uri="{FF2B5EF4-FFF2-40B4-BE49-F238E27FC236}">
                <a16:creationId xmlns:a16="http://schemas.microsoft.com/office/drawing/2014/main" id="{BC2B6FC8-2DC1-C947-ABEB-8E54E6F2C874}"/>
              </a:ext>
            </a:extLst>
          </p:cNvPr>
          <p:cNvSpPr>
            <a:spLocks noChangeArrowheads="1"/>
          </p:cNvSpPr>
          <p:nvPr/>
        </p:nvSpPr>
        <p:spPr bwMode="auto">
          <a:xfrm>
            <a:off x="5724525" y="4797425"/>
            <a:ext cx="185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CC"/>
                </a:solidFill>
                <a:latin typeface="宋体" panose="02010600030101010101" pitchFamily="2" charset="-122"/>
              </a:rPr>
              <a:t>可编程终端 </a:t>
            </a:r>
          </a:p>
        </p:txBody>
      </p:sp>
    </p:spTree>
    <p:extLst>
      <p:ext uri="{BB962C8B-B14F-4D97-AF65-F5344CB8AC3E}">
        <p14:creationId xmlns:p14="http://schemas.microsoft.com/office/powerpoint/2010/main" val="309381984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49FEFFFB-E6A5-AC4A-8BD2-5C7393355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052513"/>
            <a:ext cx="7200900"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a:extLst>
              <a:ext uri="{FF2B5EF4-FFF2-40B4-BE49-F238E27FC236}">
                <a16:creationId xmlns:a16="http://schemas.microsoft.com/office/drawing/2014/main" id="{2A9FE13C-E08A-DC40-A25E-EE2CC1801DFE}"/>
              </a:ext>
            </a:extLst>
          </p:cNvPr>
          <p:cNvSpPr>
            <a:spLocks noChangeArrowheads="1"/>
          </p:cNvSpPr>
          <p:nvPr/>
        </p:nvSpPr>
        <p:spPr bwMode="auto">
          <a:xfrm>
            <a:off x="3924300" y="5229225"/>
            <a:ext cx="2468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0000CC"/>
                </a:solidFill>
                <a:latin typeface="宋体" panose="02010600030101010101" pitchFamily="2" charset="-122"/>
              </a:rPr>
              <a:t>高档可编程终端 </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a:extLst>
              <a:ext uri="{FF2B5EF4-FFF2-40B4-BE49-F238E27FC236}">
                <a16:creationId xmlns:a16="http://schemas.microsoft.com/office/drawing/2014/main" id="{8CDEE78E-84D4-7843-925A-A8E9507A08BC}"/>
              </a:ext>
            </a:extLst>
          </p:cNvPr>
          <p:cNvSpPr txBox="1">
            <a:spLocks noChangeArrowheads="1"/>
          </p:cNvSpPr>
          <p:nvPr/>
        </p:nvSpPr>
        <p:spPr bwMode="auto">
          <a:xfrm>
            <a:off x="539750" y="692150"/>
            <a:ext cx="40527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buClr>
                <a:srgbClr val="FF0000"/>
              </a:buClr>
              <a:buSzPct val="130000"/>
              <a:buFont typeface="CommercialPi BT" pitchFamily="18" charset="2"/>
              <a:buNone/>
            </a:pPr>
            <a:r>
              <a:rPr lang="zh-CN" altLang="en-US" sz="2400" b="1" dirty="0">
                <a:solidFill>
                  <a:srgbClr val="A50021"/>
                </a:solidFill>
                <a:latin typeface="宋体" panose="02010600030101010101" pitchFamily="2" charset="-122"/>
              </a:rPr>
              <a:t>（</a:t>
            </a:r>
            <a:r>
              <a:rPr lang="en-US" altLang="zh-CN" sz="2400" b="1" dirty="0">
                <a:solidFill>
                  <a:srgbClr val="A50021"/>
                </a:solidFill>
                <a:latin typeface="宋体" panose="02010600030101010101" pitchFamily="2" charset="-122"/>
              </a:rPr>
              <a:t>8</a:t>
            </a:r>
            <a:r>
              <a:rPr lang="zh-CN" altLang="en-US" sz="2400" b="1" dirty="0">
                <a:solidFill>
                  <a:srgbClr val="A50021"/>
                </a:solidFill>
                <a:latin typeface="宋体" panose="02010600030101010101" pitchFamily="2" charset="-122"/>
              </a:rPr>
              <a:t>）其它功能模块功能模块</a:t>
            </a:r>
          </a:p>
        </p:txBody>
      </p:sp>
      <p:sp>
        <p:nvSpPr>
          <p:cNvPr id="10" name="Text Box 3">
            <a:extLst>
              <a:ext uri="{FF2B5EF4-FFF2-40B4-BE49-F238E27FC236}">
                <a16:creationId xmlns:a16="http://schemas.microsoft.com/office/drawing/2014/main" id="{4CA280D0-48E4-5640-9B18-2ED7C6D3DFD4}"/>
              </a:ext>
            </a:extLst>
          </p:cNvPr>
          <p:cNvSpPr txBox="1">
            <a:spLocks noChangeArrowheads="1"/>
          </p:cNvSpPr>
          <p:nvPr/>
        </p:nvSpPr>
        <p:spPr bwMode="auto">
          <a:xfrm>
            <a:off x="539750" y="1341438"/>
            <a:ext cx="8137525" cy="447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Clr>
                <a:srgbClr val="0000FF"/>
              </a:buClr>
              <a:buFont typeface="Wingdings" pitchFamily="2" charset="2"/>
              <a:buChar char="Ø"/>
            </a:pPr>
            <a:r>
              <a:rPr lang="zh-CN" altLang="en-US" sz="2400" b="1" dirty="0">
                <a:solidFill>
                  <a:srgbClr val="09211C"/>
                </a:solidFill>
                <a:latin typeface="宋体" panose="02010600030101010101" pitchFamily="2" charset="-122"/>
              </a:rPr>
              <a:t>  模拟量输入模块（即</a:t>
            </a:r>
            <a:r>
              <a:rPr lang="en-US" altLang="zh-CN" sz="2400" b="1" dirty="0">
                <a:solidFill>
                  <a:srgbClr val="09211C"/>
                </a:solidFill>
                <a:latin typeface="宋体" panose="02010600030101010101" pitchFamily="2" charset="-122"/>
              </a:rPr>
              <a:t>A/D</a:t>
            </a:r>
            <a:r>
              <a:rPr lang="zh-CN" altLang="en-US" sz="2400" b="1" dirty="0">
                <a:solidFill>
                  <a:srgbClr val="09211C"/>
                </a:solidFill>
                <a:latin typeface="宋体" panose="02010600030101010101" pitchFamily="2" charset="-122"/>
              </a:rPr>
              <a:t>模块）模拟量</a:t>
            </a:r>
            <a:r>
              <a:rPr lang="en-US" altLang="zh-CN" sz="2400" b="1" dirty="0">
                <a:solidFill>
                  <a:srgbClr val="09211C"/>
                </a:solidFill>
                <a:latin typeface="宋体" panose="02010600030101010101" pitchFamily="2" charset="-122"/>
              </a:rPr>
              <a:t>→</a:t>
            </a:r>
            <a:r>
              <a:rPr lang="zh-CN" altLang="en-US" sz="2400" b="1" dirty="0">
                <a:solidFill>
                  <a:srgbClr val="09211C"/>
                </a:solidFill>
                <a:latin typeface="宋体" panose="02010600030101010101" pitchFamily="2" charset="-122"/>
              </a:rPr>
              <a:t>数字量</a:t>
            </a:r>
          </a:p>
          <a:p>
            <a:pPr algn="just" eaLnBrk="1" hangingPunct="1">
              <a:lnSpc>
                <a:spcPct val="150000"/>
              </a:lnSpc>
              <a:buClr>
                <a:srgbClr val="0000FF"/>
              </a:buClr>
              <a:buFont typeface="Wingdings" pitchFamily="2" charset="2"/>
              <a:buChar char="Ø"/>
            </a:pPr>
            <a:r>
              <a:rPr lang="zh-CN" altLang="en-US" sz="2400" b="1" dirty="0">
                <a:solidFill>
                  <a:srgbClr val="09211C"/>
                </a:solidFill>
                <a:latin typeface="宋体" panose="02010600030101010101" pitchFamily="2" charset="-122"/>
              </a:rPr>
              <a:t>  模拟量输出模块（即</a:t>
            </a:r>
            <a:r>
              <a:rPr lang="en-US" altLang="zh-CN" sz="2400" b="1" dirty="0">
                <a:solidFill>
                  <a:srgbClr val="09211C"/>
                </a:solidFill>
                <a:latin typeface="宋体" panose="02010600030101010101" pitchFamily="2" charset="-122"/>
              </a:rPr>
              <a:t>D/A</a:t>
            </a:r>
            <a:r>
              <a:rPr lang="zh-CN" altLang="en-US" sz="2400" b="1" dirty="0">
                <a:solidFill>
                  <a:srgbClr val="09211C"/>
                </a:solidFill>
                <a:latin typeface="宋体" panose="02010600030101010101" pitchFamily="2" charset="-122"/>
              </a:rPr>
              <a:t>模块）数字量</a:t>
            </a:r>
            <a:r>
              <a:rPr lang="en-US" altLang="zh-CN" sz="2400" b="1" dirty="0">
                <a:solidFill>
                  <a:srgbClr val="09211C"/>
                </a:solidFill>
                <a:latin typeface="宋体" panose="02010600030101010101" pitchFamily="2" charset="-122"/>
              </a:rPr>
              <a:t>→</a:t>
            </a:r>
            <a:r>
              <a:rPr lang="zh-CN" altLang="en-US" sz="2400" b="1" dirty="0">
                <a:solidFill>
                  <a:srgbClr val="09211C"/>
                </a:solidFill>
                <a:latin typeface="宋体" panose="02010600030101010101" pitchFamily="2" charset="-122"/>
              </a:rPr>
              <a:t>模拟量</a:t>
            </a:r>
          </a:p>
          <a:p>
            <a:pPr algn="just" eaLnBrk="1" hangingPunct="1">
              <a:lnSpc>
                <a:spcPct val="150000"/>
              </a:lnSpc>
              <a:buClr>
                <a:srgbClr val="0000FF"/>
              </a:buClr>
              <a:buFont typeface="Wingdings" pitchFamily="2" charset="2"/>
              <a:buChar char="Ø"/>
            </a:pPr>
            <a:r>
              <a:rPr lang="zh-CN" altLang="en-US" sz="2400" b="1" dirty="0">
                <a:solidFill>
                  <a:srgbClr val="09211C"/>
                </a:solidFill>
                <a:latin typeface="宋体" panose="02010600030101010101" pitchFamily="2" charset="-122"/>
              </a:rPr>
              <a:t>  动态输入</a:t>
            </a:r>
            <a:r>
              <a:rPr lang="en-US" altLang="zh-CN" sz="2400" b="1" dirty="0">
                <a:solidFill>
                  <a:srgbClr val="09211C"/>
                </a:solidFill>
                <a:latin typeface="宋体" panose="02010600030101010101" pitchFamily="2" charset="-122"/>
              </a:rPr>
              <a:t>/</a:t>
            </a:r>
            <a:r>
              <a:rPr lang="zh-CN" altLang="en-US" sz="2400" b="1" dirty="0">
                <a:solidFill>
                  <a:srgbClr val="09211C"/>
                </a:solidFill>
                <a:latin typeface="宋体" panose="02010600030101010101" pitchFamily="2" charset="-122"/>
              </a:rPr>
              <a:t>输出模块  自带动态扫描功能</a:t>
            </a:r>
          </a:p>
          <a:p>
            <a:pPr algn="just" eaLnBrk="1" hangingPunct="1">
              <a:lnSpc>
                <a:spcPct val="150000"/>
              </a:lnSpc>
              <a:buClr>
                <a:srgbClr val="0000FF"/>
              </a:buClr>
              <a:buFont typeface="Wingdings" pitchFamily="2" charset="2"/>
              <a:buChar char="Ø"/>
            </a:pPr>
            <a:r>
              <a:rPr lang="zh-CN" altLang="en-US" sz="2400" b="1" dirty="0">
                <a:solidFill>
                  <a:srgbClr val="09211C"/>
                </a:solidFill>
                <a:latin typeface="宋体" panose="02010600030101010101" pitchFamily="2" charset="-122"/>
              </a:rPr>
              <a:t>  温度传感器模块     温度</a:t>
            </a:r>
            <a:r>
              <a:rPr lang="en-US" altLang="zh-CN" sz="2400" b="1" dirty="0">
                <a:solidFill>
                  <a:srgbClr val="09211C"/>
                </a:solidFill>
                <a:latin typeface="宋体" panose="02010600030101010101" pitchFamily="2" charset="-122"/>
              </a:rPr>
              <a:t>→</a:t>
            </a:r>
            <a:r>
              <a:rPr lang="zh-CN" altLang="en-US" sz="2400" b="1" dirty="0">
                <a:solidFill>
                  <a:srgbClr val="09211C"/>
                </a:solidFill>
                <a:latin typeface="宋体" panose="02010600030101010101" pitchFamily="2" charset="-122"/>
              </a:rPr>
              <a:t>模拟量</a:t>
            </a:r>
            <a:r>
              <a:rPr lang="en-US" altLang="zh-CN" sz="2400" b="1" dirty="0">
                <a:solidFill>
                  <a:srgbClr val="09211C"/>
                </a:solidFill>
                <a:latin typeface="宋体" panose="02010600030101010101" pitchFamily="2" charset="-122"/>
              </a:rPr>
              <a:t>→</a:t>
            </a:r>
            <a:r>
              <a:rPr lang="zh-CN" altLang="en-US" sz="2400" b="1" dirty="0">
                <a:solidFill>
                  <a:srgbClr val="09211C"/>
                </a:solidFill>
                <a:latin typeface="宋体" panose="02010600030101010101" pitchFamily="2" charset="-122"/>
              </a:rPr>
              <a:t>数字量</a:t>
            </a:r>
          </a:p>
          <a:p>
            <a:pPr algn="just" eaLnBrk="1" hangingPunct="1">
              <a:lnSpc>
                <a:spcPct val="150000"/>
              </a:lnSpc>
              <a:buClr>
                <a:srgbClr val="0000FF"/>
              </a:buClr>
              <a:buFont typeface="Wingdings" pitchFamily="2" charset="2"/>
              <a:buChar char="Ø"/>
            </a:pPr>
            <a:r>
              <a:rPr lang="zh-CN" altLang="en-US" sz="2400" b="1" dirty="0">
                <a:solidFill>
                  <a:srgbClr val="09211C"/>
                </a:solidFill>
                <a:latin typeface="宋体" panose="02010600030101010101" pitchFamily="2" charset="-122"/>
              </a:rPr>
              <a:t>  高速计数模块       高频脉冲信号</a:t>
            </a:r>
          </a:p>
          <a:p>
            <a:pPr algn="just" eaLnBrk="1" hangingPunct="1">
              <a:lnSpc>
                <a:spcPct val="150000"/>
              </a:lnSpc>
              <a:buClr>
                <a:srgbClr val="0000FF"/>
              </a:buClr>
              <a:buFont typeface="Wingdings" pitchFamily="2" charset="2"/>
              <a:buChar char="Ø"/>
            </a:pPr>
            <a:r>
              <a:rPr lang="en-US" altLang="zh-CN" sz="2400" b="1" dirty="0">
                <a:solidFill>
                  <a:srgbClr val="09211C"/>
                </a:solidFill>
                <a:latin typeface="宋体" panose="02010600030101010101" pitchFamily="2" charset="-122"/>
              </a:rPr>
              <a:t>  PID</a:t>
            </a:r>
            <a:r>
              <a:rPr lang="zh-CN" altLang="en-US" sz="2400" b="1" dirty="0">
                <a:solidFill>
                  <a:srgbClr val="09211C"/>
                </a:solidFill>
                <a:latin typeface="宋体" panose="02010600030101010101" pitchFamily="2" charset="-122"/>
              </a:rPr>
              <a:t>模块</a:t>
            </a:r>
          </a:p>
          <a:p>
            <a:pPr algn="just" eaLnBrk="1" hangingPunct="1">
              <a:lnSpc>
                <a:spcPct val="150000"/>
              </a:lnSpc>
              <a:buClr>
                <a:srgbClr val="0000FF"/>
              </a:buClr>
              <a:buFont typeface="Wingdings" pitchFamily="2" charset="2"/>
              <a:buChar char="Ø"/>
            </a:pPr>
            <a:r>
              <a:rPr lang="zh-CN" altLang="en-US" sz="2400" b="1" dirty="0">
                <a:solidFill>
                  <a:srgbClr val="09211C"/>
                </a:solidFill>
                <a:latin typeface="宋体" panose="02010600030101010101" pitchFamily="2" charset="-122"/>
              </a:rPr>
              <a:t>  远程</a:t>
            </a:r>
            <a:r>
              <a:rPr lang="en-US" altLang="zh-CN" sz="2400" b="1" dirty="0">
                <a:solidFill>
                  <a:srgbClr val="09211C"/>
                </a:solidFill>
                <a:latin typeface="宋体" panose="02010600030101010101" pitchFamily="2" charset="-122"/>
              </a:rPr>
              <a:t>I/O</a:t>
            </a:r>
            <a:r>
              <a:rPr lang="zh-CN" altLang="en-US" sz="2400" b="1" dirty="0">
                <a:solidFill>
                  <a:srgbClr val="09211C"/>
                </a:solidFill>
                <a:latin typeface="宋体" panose="02010600030101010101" pitchFamily="2" charset="-122"/>
              </a:rPr>
              <a:t>模块        扩展</a:t>
            </a:r>
            <a:r>
              <a:rPr lang="en-US" altLang="zh-CN" sz="2400" b="1" dirty="0">
                <a:solidFill>
                  <a:srgbClr val="09211C"/>
                </a:solidFill>
                <a:latin typeface="宋体" panose="02010600030101010101" pitchFamily="2" charset="-122"/>
              </a:rPr>
              <a:t>I/O</a:t>
            </a:r>
            <a:r>
              <a:rPr lang="zh-CN" altLang="en-US" sz="2400" b="1" dirty="0">
                <a:solidFill>
                  <a:srgbClr val="09211C"/>
                </a:solidFill>
                <a:latin typeface="宋体" panose="02010600030101010101" pitchFamily="2" charset="-122"/>
              </a:rPr>
              <a:t>点的距离</a:t>
            </a:r>
          </a:p>
          <a:p>
            <a:pPr algn="just" eaLnBrk="1" hangingPunct="1">
              <a:lnSpc>
                <a:spcPct val="150000"/>
              </a:lnSpc>
              <a:buClr>
                <a:srgbClr val="0000FF"/>
              </a:buClr>
              <a:buFont typeface="Wingdings" pitchFamily="2" charset="2"/>
              <a:buChar char="Ø"/>
            </a:pPr>
            <a:r>
              <a:rPr lang="zh-CN" altLang="en-US" sz="2400" b="1" dirty="0">
                <a:solidFill>
                  <a:srgbClr val="09211C"/>
                </a:solidFill>
                <a:latin typeface="宋体" panose="02010600030101010101" pitchFamily="2" charset="-122"/>
              </a:rPr>
              <a:t>  通讯模块           与其它</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、微机、互连网通讯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to="" calcmode="lin" valueType="num">
                                      <p:cBhvr>
                                        <p:cTn id="7" dur="1" fill="hold"/>
                                        <p:tgtEl>
                                          <p:spTgt spid="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27BBE722-C5E0-4A49-A780-984D484F8491}"/>
              </a:ext>
            </a:extLst>
          </p:cNvPr>
          <p:cNvSpPr txBox="1">
            <a:spLocks noChangeArrowheads="1"/>
          </p:cNvSpPr>
          <p:nvPr/>
        </p:nvSpPr>
        <p:spPr bwMode="auto">
          <a:xfrm>
            <a:off x="466725" y="1844675"/>
            <a:ext cx="8280400" cy="42481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00000"/>
              </a:lnSpc>
              <a:spcBef>
                <a:spcPct val="50000"/>
              </a:spcBef>
              <a:spcAft>
                <a:spcPct val="0"/>
              </a:spcAft>
              <a:buClrTx/>
              <a:buSzTx/>
              <a:buFont typeface="Wingdings" pitchFamily="2" charset="2"/>
              <a:buChar char="u"/>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系统程序: </a:t>
            </a:r>
          </a:p>
          <a:p>
            <a:pPr marL="342900" marR="0" lvl="0" indent="-342900" algn="just" defTabSz="914400" rtl="0" eaLnBrk="1" fontAlgn="base" latinLnBrk="0" hangingPunct="1">
              <a:lnSpc>
                <a:spcPct val="140000"/>
              </a:lnSpc>
              <a:spcBef>
                <a:spcPct val="50000"/>
              </a:spcBef>
              <a:spcAft>
                <a:spcPct val="0"/>
              </a:spcAft>
              <a:buClrTx/>
              <a:buSzTx/>
              <a:buFontTx/>
              <a:buNone/>
              <a:tabLst/>
              <a:defRPr/>
            </a:pPr>
            <a:r>
              <a:rPr kumimoji="0" lang="zh-CN"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a:cs typeface="+mn-cs"/>
              </a:rPr>
              <a:t>    </a:t>
            </a:r>
            <a:r>
              <a:rPr kumimoji="0"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系统程序</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完成</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系统诊断、命令解释、功能子程序调用、管理、逻辑运算、通信及各种参数设定</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等功能。 </a:t>
            </a:r>
          </a:p>
          <a:p>
            <a:pPr marL="342900" marR="0" lvl="0" indent="-342900" algn="just" defTabSz="914400" rtl="0" eaLnBrk="1" fontAlgn="base" latinLnBrk="0" hangingPunct="1">
              <a:lnSpc>
                <a:spcPct val="140000"/>
              </a:lnSpc>
              <a:spcBef>
                <a:spcPct val="50000"/>
              </a:spcBef>
              <a:spcAft>
                <a:spcPct val="0"/>
              </a:spcAft>
              <a:buClrTx/>
              <a:buSzTx/>
              <a:buFontTx/>
              <a:buNone/>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系统程序</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由</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的制造厂家编写的，在</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使用过程中不会变动，</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它和</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的硬件组成有关</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，它关系到</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的性能。</a:t>
            </a:r>
          </a:p>
          <a:p>
            <a:pPr marL="342900" marR="0" lvl="0" indent="-342900" algn="just" defTabSz="914400" rtl="0" eaLnBrk="1" fontAlgn="base" latinLnBrk="0" hangingPunct="1">
              <a:lnSpc>
                <a:spcPct val="140000"/>
              </a:lnSpc>
              <a:spcBef>
                <a:spcPct val="50000"/>
              </a:spcBef>
              <a:spcAft>
                <a:spcPct val="0"/>
              </a:spcAft>
              <a:buClrTx/>
              <a:buSzTx/>
              <a:buFontTx/>
              <a:buNone/>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系统程序</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由</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制造厂家直接固化在只读存储器</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ROM、PROM</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或</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EPROM</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中，</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用户不能访问和修改。</a:t>
            </a:r>
          </a:p>
        </p:txBody>
      </p:sp>
      <p:sp>
        <p:nvSpPr>
          <p:cNvPr id="9" name="Rectangle 3">
            <a:extLst>
              <a:ext uri="{FF2B5EF4-FFF2-40B4-BE49-F238E27FC236}">
                <a16:creationId xmlns:a16="http://schemas.microsoft.com/office/drawing/2014/main" id="{E9746F08-9AE0-634A-BDDA-B22F17F15A4B}"/>
              </a:ext>
            </a:extLst>
          </p:cNvPr>
          <p:cNvSpPr>
            <a:spLocks noChangeArrowheads="1"/>
          </p:cNvSpPr>
          <p:nvPr/>
        </p:nvSpPr>
        <p:spPr bwMode="auto">
          <a:xfrm>
            <a:off x="539750" y="620713"/>
            <a:ext cx="31309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A50021"/>
                </a:solidFill>
                <a:latin typeface="宋体" panose="02010600030101010101" pitchFamily="2" charset="-122"/>
              </a:rPr>
              <a:t>3.1.3 PLC</a:t>
            </a:r>
            <a:r>
              <a:rPr lang="zh-CN" altLang="en-US" sz="2400" b="1" dirty="0">
                <a:solidFill>
                  <a:srgbClr val="A50021"/>
                </a:solidFill>
                <a:latin typeface="宋体" panose="02010600030101010101" pitchFamily="2" charset="-122"/>
              </a:rPr>
              <a:t>的软件系统</a:t>
            </a:r>
          </a:p>
        </p:txBody>
      </p:sp>
      <p:sp>
        <p:nvSpPr>
          <p:cNvPr id="10" name="Rectangle 4">
            <a:extLst>
              <a:ext uri="{FF2B5EF4-FFF2-40B4-BE49-F238E27FC236}">
                <a16:creationId xmlns:a16="http://schemas.microsoft.com/office/drawing/2014/main" id="{BA62B468-7D5C-5547-B11D-4535AFB47179}"/>
              </a:ext>
            </a:extLst>
          </p:cNvPr>
          <p:cNvSpPr>
            <a:spLocks noChangeArrowheads="1"/>
          </p:cNvSpPr>
          <p:nvPr/>
        </p:nvSpPr>
        <p:spPr bwMode="auto">
          <a:xfrm>
            <a:off x="755650" y="1196975"/>
            <a:ext cx="669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99"/>
                </a:solidFill>
                <a:latin typeface="宋体" panose="02010600030101010101" pitchFamily="2" charset="-122"/>
                <a:hlinkClick r:id="rId2" action="ppaction://hlinksldjump"/>
              </a:rPr>
              <a:t>1 </a:t>
            </a:r>
            <a:r>
              <a:rPr lang="zh-CN" altLang="en-US" sz="2400" b="1">
                <a:solidFill>
                  <a:srgbClr val="000099"/>
                </a:solidFill>
                <a:latin typeface="宋体" panose="02010600030101010101" pitchFamily="2" charset="-122"/>
                <a:hlinkClick r:id="rId2" action="ppaction://hlinksldjump"/>
              </a:rPr>
              <a:t>系统程序</a:t>
            </a:r>
            <a:r>
              <a:rPr lang="zh-CN" altLang="en-US" sz="2400" b="1">
                <a:solidFill>
                  <a:srgbClr val="000099"/>
                </a:solidFill>
                <a:latin typeface="宋体" panose="02010600030101010101" pitchFamily="2" charset="-122"/>
              </a:rPr>
              <a:t>；</a:t>
            </a:r>
            <a:r>
              <a:rPr lang="en-US" altLang="zh-CN" sz="2400" b="1">
                <a:solidFill>
                  <a:srgbClr val="000099"/>
                </a:solidFill>
                <a:latin typeface="宋体" panose="02010600030101010101" pitchFamily="2" charset="-122"/>
                <a:hlinkClick r:id="rId2" action="ppaction://hlinksldjump"/>
              </a:rPr>
              <a:t>2 </a:t>
            </a:r>
            <a:r>
              <a:rPr lang="zh-CN" altLang="en-US" sz="2400" b="1">
                <a:solidFill>
                  <a:srgbClr val="000099"/>
                </a:solidFill>
                <a:latin typeface="宋体" panose="02010600030101010101" pitchFamily="2" charset="-122"/>
                <a:hlinkClick r:id="rId2" action="ppaction://hlinksldjump"/>
              </a:rPr>
              <a:t>用户程序</a:t>
            </a:r>
            <a:r>
              <a:rPr lang="zh-CN" altLang="en-US" sz="2400" b="1">
                <a:solidFill>
                  <a:srgbClr val="000099"/>
                </a:solidFill>
                <a:latin typeface="宋体" panose="02010600030101010101" pitchFamily="2" charset="-122"/>
              </a:rPr>
              <a:t>；</a:t>
            </a:r>
            <a:r>
              <a:rPr lang="en-US" altLang="zh-CN" sz="2400" b="1">
                <a:solidFill>
                  <a:srgbClr val="000099"/>
                </a:solidFill>
                <a:latin typeface="宋体" panose="02010600030101010101" pitchFamily="2" charset="-122"/>
                <a:hlinkClick r:id="rId2" action="ppaction://hlinksldjump"/>
              </a:rPr>
              <a:t>3 </a:t>
            </a:r>
            <a:r>
              <a:rPr lang="zh-CN" altLang="en-US" sz="2400" b="1">
                <a:solidFill>
                  <a:srgbClr val="000099"/>
                </a:solidFill>
                <a:latin typeface="宋体" panose="02010600030101010101" pitchFamily="2" charset="-122"/>
                <a:hlinkClick r:id="rId2" action="ppaction://hlinksldjump"/>
              </a:rPr>
              <a:t>编程语言</a:t>
            </a:r>
            <a:endParaRPr lang="zh-CN" altLang="en-US" sz="2400" b="1">
              <a:solidFill>
                <a:srgbClr val="000099"/>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slide(fromBottom)">
                                      <p:cBhvr>
                                        <p:cTn id="13" dur="500"/>
                                        <p:tgtEl>
                                          <p:spTgt spid="8">
                                            <p:txEl>
                                              <p:pRg st="0" end="0"/>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animEffect transition="in" filter="slide(fromBottom)">
                                      <p:cBhvr>
                                        <p:cTn id="16" dur="500"/>
                                        <p:tgtEl>
                                          <p:spTgt spid="8">
                                            <p:txEl>
                                              <p:pRg st="1" end="1"/>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slide(fromBottom)">
                                      <p:cBhvr>
                                        <p:cTn id="19" dur="500"/>
                                        <p:tgtEl>
                                          <p:spTgt spid="8">
                                            <p:txEl>
                                              <p:pRg st="2" end="2"/>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slide(fromBottom)">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4A26588D-03C1-2D43-A01A-C3F025B267D9}"/>
              </a:ext>
            </a:extLst>
          </p:cNvPr>
          <p:cNvSpPr txBox="1">
            <a:spLocks noChangeArrowheads="1"/>
          </p:cNvSpPr>
          <p:nvPr/>
        </p:nvSpPr>
        <p:spPr bwMode="auto">
          <a:xfrm>
            <a:off x="325438" y="622300"/>
            <a:ext cx="8496300" cy="5399088"/>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50000"/>
              </a:spcBef>
              <a:spcAft>
                <a:spcPct val="0"/>
              </a:spcAft>
              <a:buClrTx/>
              <a:buSzTx/>
              <a:buFontTx/>
              <a:buNone/>
              <a:tabLst/>
              <a:defRPr/>
            </a:pP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 用户程序:</a:t>
            </a:r>
          </a:p>
          <a:p>
            <a:pPr marL="342900" marR="0" lvl="0" indent="-342900" algn="just" defTabSz="914400" rtl="0" eaLnBrk="1" fontAlgn="base" latinLnBrk="0" hangingPunct="1">
              <a:lnSpc>
                <a:spcPct val="150000"/>
              </a:lnSpc>
              <a:spcBef>
                <a:spcPct val="50000"/>
              </a:spcBef>
              <a:spcAft>
                <a:spcPct val="0"/>
              </a:spcAft>
              <a:buClrTx/>
              <a:buSzTx/>
              <a:buFontTx/>
              <a:buChar char="•"/>
              <a:tabLst/>
              <a:defRPr/>
            </a:pP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用户程序</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是用户根据</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控制对象生产工艺</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及</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控制的要求</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而</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编制的应用程序</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。它是由</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控制对象</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要求而定的</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a:t>
            </a:r>
          </a:p>
          <a:p>
            <a:pPr marL="342900" marR="0" lvl="0" indent="-342900" algn="just" defTabSz="914400" rtl="0" eaLnBrk="1" fontAlgn="base" latinLnBrk="0" hangingPunct="1">
              <a:lnSpc>
                <a:spcPct val="150000"/>
              </a:lnSpc>
              <a:spcBef>
                <a:spcPct val="5000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为</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便于读出、检查和修改</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，用</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户程序</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一般</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存于</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CMOS</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静态</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RAM</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中</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，用</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锂电池</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作为</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后备电源</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，以</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保证掉电</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时</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不会丢失信息。</a:t>
            </a:r>
          </a:p>
          <a:p>
            <a:pPr marL="342900" marR="0" lvl="0" indent="-342900" algn="just" defTabSz="914400" rtl="0" eaLnBrk="1" fontAlgn="base" latinLnBrk="0" hangingPunct="1">
              <a:lnSpc>
                <a:spcPct val="150000"/>
              </a:lnSpc>
              <a:spcBef>
                <a:spcPct val="5000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为</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防止干扰对</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RAM</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中</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程序</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破坏</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，当</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用户程序</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经过</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运行正常</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，不需要改变，</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可将其固化在</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EPROM</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中。</a:t>
            </a:r>
          </a:p>
          <a:p>
            <a:pPr marL="342900" marR="0" lvl="0" indent="-342900" algn="just" defTabSz="914400" rtl="0" eaLnBrk="1" fontAlgn="base" latinLnBrk="0" hangingPunct="1">
              <a:lnSpc>
                <a:spcPct val="150000"/>
              </a:lnSpc>
              <a:spcBef>
                <a:spcPct val="50000"/>
              </a:spcBef>
              <a:spcAft>
                <a:spcPct val="0"/>
              </a:spcAft>
              <a:buClrTx/>
              <a:buSzTx/>
              <a:buFontTx/>
              <a:buChar char="•"/>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现在有许多</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直接采用</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EEPROM</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作为</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用户存储器。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checkerboard(across)">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checkerboard(across)">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checkerboard(across)">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checkerboard(across)">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A87B17A2-4688-1D48-B663-C256DCD0EB26}"/>
              </a:ext>
            </a:extLst>
          </p:cNvPr>
          <p:cNvSpPr txBox="1">
            <a:spLocks noChangeArrowheads="1"/>
          </p:cNvSpPr>
          <p:nvPr/>
        </p:nvSpPr>
        <p:spPr bwMode="auto">
          <a:xfrm>
            <a:off x="612775" y="692150"/>
            <a:ext cx="4537075" cy="50482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60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r>
              <a:rPr lang="en-US" altLang="zh-CN" sz="2400" b="1">
                <a:solidFill>
                  <a:srgbClr val="A50021"/>
                </a:solidFill>
                <a:latin typeface="宋体" panose="02010600030101010101" pitchFamily="2" charset="-122"/>
              </a:rPr>
              <a:t>PLC</a:t>
            </a:r>
            <a:r>
              <a:rPr lang="zh-CN" altLang="zh-CN" sz="2400" b="1">
                <a:solidFill>
                  <a:srgbClr val="A50021"/>
                </a:solidFill>
                <a:latin typeface="宋体" panose="02010600030101010101" pitchFamily="2" charset="-122"/>
              </a:rPr>
              <a:t>的编程语言</a:t>
            </a:r>
          </a:p>
        </p:txBody>
      </p:sp>
      <p:sp>
        <p:nvSpPr>
          <p:cNvPr id="9" name="Text Box 3">
            <a:extLst>
              <a:ext uri="{FF2B5EF4-FFF2-40B4-BE49-F238E27FC236}">
                <a16:creationId xmlns:a16="http://schemas.microsoft.com/office/drawing/2014/main" id="{61E5B9E3-6689-A648-9D63-13418468A432}"/>
              </a:ext>
            </a:extLst>
          </p:cNvPr>
          <p:cNvSpPr txBox="1">
            <a:spLocks noChangeArrowheads="1"/>
          </p:cNvSpPr>
          <p:nvPr/>
        </p:nvSpPr>
        <p:spPr bwMode="auto">
          <a:xfrm>
            <a:off x="539750" y="1268413"/>
            <a:ext cx="7994650" cy="461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6" tIns="45719" rIns="91436" bIns="45719">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50000"/>
              </a:lnSpc>
              <a:spcBef>
                <a:spcPct val="50000"/>
              </a:spcBef>
              <a:spcAft>
                <a:spcPts val="0"/>
              </a:spcAft>
              <a:buClrTx/>
              <a:buSzTx/>
              <a:buFontTx/>
              <a:buNone/>
              <a:tabLst/>
              <a:defRPr/>
            </a:pP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    在</a:t>
            </a:r>
            <a:r>
              <a:rPr kumimoji="0" lang="en-US" altLang="zh-CN"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PLC</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系统结构不断发展</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的同时，</a:t>
            </a:r>
            <a:r>
              <a:rPr kumimoji="0" lang="en-US" altLang="zh-CN"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PLC</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的编程语言</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也</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越来越丰富</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功能也不断提高。</a:t>
            </a:r>
          </a:p>
          <a:p>
            <a:pPr marL="0" marR="0" lvl="0" indent="0" algn="just" defTabSz="914400" eaLnBrk="1" fontAlgn="auto" latinLnBrk="0" hangingPunct="1">
              <a:lnSpc>
                <a:spcPct val="150000"/>
              </a:lnSpc>
              <a:spcBef>
                <a:spcPct val="50000"/>
              </a:spcBef>
              <a:spcAft>
                <a:spcPts val="0"/>
              </a:spcAft>
              <a:buClrTx/>
              <a:buSzTx/>
              <a:buFontTx/>
              <a:buNone/>
              <a:tabLst/>
              <a:defRPr/>
            </a:pP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    </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程序的表达方式基本有四种：</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梯形图、指令表、逻辑功能图和高级语言。梯形图</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是当前使用</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最广泛的一种编程方法。</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 </a:t>
            </a:r>
          </a:p>
          <a:p>
            <a:pPr marL="0" marR="0" lvl="0" indent="0" algn="just" defTabSz="914400" eaLnBrk="1" fontAlgn="auto" latinLnBrk="0" hangingPunct="1">
              <a:lnSpc>
                <a:spcPct val="150000"/>
              </a:lnSpc>
              <a:spcBef>
                <a:spcPct val="50000"/>
              </a:spcBef>
              <a:spcAft>
                <a:spcPts val="0"/>
              </a:spcAft>
              <a:buClrTx/>
              <a:buSzTx/>
              <a:buFontTx/>
              <a:buNone/>
              <a:tabLst/>
              <a:defRPr/>
            </a:pP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    除了的</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梯形图语言外</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，为了</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适应各种控制要求</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，出现了</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面向顺序控制</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的</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步进编程语言</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面向过程控制</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的</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流程图语言</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、与计算机兼容的</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高级语言（</a:t>
            </a:r>
            <a:r>
              <a:rPr kumimoji="0" lang="en-US" altLang="zh-CN"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BASIC、C</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语言等）</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等。</a:t>
            </a:r>
          </a:p>
          <a:p>
            <a:pPr marL="0" marR="0" lvl="0" indent="0" algn="just" defTabSz="914400" eaLnBrk="1" fontAlgn="auto" latinLnBrk="0" hangingPunct="1">
              <a:lnSpc>
                <a:spcPct val="150000"/>
              </a:lnSpc>
              <a:spcBef>
                <a:spcPct val="50000"/>
              </a:spcBef>
              <a:spcAft>
                <a:spcPts val="0"/>
              </a:spcAft>
              <a:buClrTx/>
              <a:buSzTx/>
              <a:buFontTx/>
              <a:buNone/>
              <a:tabLst/>
              <a:defRPr/>
            </a:pP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    </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多种编程语言</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的</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并存、互补与发展</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是</a:t>
            </a:r>
            <a:r>
              <a:rPr kumimoji="0" lang="en-US" altLang="zh-CN"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PLC</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进步的一种趋势。</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   </a:t>
            </a:r>
            <a:endParaRPr kumimoji="0" lang="zh-CN" altLang="en-US" sz="1800" b="1" i="0" u="none" strike="noStrike" kern="0" cap="none" spc="0" normalizeH="0" baseline="0" noProof="0" dirty="0">
              <a:ln>
                <a:noFill/>
              </a:ln>
              <a:solidFill>
                <a:srgbClr val="000099"/>
              </a:solidFill>
              <a:effectLst/>
              <a:uLnTx/>
              <a:uFillTx/>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lide(fromBottom)">
                                      <p:cBhvr>
                                        <p:cTn id="7" dur="500"/>
                                        <p:tgtEl>
                                          <p:spTgt spid="9">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slide(fromBottom)">
                                      <p:cBhvr>
                                        <p:cTn id="10" dur="500"/>
                                        <p:tgtEl>
                                          <p:spTgt spid="9">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slide(fromBottom)">
                                      <p:cBhvr>
                                        <p:cTn id="13" dur="500"/>
                                        <p:tgtEl>
                                          <p:spTgt spid="9">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9">
                                            <p:txEl>
                                              <p:pRg st="3" end="3"/>
                                            </p:txEl>
                                          </p:spTgt>
                                        </p:tgtEl>
                                        <p:attrNameLst>
                                          <p:attrName>style.visibility</p:attrName>
                                        </p:attrNameLst>
                                      </p:cBhvr>
                                      <p:to>
                                        <p:strVal val="visible"/>
                                      </p:to>
                                    </p:set>
                                    <p:animEffect transition="in" filter="slide(fromBottom)">
                                      <p:cBhvr>
                                        <p:cTn id="16"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2">
            <a:extLst>
              <a:ext uri="{FF2B5EF4-FFF2-40B4-BE49-F238E27FC236}">
                <a16:creationId xmlns:a16="http://schemas.microsoft.com/office/drawing/2014/main" id="{6DEACF84-E06E-A142-A1D9-715D05DC472B}"/>
              </a:ext>
            </a:extLst>
          </p:cNvPr>
          <p:cNvSpPr>
            <a:spLocks noChangeArrowheads="1"/>
          </p:cNvSpPr>
          <p:nvPr/>
        </p:nvSpPr>
        <p:spPr bwMode="auto">
          <a:xfrm>
            <a:off x="395288" y="620713"/>
            <a:ext cx="6705600"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a:t>
            </a:r>
            <a:r>
              <a:rPr kumimoji="0" lang="en-US"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1</a:t>
            </a:r>
            <a:r>
              <a:rPr kumimoji="0" lang="zh-CN" altLang="en-US"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）梯形图编程语言</a:t>
            </a:r>
          </a:p>
        </p:txBody>
      </p:sp>
      <p:sp>
        <p:nvSpPr>
          <p:cNvPr id="56" name="Text Box 3">
            <a:extLst>
              <a:ext uri="{FF2B5EF4-FFF2-40B4-BE49-F238E27FC236}">
                <a16:creationId xmlns:a16="http://schemas.microsoft.com/office/drawing/2014/main" id="{6F9BD8B2-A29B-9247-BC28-4460BEA5815C}"/>
              </a:ext>
            </a:extLst>
          </p:cNvPr>
          <p:cNvSpPr txBox="1">
            <a:spLocks noChangeArrowheads="1"/>
          </p:cNvSpPr>
          <p:nvPr/>
        </p:nvSpPr>
        <p:spPr bwMode="auto">
          <a:xfrm>
            <a:off x="2266950" y="5805488"/>
            <a:ext cx="4178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2200" b="1">
                <a:solidFill>
                  <a:srgbClr val="A50021"/>
                </a:solidFill>
                <a:latin typeface="宋体" panose="02010600030101010101" pitchFamily="2" charset="-122"/>
              </a:rPr>
              <a:t>两种梯形图的继电器符号图对照</a:t>
            </a:r>
          </a:p>
        </p:txBody>
      </p:sp>
      <p:sp>
        <p:nvSpPr>
          <p:cNvPr id="57" name="Rectangle 4">
            <a:extLst>
              <a:ext uri="{FF2B5EF4-FFF2-40B4-BE49-F238E27FC236}">
                <a16:creationId xmlns:a16="http://schemas.microsoft.com/office/drawing/2014/main" id="{1811C850-9B7E-4546-A2EC-195A9CF48E8A}"/>
              </a:ext>
            </a:extLst>
          </p:cNvPr>
          <p:cNvSpPr>
            <a:spLocks noChangeArrowheads="1"/>
          </p:cNvSpPr>
          <p:nvPr/>
        </p:nvSpPr>
        <p:spPr bwMode="auto">
          <a:xfrm>
            <a:off x="396875" y="1052513"/>
            <a:ext cx="820737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 </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  </a:t>
            </a:r>
            <a:r>
              <a:rPr kumimoji="0" lang="zh-CN" altLang="zh-CN"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梯形图</a:t>
            </a:r>
            <a:r>
              <a:rPr kumimoji="0" lang="zh-CN" altLang="en-US"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a:t>
            </a: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Ladder diagram</a:t>
            </a:r>
            <a:r>
              <a:rPr kumimoji="0" lang="zh-CN" altLang="en-US"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a:t>
            </a:r>
            <a:r>
              <a:rPr kumimoji="0" lang="zh-CN" altLang="zh-CN"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编程语言</a:t>
            </a:r>
            <a:r>
              <a:rPr kumimoji="0" lang="zh-CN"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是一种</a:t>
            </a:r>
            <a:r>
              <a:rPr kumimoji="0" lang="zh-CN" altLang="zh-CN"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图形语言</a:t>
            </a:r>
            <a:r>
              <a:rPr kumimoji="0" lang="zh-CN"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 </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类似于</a:t>
            </a:r>
            <a:r>
              <a:rPr kumimoji="0" lang="zh-CN" altLang="en-US"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继电器控制线路图</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的</a:t>
            </a:r>
            <a:r>
              <a:rPr kumimoji="0" lang="zh-CN" altLang="en-US"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一种编程语言</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，它</a:t>
            </a:r>
            <a:r>
              <a:rPr kumimoji="0" lang="zh-CN" altLang="en-US"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面向</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控制过程，</a:t>
            </a:r>
            <a:r>
              <a:rPr kumimoji="0" lang="zh-CN" altLang="en-US"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直观易懂</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，是</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PLC</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编程语言中应用</a:t>
            </a:r>
            <a:r>
              <a:rPr kumimoji="0" lang="zh-CN" altLang="en-US" sz="22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最多的一种语言。</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   </a:t>
            </a:r>
          </a:p>
        </p:txBody>
      </p:sp>
      <p:grpSp>
        <p:nvGrpSpPr>
          <p:cNvPr id="58" name="Group 5">
            <a:extLst>
              <a:ext uri="{FF2B5EF4-FFF2-40B4-BE49-F238E27FC236}">
                <a16:creationId xmlns:a16="http://schemas.microsoft.com/office/drawing/2014/main" id="{5753CBCE-A2EA-2342-9030-1DEC3A0BED80}"/>
              </a:ext>
            </a:extLst>
          </p:cNvPr>
          <p:cNvGrpSpPr>
            <a:grpSpLocks/>
          </p:cNvGrpSpPr>
          <p:nvPr/>
        </p:nvGrpSpPr>
        <p:grpSpPr bwMode="auto">
          <a:xfrm>
            <a:off x="1116013" y="2852738"/>
            <a:ext cx="6345237" cy="2770187"/>
            <a:chOff x="0" y="0"/>
            <a:chExt cx="9992" cy="4362"/>
          </a:xfrm>
        </p:grpSpPr>
        <p:sp>
          <p:nvSpPr>
            <p:cNvPr id="59" name="Text Box 6">
              <a:extLst>
                <a:ext uri="{FF2B5EF4-FFF2-40B4-BE49-F238E27FC236}">
                  <a16:creationId xmlns:a16="http://schemas.microsoft.com/office/drawing/2014/main" id="{F2373665-59B9-914A-A2B7-79C20F63E1A3}"/>
                </a:ext>
              </a:extLst>
            </p:cNvPr>
            <p:cNvSpPr txBox="1">
              <a:spLocks noChangeArrowheads="1"/>
            </p:cNvSpPr>
            <p:nvPr/>
          </p:nvSpPr>
          <p:spPr bwMode="auto">
            <a:xfrm>
              <a:off x="112" y="0"/>
              <a:ext cx="9880" cy="4246"/>
            </a:xfrm>
            <a:prstGeom prst="rect">
              <a:avLst/>
            </a:prstGeom>
            <a:solidFill>
              <a:srgbClr val="FFFFCC"/>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zh-CN" sz="1800" b="1" i="0" u="none" strike="noStrike" kern="0" cap="none" spc="0" normalizeH="0" baseline="0" noProof="0" dirty="0">
                  <a:ln>
                    <a:noFill/>
                  </a:ln>
                  <a:solidFill>
                    <a:srgbClr val="0000CC"/>
                  </a:solidFill>
                  <a:effectLst/>
                  <a:uLnTx/>
                  <a:uFillTx/>
                  <a:latin typeface="楷体_GB2312" pitchFamily="49" charset="-122"/>
                  <a:ea typeface="楷体_GB2312" pitchFamily="49" charset="-122"/>
                </a:rPr>
                <a:t>           </a:t>
              </a:r>
              <a:r>
                <a:rPr kumimoji="0" lang="zh-CN" altLang="en-US" sz="1800" b="1" i="0" u="none" strike="noStrike" kern="0" cap="none" spc="0" normalizeH="0" baseline="0" noProof="0" dirty="0">
                  <a:ln>
                    <a:noFill/>
                  </a:ln>
                  <a:solidFill>
                    <a:srgbClr val="0000CC"/>
                  </a:solidFill>
                  <a:effectLst/>
                  <a:uLnTx/>
                  <a:uFillTx/>
                  <a:latin typeface="楷体_GB2312" pitchFamily="49" charset="-122"/>
                  <a:ea typeface="楷体_GB2312" pitchFamily="49" charset="-122"/>
                </a:rPr>
                <a:t>      </a:t>
              </a:r>
              <a:r>
                <a:rPr kumimoji="0" lang="zh-CN" altLang="zh-CN" sz="1800" b="1" i="0" u="none" strike="noStrike" kern="0" cap="none" spc="0" normalizeH="0" baseline="0" noProof="0" dirty="0">
                  <a:ln>
                    <a:noFill/>
                  </a:ln>
                  <a:solidFill>
                    <a:srgbClr val="0000CC"/>
                  </a:solidFill>
                  <a:effectLst/>
                  <a:uLnTx/>
                  <a:uFillTx/>
                  <a:latin typeface="楷体_GB2312" pitchFamily="49" charset="-122"/>
                  <a:ea typeface="楷体_GB2312" pitchFamily="49" charset="-122"/>
                </a:rPr>
                <a:t>物理继电器      </a:t>
              </a:r>
              <a:r>
                <a:rPr kumimoji="0" lang="zh-CN" altLang="zh-CN" sz="18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rPr>
                <a:t>PLC</a:t>
              </a:r>
              <a:r>
                <a:rPr kumimoji="0" lang="zh-CN" altLang="zh-CN" sz="1800" b="1" i="0" u="none" strike="noStrike" kern="0" cap="none" spc="0" normalizeH="0" baseline="0" noProof="0" dirty="0">
                  <a:ln>
                    <a:noFill/>
                  </a:ln>
                  <a:solidFill>
                    <a:srgbClr val="0000CC"/>
                  </a:solidFill>
                  <a:effectLst/>
                  <a:uLnTx/>
                  <a:uFillTx/>
                  <a:latin typeface="楷体_GB2312" pitchFamily="49" charset="-122"/>
                  <a:ea typeface="楷体_GB2312" pitchFamily="49" charset="-122"/>
                </a:rPr>
                <a:t>继电器</a:t>
              </a:r>
            </a:p>
          </p:txBody>
        </p:sp>
        <p:sp>
          <p:nvSpPr>
            <p:cNvPr id="60" name="Text Box 7">
              <a:extLst>
                <a:ext uri="{FF2B5EF4-FFF2-40B4-BE49-F238E27FC236}">
                  <a16:creationId xmlns:a16="http://schemas.microsoft.com/office/drawing/2014/main" id="{C9091A84-A10D-F74F-BA70-EA367F468D29}"/>
                </a:ext>
              </a:extLst>
            </p:cNvPr>
            <p:cNvSpPr txBox="1">
              <a:spLocks noChangeArrowheads="1"/>
            </p:cNvSpPr>
            <p:nvPr/>
          </p:nvSpPr>
          <p:spPr bwMode="auto">
            <a:xfrm>
              <a:off x="1247" y="2245"/>
              <a:ext cx="1834" cy="19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a:p>
              <a:pPr marL="0" marR="0" lvl="0" indent="0" algn="just" defTabSz="914400" eaLnBrk="1" fontAlgn="auto" latinLnBrk="0" hangingPunct="1">
                <a:lnSpc>
                  <a:spcPct val="88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常开</a:t>
              </a:r>
            </a:p>
            <a:p>
              <a:pPr marL="0" marR="0" lvl="0" indent="0" algn="just" defTabSz="914400" eaLnBrk="1" fontAlgn="auto" latinLnBrk="0" hangingPunct="1">
                <a:lnSpc>
                  <a:spcPct val="88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a:p>
              <a:pPr marL="0" marR="0" lvl="0" indent="0" algn="just" defTabSz="914400" eaLnBrk="1" fontAlgn="auto" latinLnBrk="0" hangingPunct="1">
                <a:lnSpc>
                  <a:spcPct val="88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常闭</a:t>
              </a:r>
            </a:p>
          </p:txBody>
        </p:sp>
        <p:grpSp>
          <p:nvGrpSpPr>
            <p:cNvPr id="61" name="Group 8">
              <a:extLst>
                <a:ext uri="{FF2B5EF4-FFF2-40B4-BE49-F238E27FC236}">
                  <a16:creationId xmlns:a16="http://schemas.microsoft.com/office/drawing/2014/main" id="{C6E649F1-C703-AE41-A697-0AD505FB2167}"/>
                </a:ext>
              </a:extLst>
            </p:cNvPr>
            <p:cNvGrpSpPr>
              <a:grpSpLocks/>
            </p:cNvGrpSpPr>
            <p:nvPr/>
          </p:nvGrpSpPr>
          <p:grpSpPr bwMode="auto">
            <a:xfrm>
              <a:off x="3307" y="1127"/>
              <a:ext cx="1714" cy="648"/>
              <a:chOff x="0" y="0"/>
              <a:chExt cx="840" cy="340"/>
            </a:xfrm>
          </p:grpSpPr>
          <p:sp>
            <p:nvSpPr>
              <p:cNvPr id="101" name="Text Box 9">
                <a:extLst>
                  <a:ext uri="{FF2B5EF4-FFF2-40B4-BE49-F238E27FC236}">
                    <a16:creationId xmlns:a16="http://schemas.microsoft.com/office/drawing/2014/main" id="{94992AE3-2002-EF48-88BD-0513D517715B}"/>
                  </a:ext>
                </a:extLst>
              </p:cNvPr>
              <p:cNvSpPr txBox="1">
                <a:spLocks noChangeArrowheads="1"/>
              </p:cNvSpPr>
              <p:nvPr/>
            </p:nvSpPr>
            <p:spPr bwMode="auto">
              <a:xfrm>
                <a:off x="300" y="0"/>
                <a:ext cx="240" cy="340"/>
              </a:xfrm>
              <a:prstGeom prst="rect">
                <a:avLst/>
              </a:prstGeom>
              <a:noFill/>
              <a:ln w="28575">
                <a:solidFill>
                  <a:srgbClr val="00316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p:txBody>
          </p:sp>
          <p:sp>
            <p:nvSpPr>
              <p:cNvPr id="102" name="Line 10">
                <a:extLst>
                  <a:ext uri="{FF2B5EF4-FFF2-40B4-BE49-F238E27FC236}">
                    <a16:creationId xmlns:a16="http://schemas.microsoft.com/office/drawing/2014/main" id="{4995B9A0-0CA5-9643-9135-678CC56F7C92}"/>
                  </a:ext>
                </a:extLst>
              </p:cNvPr>
              <p:cNvSpPr>
                <a:spLocks noChangeShapeType="1"/>
              </p:cNvSpPr>
              <p:nvPr/>
            </p:nvSpPr>
            <p:spPr bwMode="auto">
              <a:xfrm>
                <a:off x="540" y="180"/>
                <a:ext cx="300" cy="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3" name="Line 11">
                <a:extLst>
                  <a:ext uri="{FF2B5EF4-FFF2-40B4-BE49-F238E27FC236}">
                    <a16:creationId xmlns:a16="http://schemas.microsoft.com/office/drawing/2014/main" id="{EA48BA49-676C-154A-952D-C99D610AF234}"/>
                  </a:ext>
                </a:extLst>
              </p:cNvPr>
              <p:cNvSpPr>
                <a:spLocks noChangeShapeType="1"/>
              </p:cNvSpPr>
              <p:nvPr/>
            </p:nvSpPr>
            <p:spPr bwMode="auto">
              <a:xfrm>
                <a:off x="0" y="180"/>
                <a:ext cx="300" cy="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62" name="Group 12">
              <a:extLst>
                <a:ext uri="{FF2B5EF4-FFF2-40B4-BE49-F238E27FC236}">
                  <a16:creationId xmlns:a16="http://schemas.microsoft.com/office/drawing/2014/main" id="{50BA0440-69C4-014B-84FD-AFA6C9A098AA}"/>
                </a:ext>
              </a:extLst>
            </p:cNvPr>
            <p:cNvGrpSpPr>
              <a:grpSpLocks/>
            </p:cNvGrpSpPr>
            <p:nvPr/>
          </p:nvGrpSpPr>
          <p:grpSpPr bwMode="auto">
            <a:xfrm>
              <a:off x="6972" y="1130"/>
              <a:ext cx="1224" cy="610"/>
              <a:chOff x="0" y="0"/>
              <a:chExt cx="600" cy="320"/>
            </a:xfrm>
          </p:grpSpPr>
          <p:sp>
            <p:nvSpPr>
              <p:cNvPr id="99" name="Oval 13">
                <a:extLst>
                  <a:ext uri="{FF2B5EF4-FFF2-40B4-BE49-F238E27FC236}">
                    <a16:creationId xmlns:a16="http://schemas.microsoft.com/office/drawing/2014/main" id="{A666AC05-AF71-A340-B8E3-246B2CBF834C}"/>
                  </a:ext>
                </a:extLst>
              </p:cNvPr>
              <p:cNvSpPr>
                <a:spLocks noChangeArrowheads="1"/>
              </p:cNvSpPr>
              <p:nvPr/>
            </p:nvSpPr>
            <p:spPr bwMode="auto">
              <a:xfrm>
                <a:off x="300" y="0"/>
                <a:ext cx="300" cy="320"/>
              </a:xfrm>
              <a:prstGeom prst="ellipse">
                <a:avLst/>
              </a:prstGeom>
              <a:solidFill>
                <a:srgbClr val="FFFFFF"/>
              </a:solidFill>
              <a:ln w="28575">
                <a:solidFill>
                  <a:srgbClr val="00316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00" name="Line 14">
                <a:extLst>
                  <a:ext uri="{FF2B5EF4-FFF2-40B4-BE49-F238E27FC236}">
                    <a16:creationId xmlns:a16="http://schemas.microsoft.com/office/drawing/2014/main" id="{2312BA17-322E-5C4D-B175-F247141870FF}"/>
                  </a:ext>
                </a:extLst>
              </p:cNvPr>
              <p:cNvSpPr>
                <a:spLocks noChangeShapeType="1"/>
              </p:cNvSpPr>
              <p:nvPr/>
            </p:nvSpPr>
            <p:spPr bwMode="auto">
              <a:xfrm>
                <a:off x="0" y="160"/>
                <a:ext cx="300" cy="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63" name="Group 15">
              <a:extLst>
                <a:ext uri="{FF2B5EF4-FFF2-40B4-BE49-F238E27FC236}">
                  <a16:creationId xmlns:a16="http://schemas.microsoft.com/office/drawing/2014/main" id="{35599E06-94E1-0F4C-8FFB-999658394839}"/>
                </a:ext>
              </a:extLst>
            </p:cNvPr>
            <p:cNvGrpSpPr>
              <a:grpSpLocks/>
            </p:cNvGrpSpPr>
            <p:nvPr/>
          </p:nvGrpSpPr>
          <p:grpSpPr bwMode="auto">
            <a:xfrm>
              <a:off x="7062" y="2355"/>
              <a:ext cx="1102" cy="480"/>
              <a:chOff x="0" y="0"/>
              <a:chExt cx="540" cy="200"/>
            </a:xfrm>
          </p:grpSpPr>
          <p:sp>
            <p:nvSpPr>
              <p:cNvPr id="95" name="Line 16">
                <a:extLst>
                  <a:ext uri="{FF2B5EF4-FFF2-40B4-BE49-F238E27FC236}">
                    <a16:creationId xmlns:a16="http://schemas.microsoft.com/office/drawing/2014/main" id="{6FA8B143-9BE8-4641-A968-E0A8BF36F647}"/>
                  </a:ext>
                </a:extLst>
              </p:cNvPr>
              <p:cNvSpPr>
                <a:spLocks noChangeShapeType="1"/>
              </p:cNvSpPr>
              <p:nvPr/>
            </p:nvSpPr>
            <p:spPr bwMode="auto">
              <a:xfrm flipV="1">
                <a:off x="0" y="84"/>
                <a:ext cx="220" cy="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6" name="Line 17">
                <a:extLst>
                  <a:ext uri="{FF2B5EF4-FFF2-40B4-BE49-F238E27FC236}">
                    <a16:creationId xmlns:a16="http://schemas.microsoft.com/office/drawing/2014/main" id="{732F39ED-06E3-C84D-AC07-2C43D936E871}"/>
                  </a:ext>
                </a:extLst>
              </p:cNvPr>
              <p:cNvSpPr>
                <a:spLocks noChangeShapeType="1"/>
              </p:cNvSpPr>
              <p:nvPr/>
            </p:nvSpPr>
            <p:spPr bwMode="auto">
              <a:xfrm flipV="1">
                <a:off x="320" y="84"/>
                <a:ext cx="220" cy="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7" name="Line 18">
                <a:extLst>
                  <a:ext uri="{FF2B5EF4-FFF2-40B4-BE49-F238E27FC236}">
                    <a16:creationId xmlns:a16="http://schemas.microsoft.com/office/drawing/2014/main" id="{C69F8FD7-90C0-3641-B3B0-203B9405D821}"/>
                  </a:ext>
                </a:extLst>
              </p:cNvPr>
              <p:cNvSpPr>
                <a:spLocks noChangeShapeType="1"/>
              </p:cNvSpPr>
              <p:nvPr/>
            </p:nvSpPr>
            <p:spPr bwMode="auto">
              <a:xfrm>
                <a:off x="220" y="0"/>
                <a:ext cx="0" cy="20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8" name="Line 19">
                <a:extLst>
                  <a:ext uri="{FF2B5EF4-FFF2-40B4-BE49-F238E27FC236}">
                    <a16:creationId xmlns:a16="http://schemas.microsoft.com/office/drawing/2014/main" id="{7E627E9C-CE03-DC42-9531-B8A486C855A6}"/>
                  </a:ext>
                </a:extLst>
              </p:cNvPr>
              <p:cNvSpPr>
                <a:spLocks noChangeShapeType="1"/>
              </p:cNvSpPr>
              <p:nvPr/>
            </p:nvSpPr>
            <p:spPr bwMode="auto">
              <a:xfrm>
                <a:off x="320" y="0"/>
                <a:ext cx="0" cy="20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64" name="Text Box 20">
              <a:extLst>
                <a:ext uri="{FF2B5EF4-FFF2-40B4-BE49-F238E27FC236}">
                  <a16:creationId xmlns:a16="http://schemas.microsoft.com/office/drawing/2014/main" id="{E236A5A0-58DB-CA42-944F-245F127E2CE3}"/>
                </a:ext>
              </a:extLst>
            </p:cNvPr>
            <p:cNvSpPr txBox="1">
              <a:spLocks noChangeArrowheads="1"/>
            </p:cNvSpPr>
            <p:nvPr/>
          </p:nvSpPr>
          <p:spPr bwMode="auto">
            <a:xfrm>
              <a:off x="0" y="2082"/>
              <a:ext cx="1182" cy="2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  触 点</a:t>
              </a:r>
            </a:p>
          </p:txBody>
        </p:sp>
        <p:grpSp>
          <p:nvGrpSpPr>
            <p:cNvPr id="65" name="Group 21">
              <a:extLst>
                <a:ext uri="{FF2B5EF4-FFF2-40B4-BE49-F238E27FC236}">
                  <a16:creationId xmlns:a16="http://schemas.microsoft.com/office/drawing/2014/main" id="{9FE090A4-D646-484F-BD64-86CE45F270B3}"/>
                </a:ext>
              </a:extLst>
            </p:cNvPr>
            <p:cNvGrpSpPr>
              <a:grpSpLocks/>
            </p:cNvGrpSpPr>
            <p:nvPr/>
          </p:nvGrpSpPr>
          <p:grpSpPr bwMode="auto">
            <a:xfrm>
              <a:off x="7175" y="3516"/>
              <a:ext cx="1102" cy="480"/>
              <a:chOff x="0" y="0"/>
              <a:chExt cx="540" cy="200"/>
            </a:xfrm>
          </p:grpSpPr>
          <p:sp>
            <p:nvSpPr>
              <p:cNvPr id="90" name="Line 22">
                <a:extLst>
                  <a:ext uri="{FF2B5EF4-FFF2-40B4-BE49-F238E27FC236}">
                    <a16:creationId xmlns:a16="http://schemas.microsoft.com/office/drawing/2014/main" id="{E463A614-0545-F749-BDEE-65AFA980DD39}"/>
                  </a:ext>
                </a:extLst>
              </p:cNvPr>
              <p:cNvSpPr>
                <a:spLocks noChangeShapeType="1"/>
              </p:cNvSpPr>
              <p:nvPr/>
            </p:nvSpPr>
            <p:spPr bwMode="auto">
              <a:xfrm flipV="1">
                <a:off x="0" y="84"/>
                <a:ext cx="220" cy="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1" name="Line 23">
                <a:extLst>
                  <a:ext uri="{FF2B5EF4-FFF2-40B4-BE49-F238E27FC236}">
                    <a16:creationId xmlns:a16="http://schemas.microsoft.com/office/drawing/2014/main" id="{CAE4DAE5-B4F4-9B4C-83CF-5D5F7C1457F5}"/>
                  </a:ext>
                </a:extLst>
              </p:cNvPr>
              <p:cNvSpPr>
                <a:spLocks noChangeShapeType="1"/>
              </p:cNvSpPr>
              <p:nvPr/>
            </p:nvSpPr>
            <p:spPr bwMode="auto">
              <a:xfrm flipV="1">
                <a:off x="320" y="84"/>
                <a:ext cx="220" cy="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2" name="Line 24">
                <a:extLst>
                  <a:ext uri="{FF2B5EF4-FFF2-40B4-BE49-F238E27FC236}">
                    <a16:creationId xmlns:a16="http://schemas.microsoft.com/office/drawing/2014/main" id="{59186EC5-88BF-884D-BA23-4682CBBF42D0}"/>
                  </a:ext>
                </a:extLst>
              </p:cNvPr>
              <p:cNvSpPr>
                <a:spLocks noChangeShapeType="1"/>
              </p:cNvSpPr>
              <p:nvPr/>
            </p:nvSpPr>
            <p:spPr bwMode="auto">
              <a:xfrm>
                <a:off x="220" y="0"/>
                <a:ext cx="0" cy="20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3" name="Line 25">
                <a:extLst>
                  <a:ext uri="{FF2B5EF4-FFF2-40B4-BE49-F238E27FC236}">
                    <a16:creationId xmlns:a16="http://schemas.microsoft.com/office/drawing/2014/main" id="{40B17703-98A2-5142-BCC3-A963E3ACD86C}"/>
                  </a:ext>
                </a:extLst>
              </p:cNvPr>
              <p:cNvSpPr>
                <a:spLocks noChangeShapeType="1"/>
              </p:cNvSpPr>
              <p:nvPr/>
            </p:nvSpPr>
            <p:spPr bwMode="auto">
              <a:xfrm>
                <a:off x="320" y="0"/>
                <a:ext cx="0" cy="200"/>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4" name="Line 26">
                <a:extLst>
                  <a:ext uri="{FF2B5EF4-FFF2-40B4-BE49-F238E27FC236}">
                    <a16:creationId xmlns:a16="http://schemas.microsoft.com/office/drawing/2014/main" id="{E4160FC9-E207-FB4C-B999-01991511C05C}"/>
                  </a:ext>
                </a:extLst>
              </p:cNvPr>
              <p:cNvSpPr>
                <a:spLocks noChangeShapeType="1"/>
              </p:cNvSpPr>
              <p:nvPr/>
            </p:nvSpPr>
            <p:spPr bwMode="auto">
              <a:xfrm flipH="1">
                <a:off x="120" y="24"/>
                <a:ext cx="300" cy="144"/>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66" name="Text Box 27">
              <a:extLst>
                <a:ext uri="{FF2B5EF4-FFF2-40B4-BE49-F238E27FC236}">
                  <a16:creationId xmlns:a16="http://schemas.microsoft.com/office/drawing/2014/main" id="{F905988A-826C-1244-8078-BB09886532F1}"/>
                </a:ext>
              </a:extLst>
            </p:cNvPr>
            <p:cNvSpPr txBox="1">
              <a:spLocks noChangeArrowheads="1"/>
            </p:cNvSpPr>
            <p:nvPr/>
          </p:nvSpPr>
          <p:spPr bwMode="auto">
            <a:xfrm>
              <a:off x="612" y="1015"/>
              <a:ext cx="1714" cy="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线 圈</a:t>
              </a:r>
            </a:p>
          </p:txBody>
        </p:sp>
        <p:sp>
          <p:nvSpPr>
            <p:cNvPr id="67" name="Line 28">
              <a:extLst>
                <a:ext uri="{FF2B5EF4-FFF2-40B4-BE49-F238E27FC236}">
                  <a16:creationId xmlns:a16="http://schemas.microsoft.com/office/drawing/2014/main" id="{B529F17F-98A2-7044-8267-6809CD695E4F}"/>
                </a:ext>
              </a:extLst>
            </p:cNvPr>
            <p:cNvSpPr>
              <a:spLocks noChangeShapeType="1"/>
            </p:cNvSpPr>
            <p:nvPr/>
          </p:nvSpPr>
          <p:spPr bwMode="auto">
            <a:xfrm>
              <a:off x="120" y="882"/>
              <a:ext cx="98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8" name="Line 29">
              <a:extLst>
                <a:ext uri="{FF2B5EF4-FFF2-40B4-BE49-F238E27FC236}">
                  <a16:creationId xmlns:a16="http://schemas.microsoft.com/office/drawing/2014/main" id="{1C20B096-DDB6-C341-A95C-3FDC456630C9}"/>
                </a:ext>
              </a:extLst>
            </p:cNvPr>
            <p:cNvSpPr>
              <a:spLocks noChangeShapeType="1"/>
            </p:cNvSpPr>
            <p:nvPr/>
          </p:nvSpPr>
          <p:spPr bwMode="auto">
            <a:xfrm>
              <a:off x="2880" y="162"/>
              <a:ext cx="0" cy="420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9" name="Line 30">
              <a:extLst>
                <a:ext uri="{FF2B5EF4-FFF2-40B4-BE49-F238E27FC236}">
                  <a16:creationId xmlns:a16="http://schemas.microsoft.com/office/drawing/2014/main" id="{D36E4BF1-85BD-4B4C-A654-78604840E311}"/>
                </a:ext>
              </a:extLst>
            </p:cNvPr>
            <p:cNvSpPr>
              <a:spLocks noChangeShapeType="1"/>
            </p:cNvSpPr>
            <p:nvPr/>
          </p:nvSpPr>
          <p:spPr bwMode="auto">
            <a:xfrm>
              <a:off x="120" y="2082"/>
              <a:ext cx="98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0" name="Line 31">
              <a:extLst>
                <a:ext uri="{FF2B5EF4-FFF2-40B4-BE49-F238E27FC236}">
                  <a16:creationId xmlns:a16="http://schemas.microsoft.com/office/drawing/2014/main" id="{2F23367D-991F-374D-BF00-D8EBC05B2C7D}"/>
                </a:ext>
              </a:extLst>
            </p:cNvPr>
            <p:cNvSpPr>
              <a:spLocks noChangeShapeType="1"/>
            </p:cNvSpPr>
            <p:nvPr/>
          </p:nvSpPr>
          <p:spPr bwMode="auto">
            <a:xfrm>
              <a:off x="1320" y="3062"/>
              <a:ext cx="86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71" name="Group 32">
              <a:extLst>
                <a:ext uri="{FF2B5EF4-FFF2-40B4-BE49-F238E27FC236}">
                  <a16:creationId xmlns:a16="http://schemas.microsoft.com/office/drawing/2014/main" id="{5FEFB820-B180-8F45-821B-99F7EE9E10B8}"/>
                </a:ext>
              </a:extLst>
            </p:cNvPr>
            <p:cNvGrpSpPr>
              <a:grpSpLocks/>
            </p:cNvGrpSpPr>
            <p:nvPr/>
          </p:nvGrpSpPr>
          <p:grpSpPr bwMode="auto">
            <a:xfrm>
              <a:off x="3740" y="3522"/>
              <a:ext cx="1060" cy="480"/>
              <a:chOff x="0" y="0"/>
              <a:chExt cx="424" cy="192"/>
            </a:xfrm>
          </p:grpSpPr>
          <p:grpSp>
            <p:nvGrpSpPr>
              <p:cNvPr id="83" name="Group 33">
                <a:extLst>
                  <a:ext uri="{FF2B5EF4-FFF2-40B4-BE49-F238E27FC236}">
                    <a16:creationId xmlns:a16="http://schemas.microsoft.com/office/drawing/2014/main" id="{5989A1CA-762B-0B44-8145-212CF909E6EA}"/>
                  </a:ext>
                </a:extLst>
              </p:cNvPr>
              <p:cNvGrpSpPr>
                <a:grpSpLocks/>
              </p:cNvGrpSpPr>
              <p:nvPr/>
            </p:nvGrpSpPr>
            <p:grpSpPr bwMode="auto">
              <a:xfrm>
                <a:off x="0" y="98"/>
                <a:ext cx="163" cy="94"/>
                <a:chOff x="0" y="0"/>
                <a:chExt cx="163" cy="94"/>
              </a:xfrm>
            </p:grpSpPr>
            <p:sp>
              <p:nvSpPr>
                <p:cNvPr id="88" name="Oval 34">
                  <a:extLst>
                    <a:ext uri="{FF2B5EF4-FFF2-40B4-BE49-F238E27FC236}">
                      <a16:creationId xmlns:a16="http://schemas.microsoft.com/office/drawing/2014/main" id="{B547FCB2-098D-3C45-A0FC-1C61930033F1}"/>
                    </a:ext>
                  </a:extLst>
                </p:cNvPr>
                <p:cNvSpPr>
                  <a:spLocks noChangeArrowheads="1"/>
                </p:cNvSpPr>
                <p:nvPr/>
              </p:nvSpPr>
              <p:spPr bwMode="auto">
                <a:xfrm>
                  <a:off x="95" y="0"/>
                  <a:ext cx="49" cy="46"/>
                </a:xfrm>
                <a:prstGeom prst="ellipse">
                  <a:avLst/>
                </a:prstGeom>
                <a:noFill/>
                <a:ln w="28575">
                  <a:solidFill>
                    <a:srgbClr val="00316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89" name="Text Box 35">
                  <a:extLst>
                    <a:ext uri="{FF2B5EF4-FFF2-40B4-BE49-F238E27FC236}">
                      <a16:creationId xmlns:a16="http://schemas.microsoft.com/office/drawing/2014/main" id="{AFF8D074-0EE3-5241-A076-873A14BB2FAA}"/>
                    </a:ext>
                  </a:extLst>
                </p:cNvPr>
                <p:cNvSpPr txBox="1">
                  <a:spLocks noChangeArrowheads="1"/>
                </p:cNvSpPr>
                <p:nvPr/>
              </p:nvSpPr>
              <p:spPr bwMode="auto">
                <a:xfrm>
                  <a:off x="0" y="33"/>
                  <a:ext cx="163" cy="6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p:txBody>
            </p:sp>
          </p:grpSp>
          <p:sp>
            <p:nvSpPr>
              <p:cNvPr id="84" name="Line 36">
                <a:extLst>
                  <a:ext uri="{FF2B5EF4-FFF2-40B4-BE49-F238E27FC236}">
                    <a16:creationId xmlns:a16="http://schemas.microsoft.com/office/drawing/2014/main" id="{D59A5B3A-62EF-CA43-BC81-8035DFCA472B}"/>
                  </a:ext>
                </a:extLst>
              </p:cNvPr>
              <p:cNvSpPr>
                <a:spLocks noChangeShapeType="1"/>
              </p:cNvSpPr>
              <p:nvPr/>
            </p:nvSpPr>
            <p:spPr bwMode="auto">
              <a:xfrm>
                <a:off x="288" y="144"/>
                <a:ext cx="136" cy="0"/>
              </a:xfrm>
              <a:prstGeom prst="line">
                <a:avLst/>
              </a:prstGeom>
              <a:noFill/>
              <a:ln w="2857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5" name="Line 37">
                <a:extLst>
                  <a:ext uri="{FF2B5EF4-FFF2-40B4-BE49-F238E27FC236}">
                    <a16:creationId xmlns:a16="http://schemas.microsoft.com/office/drawing/2014/main" id="{3070284C-DA41-0B46-B85D-27FEABBB6FCB}"/>
                  </a:ext>
                </a:extLst>
              </p:cNvPr>
              <p:cNvSpPr>
                <a:spLocks noChangeShapeType="1"/>
              </p:cNvSpPr>
              <p:nvPr/>
            </p:nvSpPr>
            <p:spPr bwMode="auto">
              <a:xfrm>
                <a:off x="96" y="0"/>
                <a:ext cx="192" cy="144"/>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6" name="Line 38">
                <a:extLst>
                  <a:ext uri="{FF2B5EF4-FFF2-40B4-BE49-F238E27FC236}">
                    <a16:creationId xmlns:a16="http://schemas.microsoft.com/office/drawing/2014/main" id="{24862F21-85D0-D14D-B5F8-B5812B3B358B}"/>
                  </a:ext>
                </a:extLst>
              </p:cNvPr>
              <p:cNvSpPr>
                <a:spLocks noChangeShapeType="1"/>
              </p:cNvSpPr>
              <p:nvPr/>
            </p:nvSpPr>
            <p:spPr bwMode="auto">
              <a:xfrm flipH="1">
                <a:off x="165" y="7"/>
                <a:ext cx="0" cy="137"/>
              </a:xfrm>
              <a:prstGeom prst="line">
                <a:avLst/>
              </a:prstGeom>
              <a:noFill/>
              <a:ln w="28575">
                <a:solidFill>
                  <a:srgbClr val="00316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7" name="Line 39">
                <a:extLst>
                  <a:ext uri="{FF2B5EF4-FFF2-40B4-BE49-F238E27FC236}">
                    <a16:creationId xmlns:a16="http://schemas.microsoft.com/office/drawing/2014/main" id="{254A115C-62CC-7740-8CCC-274EE30E2A9B}"/>
                  </a:ext>
                </a:extLst>
              </p:cNvPr>
              <p:cNvSpPr>
                <a:spLocks noChangeShapeType="1"/>
              </p:cNvSpPr>
              <p:nvPr/>
            </p:nvSpPr>
            <p:spPr bwMode="auto">
              <a:xfrm>
                <a:off x="8" y="144"/>
                <a:ext cx="136" cy="0"/>
              </a:xfrm>
              <a:prstGeom prst="line">
                <a:avLst/>
              </a:prstGeom>
              <a:noFill/>
              <a:ln w="2857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72" name="Line 40">
              <a:extLst>
                <a:ext uri="{FF2B5EF4-FFF2-40B4-BE49-F238E27FC236}">
                  <a16:creationId xmlns:a16="http://schemas.microsoft.com/office/drawing/2014/main" id="{09ED07F9-E53E-3641-AC6D-34D896A5DF23}"/>
                </a:ext>
              </a:extLst>
            </p:cNvPr>
            <p:cNvSpPr>
              <a:spLocks noChangeShapeType="1"/>
            </p:cNvSpPr>
            <p:nvPr/>
          </p:nvSpPr>
          <p:spPr bwMode="auto">
            <a:xfrm>
              <a:off x="1320" y="2082"/>
              <a:ext cx="0" cy="22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73" name="Group 41">
              <a:extLst>
                <a:ext uri="{FF2B5EF4-FFF2-40B4-BE49-F238E27FC236}">
                  <a16:creationId xmlns:a16="http://schemas.microsoft.com/office/drawing/2014/main" id="{721D9C8F-8F11-2949-B946-A188FD988124}"/>
                </a:ext>
              </a:extLst>
            </p:cNvPr>
            <p:cNvGrpSpPr>
              <a:grpSpLocks/>
            </p:cNvGrpSpPr>
            <p:nvPr/>
          </p:nvGrpSpPr>
          <p:grpSpPr bwMode="auto">
            <a:xfrm>
              <a:off x="3710" y="2382"/>
              <a:ext cx="1090" cy="420"/>
              <a:chOff x="0" y="0"/>
              <a:chExt cx="436" cy="168"/>
            </a:xfrm>
          </p:grpSpPr>
          <p:sp>
            <p:nvSpPr>
              <p:cNvPr id="75" name="Line 42">
                <a:extLst>
                  <a:ext uri="{FF2B5EF4-FFF2-40B4-BE49-F238E27FC236}">
                    <a16:creationId xmlns:a16="http://schemas.microsoft.com/office/drawing/2014/main" id="{9BB0957C-C661-4449-B0A6-4020369AA3F4}"/>
                  </a:ext>
                </a:extLst>
              </p:cNvPr>
              <p:cNvSpPr>
                <a:spLocks noChangeShapeType="1"/>
              </p:cNvSpPr>
              <p:nvPr/>
            </p:nvSpPr>
            <p:spPr bwMode="auto">
              <a:xfrm>
                <a:off x="300" y="61"/>
                <a:ext cx="136" cy="0"/>
              </a:xfrm>
              <a:prstGeom prst="line">
                <a:avLst/>
              </a:prstGeom>
              <a:noFill/>
              <a:ln w="2857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6" name="Line 43">
                <a:extLst>
                  <a:ext uri="{FF2B5EF4-FFF2-40B4-BE49-F238E27FC236}">
                    <a16:creationId xmlns:a16="http://schemas.microsoft.com/office/drawing/2014/main" id="{10082588-C2A1-4844-9163-101033808890}"/>
                  </a:ext>
                </a:extLst>
              </p:cNvPr>
              <p:cNvSpPr>
                <a:spLocks noChangeShapeType="1"/>
              </p:cNvSpPr>
              <p:nvPr/>
            </p:nvSpPr>
            <p:spPr bwMode="auto">
              <a:xfrm>
                <a:off x="4" y="47"/>
                <a:ext cx="137" cy="0"/>
              </a:xfrm>
              <a:prstGeom prst="line">
                <a:avLst/>
              </a:prstGeom>
              <a:noFill/>
              <a:ln w="952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7" name="Line 44">
                <a:extLst>
                  <a:ext uri="{FF2B5EF4-FFF2-40B4-BE49-F238E27FC236}">
                    <a16:creationId xmlns:a16="http://schemas.microsoft.com/office/drawing/2014/main" id="{9DB97E8D-486F-914D-904B-0D0A6CED52B2}"/>
                  </a:ext>
                </a:extLst>
              </p:cNvPr>
              <p:cNvSpPr>
                <a:spLocks noChangeShapeType="1"/>
              </p:cNvSpPr>
              <p:nvPr/>
            </p:nvSpPr>
            <p:spPr bwMode="auto">
              <a:xfrm flipV="1">
                <a:off x="157" y="61"/>
                <a:ext cx="135" cy="107"/>
              </a:xfrm>
              <a:prstGeom prst="line">
                <a:avLst/>
              </a:prstGeom>
              <a:noFill/>
              <a:ln w="2857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8" name="Text Box 45">
                <a:extLst>
                  <a:ext uri="{FF2B5EF4-FFF2-40B4-BE49-F238E27FC236}">
                    <a16:creationId xmlns:a16="http://schemas.microsoft.com/office/drawing/2014/main" id="{2A283402-9211-2649-8AF5-B53C01EFF9B0}"/>
                  </a:ext>
                </a:extLst>
              </p:cNvPr>
              <p:cNvSpPr txBox="1">
                <a:spLocks noChangeArrowheads="1"/>
              </p:cNvSpPr>
              <p:nvPr/>
            </p:nvSpPr>
            <p:spPr bwMode="auto">
              <a:xfrm>
                <a:off x="55" y="0"/>
                <a:ext cx="163" cy="6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p:txBody>
          </p:sp>
          <p:grpSp>
            <p:nvGrpSpPr>
              <p:cNvPr id="79" name="Group 46">
                <a:extLst>
                  <a:ext uri="{FF2B5EF4-FFF2-40B4-BE49-F238E27FC236}">
                    <a16:creationId xmlns:a16="http://schemas.microsoft.com/office/drawing/2014/main" id="{6683FBD2-93B7-4842-8F50-117E65F7D000}"/>
                  </a:ext>
                </a:extLst>
              </p:cNvPr>
              <p:cNvGrpSpPr>
                <a:grpSpLocks/>
              </p:cNvGrpSpPr>
              <p:nvPr/>
            </p:nvGrpSpPr>
            <p:grpSpPr bwMode="auto">
              <a:xfrm flipV="1">
                <a:off x="52" y="15"/>
                <a:ext cx="163" cy="94"/>
                <a:chOff x="0" y="0"/>
                <a:chExt cx="163" cy="94"/>
              </a:xfrm>
            </p:grpSpPr>
            <p:sp>
              <p:nvSpPr>
                <p:cNvPr id="81" name="Oval 47">
                  <a:extLst>
                    <a:ext uri="{FF2B5EF4-FFF2-40B4-BE49-F238E27FC236}">
                      <a16:creationId xmlns:a16="http://schemas.microsoft.com/office/drawing/2014/main" id="{2F7FC4EF-548F-8B47-B70B-320F1C9D0DB2}"/>
                    </a:ext>
                  </a:extLst>
                </p:cNvPr>
                <p:cNvSpPr>
                  <a:spLocks noChangeArrowheads="1"/>
                </p:cNvSpPr>
                <p:nvPr/>
              </p:nvSpPr>
              <p:spPr bwMode="auto">
                <a:xfrm>
                  <a:off x="95" y="0"/>
                  <a:ext cx="49" cy="46"/>
                </a:xfrm>
                <a:prstGeom prst="ellipse">
                  <a:avLst/>
                </a:prstGeom>
                <a:noFill/>
                <a:ln w="28575">
                  <a:solidFill>
                    <a:srgbClr val="00316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82" name="Text Box 48">
                  <a:extLst>
                    <a:ext uri="{FF2B5EF4-FFF2-40B4-BE49-F238E27FC236}">
                      <a16:creationId xmlns:a16="http://schemas.microsoft.com/office/drawing/2014/main" id="{5CD7F874-AB2F-7A40-B45A-078A48CC3827}"/>
                    </a:ext>
                  </a:extLst>
                </p:cNvPr>
                <p:cNvSpPr txBox="1">
                  <a:spLocks noChangeArrowheads="1"/>
                </p:cNvSpPr>
                <p:nvPr/>
              </p:nvSpPr>
              <p:spPr bwMode="auto">
                <a:xfrm>
                  <a:off x="0" y="33"/>
                  <a:ext cx="163" cy="6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endParaRPr>
                </a:p>
              </p:txBody>
            </p:sp>
          </p:grpSp>
          <p:sp>
            <p:nvSpPr>
              <p:cNvPr id="80" name="Line 49">
                <a:extLst>
                  <a:ext uri="{FF2B5EF4-FFF2-40B4-BE49-F238E27FC236}">
                    <a16:creationId xmlns:a16="http://schemas.microsoft.com/office/drawing/2014/main" id="{A83F9F43-2E9A-784F-96FC-608F73672967}"/>
                  </a:ext>
                </a:extLst>
              </p:cNvPr>
              <p:cNvSpPr>
                <a:spLocks noChangeShapeType="1"/>
              </p:cNvSpPr>
              <p:nvPr/>
            </p:nvSpPr>
            <p:spPr bwMode="auto">
              <a:xfrm flipV="1">
                <a:off x="0" y="58"/>
                <a:ext cx="196" cy="3"/>
              </a:xfrm>
              <a:prstGeom prst="line">
                <a:avLst/>
              </a:prstGeom>
              <a:noFill/>
              <a:ln w="2857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74" name="Line 50">
              <a:extLst>
                <a:ext uri="{FF2B5EF4-FFF2-40B4-BE49-F238E27FC236}">
                  <a16:creationId xmlns:a16="http://schemas.microsoft.com/office/drawing/2014/main" id="{5F92B91A-49F1-5E4D-9751-0A1EEC9EB901}"/>
                </a:ext>
              </a:extLst>
            </p:cNvPr>
            <p:cNvSpPr>
              <a:spLocks noChangeShapeType="1"/>
            </p:cNvSpPr>
            <p:nvPr/>
          </p:nvSpPr>
          <p:spPr bwMode="auto">
            <a:xfrm>
              <a:off x="6000" y="162"/>
              <a:ext cx="0" cy="420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up)">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up)">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left)">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blinds(horizontal)">
                                      <p:cBhvr>
                                        <p:cTn id="2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ldLvl="0" animBg="1" autoUpdateAnimBg="0"/>
      <p:bldP spid="56" grpId="0" autoUpdateAnimBg="0"/>
      <p:bldP spid="57"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5">
            <a:extLst>
              <a:ext uri="{FF2B5EF4-FFF2-40B4-BE49-F238E27FC236}">
                <a16:creationId xmlns:a16="http://schemas.microsoft.com/office/drawing/2014/main" id="{113EAC60-2767-354C-B938-8AB61C82D239}"/>
              </a:ext>
            </a:extLst>
          </p:cNvPr>
          <p:cNvSpPr>
            <a:spLocks noChangeArrowheads="1"/>
          </p:cNvSpPr>
          <p:nvPr/>
        </p:nvSpPr>
        <p:spPr bwMode="auto">
          <a:xfrm>
            <a:off x="684213" y="836613"/>
            <a:ext cx="4249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buSzPct val="100000"/>
            </a:pPr>
            <a:r>
              <a:rPr lang="en-US" altLang="zh-CN" sz="2400" b="1" dirty="0">
                <a:solidFill>
                  <a:srgbClr val="A50021"/>
                </a:solidFill>
                <a:latin typeface="宋体" panose="02010600030101010101" pitchFamily="2" charset="-122"/>
              </a:rPr>
              <a:t>1</a:t>
            </a:r>
            <a:r>
              <a:rPr lang="zh-CN" altLang="en-US" sz="2400" b="1" dirty="0">
                <a:solidFill>
                  <a:srgbClr val="A50021"/>
                </a:solidFill>
                <a:latin typeface="宋体" panose="02010600030101010101" pitchFamily="2" charset="-122"/>
              </a:rPr>
              <a:t>）名词解释</a:t>
            </a:r>
            <a:r>
              <a:rPr lang="en-US" altLang="zh-CN" sz="2400" b="1" dirty="0">
                <a:solidFill>
                  <a:srgbClr val="A50021"/>
                </a:solidFill>
                <a:latin typeface="宋体" panose="02010600030101010101" pitchFamily="2" charset="-122"/>
              </a:rPr>
              <a:t>——</a:t>
            </a:r>
            <a:r>
              <a:rPr lang="zh-CN" altLang="en-US" sz="2400" b="1" dirty="0">
                <a:solidFill>
                  <a:srgbClr val="A50021"/>
                </a:solidFill>
                <a:latin typeface="宋体" panose="02010600030101010101" pitchFamily="2" charset="-122"/>
              </a:rPr>
              <a:t>软继电器</a:t>
            </a:r>
          </a:p>
        </p:txBody>
      </p:sp>
      <p:sp>
        <p:nvSpPr>
          <p:cNvPr id="26" name="Text Box 6">
            <a:extLst>
              <a:ext uri="{FF2B5EF4-FFF2-40B4-BE49-F238E27FC236}">
                <a16:creationId xmlns:a16="http://schemas.microsoft.com/office/drawing/2014/main" id="{9EC08137-A559-5340-80D9-35349495AC16}"/>
              </a:ext>
            </a:extLst>
          </p:cNvPr>
          <p:cNvSpPr txBox="1">
            <a:spLocks noChangeArrowheads="1"/>
          </p:cNvSpPr>
          <p:nvPr/>
        </p:nvSpPr>
        <p:spPr bwMode="auto">
          <a:xfrm>
            <a:off x="323850" y="1376363"/>
            <a:ext cx="8496300"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dirty="0">
                <a:solidFill>
                  <a:srgbClr val="09211C"/>
                </a:solidFill>
                <a:latin typeface="宋体" panose="02010600030101010101" pitchFamily="2" charset="-122"/>
              </a:rPr>
              <a:t> </a:t>
            </a:r>
            <a:r>
              <a:rPr lang="zh-CN" altLang="en-US" sz="2400" b="1" dirty="0">
                <a:solidFill>
                  <a:srgbClr val="000099"/>
                </a:solidFill>
                <a:latin typeface="宋体" panose="02010600030101010101" pitchFamily="2" charset="-122"/>
              </a:rPr>
              <a:t>   </a:t>
            </a:r>
            <a:r>
              <a:rPr lang="en-US" altLang="zh-CN" sz="2400" b="1" dirty="0">
                <a:solidFill>
                  <a:srgbClr val="000099"/>
                </a:solidFill>
                <a:latin typeface="宋体" panose="02010600030101010101" pitchFamily="2" charset="-122"/>
              </a:rPr>
              <a:t>PC</a:t>
            </a:r>
            <a:r>
              <a:rPr lang="zh-CN" altLang="en-US" sz="2400" b="1" dirty="0">
                <a:solidFill>
                  <a:srgbClr val="000099"/>
                </a:solidFill>
                <a:latin typeface="宋体" panose="02010600030101010101" pitchFamily="2" charset="-122"/>
              </a:rPr>
              <a:t>的继电器</a:t>
            </a:r>
            <a:r>
              <a:rPr lang="zh-CN" altLang="en-US" sz="2400" b="1" dirty="0">
                <a:solidFill>
                  <a:srgbClr val="09211C"/>
                </a:solidFill>
                <a:latin typeface="宋体" panose="02010600030101010101" pitchFamily="2" charset="-122"/>
              </a:rPr>
              <a:t>不是</a:t>
            </a:r>
            <a:r>
              <a:rPr lang="zh-CN" altLang="en-US" sz="2400" b="1" dirty="0">
                <a:solidFill>
                  <a:srgbClr val="000099"/>
                </a:solidFill>
                <a:latin typeface="宋体" panose="02010600030101010101" pitchFamily="2" charset="-122"/>
              </a:rPr>
              <a:t>物理</a:t>
            </a:r>
            <a:r>
              <a:rPr lang="zh-CN" altLang="en-US" sz="2400" b="1" dirty="0">
                <a:solidFill>
                  <a:srgbClr val="09211C"/>
                </a:solidFill>
                <a:latin typeface="宋体" panose="02010600030101010101" pitchFamily="2" charset="-122"/>
              </a:rPr>
              <a:t>的</a:t>
            </a:r>
            <a:r>
              <a:rPr lang="zh-CN" altLang="en-US" sz="2400" b="1" dirty="0">
                <a:solidFill>
                  <a:srgbClr val="000099"/>
                </a:solidFill>
                <a:latin typeface="宋体" panose="02010600030101010101" pitchFamily="2" charset="-122"/>
              </a:rPr>
              <a:t>电器</a:t>
            </a:r>
            <a:r>
              <a:rPr lang="zh-CN" altLang="en-US" sz="2400" b="1" dirty="0">
                <a:solidFill>
                  <a:srgbClr val="09211C"/>
                </a:solidFill>
                <a:latin typeface="宋体" panose="02010600030101010101" pitchFamily="2" charset="-122"/>
              </a:rPr>
              <a:t>，它是</a:t>
            </a:r>
            <a:r>
              <a:rPr lang="en-US" altLang="zh-CN" sz="2400" b="1" dirty="0">
                <a:solidFill>
                  <a:srgbClr val="09211C"/>
                </a:solidFill>
                <a:latin typeface="宋体" panose="02010600030101010101" pitchFamily="2" charset="-122"/>
              </a:rPr>
              <a:t>PC</a:t>
            </a:r>
            <a:r>
              <a:rPr lang="zh-CN" altLang="en-US" sz="2400" b="1" dirty="0">
                <a:solidFill>
                  <a:srgbClr val="09211C"/>
                </a:solidFill>
                <a:latin typeface="宋体" panose="02010600030101010101" pitchFamily="2" charset="-122"/>
              </a:rPr>
              <a:t>内部的</a:t>
            </a:r>
            <a:r>
              <a:rPr lang="zh-CN" altLang="en-US" sz="2400" b="1" dirty="0">
                <a:solidFill>
                  <a:srgbClr val="000099"/>
                </a:solidFill>
                <a:latin typeface="宋体" panose="02010600030101010101" pitchFamily="2" charset="-122"/>
              </a:rPr>
              <a:t>寄存器位</a:t>
            </a:r>
            <a:r>
              <a:rPr lang="zh-CN" altLang="en-US" sz="2400" b="1" dirty="0">
                <a:solidFill>
                  <a:srgbClr val="09211C"/>
                </a:solidFill>
                <a:latin typeface="宋体" panose="02010600030101010101" pitchFamily="2" charset="-122"/>
              </a:rPr>
              <a:t>，因为它具有与物理继电器</a:t>
            </a:r>
            <a:r>
              <a:rPr lang="zh-CN" altLang="en-US" sz="2400" b="1" dirty="0">
                <a:solidFill>
                  <a:srgbClr val="000099"/>
                </a:solidFill>
                <a:latin typeface="宋体" panose="02010600030101010101" pitchFamily="2" charset="-122"/>
              </a:rPr>
              <a:t>相似的功能</a:t>
            </a:r>
            <a:r>
              <a:rPr lang="zh-CN" altLang="en-US" sz="2400" b="1" dirty="0">
                <a:solidFill>
                  <a:srgbClr val="09211C"/>
                </a:solidFill>
                <a:latin typeface="宋体" panose="02010600030101010101" pitchFamily="2" charset="-122"/>
              </a:rPr>
              <a:t>，常称之为</a:t>
            </a:r>
            <a:r>
              <a:rPr lang="zh-CN" altLang="en-US" sz="2400" b="1" dirty="0">
                <a:solidFill>
                  <a:srgbClr val="A50021"/>
                </a:solidFill>
                <a:latin typeface="宋体" panose="02010600030101010101" pitchFamily="2" charset="-122"/>
              </a:rPr>
              <a:t>“软继电器”。</a:t>
            </a:r>
          </a:p>
        </p:txBody>
      </p:sp>
      <p:sp>
        <p:nvSpPr>
          <p:cNvPr id="27" name="Text Box 7">
            <a:extLst>
              <a:ext uri="{FF2B5EF4-FFF2-40B4-BE49-F238E27FC236}">
                <a16:creationId xmlns:a16="http://schemas.microsoft.com/office/drawing/2014/main" id="{19490027-8AFF-9243-BB41-B1781056DAE7}"/>
              </a:ext>
            </a:extLst>
          </p:cNvPr>
          <p:cNvSpPr txBox="1">
            <a:spLocks noChangeArrowheads="1"/>
          </p:cNvSpPr>
          <p:nvPr/>
        </p:nvSpPr>
        <p:spPr bwMode="auto">
          <a:xfrm>
            <a:off x="539750" y="4365625"/>
            <a:ext cx="8281988"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400" b="1" dirty="0">
                <a:solidFill>
                  <a:srgbClr val="09211C"/>
                </a:solidFill>
                <a:latin typeface="宋体" panose="02010600030101010101" pitchFamily="2" charset="-122"/>
              </a:rPr>
              <a:t>    </a:t>
            </a:r>
            <a:r>
              <a:rPr lang="en-US" altLang="zh-CN" sz="2400" b="1" dirty="0">
                <a:solidFill>
                  <a:srgbClr val="000099"/>
                </a:solidFill>
                <a:latin typeface="宋体" panose="02010600030101010101" pitchFamily="2" charset="-122"/>
              </a:rPr>
              <a:t>PLC</a:t>
            </a:r>
            <a:r>
              <a:rPr lang="zh-CN" altLang="en-US" sz="2400" b="1" dirty="0">
                <a:solidFill>
                  <a:srgbClr val="000099"/>
                </a:solidFill>
                <a:latin typeface="宋体" panose="02010600030101010101" pitchFamily="2" charset="-122"/>
              </a:rPr>
              <a:t>每一个继电器</a:t>
            </a:r>
            <a:r>
              <a:rPr lang="zh-CN" altLang="en-US" sz="2400" b="1" dirty="0">
                <a:solidFill>
                  <a:srgbClr val="09211C"/>
                </a:solidFill>
                <a:latin typeface="宋体" panose="02010600030101010101" pitchFamily="2" charset="-122"/>
              </a:rPr>
              <a:t>都对应着内部的</a:t>
            </a:r>
            <a:r>
              <a:rPr lang="zh-CN" altLang="en-US" sz="2400" b="1" dirty="0">
                <a:solidFill>
                  <a:srgbClr val="000099"/>
                </a:solidFill>
                <a:latin typeface="宋体" panose="02010600030101010101" pitchFamily="2" charset="-122"/>
              </a:rPr>
              <a:t>一个寄存器位</a:t>
            </a:r>
            <a:r>
              <a:rPr lang="zh-CN" altLang="en-US" sz="2400" b="1" dirty="0">
                <a:solidFill>
                  <a:srgbClr val="09211C"/>
                </a:solidFill>
                <a:latin typeface="宋体" panose="02010600030101010101" pitchFamily="2" charset="-122"/>
              </a:rPr>
              <a:t>，该位为</a:t>
            </a:r>
            <a:r>
              <a:rPr lang="zh-CN" altLang="en-US" sz="2400" b="1" dirty="0">
                <a:solidFill>
                  <a:srgbClr val="000099"/>
                </a:solidFill>
                <a:latin typeface="宋体" panose="02010600030101010101" pitchFamily="2" charset="-122"/>
              </a:rPr>
              <a:t>“</a:t>
            </a:r>
            <a:r>
              <a:rPr lang="en-US" altLang="zh-CN" sz="2400" b="1" dirty="0">
                <a:solidFill>
                  <a:srgbClr val="000099"/>
                </a:solidFill>
                <a:latin typeface="宋体" panose="02010600030101010101" pitchFamily="2" charset="-122"/>
              </a:rPr>
              <a:t>1”</a:t>
            </a:r>
            <a:r>
              <a:rPr lang="zh-CN" altLang="en-US" sz="2400" b="1" dirty="0">
                <a:solidFill>
                  <a:srgbClr val="000099"/>
                </a:solidFill>
                <a:latin typeface="宋体" panose="02010600030101010101" pitchFamily="2" charset="-122"/>
              </a:rPr>
              <a:t>态</a:t>
            </a:r>
            <a:r>
              <a:rPr lang="zh-CN" altLang="en-US" sz="2400" b="1" dirty="0">
                <a:solidFill>
                  <a:srgbClr val="09211C"/>
                </a:solidFill>
                <a:latin typeface="宋体" panose="02010600030101010101" pitchFamily="2" charset="-122"/>
              </a:rPr>
              <a:t>时，相当于</a:t>
            </a:r>
            <a:r>
              <a:rPr lang="zh-CN" altLang="en-US" sz="2400" b="1" dirty="0">
                <a:solidFill>
                  <a:srgbClr val="000099"/>
                </a:solidFill>
                <a:latin typeface="宋体" panose="02010600030101010101" pitchFamily="2" charset="-122"/>
              </a:rPr>
              <a:t>继电器接通</a:t>
            </a:r>
            <a:r>
              <a:rPr lang="zh-CN" altLang="en-US" sz="2400" b="1" dirty="0">
                <a:solidFill>
                  <a:srgbClr val="09211C"/>
                </a:solidFill>
                <a:latin typeface="宋体" panose="02010600030101010101" pitchFamily="2" charset="-122"/>
              </a:rPr>
              <a:t>；</a:t>
            </a:r>
            <a:r>
              <a:rPr lang="zh-CN" altLang="en-US" sz="2400" b="1" dirty="0">
                <a:solidFill>
                  <a:srgbClr val="000099"/>
                </a:solidFill>
                <a:latin typeface="宋体" panose="02010600030101010101" pitchFamily="2" charset="-122"/>
              </a:rPr>
              <a:t>为“</a:t>
            </a:r>
            <a:r>
              <a:rPr lang="en-US" altLang="zh-CN" sz="2400" b="1" dirty="0">
                <a:solidFill>
                  <a:srgbClr val="000099"/>
                </a:solidFill>
                <a:latin typeface="宋体" panose="02010600030101010101" pitchFamily="2" charset="-122"/>
              </a:rPr>
              <a:t>0”</a:t>
            </a:r>
            <a:r>
              <a:rPr lang="zh-CN" altLang="en-US" sz="2400" b="1" dirty="0">
                <a:solidFill>
                  <a:srgbClr val="000099"/>
                </a:solidFill>
                <a:latin typeface="宋体" panose="02010600030101010101" pitchFamily="2" charset="-122"/>
              </a:rPr>
              <a:t>态时</a:t>
            </a:r>
            <a:r>
              <a:rPr lang="zh-CN" altLang="en-US" sz="2400" b="1" dirty="0">
                <a:solidFill>
                  <a:srgbClr val="09211C"/>
                </a:solidFill>
                <a:latin typeface="宋体" panose="02010600030101010101" pitchFamily="2" charset="-122"/>
              </a:rPr>
              <a:t>，则相当于</a:t>
            </a:r>
            <a:r>
              <a:rPr lang="zh-CN" altLang="en-US" sz="2400" b="1" dirty="0">
                <a:solidFill>
                  <a:srgbClr val="000099"/>
                </a:solidFill>
                <a:latin typeface="宋体" panose="02010600030101010101" pitchFamily="2" charset="-122"/>
              </a:rPr>
              <a:t>继电器断开。</a:t>
            </a:r>
            <a:endParaRPr lang="zh-CN" altLang="en-US" sz="2400" b="1" dirty="0">
              <a:solidFill>
                <a:srgbClr val="09211C"/>
              </a:solidFill>
              <a:latin typeface="宋体" panose="02010600030101010101" pitchFamily="2" charset="-122"/>
            </a:endParaRPr>
          </a:p>
        </p:txBody>
      </p:sp>
      <p:grpSp>
        <p:nvGrpSpPr>
          <p:cNvPr id="28" name="Group 8">
            <a:extLst>
              <a:ext uri="{FF2B5EF4-FFF2-40B4-BE49-F238E27FC236}">
                <a16:creationId xmlns:a16="http://schemas.microsoft.com/office/drawing/2014/main" id="{6810E0EC-79FB-CF43-AEBB-60B7CD61A10B}"/>
              </a:ext>
            </a:extLst>
          </p:cNvPr>
          <p:cNvGrpSpPr>
            <a:grpSpLocks/>
          </p:cNvGrpSpPr>
          <p:nvPr/>
        </p:nvGrpSpPr>
        <p:grpSpPr bwMode="auto">
          <a:xfrm>
            <a:off x="900113" y="2997200"/>
            <a:ext cx="7397750" cy="1176338"/>
            <a:chOff x="0" y="0"/>
            <a:chExt cx="11650" cy="1852"/>
          </a:xfrm>
        </p:grpSpPr>
        <p:sp>
          <p:nvSpPr>
            <p:cNvPr id="29" name="Text Box 9">
              <a:extLst>
                <a:ext uri="{FF2B5EF4-FFF2-40B4-BE49-F238E27FC236}">
                  <a16:creationId xmlns:a16="http://schemas.microsoft.com/office/drawing/2014/main" id="{1255D831-9171-B943-A022-CC7031329EFF}"/>
                </a:ext>
              </a:extLst>
            </p:cNvPr>
            <p:cNvSpPr txBox="1">
              <a:spLocks noChangeArrowheads="1"/>
            </p:cNvSpPr>
            <p:nvPr/>
          </p:nvSpPr>
          <p:spPr bwMode="auto">
            <a:xfrm>
              <a:off x="9010" y="1092"/>
              <a:ext cx="2640"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400" b="0"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常闭触点</a:t>
              </a:r>
            </a:p>
          </p:txBody>
        </p:sp>
        <p:sp>
          <p:nvSpPr>
            <p:cNvPr id="30" name="Text Box 10">
              <a:extLst>
                <a:ext uri="{FF2B5EF4-FFF2-40B4-BE49-F238E27FC236}">
                  <a16:creationId xmlns:a16="http://schemas.microsoft.com/office/drawing/2014/main" id="{2224FD3B-3F67-4A44-8D72-970FFE3F0843}"/>
                </a:ext>
              </a:extLst>
            </p:cNvPr>
            <p:cNvSpPr txBox="1">
              <a:spLocks noChangeArrowheads="1"/>
            </p:cNvSpPr>
            <p:nvPr/>
          </p:nvSpPr>
          <p:spPr bwMode="auto">
            <a:xfrm>
              <a:off x="2552" y="1132"/>
              <a:ext cx="1440"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0"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线圈</a:t>
              </a:r>
            </a:p>
          </p:txBody>
        </p:sp>
        <p:sp>
          <p:nvSpPr>
            <p:cNvPr id="31" name="Text Box 11">
              <a:extLst>
                <a:ext uri="{FF2B5EF4-FFF2-40B4-BE49-F238E27FC236}">
                  <a16:creationId xmlns:a16="http://schemas.microsoft.com/office/drawing/2014/main" id="{AB95A5BA-04D8-8449-AEAA-3DA2B4CEB10F}"/>
                </a:ext>
              </a:extLst>
            </p:cNvPr>
            <p:cNvSpPr txBox="1">
              <a:spLocks noChangeArrowheads="1"/>
            </p:cNvSpPr>
            <p:nvPr/>
          </p:nvSpPr>
          <p:spPr bwMode="auto">
            <a:xfrm>
              <a:off x="5615" y="1132"/>
              <a:ext cx="2637"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400" b="0" i="0" u="none" strike="noStrike" kern="0" cap="none" spc="0" normalizeH="0" baseline="0" noProof="0">
                  <a:ln>
                    <a:noFill/>
                  </a:ln>
                  <a:solidFill>
                    <a:srgbClr val="0000FF"/>
                  </a:solidFill>
                  <a:effectLst/>
                  <a:uLnTx/>
                  <a:uFillTx/>
                  <a:latin typeface="Arial" panose="020B0604020202020204" pitchFamily="34" charset="0"/>
                  <a:ea typeface="宋体" panose="02010600030101010101" pitchFamily="2" charset="-122"/>
                </a:rPr>
                <a:t>常开触点</a:t>
              </a:r>
            </a:p>
          </p:txBody>
        </p:sp>
        <p:grpSp>
          <p:nvGrpSpPr>
            <p:cNvPr id="32" name="Group 12">
              <a:extLst>
                <a:ext uri="{FF2B5EF4-FFF2-40B4-BE49-F238E27FC236}">
                  <a16:creationId xmlns:a16="http://schemas.microsoft.com/office/drawing/2014/main" id="{2CA8D08A-41E4-2845-A0A1-AB0FD9EDB325}"/>
                </a:ext>
              </a:extLst>
            </p:cNvPr>
            <p:cNvGrpSpPr>
              <a:grpSpLocks/>
            </p:cNvGrpSpPr>
            <p:nvPr/>
          </p:nvGrpSpPr>
          <p:grpSpPr bwMode="auto">
            <a:xfrm>
              <a:off x="5842" y="57"/>
              <a:ext cx="1850" cy="960"/>
              <a:chOff x="0" y="0"/>
              <a:chExt cx="741" cy="384"/>
            </a:xfrm>
          </p:grpSpPr>
          <p:sp>
            <p:nvSpPr>
              <p:cNvPr id="44" name="Line 13">
                <a:extLst>
                  <a:ext uri="{FF2B5EF4-FFF2-40B4-BE49-F238E27FC236}">
                    <a16:creationId xmlns:a16="http://schemas.microsoft.com/office/drawing/2014/main" id="{09A58106-6B7F-E346-9A10-960E21B0F32F}"/>
                  </a:ext>
                </a:extLst>
              </p:cNvPr>
              <p:cNvSpPr>
                <a:spLocks noChangeShapeType="1"/>
              </p:cNvSpPr>
              <p:nvPr/>
            </p:nvSpPr>
            <p:spPr bwMode="auto">
              <a:xfrm>
                <a:off x="298" y="0"/>
                <a:ext cx="0" cy="384"/>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 name="Line 14">
                <a:extLst>
                  <a:ext uri="{FF2B5EF4-FFF2-40B4-BE49-F238E27FC236}">
                    <a16:creationId xmlns:a16="http://schemas.microsoft.com/office/drawing/2014/main" id="{F347665A-4AE3-5D48-9914-BF445038FC2A}"/>
                  </a:ext>
                </a:extLst>
              </p:cNvPr>
              <p:cNvSpPr>
                <a:spLocks noChangeShapeType="1"/>
              </p:cNvSpPr>
              <p:nvPr/>
            </p:nvSpPr>
            <p:spPr bwMode="auto">
              <a:xfrm>
                <a:off x="442" y="0"/>
                <a:ext cx="0" cy="384"/>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 name="Line 15">
                <a:extLst>
                  <a:ext uri="{FF2B5EF4-FFF2-40B4-BE49-F238E27FC236}">
                    <a16:creationId xmlns:a16="http://schemas.microsoft.com/office/drawing/2014/main" id="{C3B1757C-2739-8748-AD56-2BF108601FCC}"/>
                  </a:ext>
                </a:extLst>
              </p:cNvPr>
              <p:cNvSpPr>
                <a:spLocks noChangeShapeType="1"/>
              </p:cNvSpPr>
              <p:nvPr/>
            </p:nvSpPr>
            <p:spPr bwMode="auto">
              <a:xfrm flipH="1">
                <a:off x="0" y="210"/>
                <a:ext cx="288" cy="0"/>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 name="Line 16">
                <a:extLst>
                  <a:ext uri="{FF2B5EF4-FFF2-40B4-BE49-F238E27FC236}">
                    <a16:creationId xmlns:a16="http://schemas.microsoft.com/office/drawing/2014/main" id="{D0DCB89B-F66F-B14D-8AC4-DDBDA4933C7A}"/>
                  </a:ext>
                </a:extLst>
              </p:cNvPr>
              <p:cNvSpPr>
                <a:spLocks noChangeShapeType="1"/>
              </p:cNvSpPr>
              <p:nvPr/>
            </p:nvSpPr>
            <p:spPr bwMode="auto">
              <a:xfrm flipH="1">
                <a:off x="453" y="210"/>
                <a:ext cx="288" cy="0"/>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3" name="Group 17">
              <a:extLst>
                <a:ext uri="{FF2B5EF4-FFF2-40B4-BE49-F238E27FC236}">
                  <a16:creationId xmlns:a16="http://schemas.microsoft.com/office/drawing/2014/main" id="{68378E27-0AEB-F242-8745-351BCEA5D7AC}"/>
                </a:ext>
              </a:extLst>
            </p:cNvPr>
            <p:cNvGrpSpPr>
              <a:grpSpLocks/>
            </p:cNvGrpSpPr>
            <p:nvPr/>
          </p:nvGrpSpPr>
          <p:grpSpPr bwMode="auto">
            <a:xfrm>
              <a:off x="1985" y="57"/>
              <a:ext cx="2395" cy="960"/>
              <a:chOff x="0" y="0"/>
              <a:chExt cx="959" cy="384"/>
            </a:xfrm>
          </p:grpSpPr>
          <p:sp>
            <p:nvSpPr>
              <p:cNvPr id="41" name="Oval 18">
                <a:extLst>
                  <a:ext uri="{FF2B5EF4-FFF2-40B4-BE49-F238E27FC236}">
                    <a16:creationId xmlns:a16="http://schemas.microsoft.com/office/drawing/2014/main" id="{5C8567B7-B13A-7641-A815-813878BD1433}"/>
                  </a:ext>
                </a:extLst>
              </p:cNvPr>
              <p:cNvSpPr>
                <a:spLocks noChangeArrowheads="1"/>
              </p:cNvSpPr>
              <p:nvPr/>
            </p:nvSpPr>
            <p:spPr bwMode="auto">
              <a:xfrm>
                <a:off x="298" y="0"/>
                <a:ext cx="384" cy="384"/>
              </a:xfrm>
              <a:prstGeom prst="ellipse">
                <a:avLst/>
              </a:prstGeom>
              <a:noFill/>
              <a:ln w="2222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2" name="Line 19">
                <a:extLst>
                  <a:ext uri="{FF2B5EF4-FFF2-40B4-BE49-F238E27FC236}">
                    <a16:creationId xmlns:a16="http://schemas.microsoft.com/office/drawing/2014/main" id="{6CDE6A84-90B0-B248-86BB-BC23AE4473E7}"/>
                  </a:ext>
                </a:extLst>
              </p:cNvPr>
              <p:cNvSpPr>
                <a:spLocks noChangeShapeType="1"/>
              </p:cNvSpPr>
              <p:nvPr/>
            </p:nvSpPr>
            <p:spPr bwMode="auto">
              <a:xfrm flipH="1">
                <a:off x="671" y="208"/>
                <a:ext cx="288" cy="0"/>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 name="Line 20">
                <a:extLst>
                  <a:ext uri="{FF2B5EF4-FFF2-40B4-BE49-F238E27FC236}">
                    <a16:creationId xmlns:a16="http://schemas.microsoft.com/office/drawing/2014/main" id="{D70C18C5-49DD-7E47-88E8-0C72E03FEB01}"/>
                  </a:ext>
                </a:extLst>
              </p:cNvPr>
              <p:cNvSpPr>
                <a:spLocks noChangeShapeType="1"/>
              </p:cNvSpPr>
              <p:nvPr/>
            </p:nvSpPr>
            <p:spPr bwMode="auto">
              <a:xfrm flipH="1">
                <a:off x="0" y="208"/>
                <a:ext cx="288" cy="0"/>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4" name="Group 21">
              <a:extLst>
                <a:ext uri="{FF2B5EF4-FFF2-40B4-BE49-F238E27FC236}">
                  <a16:creationId xmlns:a16="http://schemas.microsoft.com/office/drawing/2014/main" id="{A12A94E9-B4A2-A149-A294-DE4C566E83E9}"/>
                </a:ext>
              </a:extLst>
            </p:cNvPr>
            <p:cNvGrpSpPr>
              <a:grpSpLocks/>
            </p:cNvGrpSpPr>
            <p:nvPr/>
          </p:nvGrpSpPr>
          <p:grpSpPr bwMode="auto">
            <a:xfrm>
              <a:off x="9242" y="0"/>
              <a:ext cx="1805" cy="1077"/>
              <a:chOff x="0" y="0"/>
              <a:chExt cx="722" cy="432"/>
            </a:xfrm>
          </p:grpSpPr>
          <p:sp>
            <p:nvSpPr>
              <p:cNvPr id="36" name="Line 22">
                <a:extLst>
                  <a:ext uri="{FF2B5EF4-FFF2-40B4-BE49-F238E27FC236}">
                    <a16:creationId xmlns:a16="http://schemas.microsoft.com/office/drawing/2014/main" id="{388ADB45-8AF9-3941-8A6E-63A5546F594A}"/>
                  </a:ext>
                </a:extLst>
              </p:cNvPr>
              <p:cNvSpPr>
                <a:spLocks noChangeShapeType="1"/>
              </p:cNvSpPr>
              <p:nvPr/>
            </p:nvSpPr>
            <p:spPr bwMode="auto">
              <a:xfrm>
                <a:off x="432" y="48"/>
                <a:ext cx="0" cy="384"/>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7" name="Line 23">
                <a:extLst>
                  <a:ext uri="{FF2B5EF4-FFF2-40B4-BE49-F238E27FC236}">
                    <a16:creationId xmlns:a16="http://schemas.microsoft.com/office/drawing/2014/main" id="{1C8E84B1-8CD2-374C-8EFB-C1DEB107FAF6}"/>
                  </a:ext>
                </a:extLst>
              </p:cNvPr>
              <p:cNvSpPr>
                <a:spLocks noChangeShapeType="1"/>
              </p:cNvSpPr>
              <p:nvPr/>
            </p:nvSpPr>
            <p:spPr bwMode="auto">
              <a:xfrm>
                <a:off x="288" y="48"/>
                <a:ext cx="0" cy="384"/>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 name="Line 24">
                <a:extLst>
                  <a:ext uri="{FF2B5EF4-FFF2-40B4-BE49-F238E27FC236}">
                    <a16:creationId xmlns:a16="http://schemas.microsoft.com/office/drawing/2014/main" id="{C6938D75-52C5-D844-BC9D-4ABF3760447A}"/>
                  </a:ext>
                </a:extLst>
              </p:cNvPr>
              <p:cNvSpPr>
                <a:spLocks noChangeShapeType="1"/>
              </p:cNvSpPr>
              <p:nvPr/>
            </p:nvSpPr>
            <p:spPr bwMode="auto">
              <a:xfrm flipH="1">
                <a:off x="144" y="0"/>
                <a:ext cx="432" cy="432"/>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 name="Line 25">
                <a:extLst>
                  <a:ext uri="{FF2B5EF4-FFF2-40B4-BE49-F238E27FC236}">
                    <a16:creationId xmlns:a16="http://schemas.microsoft.com/office/drawing/2014/main" id="{50C6DE39-9543-7546-882E-0F29742A6AAC}"/>
                  </a:ext>
                </a:extLst>
              </p:cNvPr>
              <p:cNvSpPr>
                <a:spLocks noChangeShapeType="1"/>
              </p:cNvSpPr>
              <p:nvPr/>
            </p:nvSpPr>
            <p:spPr bwMode="auto">
              <a:xfrm flipH="1">
                <a:off x="0" y="240"/>
                <a:ext cx="288" cy="0"/>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 name="Line 26">
                <a:extLst>
                  <a:ext uri="{FF2B5EF4-FFF2-40B4-BE49-F238E27FC236}">
                    <a16:creationId xmlns:a16="http://schemas.microsoft.com/office/drawing/2014/main" id="{1A40CE54-C9D7-1C4D-9B29-DCA36C6DAEFC}"/>
                  </a:ext>
                </a:extLst>
              </p:cNvPr>
              <p:cNvSpPr>
                <a:spLocks noChangeShapeType="1"/>
              </p:cNvSpPr>
              <p:nvPr/>
            </p:nvSpPr>
            <p:spPr bwMode="auto">
              <a:xfrm flipH="1">
                <a:off x="434" y="249"/>
                <a:ext cx="288" cy="0"/>
              </a:xfrm>
              <a:prstGeom prst="line">
                <a:avLst/>
              </a:prstGeom>
              <a:noFill/>
              <a:ln w="222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5" name="Text Box 27">
              <a:extLst>
                <a:ext uri="{FF2B5EF4-FFF2-40B4-BE49-F238E27FC236}">
                  <a16:creationId xmlns:a16="http://schemas.microsoft.com/office/drawing/2014/main" id="{56D8930E-D70D-BD47-861D-6EA415590162}"/>
                </a:ext>
              </a:extLst>
            </p:cNvPr>
            <p:cNvSpPr txBox="1">
              <a:spLocks noChangeArrowheads="1"/>
            </p:cNvSpPr>
            <p:nvPr/>
          </p:nvSpPr>
          <p:spPr bwMode="auto">
            <a:xfrm>
              <a:off x="0" y="112"/>
              <a:ext cx="2040" cy="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说明：</a:t>
              </a:r>
            </a:p>
          </p:txBody>
        </p:sp>
      </p:grpSp>
    </p:spTree>
    <p:extLst>
      <p:ext uri="{BB962C8B-B14F-4D97-AF65-F5344CB8AC3E}">
        <p14:creationId xmlns:p14="http://schemas.microsoft.com/office/powerpoint/2010/main" val="19219571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to="" calcmode="lin" valueType="num">
                                      <p:cBhvr>
                                        <p:cTn id="7" dur="1" fill="hold"/>
                                        <p:tgtEl>
                                          <p:spTgt spid="28"/>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 to="" calcmode="lin" valueType="num">
                                      <p:cBhvr>
                                        <p:cTn id="10" dur="1" fill="hold"/>
                                        <p:tgtEl>
                                          <p:spTgt spid="26"/>
                                        </p:tgtEl>
                                        <p:attrNameLst>
                                          <p:attrName/>
                                        </p:attrNameLst>
                                      </p:cBhvr>
                                    </p:anim>
                                  </p:childTnLst>
                                </p:cTn>
                              </p:par>
                              <p:par>
                                <p:cTn id="11" presetID="24"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 to="" calcmode="lin" valueType="num">
                                      <p:cBhvr>
                                        <p:cTn id="13" dur="1" fill="hold"/>
                                        <p:tgtEl>
                                          <p:spTgt spid="2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oup 2">
            <a:extLst>
              <a:ext uri="{FF2B5EF4-FFF2-40B4-BE49-F238E27FC236}">
                <a16:creationId xmlns:a16="http://schemas.microsoft.com/office/drawing/2014/main" id="{56F1242C-0618-B349-A0B8-2EBBE154C614}"/>
              </a:ext>
            </a:extLst>
          </p:cNvPr>
          <p:cNvGrpSpPr>
            <a:grpSpLocks/>
          </p:cNvGrpSpPr>
          <p:nvPr/>
        </p:nvGrpSpPr>
        <p:grpSpPr bwMode="auto">
          <a:xfrm>
            <a:off x="466725" y="3797300"/>
            <a:ext cx="6772275" cy="1927225"/>
            <a:chOff x="0" y="0"/>
            <a:chExt cx="4266" cy="1213"/>
          </a:xfrm>
        </p:grpSpPr>
        <p:grpSp>
          <p:nvGrpSpPr>
            <p:cNvPr id="81" name="Group 3">
              <a:extLst>
                <a:ext uri="{FF2B5EF4-FFF2-40B4-BE49-F238E27FC236}">
                  <a16:creationId xmlns:a16="http://schemas.microsoft.com/office/drawing/2014/main" id="{72DE1BA4-A790-8E4C-82C3-0478C69F6C37}"/>
                </a:ext>
              </a:extLst>
            </p:cNvPr>
            <p:cNvGrpSpPr>
              <a:grpSpLocks/>
            </p:cNvGrpSpPr>
            <p:nvPr/>
          </p:nvGrpSpPr>
          <p:grpSpPr bwMode="auto">
            <a:xfrm>
              <a:off x="933" y="282"/>
              <a:ext cx="1102" cy="303"/>
              <a:chOff x="0" y="0"/>
              <a:chExt cx="880" cy="260"/>
            </a:xfrm>
          </p:grpSpPr>
          <p:grpSp>
            <p:nvGrpSpPr>
              <p:cNvPr id="107" name="Group 4">
                <a:extLst>
                  <a:ext uri="{FF2B5EF4-FFF2-40B4-BE49-F238E27FC236}">
                    <a16:creationId xmlns:a16="http://schemas.microsoft.com/office/drawing/2014/main" id="{CFD48F6A-EC51-B74B-A34D-E99B26F087D2}"/>
                  </a:ext>
                </a:extLst>
              </p:cNvPr>
              <p:cNvGrpSpPr>
                <a:grpSpLocks/>
              </p:cNvGrpSpPr>
              <p:nvPr/>
            </p:nvGrpSpPr>
            <p:grpSpPr bwMode="auto">
              <a:xfrm>
                <a:off x="320" y="0"/>
                <a:ext cx="320" cy="260"/>
                <a:chOff x="0" y="0"/>
                <a:chExt cx="320" cy="260"/>
              </a:xfrm>
            </p:grpSpPr>
            <p:sp>
              <p:nvSpPr>
                <p:cNvPr id="110" name="Line 5">
                  <a:extLst>
                    <a:ext uri="{FF2B5EF4-FFF2-40B4-BE49-F238E27FC236}">
                      <a16:creationId xmlns:a16="http://schemas.microsoft.com/office/drawing/2014/main" id="{1E5EA515-32C0-474B-A5EB-9036DF03D271}"/>
                    </a:ext>
                  </a:extLst>
                </p:cNvPr>
                <p:cNvSpPr>
                  <a:spLocks noChangeShapeType="1"/>
                </p:cNvSpPr>
                <p:nvPr/>
              </p:nvSpPr>
              <p:spPr bwMode="auto">
                <a:xfrm>
                  <a:off x="12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1" name="Line 6">
                  <a:extLst>
                    <a:ext uri="{FF2B5EF4-FFF2-40B4-BE49-F238E27FC236}">
                      <a16:creationId xmlns:a16="http://schemas.microsoft.com/office/drawing/2014/main" id="{7FA4CF8E-1609-584B-B948-E79FA467AD0F}"/>
                    </a:ext>
                  </a:extLst>
                </p:cNvPr>
                <p:cNvSpPr>
                  <a:spLocks noChangeShapeType="1"/>
                </p:cNvSpPr>
                <p:nvPr/>
              </p:nvSpPr>
              <p:spPr bwMode="auto">
                <a:xfrm flipH="1">
                  <a:off x="20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2" name="Line 7">
                  <a:extLst>
                    <a:ext uri="{FF2B5EF4-FFF2-40B4-BE49-F238E27FC236}">
                      <a16:creationId xmlns:a16="http://schemas.microsoft.com/office/drawing/2014/main" id="{D18997C8-5CD0-3C44-9663-4D587BBB9B81}"/>
                    </a:ext>
                  </a:extLst>
                </p:cNvPr>
                <p:cNvSpPr>
                  <a:spLocks noChangeShapeType="1"/>
                </p:cNvSpPr>
                <p:nvPr/>
              </p:nvSpPr>
              <p:spPr bwMode="auto">
                <a:xfrm>
                  <a:off x="20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3" name="Line 8">
                  <a:extLst>
                    <a:ext uri="{FF2B5EF4-FFF2-40B4-BE49-F238E27FC236}">
                      <a16:creationId xmlns:a16="http://schemas.microsoft.com/office/drawing/2014/main" id="{006A2B67-1E11-7A49-85D0-5F4891FFBBA9}"/>
                    </a:ext>
                  </a:extLst>
                </p:cNvPr>
                <p:cNvSpPr>
                  <a:spLocks noChangeShapeType="1"/>
                </p:cNvSpPr>
                <p:nvPr/>
              </p:nvSpPr>
              <p:spPr bwMode="auto">
                <a:xfrm flipH="1" flipV="1">
                  <a:off x="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08" name="Line 9">
                <a:extLst>
                  <a:ext uri="{FF2B5EF4-FFF2-40B4-BE49-F238E27FC236}">
                    <a16:creationId xmlns:a16="http://schemas.microsoft.com/office/drawing/2014/main" id="{1358E239-C0DF-F749-A8EE-FABC37BEFF47}"/>
                  </a:ext>
                </a:extLst>
              </p:cNvPr>
              <p:cNvSpPr>
                <a:spLocks noChangeShapeType="1"/>
              </p:cNvSpPr>
              <p:nvPr/>
            </p:nvSpPr>
            <p:spPr bwMode="auto">
              <a:xfrm>
                <a:off x="600" y="120"/>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9" name="Line 10">
                <a:extLst>
                  <a:ext uri="{FF2B5EF4-FFF2-40B4-BE49-F238E27FC236}">
                    <a16:creationId xmlns:a16="http://schemas.microsoft.com/office/drawing/2014/main" id="{1B302D70-0D95-F647-951D-393318DAEB1F}"/>
                  </a:ext>
                </a:extLst>
              </p:cNvPr>
              <p:cNvSpPr>
                <a:spLocks noChangeShapeType="1"/>
              </p:cNvSpPr>
              <p:nvPr/>
            </p:nvSpPr>
            <p:spPr bwMode="auto">
              <a:xfrm flipH="1">
                <a:off x="0" y="120"/>
                <a:ext cx="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82" name="Line 11">
              <a:extLst>
                <a:ext uri="{FF2B5EF4-FFF2-40B4-BE49-F238E27FC236}">
                  <a16:creationId xmlns:a16="http://schemas.microsoft.com/office/drawing/2014/main" id="{3C2D279F-DAE9-EF4C-9797-1C17F549C03E}"/>
                </a:ext>
              </a:extLst>
            </p:cNvPr>
            <p:cNvSpPr>
              <a:spLocks noChangeShapeType="1"/>
            </p:cNvSpPr>
            <p:nvPr/>
          </p:nvSpPr>
          <p:spPr bwMode="auto">
            <a:xfrm>
              <a:off x="2662" y="282"/>
              <a:ext cx="0" cy="30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3" name="Line 12">
              <a:extLst>
                <a:ext uri="{FF2B5EF4-FFF2-40B4-BE49-F238E27FC236}">
                  <a16:creationId xmlns:a16="http://schemas.microsoft.com/office/drawing/2014/main" id="{CED2EB55-E9EB-5A44-AC7F-37E74FE0CE15}"/>
                </a:ext>
              </a:extLst>
            </p:cNvPr>
            <p:cNvSpPr>
              <a:spLocks noChangeShapeType="1"/>
            </p:cNvSpPr>
            <p:nvPr/>
          </p:nvSpPr>
          <p:spPr bwMode="auto">
            <a:xfrm flipH="1">
              <a:off x="2762" y="282"/>
              <a:ext cx="0" cy="30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4" name="Line 13">
              <a:extLst>
                <a:ext uri="{FF2B5EF4-FFF2-40B4-BE49-F238E27FC236}">
                  <a16:creationId xmlns:a16="http://schemas.microsoft.com/office/drawing/2014/main" id="{BDC677DA-C065-6C48-B0EE-CD4160EEB23E}"/>
                </a:ext>
              </a:extLst>
            </p:cNvPr>
            <p:cNvSpPr>
              <a:spLocks noChangeShapeType="1"/>
            </p:cNvSpPr>
            <p:nvPr/>
          </p:nvSpPr>
          <p:spPr bwMode="auto">
            <a:xfrm>
              <a:off x="2762" y="422"/>
              <a:ext cx="17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5" name="Line 14">
              <a:extLst>
                <a:ext uri="{FF2B5EF4-FFF2-40B4-BE49-F238E27FC236}">
                  <a16:creationId xmlns:a16="http://schemas.microsoft.com/office/drawing/2014/main" id="{FF5E256A-CA59-DA4B-B1F7-EEC3A0167C19}"/>
                </a:ext>
              </a:extLst>
            </p:cNvPr>
            <p:cNvSpPr>
              <a:spLocks noChangeShapeType="1"/>
            </p:cNvSpPr>
            <p:nvPr/>
          </p:nvSpPr>
          <p:spPr bwMode="auto">
            <a:xfrm flipH="1" flipV="1">
              <a:off x="2512" y="422"/>
              <a:ext cx="1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6" name="Line 15">
              <a:extLst>
                <a:ext uri="{FF2B5EF4-FFF2-40B4-BE49-F238E27FC236}">
                  <a16:creationId xmlns:a16="http://schemas.microsoft.com/office/drawing/2014/main" id="{9249EDA9-9AF8-1F4C-905E-FFCAA4E235F8}"/>
                </a:ext>
              </a:extLst>
            </p:cNvPr>
            <p:cNvSpPr>
              <a:spLocks noChangeShapeType="1"/>
            </p:cNvSpPr>
            <p:nvPr/>
          </p:nvSpPr>
          <p:spPr bwMode="auto">
            <a:xfrm flipV="1">
              <a:off x="2537" y="306"/>
              <a:ext cx="352" cy="23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87" name="Group 16">
              <a:extLst>
                <a:ext uri="{FF2B5EF4-FFF2-40B4-BE49-F238E27FC236}">
                  <a16:creationId xmlns:a16="http://schemas.microsoft.com/office/drawing/2014/main" id="{3EF40DFA-2EF4-F946-94B8-77DC92E399D7}"/>
                </a:ext>
              </a:extLst>
            </p:cNvPr>
            <p:cNvGrpSpPr>
              <a:grpSpLocks/>
            </p:cNvGrpSpPr>
            <p:nvPr/>
          </p:nvGrpSpPr>
          <p:grpSpPr bwMode="auto">
            <a:xfrm>
              <a:off x="933" y="875"/>
              <a:ext cx="1102" cy="305"/>
              <a:chOff x="0" y="0"/>
              <a:chExt cx="880" cy="260"/>
            </a:xfrm>
          </p:grpSpPr>
          <p:grpSp>
            <p:nvGrpSpPr>
              <p:cNvPr id="100" name="Group 17">
                <a:extLst>
                  <a:ext uri="{FF2B5EF4-FFF2-40B4-BE49-F238E27FC236}">
                    <a16:creationId xmlns:a16="http://schemas.microsoft.com/office/drawing/2014/main" id="{DF566341-F9A0-BB40-A338-1141E16AD61C}"/>
                  </a:ext>
                </a:extLst>
              </p:cNvPr>
              <p:cNvGrpSpPr>
                <a:grpSpLocks/>
              </p:cNvGrpSpPr>
              <p:nvPr/>
            </p:nvGrpSpPr>
            <p:grpSpPr bwMode="auto">
              <a:xfrm>
                <a:off x="320" y="0"/>
                <a:ext cx="320" cy="260"/>
                <a:chOff x="0" y="0"/>
                <a:chExt cx="320" cy="260"/>
              </a:xfrm>
            </p:grpSpPr>
            <p:sp>
              <p:nvSpPr>
                <p:cNvPr id="103" name="Line 18">
                  <a:extLst>
                    <a:ext uri="{FF2B5EF4-FFF2-40B4-BE49-F238E27FC236}">
                      <a16:creationId xmlns:a16="http://schemas.microsoft.com/office/drawing/2014/main" id="{0EEC0198-58C0-E043-90D0-AA00D38EFAC4}"/>
                    </a:ext>
                  </a:extLst>
                </p:cNvPr>
                <p:cNvSpPr>
                  <a:spLocks noChangeShapeType="1"/>
                </p:cNvSpPr>
                <p:nvPr/>
              </p:nvSpPr>
              <p:spPr bwMode="auto">
                <a:xfrm>
                  <a:off x="12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4" name="Line 19">
                  <a:extLst>
                    <a:ext uri="{FF2B5EF4-FFF2-40B4-BE49-F238E27FC236}">
                      <a16:creationId xmlns:a16="http://schemas.microsoft.com/office/drawing/2014/main" id="{A30CEFC7-C083-D04C-978A-94F37EB2F7F0}"/>
                    </a:ext>
                  </a:extLst>
                </p:cNvPr>
                <p:cNvSpPr>
                  <a:spLocks noChangeShapeType="1"/>
                </p:cNvSpPr>
                <p:nvPr/>
              </p:nvSpPr>
              <p:spPr bwMode="auto">
                <a:xfrm flipH="1">
                  <a:off x="20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5" name="Line 20">
                  <a:extLst>
                    <a:ext uri="{FF2B5EF4-FFF2-40B4-BE49-F238E27FC236}">
                      <a16:creationId xmlns:a16="http://schemas.microsoft.com/office/drawing/2014/main" id="{EA23332E-65D9-E642-8252-D8E594AECDCF}"/>
                    </a:ext>
                  </a:extLst>
                </p:cNvPr>
                <p:cNvSpPr>
                  <a:spLocks noChangeShapeType="1"/>
                </p:cNvSpPr>
                <p:nvPr/>
              </p:nvSpPr>
              <p:spPr bwMode="auto">
                <a:xfrm>
                  <a:off x="20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6" name="Line 21">
                  <a:extLst>
                    <a:ext uri="{FF2B5EF4-FFF2-40B4-BE49-F238E27FC236}">
                      <a16:creationId xmlns:a16="http://schemas.microsoft.com/office/drawing/2014/main" id="{3656B84C-1879-8F4E-921C-24A8D021932F}"/>
                    </a:ext>
                  </a:extLst>
                </p:cNvPr>
                <p:cNvSpPr>
                  <a:spLocks noChangeShapeType="1"/>
                </p:cNvSpPr>
                <p:nvPr/>
              </p:nvSpPr>
              <p:spPr bwMode="auto">
                <a:xfrm flipH="1" flipV="1">
                  <a:off x="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01" name="Line 22">
                <a:extLst>
                  <a:ext uri="{FF2B5EF4-FFF2-40B4-BE49-F238E27FC236}">
                    <a16:creationId xmlns:a16="http://schemas.microsoft.com/office/drawing/2014/main" id="{88CAB124-3625-0845-B0A9-A11EB9738541}"/>
                  </a:ext>
                </a:extLst>
              </p:cNvPr>
              <p:cNvSpPr>
                <a:spLocks noChangeShapeType="1"/>
              </p:cNvSpPr>
              <p:nvPr/>
            </p:nvSpPr>
            <p:spPr bwMode="auto">
              <a:xfrm>
                <a:off x="600" y="120"/>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2" name="Line 23">
                <a:extLst>
                  <a:ext uri="{FF2B5EF4-FFF2-40B4-BE49-F238E27FC236}">
                    <a16:creationId xmlns:a16="http://schemas.microsoft.com/office/drawing/2014/main" id="{FA24A80F-FCA3-2648-8323-79DD1A006DD6}"/>
                  </a:ext>
                </a:extLst>
              </p:cNvPr>
              <p:cNvSpPr>
                <a:spLocks noChangeShapeType="1"/>
              </p:cNvSpPr>
              <p:nvPr/>
            </p:nvSpPr>
            <p:spPr bwMode="auto">
              <a:xfrm flipH="1">
                <a:off x="0" y="120"/>
                <a:ext cx="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88" name="Line 24">
              <a:extLst>
                <a:ext uri="{FF2B5EF4-FFF2-40B4-BE49-F238E27FC236}">
                  <a16:creationId xmlns:a16="http://schemas.microsoft.com/office/drawing/2014/main" id="{CDE8044C-0D04-5D4D-976E-A100AD2FD3AB}"/>
                </a:ext>
              </a:extLst>
            </p:cNvPr>
            <p:cNvSpPr>
              <a:spLocks noChangeShapeType="1"/>
            </p:cNvSpPr>
            <p:nvPr/>
          </p:nvSpPr>
          <p:spPr bwMode="auto">
            <a:xfrm>
              <a:off x="2042" y="427"/>
              <a:ext cx="0" cy="5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9" name="Line 25">
              <a:extLst>
                <a:ext uri="{FF2B5EF4-FFF2-40B4-BE49-F238E27FC236}">
                  <a16:creationId xmlns:a16="http://schemas.microsoft.com/office/drawing/2014/main" id="{FA5CAADC-F0DB-3647-9058-1B0571825D5D}"/>
                </a:ext>
              </a:extLst>
            </p:cNvPr>
            <p:cNvSpPr>
              <a:spLocks noChangeShapeType="1"/>
            </p:cNvSpPr>
            <p:nvPr/>
          </p:nvSpPr>
          <p:spPr bwMode="auto">
            <a:xfrm>
              <a:off x="1910" y="422"/>
              <a:ext cx="70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0" name="Line 26">
              <a:extLst>
                <a:ext uri="{FF2B5EF4-FFF2-40B4-BE49-F238E27FC236}">
                  <a16:creationId xmlns:a16="http://schemas.microsoft.com/office/drawing/2014/main" id="{6B2A18F8-4DBA-6E49-AB05-E1A661A9344A}"/>
                </a:ext>
              </a:extLst>
            </p:cNvPr>
            <p:cNvSpPr>
              <a:spLocks noChangeShapeType="1"/>
            </p:cNvSpPr>
            <p:nvPr/>
          </p:nvSpPr>
          <p:spPr bwMode="auto">
            <a:xfrm flipV="1">
              <a:off x="3782" y="418"/>
              <a:ext cx="473"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1" name="Line 27">
              <a:extLst>
                <a:ext uri="{FF2B5EF4-FFF2-40B4-BE49-F238E27FC236}">
                  <a16:creationId xmlns:a16="http://schemas.microsoft.com/office/drawing/2014/main" id="{E6D7DC5F-38B9-BA46-9BFB-0693FA39B996}"/>
                </a:ext>
              </a:extLst>
            </p:cNvPr>
            <p:cNvSpPr>
              <a:spLocks noChangeShapeType="1"/>
            </p:cNvSpPr>
            <p:nvPr/>
          </p:nvSpPr>
          <p:spPr bwMode="auto">
            <a:xfrm flipV="1">
              <a:off x="2787" y="419"/>
              <a:ext cx="458"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2" name="Line 28">
              <a:extLst>
                <a:ext uri="{FF2B5EF4-FFF2-40B4-BE49-F238E27FC236}">
                  <a16:creationId xmlns:a16="http://schemas.microsoft.com/office/drawing/2014/main" id="{E26E1E40-B64C-2D4D-A604-AAE073FBB3A8}"/>
                </a:ext>
              </a:extLst>
            </p:cNvPr>
            <p:cNvSpPr>
              <a:spLocks noChangeShapeType="1"/>
            </p:cNvSpPr>
            <p:nvPr/>
          </p:nvSpPr>
          <p:spPr bwMode="auto">
            <a:xfrm flipH="1">
              <a:off x="933" y="47"/>
              <a:ext cx="0" cy="116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3" name="Text Box 29">
              <a:extLst>
                <a:ext uri="{FF2B5EF4-FFF2-40B4-BE49-F238E27FC236}">
                  <a16:creationId xmlns:a16="http://schemas.microsoft.com/office/drawing/2014/main" id="{99C1F905-1E76-9543-8699-A7CD1F7D70CB}"/>
                </a:ext>
              </a:extLst>
            </p:cNvPr>
            <p:cNvSpPr txBox="1">
              <a:spLocks noChangeArrowheads="1"/>
            </p:cNvSpPr>
            <p:nvPr/>
          </p:nvSpPr>
          <p:spPr bwMode="auto">
            <a:xfrm>
              <a:off x="1210" y="0"/>
              <a:ext cx="950" cy="324"/>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94" name="Text Box 30">
              <a:extLst>
                <a:ext uri="{FF2B5EF4-FFF2-40B4-BE49-F238E27FC236}">
                  <a16:creationId xmlns:a16="http://schemas.microsoft.com/office/drawing/2014/main" id="{2B1BE655-3810-404C-A29B-5210D5AA8C90}"/>
                </a:ext>
              </a:extLst>
            </p:cNvPr>
            <p:cNvSpPr txBox="1">
              <a:spLocks noChangeArrowheads="1"/>
            </p:cNvSpPr>
            <p:nvPr/>
          </p:nvSpPr>
          <p:spPr bwMode="auto">
            <a:xfrm>
              <a:off x="1235" y="612"/>
              <a:ext cx="877"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95" name="Oval 31">
              <a:extLst>
                <a:ext uri="{FF2B5EF4-FFF2-40B4-BE49-F238E27FC236}">
                  <a16:creationId xmlns:a16="http://schemas.microsoft.com/office/drawing/2014/main" id="{FB9CB145-F1EE-E74C-9866-435BFFAFA0C9}"/>
                </a:ext>
              </a:extLst>
            </p:cNvPr>
            <p:cNvSpPr>
              <a:spLocks noChangeArrowheads="1"/>
            </p:cNvSpPr>
            <p:nvPr/>
          </p:nvSpPr>
          <p:spPr bwMode="auto">
            <a:xfrm>
              <a:off x="3264" y="138"/>
              <a:ext cx="518" cy="53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96" name="Text Box 32">
              <a:extLst>
                <a:ext uri="{FF2B5EF4-FFF2-40B4-BE49-F238E27FC236}">
                  <a16:creationId xmlns:a16="http://schemas.microsoft.com/office/drawing/2014/main" id="{67DEC2C3-8539-A14B-8D8D-6467535AE8CD}"/>
                </a:ext>
              </a:extLst>
            </p:cNvPr>
            <p:cNvSpPr txBox="1">
              <a:spLocks noChangeArrowheads="1"/>
            </p:cNvSpPr>
            <p:nvPr/>
          </p:nvSpPr>
          <p:spPr bwMode="auto">
            <a:xfrm>
              <a:off x="3216" y="276"/>
              <a:ext cx="8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97" name="Text Box 33">
              <a:extLst>
                <a:ext uri="{FF2B5EF4-FFF2-40B4-BE49-F238E27FC236}">
                  <a16:creationId xmlns:a16="http://schemas.microsoft.com/office/drawing/2014/main" id="{5EAAEE3C-2F27-8644-81E2-C1B0D6F7B943}"/>
                </a:ext>
              </a:extLst>
            </p:cNvPr>
            <p:cNvSpPr txBox="1">
              <a:spLocks noChangeArrowheads="1"/>
            </p:cNvSpPr>
            <p:nvPr/>
          </p:nvSpPr>
          <p:spPr bwMode="auto">
            <a:xfrm>
              <a:off x="0" y="588"/>
              <a:ext cx="100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PLC</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控制</a:t>
              </a:r>
            </a:p>
          </p:txBody>
        </p:sp>
        <p:sp>
          <p:nvSpPr>
            <p:cNvPr id="98" name="Text Box 34">
              <a:extLst>
                <a:ext uri="{FF2B5EF4-FFF2-40B4-BE49-F238E27FC236}">
                  <a16:creationId xmlns:a16="http://schemas.microsoft.com/office/drawing/2014/main" id="{6DE8B5C5-17F6-CD4A-82F9-37BC05C65DA6}"/>
                </a:ext>
              </a:extLst>
            </p:cNvPr>
            <p:cNvSpPr txBox="1">
              <a:spLocks noChangeArrowheads="1"/>
            </p:cNvSpPr>
            <p:nvPr/>
          </p:nvSpPr>
          <p:spPr bwMode="auto">
            <a:xfrm>
              <a:off x="2448" y="24"/>
              <a:ext cx="926" cy="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99" name="Line 35">
              <a:extLst>
                <a:ext uri="{FF2B5EF4-FFF2-40B4-BE49-F238E27FC236}">
                  <a16:creationId xmlns:a16="http://schemas.microsoft.com/office/drawing/2014/main" id="{62A6E295-068D-1142-88F8-42240AF90448}"/>
                </a:ext>
              </a:extLst>
            </p:cNvPr>
            <p:cNvSpPr>
              <a:spLocks noChangeShapeType="1"/>
            </p:cNvSpPr>
            <p:nvPr/>
          </p:nvSpPr>
          <p:spPr bwMode="auto">
            <a:xfrm flipH="1">
              <a:off x="4266" y="45"/>
              <a:ext cx="0" cy="116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114" name="Group 36">
            <a:extLst>
              <a:ext uri="{FF2B5EF4-FFF2-40B4-BE49-F238E27FC236}">
                <a16:creationId xmlns:a16="http://schemas.microsoft.com/office/drawing/2014/main" id="{31748EF6-C150-1D41-B355-1CA24E72CE8B}"/>
              </a:ext>
            </a:extLst>
          </p:cNvPr>
          <p:cNvGrpSpPr>
            <a:grpSpLocks/>
          </p:cNvGrpSpPr>
          <p:nvPr/>
        </p:nvGrpSpPr>
        <p:grpSpPr bwMode="auto">
          <a:xfrm>
            <a:off x="466725" y="1628775"/>
            <a:ext cx="6772275" cy="1920875"/>
            <a:chOff x="0" y="0"/>
            <a:chExt cx="4266" cy="1210"/>
          </a:xfrm>
        </p:grpSpPr>
        <p:sp>
          <p:nvSpPr>
            <p:cNvPr id="115" name="Text Box 37">
              <a:extLst>
                <a:ext uri="{FF2B5EF4-FFF2-40B4-BE49-F238E27FC236}">
                  <a16:creationId xmlns:a16="http://schemas.microsoft.com/office/drawing/2014/main" id="{C24FB807-4993-B04F-B602-F90AA7567295}"/>
                </a:ext>
              </a:extLst>
            </p:cNvPr>
            <p:cNvSpPr txBox="1">
              <a:spLocks noChangeArrowheads="1"/>
            </p:cNvSpPr>
            <p:nvPr/>
          </p:nvSpPr>
          <p:spPr bwMode="auto">
            <a:xfrm>
              <a:off x="2656" y="42"/>
              <a:ext cx="6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SB2</a:t>
              </a:r>
            </a:p>
          </p:txBody>
        </p:sp>
        <p:sp>
          <p:nvSpPr>
            <p:cNvPr id="116" name="Text Box 38">
              <a:extLst>
                <a:ext uri="{FF2B5EF4-FFF2-40B4-BE49-F238E27FC236}">
                  <a16:creationId xmlns:a16="http://schemas.microsoft.com/office/drawing/2014/main" id="{BE06C5C6-8AD9-4348-8F45-2D8A296005AF}"/>
                </a:ext>
              </a:extLst>
            </p:cNvPr>
            <p:cNvSpPr txBox="1">
              <a:spLocks noChangeArrowheads="1"/>
            </p:cNvSpPr>
            <p:nvPr/>
          </p:nvSpPr>
          <p:spPr bwMode="auto">
            <a:xfrm>
              <a:off x="3325" y="238"/>
              <a:ext cx="803" cy="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sp>
          <p:nvSpPr>
            <p:cNvPr id="117" name="Text Box 39">
              <a:extLst>
                <a:ext uri="{FF2B5EF4-FFF2-40B4-BE49-F238E27FC236}">
                  <a16:creationId xmlns:a16="http://schemas.microsoft.com/office/drawing/2014/main" id="{B6E0F167-B369-3143-A186-1066C2B3C412}"/>
                </a:ext>
              </a:extLst>
            </p:cNvPr>
            <p:cNvSpPr txBox="1">
              <a:spLocks noChangeArrowheads="1"/>
            </p:cNvSpPr>
            <p:nvPr/>
          </p:nvSpPr>
          <p:spPr bwMode="auto">
            <a:xfrm>
              <a:off x="1559" y="858"/>
              <a:ext cx="88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sp>
          <p:nvSpPr>
            <p:cNvPr id="118" name="Text Box 40">
              <a:extLst>
                <a:ext uri="{FF2B5EF4-FFF2-40B4-BE49-F238E27FC236}">
                  <a16:creationId xmlns:a16="http://schemas.microsoft.com/office/drawing/2014/main" id="{1A21A41E-296D-5F47-8655-3EA0C9E07931}"/>
                </a:ext>
              </a:extLst>
            </p:cNvPr>
            <p:cNvSpPr txBox="1">
              <a:spLocks noChangeArrowheads="1"/>
            </p:cNvSpPr>
            <p:nvPr/>
          </p:nvSpPr>
          <p:spPr bwMode="auto">
            <a:xfrm>
              <a:off x="0" y="522"/>
              <a:ext cx="76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继电器    </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 控  制</a:t>
              </a:r>
            </a:p>
          </p:txBody>
        </p:sp>
        <p:sp>
          <p:nvSpPr>
            <p:cNvPr id="119" name="Text Box 41">
              <a:extLst>
                <a:ext uri="{FF2B5EF4-FFF2-40B4-BE49-F238E27FC236}">
                  <a16:creationId xmlns:a16="http://schemas.microsoft.com/office/drawing/2014/main" id="{7CA6AF97-EF9D-9A40-A33E-B41D599C901F}"/>
                </a:ext>
              </a:extLst>
            </p:cNvPr>
            <p:cNvSpPr txBox="1">
              <a:spLocks noChangeArrowheads="1"/>
            </p:cNvSpPr>
            <p:nvPr/>
          </p:nvSpPr>
          <p:spPr bwMode="auto">
            <a:xfrm>
              <a:off x="1328" y="77"/>
              <a:ext cx="78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SB1</a:t>
              </a:r>
            </a:p>
          </p:txBody>
        </p:sp>
        <p:grpSp>
          <p:nvGrpSpPr>
            <p:cNvPr id="120" name="Group 42">
              <a:extLst>
                <a:ext uri="{FF2B5EF4-FFF2-40B4-BE49-F238E27FC236}">
                  <a16:creationId xmlns:a16="http://schemas.microsoft.com/office/drawing/2014/main" id="{5A184052-F9DB-2647-B486-B0F8F6F381C7}"/>
                </a:ext>
              </a:extLst>
            </p:cNvPr>
            <p:cNvGrpSpPr>
              <a:grpSpLocks/>
            </p:cNvGrpSpPr>
            <p:nvPr/>
          </p:nvGrpSpPr>
          <p:grpSpPr bwMode="auto">
            <a:xfrm>
              <a:off x="933" y="0"/>
              <a:ext cx="3333" cy="1164"/>
              <a:chOff x="0" y="0"/>
              <a:chExt cx="3333" cy="1164"/>
            </a:xfrm>
          </p:grpSpPr>
          <p:sp>
            <p:nvSpPr>
              <p:cNvPr id="121" name="Line 43">
                <a:extLst>
                  <a:ext uri="{FF2B5EF4-FFF2-40B4-BE49-F238E27FC236}">
                    <a16:creationId xmlns:a16="http://schemas.microsoft.com/office/drawing/2014/main" id="{E88A7955-88CE-B04F-91BC-261595156FF3}"/>
                  </a:ext>
                </a:extLst>
              </p:cNvPr>
              <p:cNvSpPr>
                <a:spLocks noChangeShapeType="1"/>
              </p:cNvSpPr>
              <p:nvPr/>
            </p:nvSpPr>
            <p:spPr bwMode="auto">
              <a:xfrm flipV="1">
                <a:off x="2807" y="389"/>
                <a:ext cx="526"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122" name="Group 44">
                <a:extLst>
                  <a:ext uri="{FF2B5EF4-FFF2-40B4-BE49-F238E27FC236}">
                    <a16:creationId xmlns:a16="http://schemas.microsoft.com/office/drawing/2014/main" id="{4285C15F-84C3-F644-9A96-228AB9E8BF49}"/>
                  </a:ext>
                </a:extLst>
              </p:cNvPr>
              <p:cNvGrpSpPr>
                <a:grpSpLocks/>
              </p:cNvGrpSpPr>
              <p:nvPr/>
            </p:nvGrpSpPr>
            <p:grpSpPr bwMode="auto">
              <a:xfrm>
                <a:off x="1245" y="160"/>
                <a:ext cx="1203" cy="350"/>
                <a:chOff x="0" y="0"/>
                <a:chExt cx="1019" cy="294"/>
              </a:xfrm>
            </p:grpSpPr>
            <p:sp>
              <p:nvSpPr>
                <p:cNvPr id="141" name="Line 45">
                  <a:extLst>
                    <a:ext uri="{FF2B5EF4-FFF2-40B4-BE49-F238E27FC236}">
                      <a16:creationId xmlns:a16="http://schemas.microsoft.com/office/drawing/2014/main" id="{927E29ED-9261-0B4D-AC37-EC7042E03E5F}"/>
                    </a:ext>
                  </a:extLst>
                </p:cNvPr>
                <p:cNvSpPr>
                  <a:spLocks noChangeShapeType="1"/>
                </p:cNvSpPr>
                <p:nvPr/>
              </p:nvSpPr>
              <p:spPr bwMode="auto">
                <a:xfrm>
                  <a:off x="607" y="176"/>
                  <a:ext cx="4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2" name="Line 46">
                  <a:extLst>
                    <a:ext uri="{FF2B5EF4-FFF2-40B4-BE49-F238E27FC236}">
                      <a16:creationId xmlns:a16="http://schemas.microsoft.com/office/drawing/2014/main" id="{47517A51-8CB2-8944-9332-9C546471F9F3}"/>
                    </a:ext>
                  </a:extLst>
                </p:cNvPr>
                <p:cNvSpPr>
                  <a:spLocks noChangeShapeType="1"/>
                </p:cNvSpPr>
                <p:nvPr/>
              </p:nvSpPr>
              <p:spPr bwMode="auto">
                <a:xfrm>
                  <a:off x="0" y="176"/>
                  <a:ext cx="39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3" name="Line 47">
                  <a:extLst>
                    <a:ext uri="{FF2B5EF4-FFF2-40B4-BE49-F238E27FC236}">
                      <a16:creationId xmlns:a16="http://schemas.microsoft.com/office/drawing/2014/main" id="{E494B046-7A4F-564B-99C7-B569C9C43076}"/>
                    </a:ext>
                  </a:extLst>
                </p:cNvPr>
                <p:cNvSpPr>
                  <a:spLocks noChangeShapeType="1"/>
                </p:cNvSpPr>
                <p:nvPr/>
              </p:nvSpPr>
              <p:spPr bwMode="auto">
                <a:xfrm flipV="1">
                  <a:off x="391" y="0"/>
                  <a:ext cx="0" cy="17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4" name="Line 48">
                  <a:extLst>
                    <a:ext uri="{FF2B5EF4-FFF2-40B4-BE49-F238E27FC236}">
                      <a16:creationId xmlns:a16="http://schemas.microsoft.com/office/drawing/2014/main" id="{B0770D71-336F-1244-BB22-CDD876ACD774}"/>
                    </a:ext>
                  </a:extLst>
                </p:cNvPr>
                <p:cNvSpPr>
                  <a:spLocks noChangeShapeType="1"/>
                </p:cNvSpPr>
                <p:nvPr/>
              </p:nvSpPr>
              <p:spPr bwMode="auto">
                <a:xfrm flipH="1" flipV="1">
                  <a:off x="304" y="44"/>
                  <a:ext cx="324"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5" name="Line 49">
                  <a:extLst>
                    <a:ext uri="{FF2B5EF4-FFF2-40B4-BE49-F238E27FC236}">
                      <a16:creationId xmlns:a16="http://schemas.microsoft.com/office/drawing/2014/main" id="{2525C7C1-3C00-3147-AEB8-07A24D2AE587}"/>
                    </a:ext>
                  </a:extLst>
                </p:cNvPr>
                <p:cNvSpPr>
                  <a:spLocks noChangeShapeType="1"/>
                </p:cNvSpPr>
                <p:nvPr/>
              </p:nvSpPr>
              <p:spPr bwMode="auto">
                <a:xfrm>
                  <a:off x="469" y="118"/>
                  <a:ext cx="0" cy="17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6" name="Line 50">
                  <a:extLst>
                    <a:ext uri="{FF2B5EF4-FFF2-40B4-BE49-F238E27FC236}">
                      <a16:creationId xmlns:a16="http://schemas.microsoft.com/office/drawing/2014/main" id="{120AE14F-E503-4349-B44A-C373689A43F0}"/>
                    </a:ext>
                  </a:extLst>
                </p:cNvPr>
                <p:cNvSpPr>
                  <a:spLocks noChangeShapeType="1"/>
                </p:cNvSpPr>
                <p:nvPr/>
              </p:nvSpPr>
              <p:spPr bwMode="auto">
                <a:xfrm>
                  <a:off x="403" y="294"/>
                  <a:ext cx="13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7" name="Line 51">
                  <a:extLst>
                    <a:ext uri="{FF2B5EF4-FFF2-40B4-BE49-F238E27FC236}">
                      <a16:creationId xmlns:a16="http://schemas.microsoft.com/office/drawing/2014/main" id="{4F203E41-AA50-F54E-A5BD-1BF1C42C8EBC}"/>
                    </a:ext>
                  </a:extLst>
                </p:cNvPr>
                <p:cNvSpPr>
                  <a:spLocks noChangeShapeType="1"/>
                </p:cNvSpPr>
                <p:nvPr/>
              </p:nvSpPr>
              <p:spPr bwMode="auto">
                <a:xfrm flipV="1">
                  <a:off x="403" y="228"/>
                  <a:ext cx="0" cy="6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8" name="Line 52">
                  <a:extLst>
                    <a:ext uri="{FF2B5EF4-FFF2-40B4-BE49-F238E27FC236}">
                      <a16:creationId xmlns:a16="http://schemas.microsoft.com/office/drawing/2014/main" id="{E5622F7D-4A13-8449-A7A2-8F898ACA666B}"/>
                    </a:ext>
                  </a:extLst>
                </p:cNvPr>
                <p:cNvSpPr>
                  <a:spLocks noChangeShapeType="1"/>
                </p:cNvSpPr>
                <p:nvPr/>
              </p:nvSpPr>
              <p:spPr bwMode="auto">
                <a:xfrm flipV="1">
                  <a:off x="534" y="228"/>
                  <a:ext cx="0" cy="6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23" name="Rectangle 53">
                <a:extLst>
                  <a:ext uri="{FF2B5EF4-FFF2-40B4-BE49-F238E27FC236}">
                    <a16:creationId xmlns:a16="http://schemas.microsoft.com/office/drawing/2014/main" id="{BFCED63E-5489-3944-BC0E-731E1AC1C7A0}"/>
                  </a:ext>
                </a:extLst>
              </p:cNvPr>
              <p:cNvSpPr>
                <a:spLocks noChangeArrowheads="1"/>
              </p:cNvSpPr>
              <p:nvPr/>
            </p:nvSpPr>
            <p:spPr bwMode="auto">
              <a:xfrm>
                <a:off x="2448" y="140"/>
                <a:ext cx="359" cy="511"/>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24" name="Line 54">
                <a:extLst>
                  <a:ext uri="{FF2B5EF4-FFF2-40B4-BE49-F238E27FC236}">
                    <a16:creationId xmlns:a16="http://schemas.microsoft.com/office/drawing/2014/main" id="{5626760F-6661-DB4C-AF07-D649A6F6D053}"/>
                  </a:ext>
                </a:extLst>
              </p:cNvPr>
              <p:cNvSpPr>
                <a:spLocks noChangeShapeType="1"/>
              </p:cNvSpPr>
              <p:nvPr/>
            </p:nvSpPr>
            <p:spPr bwMode="auto">
              <a:xfrm flipH="1">
                <a:off x="0" y="0"/>
                <a:ext cx="0" cy="116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5" name="Line 55">
                <a:extLst>
                  <a:ext uri="{FF2B5EF4-FFF2-40B4-BE49-F238E27FC236}">
                    <a16:creationId xmlns:a16="http://schemas.microsoft.com/office/drawing/2014/main" id="{E369FBE3-2EAE-554E-81AC-614FF606171A}"/>
                  </a:ext>
                </a:extLst>
              </p:cNvPr>
              <p:cNvSpPr>
                <a:spLocks noChangeShapeType="1"/>
              </p:cNvSpPr>
              <p:nvPr/>
            </p:nvSpPr>
            <p:spPr bwMode="auto">
              <a:xfrm flipH="1">
                <a:off x="3333" y="0"/>
                <a:ext cx="0" cy="116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6" name="Line 56">
                <a:extLst>
                  <a:ext uri="{FF2B5EF4-FFF2-40B4-BE49-F238E27FC236}">
                    <a16:creationId xmlns:a16="http://schemas.microsoft.com/office/drawing/2014/main" id="{AC5FEC63-7DFF-DF40-840F-798CEAB3F952}"/>
                  </a:ext>
                </a:extLst>
              </p:cNvPr>
              <p:cNvSpPr>
                <a:spLocks noChangeShapeType="1"/>
              </p:cNvSpPr>
              <p:nvPr/>
            </p:nvSpPr>
            <p:spPr bwMode="auto">
              <a:xfrm>
                <a:off x="1053" y="391"/>
                <a:ext cx="0" cy="46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127" name="Group 57">
                <a:extLst>
                  <a:ext uri="{FF2B5EF4-FFF2-40B4-BE49-F238E27FC236}">
                    <a16:creationId xmlns:a16="http://schemas.microsoft.com/office/drawing/2014/main" id="{EC070B34-E1CC-DA4B-9AEE-5ED5F059E2F2}"/>
                  </a:ext>
                </a:extLst>
              </p:cNvPr>
              <p:cNvGrpSpPr>
                <a:grpSpLocks/>
              </p:cNvGrpSpPr>
              <p:nvPr/>
            </p:nvGrpSpPr>
            <p:grpSpPr bwMode="auto">
              <a:xfrm>
                <a:off x="24" y="375"/>
                <a:ext cx="1203" cy="245"/>
                <a:chOff x="0" y="0"/>
                <a:chExt cx="1019" cy="206"/>
              </a:xfrm>
            </p:grpSpPr>
            <p:sp>
              <p:nvSpPr>
                <p:cNvPr id="133" name="Line 58">
                  <a:extLst>
                    <a:ext uri="{FF2B5EF4-FFF2-40B4-BE49-F238E27FC236}">
                      <a16:creationId xmlns:a16="http://schemas.microsoft.com/office/drawing/2014/main" id="{4F6F2A23-FD8B-4F41-8639-5517BAD3CDB8}"/>
                    </a:ext>
                  </a:extLst>
                </p:cNvPr>
                <p:cNvSpPr>
                  <a:spLocks noChangeShapeType="1"/>
                </p:cNvSpPr>
                <p:nvPr/>
              </p:nvSpPr>
              <p:spPr bwMode="auto">
                <a:xfrm flipV="1">
                  <a:off x="0" y="10"/>
                  <a:ext cx="38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4" name="Line 59">
                  <a:extLst>
                    <a:ext uri="{FF2B5EF4-FFF2-40B4-BE49-F238E27FC236}">
                      <a16:creationId xmlns:a16="http://schemas.microsoft.com/office/drawing/2014/main" id="{C940C529-BA13-CE43-9143-6972BABE1515}"/>
                    </a:ext>
                  </a:extLst>
                </p:cNvPr>
                <p:cNvSpPr>
                  <a:spLocks noChangeShapeType="1"/>
                </p:cNvSpPr>
                <p:nvPr/>
              </p:nvSpPr>
              <p:spPr bwMode="auto">
                <a:xfrm flipV="1">
                  <a:off x="616" y="0"/>
                  <a:ext cx="4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5" name="Line 60">
                  <a:extLst>
                    <a:ext uri="{FF2B5EF4-FFF2-40B4-BE49-F238E27FC236}">
                      <a16:creationId xmlns:a16="http://schemas.microsoft.com/office/drawing/2014/main" id="{3FB63583-F14C-C648-A24F-6A998B8F186B}"/>
                    </a:ext>
                  </a:extLst>
                </p:cNvPr>
                <p:cNvSpPr>
                  <a:spLocks noChangeShapeType="1"/>
                </p:cNvSpPr>
                <p:nvPr/>
              </p:nvSpPr>
              <p:spPr bwMode="auto">
                <a:xfrm flipH="1">
                  <a:off x="297" y="10"/>
                  <a:ext cx="319" cy="11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136" name="Group 61">
                  <a:extLst>
                    <a:ext uri="{FF2B5EF4-FFF2-40B4-BE49-F238E27FC236}">
                      <a16:creationId xmlns:a16="http://schemas.microsoft.com/office/drawing/2014/main" id="{DB3E218B-EAE2-3644-9B1F-79E42E7C321D}"/>
                    </a:ext>
                  </a:extLst>
                </p:cNvPr>
                <p:cNvGrpSpPr>
                  <a:grpSpLocks/>
                </p:cNvGrpSpPr>
                <p:nvPr/>
              </p:nvGrpSpPr>
              <p:grpSpPr bwMode="auto">
                <a:xfrm>
                  <a:off x="446" y="49"/>
                  <a:ext cx="127" cy="157"/>
                  <a:chOff x="0" y="0"/>
                  <a:chExt cx="127" cy="157"/>
                </a:xfrm>
              </p:grpSpPr>
              <p:sp>
                <p:nvSpPr>
                  <p:cNvPr id="137" name="Line 62">
                    <a:extLst>
                      <a:ext uri="{FF2B5EF4-FFF2-40B4-BE49-F238E27FC236}">
                        <a16:creationId xmlns:a16="http://schemas.microsoft.com/office/drawing/2014/main" id="{FDB66F96-F23E-F34F-86FD-1F0021E2A957}"/>
                      </a:ext>
                    </a:extLst>
                  </p:cNvPr>
                  <p:cNvSpPr>
                    <a:spLocks noChangeShapeType="1"/>
                  </p:cNvSpPr>
                  <p:nvPr/>
                </p:nvSpPr>
                <p:spPr bwMode="auto">
                  <a:xfrm>
                    <a:off x="64" y="0"/>
                    <a:ext cx="0" cy="157"/>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8" name="Line 63">
                    <a:extLst>
                      <a:ext uri="{FF2B5EF4-FFF2-40B4-BE49-F238E27FC236}">
                        <a16:creationId xmlns:a16="http://schemas.microsoft.com/office/drawing/2014/main" id="{AD5C5158-5720-0C42-A5F1-4B1CD77767A1}"/>
                      </a:ext>
                    </a:extLst>
                  </p:cNvPr>
                  <p:cNvSpPr>
                    <a:spLocks noChangeShapeType="1"/>
                  </p:cNvSpPr>
                  <p:nvPr/>
                </p:nvSpPr>
                <p:spPr bwMode="auto">
                  <a:xfrm>
                    <a:off x="0" y="157"/>
                    <a:ext cx="12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9" name="Line 64">
                    <a:extLst>
                      <a:ext uri="{FF2B5EF4-FFF2-40B4-BE49-F238E27FC236}">
                        <a16:creationId xmlns:a16="http://schemas.microsoft.com/office/drawing/2014/main" id="{147E832A-5A9F-1C4D-A62D-A6C025C04BC9}"/>
                      </a:ext>
                    </a:extLst>
                  </p:cNvPr>
                  <p:cNvSpPr>
                    <a:spLocks noChangeShapeType="1"/>
                  </p:cNvSpPr>
                  <p:nvPr/>
                </p:nvSpPr>
                <p:spPr bwMode="auto">
                  <a:xfrm flipV="1">
                    <a:off x="0" y="98"/>
                    <a:ext cx="0" cy="5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0" name="Line 65">
                    <a:extLst>
                      <a:ext uri="{FF2B5EF4-FFF2-40B4-BE49-F238E27FC236}">
                        <a16:creationId xmlns:a16="http://schemas.microsoft.com/office/drawing/2014/main" id="{E9A07059-F6BC-F94B-95E8-064CC947FC79}"/>
                      </a:ext>
                    </a:extLst>
                  </p:cNvPr>
                  <p:cNvSpPr>
                    <a:spLocks noChangeShapeType="1"/>
                  </p:cNvSpPr>
                  <p:nvPr/>
                </p:nvSpPr>
                <p:spPr bwMode="auto">
                  <a:xfrm flipV="1">
                    <a:off x="127" y="98"/>
                    <a:ext cx="0" cy="5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128" name="Line 66">
                <a:extLst>
                  <a:ext uri="{FF2B5EF4-FFF2-40B4-BE49-F238E27FC236}">
                    <a16:creationId xmlns:a16="http://schemas.microsoft.com/office/drawing/2014/main" id="{1A5BB3BE-7026-A844-894F-5ECE9FB5B923}"/>
                  </a:ext>
                </a:extLst>
              </p:cNvPr>
              <p:cNvSpPr>
                <a:spLocks noChangeShapeType="1"/>
              </p:cNvSpPr>
              <p:nvPr/>
            </p:nvSpPr>
            <p:spPr bwMode="auto">
              <a:xfrm flipV="1">
                <a:off x="776" y="861"/>
                <a:ext cx="27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9" name="Line 67">
                <a:extLst>
                  <a:ext uri="{FF2B5EF4-FFF2-40B4-BE49-F238E27FC236}">
                    <a16:creationId xmlns:a16="http://schemas.microsoft.com/office/drawing/2014/main" id="{A38CF611-D650-A14A-B0D0-14D59C86BF60}"/>
                  </a:ext>
                </a:extLst>
              </p:cNvPr>
              <p:cNvSpPr>
                <a:spLocks noChangeShapeType="1"/>
              </p:cNvSpPr>
              <p:nvPr/>
            </p:nvSpPr>
            <p:spPr bwMode="auto">
              <a:xfrm flipH="1">
                <a:off x="401" y="864"/>
                <a:ext cx="375" cy="14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0" name="Oval 68">
                <a:extLst>
                  <a:ext uri="{FF2B5EF4-FFF2-40B4-BE49-F238E27FC236}">
                    <a16:creationId xmlns:a16="http://schemas.microsoft.com/office/drawing/2014/main" id="{0917361D-9C12-FA44-8772-4FB869FCDCE8}"/>
                  </a:ext>
                </a:extLst>
              </p:cNvPr>
              <p:cNvSpPr>
                <a:spLocks noChangeArrowheads="1"/>
              </p:cNvSpPr>
              <p:nvPr/>
            </p:nvSpPr>
            <p:spPr bwMode="auto">
              <a:xfrm rot="10800000" flipV="1">
                <a:off x="450" y="814"/>
                <a:ext cx="51" cy="70"/>
              </a:xfrm>
              <a:prstGeom prst="ellipse">
                <a:avLst/>
              </a:prstGeom>
              <a:solidFill>
                <a:srgbClr val="FFFFFF"/>
              </a:solidFill>
              <a:ln w="28575">
                <a:solidFill>
                  <a:srgbClr val="000000"/>
                </a:solidFill>
                <a:round/>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31" name="Text Box 69">
                <a:extLst>
                  <a:ext uri="{FF2B5EF4-FFF2-40B4-BE49-F238E27FC236}">
                    <a16:creationId xmlns:a16="http://schemas.microsoft.com/office/drawing/2014/main" id="{37250D53-EC2C-C847-961A-34D664AE0126}"/>
                  </a:ext>
                </a:extLst>
              </p:cNvPr>
              <p:cNvSpPr txBox="1">
                <a:spLocks noChangeArrowheads="1"/>
              </p:cNvSpPr>
              <p:nvPr/>
            </p:nvSpPr>
            <p:spPr bwMode="auto">
              <a:xfrm>
                <a:off x="375" y="744"/>
                <a:ext cx="201" cy="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32" name="Line 70">
                <a:extLst>
                  <a:ext uri="{FF2B5EF4-FFF2-40B4-BE49-F238E27FC236}">
                    <a16:creationId xmlns:a16="http://schemas.microsoft.com/office/drawing/2014/main" id="{EE1555FA-1D2F-544B-A8A9-F944DD07A71C}"/>
                  </a:ext>
                </a:extLst>
              </p:cNvPr>
              <p:cNvSpPr>
                <a:spLocks noChangeShapeType="1"/>
              </p:cNvSpPr>
              <p:nvPr/>
            </p:nvSpPr>
            <p:spPr bwMode="auto">
              <a:xfrm>
                <a:off x="24" y="837"/>
                <a:ext cx="47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149" name="AutoShape 71">
            <a:extLst>
              <a:ext uri="{FF2B5EF4-FFF2-40B4-BE49-F238E27FC236}">
                <a16:creationId xmlns:a16="http://schemas.microsoft.com/office/drawing/2014/main" id="{27AA5018-E941-EA4A-8FE5-F80360E0E1DA}"/>
              </a:ext>
            </a:extLst>
          </p:cNvPr>
          <p:cNvSpPr>
            <a:spLocks noChangeArrowheads="1"/>
          </p:cNvSpPr>
          <p:nvPr/>
        </p:nvSpPr>
        <p:spPr bwMode="auto">
          <a:xfrm>
            <a:off x="7324725" y="1720850"/>
            <a:ext cx="914400" cy="533400"/>
          </a:xfrm>
          <a:prstGeom prst="wedgeRoundRectCallout">
            <a:avLst>
              <a:gd name="adj1" fmla="val -138889"/>
              <a:gd name="adj2" fmla="val 18153"/>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线圈</a:t>
            </a:r>
          </a:p>
        </p:txBody>
      </p:sp>
      <p:sp>
        <p:nvSpPr>
          <p:cNvPr id="150" name="AutoShape 72">
            <a:extLst>
              <a:ext uri="{FF2B5EF4-FFF2-40B4-BE49-F238E27FC236}">
                <a16:creationId xmlns:a16="http://schemas.microsoft.com/office/drawing/2014/main" id="{02A08963-323A-B541-A0E0-818310DC696E}"/>
              </a:ext>
            </a:extLst>
          </p:cNvPr>
          <p:cNvSpPr>
            <a:spLocks noChangeArrowheads="1"/>
          </p:cNvSpPr>
          <p:nvPr/>
        </p:nvSpPr>
        <p:spPr bwMode="auto">
          <a:xfrm>
            <a:off x="7324725" y="4311650"/>
            <a:ext cx="914400" cy="533400"/>
          </a:xfrm>
          <a:prstGeom prst="wedgeRoundRectCallout">
            <a:avLst>
              <a:gd name="adj1" fmla="val -145833"/>
              <a:gd name="adj2" fmla="val -894"/>
              <a:gd name="adj3" fmla="val 16667"/>
            </a:avLst>
          </a:prstGeom>
          <a:solidFill>
            <a:srgbClr val="FFCC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线圈</a:t>
            </a:r>
          </a:p>
        </p:txBody>
      </p:sp>
      <p:grpSp>
        <p:nvGrpSpPr>
          <p:cNvPr id="151" name="Group 73">
            <a:extLst>
              <a:ext uri="{FF2B5EF4-FFF2-40B4-BE49-F238E27FC236}">
                <a16:creationId xmlns:a16="http://schemas.microsoft.com/office/drawing/2014/main" id="{7C59C4AE-C391-D642-B38E-78C2399DBE4A}"/>
              </a:ext>
            </a:extLst>
          </p:cNvPr>
          <p:cNvGrpSpPr>
            <a:grpSpLocks/>
          </p:cNvGrpSpPr>
          <p:nvPr/>
        </p:nvGrpSpPr>
        <p:grpSpPr bwMode="auto">
          <a:xfrm>
            <a:off x="3971925" y="3168650"/>
            <a:ext cx="1524000" cy="533400"/>
            <a:chOff x="0" y="0"/>
            <a:chExt cx="960" cy="336"/>
          </a:xfrm>
        </p:grpSpPr>
        <p:sp>
          <p:nvSpPr>
            <p:cNvPr id="152" name="AutoShape 74">
              <a:extLst>
                <a:ext uri="{FF2B5EF4-FFF2-40B4-BE49-F238E27FC236}">
                  <a16:creationId xmlns:a16="http://schemas.microsoft.com/office/drawing/2014/main" id="{8682A8B5-2C4F-6343-8EFA-D3147A4AC1EC}"/>
                </a:ext>
              </a:extLst>
            </p:cNvPr>
            <p:cNvSpPr>
              <a:spLocks noChangeArrowheads="1"/>
            </p:cNvSpPr>
            <p:nvPr/>
          </p:nvSpPr>
          <p:spPr bwMode="auto">
            <a:xfrm>
              <a:off x="0" y="0"/>
              <a:ext cx="960" cy="336"/>
            </a:xfrm>
            <a:prstGeom prst="wedgeRoundRectCallout">
              <a:avLst>
                <a:gd name="adj1" fmla="val -124167"/>
                <a:gd name="adj2" fmla="val -38986"/>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常开触点</a:t>
              </a:r>
            </a:p>
          </p:txBody>
        </p:sp>
        <p:sp>
          <p:nvSpPr>
            <p:cNvPr id="153" name="AutoShape 75">
              <a:extLst>
                <a:ext uri="{FF2B5EF4-FFF2-40B4-BE49-F238E27FC236}">
                  <a16:creationId xmlns:a16="http://schemas.microsoft.com/office/drawing/2014/main" id="{43AD9F20-9325-DF43-84BA-6CBE1880B466}"/>
                </a:ext>
              </a:extLst>
            </p:cNvPr>
            <p:cNvSpPr>
              <a:spLocks noChangeArrowheads="1"/>
            </p:cNvSpPr>
            <p:nvPr/>
          </p:nvSpPr>
          <p:spPr bwMode="auto">
            <a:xfrm>
              <a:off x="0" y="0"/>
              <a:ext cx="960" cy="336"/>
            </a:xfrm>
            <a:prstGeom prst="wedgeRoundRectCallout">
              <a:avLst>
                <a:gd name="adj1" fmla="val -107500"/>
                <a:gd name="adj2" fmla="val 351486"/>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常开触点</a:t>
              </a:r>
            </a:p>
          </p:txBody>
        </p:sp>
      </p:grpSp>
      <p:grpSp>
        <p:nvGrpSpPr>
          <p:cNvPr id="154" name="Group 76">
            <a:extLst>
              <a:ext uri="{FF2B5EF4-FFF2-40B4-BE49-F238E27FC236}">
                <a16:creationId xmlns:a16="http://schemas.microsoft.com/office/drawing/2014/main" id="{BC36D537-8566-844D-A8F6-C2B806F68C1E}"/>
              </a:ext>
            </a:extLst>
          </p:cNvPr>
          <p:cNvGrpSpPr>
            <a:grpSpLocks/>
          </p:cNvGrpSpPr>
          <p:nvPr/>
        </p:nvGrpSpPr>
        <p:grpSpPr bwMode="auto">
          <a:xfrm>
            <a:off x="6943725" y="3244850"/>
            <a:ext cx="1524000" cy="533400"/>
            <a:chOff x="0" y="0"/>
            <a:chExt cx="960" cy="336"/>
          </a:xfrm>
        </p:grpSpPr>
        <p:sp>
          <p:nvSpPr>
            <p:cNvPr id="155" name="AutoShape 77">
              <a:extLst>
                <a:ext uri="{FF2B5EF4-FFF2-40B4-BE49-F238E27FC236}">
                  <a16:creationId xmlns:a16="http://schemas.microsoft.com/office/drawing/2014/main" id="{23FFBA41-AFE7-2944-AED4-886CABD3E207}"/>
                </a:ext>
              </a:extLst>
            </p:cNvPr>
            <p:cNvSpPr>
              <a:spLocks noChangeArrowheads="1"/>
            </p:cNvSpPr>
            <p:nvPr/>
          </p:nvSpPr>
          <p:spPr bwMode="auto">
            <a:xfrm>
              <a:off x="0" y="0"/>
              <a:ext cx="960" cy="336"/>
            </a:xfrm>
            <a:prstGeom prst="wedgeRoundRectCallout">
              <a:avLst>
                <a:gd name="adj1" fmla="val -178333"/>
                <a:gd name="adj2" fmla="val -219940"/>
                <a:gd name="adj3" fmla="val 16667"/>
              </a:avLst>
            </a:prstGeom>
            <a:solidFill>
              <a:srgbClr val="FFCC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常闭触点</a:t>
              </a:r>
            </a:p>
          </p:txBody>
        </p:sp>
        <p:sp>
          <p:nvSpPr>
            <p:cNvPr id="156" name="AutoShape 78">
              <a:extLst>
                <a:ext uri="{FF2B5EF4-FFF2-40B4-BE49-F238E27FC236}">
                  <a16:creationId xmlns:a16="http://schemas.microsoft.com/office/drawing/2014/main" id="{233D5A39-5EA1-A64D-B4F8-566C7B755B9B}"/>
                </a:ext>
              </a:extLst>
            </p:cNvPr>
            <p:cNvSpPr>
              <a:spLocks noChangeArrowheads="1"/>
            </p:cNvSpPr>
            <p:nvPr/>
          </p:nvSpPr>
          <p:spPr bwMode="auto">
            <a:xfrm>
              <a:off x="0" y="0"/>
              <a:ext cx="960" cy="336"/>
            </a:xfrm>
            <a:prstGeom prst="wedgeRoundRectCallout">
              <a:avLst>
                <a:gd name="adj1" fmla="val -174167"/>
                <a:gd name="adj2" fmla="val 161014"/>
                <a:gd name="adj3" fmla="val 16667"/>
              </a:avLst>
            </a:prstGeom>
            <a:solidFill>
              <a:srgbClr val="FFCC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常闭触点</a:t>
              </a:r>
            </a:p>
          </p:txBody>
        </p:sp>
      </p:grpSp>
      <p:sp>
        <p:nvSpPr>
          <p:cNvPr id="157" name="Text Box 79">
            <a:extLst>
              <a:ext uri="{FF2B5EF4-FFF2-40B4-BE49-F238E27FC236}">
                <a16:creationId xmlns:a16="http://schemas.microsoft.com/office/drawing/2014/main" id="{3CB5BF28-953D-7A45-B998-47F441E4150C}"/>
              </a:ext>
            </a:extLst>
          </p:cNvPr>
          <p:cNvSpPr txBox="1">
            <a:spLocks noChangeArrowheads="1"/>
          </p:cNvSpPr>
          <p:nvPr/>
        </p:nvSpPr>
        <p:spPr bwMode="auto">
          <a:xfrm>
            <a:off x="611188" y="765175"/>
            <a:ext cx="37433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A50021"/>
                </a:solidFill>
                <a:latin typeface="宋体" panose="02010600030101010101" pitchFamily="2" charset="-122"/>
              </a:rPr>
              <a:t>2</a:t>
            </a:r>
            <a:r>
              <a:rPr lang="zh-CN" altLang="en-US" sz="2400" b="1" dirty="0">
                <a:solidFill>
                  <a:srgbClr val="A50021"/>
                </a:solidFill>
                <a:latin typeface="宋体" panose="02010600030101010101" pitchFamily="2" charset="-122"/>
              </a:rPr>
              <a:t>）</a:t>
            </a:r>
            <a:r>
              <a:rPr lang="zh-CN" altLang="zh-CN" sz="2400" b="1" dirty="0">
                <a:solidFill>
                  <a:srgbClr val="A50021"/>
                </a:solidFill>
                <a:latin typeface="宋体" panose="02010600030101010101" pitchFamily="2" charset="-122"/>
              </a:rPr>
              <a:t>两种控制的梯形图比较</a:t>
            </a:r>
            <a:endParaRPr lang="zh-CN" altLang="zh-CN" sz="2400" dirty="0">
              <a:solidFill>
                <a:srgbClr val="A50021"/>
              </a:solidFill>
              <a:latin typeface="宋体" panose="02010600030101010101" pitchFamily="2" charset="-122"/>
            </a:endParaRPr>
          </a:p>
        </p:txBody>
      </p:sp>
    </p:spTree>
    <p:extLst>
      <p:ext uri="{BB962C8B-B14F-4D97-AF65-F5344CB8AC3E}">
        <p14:creationId xmlns:p14="http://schemas.microsoft.com/office/powerpoint/2010/main" val="26711847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up)">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wipe(up)">
                                      <p:cBhvr>
                                        <p:cTn id="12" dur="500"/>
                                        <p:tgtEl>
                                          <p:spTgt spid="8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51"/>
                                        </p:tgtEl>
                                        <p:attrNameLst>
                                          <p:attrName>style.visibility</p:attrName>
                                        </p:attrNameLst>
                                      </p:cBhvr>
                                      <p:to>
                                        <p:strVal val="visible"/>
                                      </p:to>
                                    </p:set>
                                    <p:animEffect transition="in" filter="wipe(right)">
                                      <p:cBhvr>
                                        <p:cTn id="25" dur="500"/>
                                        <p:tgtEl>
                                          <p:spTgt spid="1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154"/>
                                        </p:tgtEl>
                                        <p:attrNameLst>
                                          <p:attrName>style.visibility</p:attrName>
                                        </p:attrNameLst>
                                      </p:cBhvr>
                                      <p:to>
                                        <p:strVal val="visible"/>
                                      </p:to>
                                    </p:set>
                                    <p:animEffect transition="in" filter="wipe(right)">
                                      <p:cBhvr>
                                        <p:cTn id="30"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bldLvl="0" animBg="1" autoUpdateAnimBg="0"/>
      <p:bldP spid="150" grpId="0" bldLvl="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8E969FDC-8C87-304D-B74D-21B38D2EF2EF}"/>
              </a:ext>
            </a:extLst>
          </p:cNvPr>
          <p:cNvSpPr>
            <a:spLocks noChangeArrowheads="1"/>
          </p:cNvSpPr>
          <p:nvPr/>
        </p:nvSpPr>
        <p:spPr bwMode="auto">
          <a:xfrm>
            <a:off x="835025" y="1682750"/>
            <a:ext cx="2743200" cy="466725"/>
          </a:xfrm>
          <a:prstGeom prst="rect">
            <a:avLst/>
          </a:prstGeom>
          <a:solidFill>
            <a:srgbClr val="FFFFFF"/>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物理继电器</a:t>
            </a:r>
          </a:p>
        </p:txBody>
      </p:sp>
      <p:sp>
        <p:nvSpPr>
          <p:cNvPr id="12" name="Text Box 3">
            <a:extLst>
              <a:ext uri="{FF2B5EF4-FFF2-40B4-BE49-F238E27FC236}">
                <a16:creationId xmlns:a16="http://schemas.microsoft.com/office/drawing/2014/main" id="{04234FE6-2BE0-864E-9B99-5B9704AABEA2}"/>
              </a:ext>
            </a:extLst>
          </p:cNvPr>
          <p:cNvSpPr txBox="1">
            <a:spLocks noChangeArrowheads="1"/>
          </p:cNvSpPr>
          <p:nvPr/>
        </p:nvSpPr>
        <p:spPr bwMode="auto">
          <a:xfrm>
            <a:off x="835025" y="2536825"/>
            <a:ext cx="3810000" cy="465138"/>
          </a:xfrm>
          <a:prstGeom prst="rect">
            <a:avLst/>
          </a:prstGeom>
          <a:gradFill rotWithShape="0">
            <a:gsLst>
              <a:gs pos="0">
                <a:srgbClr val="FFCCFF"/>
              </a:gs>
              <a:gs pos="50000">
                <a:srgbClr val="FFFFFF"/>
              </a:gs>
              <a:gs pos="100000">
                <a:srgbClr val="FFCCFF"/>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继电器需硬接线连接</a:t>
            </a:r>
          </a:p>
        </p:txBody>
      </p:sp>
      <p:sp>
        <p:nvSpPr>
          <p:cNvPr id="13" name="Text Box 4">
            <a:extLst>
              <a:ext uri="{FF2B5EF4-FFF2-40B4-BE49-F238E27FC236}">
                <a16:creationId xmlns:a16="http://schemas.microsoft.com/office/drawing/2014/main" id="{D9B45C85-4B19-1B44-BE38-2DAC78561AED}"/>
              </a:ext>
            </a:extLst>
          </p:cNvPr>
          <p:cNvSpPr txBox="1">
            <a:spLocks noChangeArrowheads="1"/>
          </p:cNvSpPr>
          <p:nvPr/>
        </p:nvSpPr>
        <p:spPr bwMode="auto">
          <a:xfrm>
            <a:off x="4797425" y="2527300"/>
            <a:ext cx="2895600" cy="465138"/>
          </a:xfrm>
          <a:prstGeom prst="rect">
            <a:avLst/>
          </a:prstGeom>
          <a:gradFill rotWithShape="0">
            <a:gsLst>
              <a:gs pos="0">
                <a:srgbClr val="FFCCFF"/>
              </a:gs>
              <a:gs pos="50000">
                <a:srgbClr val="FFFFFF"/>
              </a:gs>
              <a:gs pos="100000">
                <a:srgbClr val="FFCCFF"/>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触点个数有限</a:t>
            </a:r>
          </a:p>
        </p:txBody>
      </p:sp>
      <p:sp>
        <p:nvSpPr>
          <p:cNvPr id="14" name="Rectangle 5">
            <a:extLst>
              <a:ext uri="{FF2B5EF4-FFF2-40B4-BE49-F238E27FC236}">
                <a16:creationId xmlns:a16="http://schemas.microsoft.com/office/drawing/2014/main" id="{D6E5FF3C-1981-D842-B05C-439CDBF28AD4}"/>
              </a:ext>
            </a:extLst>
          </p:cNvPr>
          <p:cNvSpPr>
            <a:spLocks noChangeArrowheads="1"/>
          </p:cNvSpPr>
          <p:nvPr/>
        </p:nvSpPr>
        <p:spPr bwMode="auto">
          <a:xfrm>
            <a:off x="835025" y="3892550"/>
            <a:ext cx="2743200" cy="466725"/>
          </a:xfrm>
          <a:prstGeom prst="rect">
            <a:avLst/>
          </a:prstGeom>
          <a:solidFill>
            <a:srgbClr val="FFFFFF"/>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继电器</a:t>
            </a:r>
          </a:p>
        </p:txBody>
      </p:sp>
      <p:sp>
        <p:nvSpPr>
          <p:cNvPr id="15" name="Text Box 6">
            <a:extLst>
              <a:ext uri="{FF2B5EF4-FFF2-40B4-BE49-F238E27FC236}">
                <a16:creationId xmlns:a16="http://schemas.microsoft.com/office/drawing/2014/main" id="{2149EE93-AA32-5848-98F4-175B4677BB66}"/>
              </a:ext>
            </a:extLst>
          </p:cNvPr>
          <p:cNvSpPr txBox="1">
            <a:spLocks noChangeArrowheads="1"/>
          </p:cNvSpPr>
          <p:nvPr/>
        </p:nvSpPr>
        <p:spPr bwMode="auto">
          <a:xfrm>
            <a:off x="835025" y="4654550"/>
            <a:ext cx="3962400" cy="466725"/>
          </a:xfrm>
          <a:prstGeom prst="rect">
            <a:avLst/>
          </a:prstGeom>
          <a:gradFill rotWithShape="0">
            <a:gsLst>
              <a:gs pos="0">
                <a:srgbClr val="FFCCFF"/>
              </a:gs>
              <a:gs pos="50000">
                <a:srgbClr val="FFFFFF"/>
              </a:gs>
              <a:gs pos="100000">
                <a:srgbClr val="FFCCFF"/>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继电器用程序软连接</a:t>
            </a:r>
          </a:p>
        </p:txBody>
      </p:sp>
      <p:sp>
        <p:nvSpPr>
          <p:cNvPr id="16" name="Text Box 7">
            <a:extLst>
              <a:ext uri="{FF2B5EF4-FFF2-40B4-BE49-F238E27FC236}">
                <a16:creationId xmlns:a16="http://schemas.microsoft.com/office/drawing/2014/main" id="{13FFB22E-772B-0445-A8F0-5EEC3C19B037}"/>
              </a:ext>
            </a:extLst>
          </p:cNvPr>
          <p:cNvSpPr txBox="1">
            <a:spLocks noChangeArrowheads="1"/>
          </p:cNvSpPr>
          <p:nvPr/>
        </p:nvSpPr>
        <p:spPr bwMode="auto">
          <a:xfrm>
            <a:off x="4949825" y="4654550"/>
            <a:ext cx="2743200" cy="466725"/>
          </a:xfrm>
          <a:prstGeom prst="rect">
            <a:avLst/>
          </a:prstGeom>
          <a:gradFill rotWithShape="0">
            <a:gsLst>
              <a:gs pos="0">
                <a:srgbClr val="FFCCFF"/>
              </a:gs>
              <a:gs pos="50000">
                <a:srgbClr val="FFFFFF"/>
              </a:gs>
              <a:gs pos="100000">
                <a:srgbClr val="FFCCFF"/>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触点个数无限</a:t>
            </a:r>
          </a:p>
        </p:txBody>
      </p:sp>
      <p:sp>
        <p:nvSpPr>
          <p:cNvPr id="17" name="Text Box 8">
            <a:extLst>
              <a:ext uri="{FF2B5EF4-FFF2-40B4-BE49-F238E27FC236}">
                <a16:creationId xmlns:a16="http://schemas.microsoft.com/office/drawing/2014/main" id="{72456856-209B-7947-9381-DC3A9EE683E1}"/>
              </a:ext>
            </a:extLst>
          </p:cNvPr>
          <p:cNvSpPr txBox="1">
            <a:spLocks noChangeArrowheads="1"/>
          </p:cNvSpPr>
          <p:nvPr/>
        </p:nvSpPr>
        <p:spPr bwMode="auto">
          <a:xfrm>
            <a:off x="835025" y="3206750"/>
            <a:ext cx="6858000" cy="466725"/>
          </a:xfrm>
          <a:prstGeom prst="rect">
            <a:avLst/>
          </a:prstGeom>
          <a:gradFill rotWithShape="0">
            <a:gsLst>
              <a:gs pos="0">
                <a:srgbClr val="FFCC66"/>
              </a:gs>
              <a:gs pos="50000">
                <a:srgbClr val="FFFFFF"/>
              </a:gs>
              <a:gs pos="100000">
                <a:srgbClr val="FFCC66"/>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继电器的接线改变</a:t>
            </a: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控制功能改变</a:t>
            </a:r>
          </a:p>
        </p:txBody>
      </p:sp>
      <p:sp>
        <p:nvSpPr>
          <p:cNvPr id="18" name="Text Box 9">
            <a:extLst>
              <a:ext uri="{FF2B5EF4-FFF2-40B4-BE49-F238E27FC236}">
                <a16:creationId xmlns:a16="http://schemas.microsoft.com/office/drawing/2014/main" id="{309FC21A-D9BE-3B4A-9517-F4933E99D7DF}"/>
              </a:ext>
            </a:extLst>
          </p:cNvPr>
          <p:cNvSpPr txBox="1">
            <a:spLocks noChangeArrowheads="1"/>
          </p:cNvSpPr>
          <p:nvPr/>
        </p:nvSpPr>
        <p:spPr bwMode="auto">
          <a:xfrm>
            <a:off x="835025" y="5356225"/>
            <a:ext cx="6858000" cy="465138"/>
          </a:xfrm>
          <a:prstGeom prst="rect">
            <a:avLst/>
          </a:prstGeom>
          <a:gradFill rotWithShape="0">
            <a:gsLst>
              <a:gs pos="0">
                <a:srgbClr val="FFCC66"/>
              </a:gs>
              <a:gs pos="50000">
                <a:srgbClr val="FFFFFF"/>
              </a:gs>
              <a:gs pos="100000">
                <a:srgbClr val="FFCC66"/>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的用户程序改变</a:t>
            </a: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 </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控制功能改变</a:t>
            </a:r>
          </a:p>
        </p:txBody>
      </p:sp>
      <p:sp>
        <p:nvSpPr>
          <p:cNvPr id="19" name="Rectangle 10">
            <a:extLst>
              <a:ext uri="{FF2B5EF4-FFF2-40B4-BE49-F238E27FC236}">
                <a16:creationId xmlns:a16="http://schemas.microsoft.com/office/drawing/2014/main" id="{E262B0F1-36BF-CE40-9A58-7B366F064248}"/>
              </a:ext>
            </a:extLst>
          </p:cNvPr>
          <p:cNvSpPr>
            <a:spLocks noChangeArrowheads="1"/>
          </p:cNvSpPr>
          <p:nvPr/>
        </p:nvSpPr>
        <p:spPr bwMode="auto">
          <a:xfrm>
            <a:off x="682625" y="692150"/>
            <a:ext cx="7391400" cy="466725"/>
          </a:xfrm>
          <a:prstGeom prst="rect">
            <a:avLst/>
          </a:prstGeom>
          <a:solidFill>
            <a:srgbClr val="FFFFFF"/>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3</a:t>
            </a:r>
            <a:r>
              <a:rPr kumimoji="0" lang="zh-CN" altLang="en-US"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a:t>
            </a:r>
            <a:r>
              <a:rPr kumimoji="0" lang="zh-CN"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两种控制中继电器的区别</a:t>
            </a:r>
          </a:p>
        </p:txBody>
      </p:sp>
    </p:spTree>
    <p:extLst>
      <p:ext uri="{BB962C8B-B14F-4D97-AF65-F5344CB8AC3E}">
        <p14:creationId xmlns:p14="http://schemas.microsoft.com/office/powerpoint/2010/main" val="27543233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up)">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up)">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up)">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autoUpdateAnimBg="0"/>
      <p:bldP spid="12" grpId="0" bldLvl="0" animBg="1" autoUpdateAnimBg="0"/>
      <p:bldP spid="13" grpId="0" bldLvl="0" animBg="1" autoUpdateAnimBg="0"/>
      <p:bldP spid="14" grpId="0" bldLvl="0" animBg="1" autoUpdateAnimBg="0"/>
      <p:bldP spid="15" grpId="0" bldLvl="0" animBg="1" autoUpdateAnimBg="0"/>
      <p:bldP spid="16" grpId="0" bldLvl="0" animBg="1" autoUpdateAnimBg="0"/>
      <p:bldP spid="17" grpId="0" bldLvl="0" animBg="1" autoUpdateAnimBg="0"/>
      <p:bldP spid="18" grpId="0" bldLvl="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Text Box 2">
            <a:extLst>
              <a:ext uri="{FF2B5EF4-FFF2-40B4-BE49-F238E27FC236}">
                <a16:creationId xmlns:a16="http://schemas.microsoft.com/office/drawing/2014/main" id="{98C0B88D-8D67-9347-952C-41D8AB6E80C1}"/>
              </a:ext>
            </a:extLst>
          </p:cNvPr>
          <p:cNvSpPr txBox="1">
            <a:spLocks noChangeArrowheads="1"/>
          </p:cNvSpPr>
          <p:nvPr/>
        </p:nvSpPr>
        <p:spPr bwMode="auto">
          <a:xfrm>
            <a:off x="539750" y="6202635"/>
            <a:ext cx="7848600" cy="466725"/>
          </a:xfrm>
          <a:prstGeom prst="rect">
            <a:avLst/>
          </a:prstGeom>
          <a:gradFill rotWithShape="0">
            <a:gsLst>
              <a:gs pos="0">
                <a:srgbClr val="FFFFCC"/>
              </a:gs>
              <a:gs pos="50000">
                <a:srgbClr val="FFFFFF"/>
              </a:gs>
              <a:gs pos="100000">
                <a:srgbClr val="FFFFCC"/>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用</a:t>
            </a: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控制</a:t>
            </a: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外部接线不变，改变用户程序。</a:t>
            </a:r>
          </a:p>
        </p:txBody>
      </p:sp>
      <p:sp>
        <p:nvSpPr>
          <p:cNvPr id="196" name="Text Box 3">
            <a:extLst>
              <a:ext uri="{FF2B5EF4-FFF2-40B4-BE49-F238E27FC236}">
                <a16:creationId xmlns:a16="http://schemas.microsoft.com/office/drawing/2014/main" id="{1F156EDF-E784-314D-AD10-D51661C5D21C}"/>
              </a:ext>
            </a:extLst>
          </p:cNvPr>
          <p:cNvSpPr txBox="1">
            <a:spLocks noChangeArrowheads="1"/>
          </p:cNvSpPr>
          <p:nvPr/>
        </p:nvSpPr>
        <p:spPr bwMode="auto">
          <a:xfrm>
            <a:off x="533400" y="5518422"/>
            <a:ext cx="7848600" cy="466725"/>
          </a:xfrm>
          <a:prstGeom prst="rect">
            <a:avLst/>
          </a:prstGeom>
          <a:gradFill rotWithShape="0">
            <a:gsLst>
              <a:gs pos="0">
                <a:srgbClr val="FFFFCC"/>
              </a:gs>
              <a:gs pos="50000">
                <a:srgbClr val="FFFFFF"/>
              </a:gs>
              <a:gs pos="100000">
                <a:srgbClr val="FFFFCC"/>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用继电器控制</a:t>
            </a: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要改变控制电路的实际接线。</a:t>
            </a:r>
          </a:p>
        </p:txBody>
      </p:sp>
      <p:grpSp>
        <p:nvGrpSpPr>
          <p:cNvPr id="197" name="Group 4">
            <a:extLst>
              <a:ext uri="{FF2B5EF4-FFF2-40B4-BE49-F238E27FC236}">
                <a16:creationId xmlns:a16="http://schemas.microsoft.com/office/drawing/2014/main" id="{73DF3F43-EFBD-264D-8380-C8D3D17EB970}"/>
              </a:ext>
            </a:extLst>
          </p:cNvPr>
          <p:cNvGrpSpPr>
            <a:grpSpLocks/>
          </p:cNvGrpSpPr>
          <p:nvPr/>
        </p:nvGrpSpPr>
        <p:grpSpPr bwMode="auto">
          <a:xfrm>
            <a:off x="838200" y="444772"/>
            <a:ext cx="1752600" cy="4038600"/>
            <a:chOff x="0" y="0"/>
            <a:chExt cx="818" cy="2038"/>
          </a:xfrm>
        </p:grpSpPr>
        <p:sp>
          <p:nvSpPr>
            <p:cNvPr id="198" name="Text Box 5">
              <a:extLst>
                <a:ext uri="{FF2B5EF4-FFF2-40B4-BE49-F238E27FC236}">
                  <a16:creationId xmlns:a16="http://schemas.microsoft.com/office/drawing/2014/main" id="{83DE3EAE-8A4F-6C4E-9297-9923F06F596C}"/>
                </a:ext>
              </a:extLst>
            </p:cNvPr>
            <p:cNvSpPr txBox="1">
              <a:spLocks noChangeArrowheads="1"/>
            </p:cNvSpPr>
            <p:nvPr/>
          </p:nvSpPr>
          <p:spPr bwMode="auto">
            <a:xfrm>
              <a:off x="336" y="940"/>
              <a:ext cx="482"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grpSp>
          <p:nvGrpSpPr>
            <p:cNvPr id="199" name="Group 6">
              <a:extLst>
                <a:ext uri="{FF2B5EF4-FFF2-40B4-BE49-F238E27FC236}">
                  <a16:creationId xmlns:a16="http://schemas.microsoft.com/office/drawing/2014/main" id="{CB5385E8-3EEB-DD42-BCC4-FE009041E63F}"/>
                </a:ext>
              </a:extLst>
            </p:cNvPr>
            <p:cNvGrpSpPr>
              <a:grpSpLocks/>
            </p:cNvGrpSpPr>
            <p:nvPr/>
          </p:nvGrpSpPr>
          <p:grpSpPr bwMode="auto">
            <a:xfrm>
              <a:off x="0" y="0"/>
              <a:ext cx="768" cy="2038"/>
              <a:chOff x="0" y="0"/>
              <a:chExt cx="768" cy="2038"/>
            </a:xfrm>
          </p:grpSpPr>
          <p:grpSp>
            <p:nvGrpSpPr>
              <p:cNvPr id="200" name="Group 7">
                <a:extLst>
                  <a:ext uri="{FF2B5EF4-FFF2-40B4-BE49-F238E27FC236}">
                    <a16:creationId xmlns:a16="http://schemas.microsoft.com/office/drawing/2014/main" id="{4A809FD9-1398-D348-867E-68123910F01F}"/>
                  </a:ext>
                </a:extLst>
              </p:cNvPr>
              <p:cNvGrpSpPr>
                <a:grpSpLocks/>
              </p:cNvGrpSpPr>
              <p:nvPr/>
            </p:nvGrpSpPr>
            <p:grpSpPr bwMode="auto">
              <a:xfrm>
                <a:off x="33" y="204"/>
                <a:ext cx="501" cy="233"/>
                <a:chOff x="0" y="0"/>
                <a:chExt cx="720" cy="330"/>
              </a:xfrm>
            </p:grpSpPr>
            <p:grpSp>
              <p:nvGrpSpPr>
                <p:cNvPr id="260" name="Group 8">
                  <a:extLst>
                    <a:ext uri="{FF2B5EF4-FFF2-40B4-BE49-F238E27FC236}">
                      <a16:creationId xmlns:a16="http://schemas.microsoft.com/office/drawing/2014/main" id="{7835B190-CAB9-3748-B0ED-CABBA683281F}"/>
                    </a:ext>
                  </a:extLst>
                </p:cNvPr>
                <p:cNvGrpSpPr>
                  <a:grpSpLocks/>
                </p:cNvGrpSpPr>
                <p:nvPr/>
              </p:nvGrpSpPr>
              <p:grpSpPr bwMode="auto">
                <a:xfrm>
                  <a:off x="0" y="0"/>
                  <a:ext cx="384" cy="240"/>
                  <a:chOff x="0" y="0"/>
                  <a:chExt cx="384" cy="240"/>
                </a:xfrm>
              </p:grpSpPr>
              <p:sp>
                <p:nvSpPr>
                  <p:cNvPr id="262" name="Line 9">
                    <a:extLst>
                      <a:ext uri="{FF2B5EF4-FFF2-40B4-BE49-F238E27FC236}">
                        <a16:creationId xmlns:a16="http://schemas.microsoft.com/office/drawing/2014/main" id="{136ED4F4-6808-6F44-8252-16ECEA69D431}"/>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3" name="Line 10">
                    <a:extLst>
                      <a:ext uri="{FF2B5EF4-FFF2-40B4-BE49-F238E27FC236}">
                        <a16:creationId xmlns:a16="http://schemas.microsoft.com/office/drawing/2014/main" id="{D243BAFB-E162-4A4A-9F9E-CC6E1A5D09C5}"/>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4" name="Line 11">
                    <a:extLst>
                      <a:ext uri="{FF2B5EF4-FFF2-40B4-BE49-F238E27FC236}">
                        <a16:creationId xmlns:a16="http://schemas.microsoft.com/office/drawing/2014/main" id="{576BA0F4-6811-1F48-A31E-2ED024084DB9}"/>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5" name="Line 12">
                    <a:extLst>
                      <a:ext uri="{FF2B5EF4-FFF2-40B4-BE49-F238E27FC236}">
                        <a16:creationId xmlns:a16="http://schemas.microsoft.com/office/drawing/2014/main" id="{8D02E519-AD56-1B45-81C1-469579D6B899}"/>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61" name="Text Box 13">
                  <a:extLst>
                    <a:ext uri="{FF2B5EF4-FFF2-40B4-BE49-F238E27FC236}">
                      <a16:creationId xmlns:a16="http://schemas.microsoft.com/office/drawing/2014/main" id="{6A82F53C-B13C-FB4B-93C0-7330B31A02F2}"/>
                    </a:ext>
                  </a:extLst>
                </p:cNvPr>
                <p:cNvSpPr txBox="1">
                  <a:spLocks noChangeArrowheads="1"/>
                </p:cNvSpPr>
                <p:nvPr/>
              </p:nvSpPr>
              <p:spPr bwMode="auto">
                <a:xfrm>
                  <a:off x="434" y="47"/>
                  <a:ext cx="28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Q</a:t>
                  </a:r>
                </a:p>
              </p:txBody>
            </p:sp>
          </p:grpSp>
          <p:grpSp>
            <p:nvGrpSpPr>
              <p:cNvPr id="201" name="Group 14">
                <a:extLst>
                  <a:ext uri="{FF2B5EF4-FFF2-40B4-BE49-F238E27FC236}">
                    <a16:creationId xmlns:a16="http://schemas.microsoft.com/office/drawing/2014/main" id="{E62782E6-7F74-7544-A799-B3EA478544B7}"/>
                  </a:ext>
                </a:extLst>
              </p:cNvPr>
              <p:cNvGrpSpPr>
                <a:grpSpLocks/>
              </p:cNvGrpSpPr>
              <p:nvPr/>
            </p:nvGrpSpPr>
            <p:grpSpPr bwMode="auto">
              <a:xfrm>
                <a:off x="100" y="849"/>
                <a:ext cx="201" cy="170"/>
                <a:chOff x="0" y="0"/>
                <a:chExt cx="288" cy="240"/>
              </a:xfrm>
            </p:grpSpPr>
            <p:sp>
              <p:nvSpPr>
                <p:cNvPr id="257" name="Line 15">
                  <a:extLst>
                    <a:ext uri="{FF2B5EF4-FFF2-40B4-BE49-F238E27FC236}">
                      <a16:creationId xmlns:a16="http://schemas.microsoft.com/office/drawing/2014/main" id="{3E19123D-5195-004A-AE4B-87D055DBED48}"/>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8" name="Line 16">
                  <a:extLst>
                    <a:ext uri="{FF2B5EF4-FFF2-40B4-BE49-F238E27FC236}">
                      <a16:creationId xmlns:a16="http://schemas.microsoft.com/office/drawing/2014/main" id="{BC712415-4AB3-E140-A23B-6C4705CC6B5D}"/>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9" name="Line 17">
                  <a:extLst>
                    <a:ext uri="{FF2B5EF4-FFF2-40B4-BE49-F238E27FC236}">
                      <a16:creationId xmlns:a16="http://schemas.microsoft.com/office/drawing/2014/main" id="{0E6742C3-FCCF-D749-BB8A-8A2B310D880B}"/>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02" name="Group 18">
                <a:extLst>
                  <a:ext uri="{FF2B5EF4-FFF2-40B4-BE49-F238E27FC236}">
                    <a16:creationId xmlns:a16="http://schemas.microsoft.com/office/drawing/2014/main" id="{D86E1F1D-044D-7A4A-8D9F-5B3124C4DD51}"/>
                  </a:ext>
                </a:extLst>
              </p:cNvPr>
              <p:cNvGrpSpPr>
                <a:grpSpLocks/>
              </p:cNvGrpSpPr>
              <p:nvPr/>
            </p:nvGrpSpPr>
            <p:grpSpPr bwMode="auto">
              <a:xfrm>
                <a:off x="100" y="374"/>
                <a:ext cx="201" cy="169"/>
                <a:chOff x="0" y="0"/>
                <a:chExt cx="288" cy="240"/>
              </a:xfrm>
            </p:grpSpPr>
            <p:sp>
              <p:nvSpPr>
                <p:cNvPr id="254" name="Line 19">
                  <a:extLst>
                    <a:ext uri="{FF2B5EF4-FFF2-40B4-BE49-F238E27FC236}">
                      <a16:creationId xmlns:a16="http://schemas.microsoft.com/office/drawing/2014/main" id="{265A52BC-6EBD-2E45-9120-284EE4D3F015}"/>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5" name="Line 20">
                  <a:extLst>
                    <a:ext uri="{FF2B5EF4-FFF2-40B4-BE49-F238E27FC236}">
                      <a16:creationId xmlns:a16="http://schemas.microsoft.com/office/drawing/2014/main" id="{7336842C-DECC-E74E-9FCF-29882CA885CD}"/>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6" name="Line 21">
                  <a:extLst>
                    <a:ext uri="{FF2B5EF4-FFF2-40B4-BE49-F238E27FC236}">
                      <a16:creationId xmlns:a16="http://schemas.microsoft.com/office/drawing/2014/main" id="{5ED9BF03-5ECF-F145-8E08-41CF81142CCB}"/>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03" name="Group 22">
                <a:extLst>
                  <a:ext uri="{FF2B5EF4-FFF2-40B4-BE49-F238E27FC236}">
                    <a16:creationId xmlns:a16="http://schemas.microsoft.com/office/drawing/2014/main" id="{63BD782B-EE54-DA4C-BAC4-D1D933A66A5E}"/>
                  </a:ext>
                </a:extLst>
              </p:cNvPr>
              <p:cNvGrpSpPr>
                <a:grpSpLocks/>
              </p:cNvGrpSpPr>
              <p:nvPr/>
            </p:nvGrpSpPr>
            <p:grpSpPr bwMode="auto">
              <a:xfrm>
                <a:off x="67" y="509"/>
                <a:ext cx="701" cy="340"/>
                <a:chOff x="0" y="0"/>
                <a:chExt cx="1008" cy="480"/>
              </a:xfrm>
            </p:grpSpPr>
            <p:grpSp>
              <p:nvGrpSpPr>
                <p:cNvPr id="243" name="Group 23">
                  <a:extLst>
                    <a:ext uri="{FF2B5EF4-FFF2-40B4-BE49-F238E27FC236}">
                      <a16:creationId xmlns:a16="http://schemas.microsoft.com/office/drawing/2014/main" id="{20659CE9-D18E-2548-89CA-8EA0C2AF0E4A}"/>
                    </a:ext>
                  </a:extLst>
                </p:cNvPr>
                <p:cNvGrpSpPr>
                  <a:grpSpLocks/>
                </p:cNvGrpSpPr>
                <p:nvPr/>
              </p:nvGrpSpPr>
              <p:grpSpPr bwMode="auto">
                <a:xfrm>
                  <a:off x="0" y="0"/>
                  <a:ext cx="384" cy="480"/>
                  <a:chOff x="0" y="0"/>
                  <a:chExt cx="384" cy="480"/>
                </a:xfrm>
              </p:grpSpPr>
              <p:grpSp>
                <p:nvGrpSpPr>
                  <p:cNvPr id="245" name="Group 24">
                    <a:extLst>
                      <a:ext uri="{FF2B5EF4-FFF2-40B4-BE49-F238E27FC236}">
                        <a16:creationId xmlns:a16="http://schemas.microsoft.com/office/drawing/2014/main" id="{14D0AB57-C846-5A42-9541-CABF1190FF48}"/>
                      </a:ext>
                    </a:extLst>
                  </p:cNvPr>
                  <p:cNvGrpSpPr>
                    <a:grpSpLocks/>
                  </p:cNvGrpSpPr>
                  <p:nvPr/>
                </p:nvGrpSpPr>
                <p:grpSpPr bwMode="auto">
                  <a:xfrm>
                    <a:off x="0" y="0"/>
                    <a:ext cx="96" cy="480"/>
                    <a:chOff x="0" y="0"/>
                    <a:chExt cx="96" cy="480"/>
                  </a:xfrm>
                </p:grpSpPr>
                <p:sp>
                  <p:nvSpPr>
                    <p:cNvPr id="252" name="Line 25">
                      <a:extLst>
                        <a:ext uri="{FF2B5EF4-FFF2-40B4-BE49-F238E27FC236}">
                          <a16:creationId xmlns:a16="http://schemas.microsoft.com/office/drawing/2014/main" id="{4C097794-F0C1-B847-A954-F0ED89F0EAD6}"/>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3" name="Rectangle 26">
                      <a:extLst>
                        <a:ext uri="{FF2B5EF4-FFF2-40B4-BE49-F238E27FC236}">
                          <a16:creationId xmlns:a16="http://schemas.microsoft.com/office/drawing/2014/main" id="{EEDB887E-90F3-4B49-8C02-FF4A6AD17E15}"/>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246" name="Group 27">
                    <a:extLst>
                      <a:ext uri="{FF2B5EF4-FFF2-40B4-BE49-F238E27FC236}">
                        <a16:creationId xmlns:a16="http://schemas.microsoft.com/office/drawing/2014/main" id="{58877FE0-8AF8-CE4D-A6BF-99FED1F3E013}"/>
                      </a:ext>
                    </a:extLst>
                  </p:cNvPr>
                  <p:cNvGrpSpPr>
                    <a:grpSpLocks/>
                  </p:cNvGrpSpPr>
                  <p:nvPr/>
                </p:nvGrpSpPr>
                <p:grpSpPr bwMode="auto">
                  <a:xfrm>
                    <a:off x="144" y="0"/>
                    <a:ext cx="96" cy="480"/>
                    <a:chOff x="0" y="0"/>
                    <a:chExt cx="96" cy="480"/>
                  </a:xfrm>
                </p:grpSpPr>
                <p:sp>
                  <p:nvSpPr>
                    <p:cNvPr id="250" name="Line 28">
                      <a:extLst>
                        <a:ext uri="{FF2B5EF4-FFF2-40B4-BE49-F238E27FC236}">
                          <a16:creationId xmlns:a16="http://schemas.microsoft.com/office/drawing/2014/main" id="{A455B804-E2B9-AC48-872B-3CDBEDF7C0FE}"/>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1" name="Rectangle 29">
                      <a:extLst>
                        <a:ext uri="{FF2B5EF4-FFF2-40B4-BE49-F238E27FC236}">
                          <a16:creationId xmlns:a16="http://schemas.microsoft.com/office/drawing/2014/main" id="{D2234553-1ABD-3A48-904B-31A994874E10}"/>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247" name="Group 30">
                    <a:extLst>
                      <a:ext uri="{FF2B5EF4-FFF2-40B4-BE49-F238E27FC236}">
                        <a16:creationId xmlns:a16="http://schemas.microsoft.com/office/drawing/2014/main" id="{712FE0A6-B11F-EB47-ADC5-C44033F605A3}"/>
                      </a:ext>
                    </a:extLst>
                  </p:cNvPr>
                  <p:cNvGrpSpPr>
                    <a:grpSpLocks/>
                  </p:cNvGrpSpPr>
                  <p:nvPr/>
                </p:nvGrpSpPr>
                <p:grpSpPr bwMode="auto">
                  <a:xfrm>
                    <a:off x="288" y="0"/>
                    <a:ext cx="96" cy="480"/>
                    <a:chOff x="0" y="0"/>
                    <a:chExt cx="96" cy="480"/>
                  </a:xfrm>
                </p:grpSpPr>
                <p:sp>
                  <p:nvSpPr>
                    <p:cNvPr id="248" name="Line 31">
                      <a:extLst>
                        <a:ext uri="{FF2B5EF4-FFF2-40B4-BE49-F238E27FC236}">
                          <a16:creationId xmlns:a16="http://schemas.microsoft.com/office/drawing/2014/main" id="{840AF763-E3F0-2349-A886-A5BAF61EED90}"/>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49" name="Rectangle 32">
                      <a:extLst>
                        <a:ext uri="{FF2B5EF4-FFF2-40B4-BE49-F238E27FC236}">
                          <a16:creationId xmlns:a16="http://schemas.microsoft.com/office/drawing/2014/main" id="{CDF85855-F5F7-4B42-9803-88ABEF92546F}"/>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sp>
              <p:nvSpPr>
                <p:cNvPr id="244" name="Text Box 33">
                  <a:extLst>
                    <a:ext uri="{FF2B5EF4-FFF2-40B4-BE49-F238E27FC236}">
                      <a16:creationId xmlns:a16="http://schemas.microsoft.com/office/drawing/2014/main" id="{6A84C9A3-5738-D342-BD0E-A0AD65A9407B}"/>
                    </a:ext>
                  </a:extLst>
                </p:cNvPr>
                <p:cNvSpPr txBox="1">
                  <a:spLocks noChangeArrowheads="1"/>
                </p:cNvSpPr>
                <p:nvPr/>
              </p:nvSpPr>
              <p:spPr bwMode="auto">
                <a:xfrm>
                  <a:off x="430" y="95"/>
                  <a:ext cx="578"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FU</a:t>
                  </a:r>
                </a:p>
              </p:txBody>
            </p:sp>
          </p:grpSp>
          <p:grpSp>
            <p:nvGrpSpPr>
              <p:cNvPr id="204" name="Group 34">
                <a:extLst>
                  <a:ext uri="{FF2B5EF4-FFF2-40B4-BE49-F238E27FC236}">
                    <a16:creationId xmlns:a16="http://schemas.microsoft.com/office/drawing/2014/main" id="{B69A33DE-5052-8245-AF10-DD2F77B7ADD4}"/>
                  </a:ext>
                </a:extLst>
              </p:cNvPr>
              <p:cNvGrpSpPr>
                <a:grpSpLocks/>
              </p:cNvGrpSpPr>
              <p:nvPr/>
            </p:nvGrpSpPr>
            <p:grpSpPr bwMode="auto">
              <a:xfrm>
                <a:off x="33" y="985"/>
                <a:ext cx="268" cy="170"/>
                <a:chOff x="0" y="0"/>
                <a:chExt cx="384" cy="240"/>
              </a:xfrm>
            </p:grpSpPr>
            <p:sp>
              <p:nvSpPr>
                <p:cNvPr id="236" name="Line 35">
                  <a:extLst>
                    <a:ext uri="{FF2B5EF4-FFF2-40B4-BE49-F238E27FC236}">
                      <a16:creationId xmlns:a16="http://schemas.microsoft.com/office/drawing/2014/main" id="{E909678D-FCAE-EF40-9B3D-BFFDC4E370ED}"/>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7" name="Line 36">
                  <a:extLst>
                    <a:ext uri="{FF2B5EF4-FFF2-40B4-BE49-F238E27FC236}">
                      <a16:creationId xmlns:a16="http://schemas.microsoft.com/office/drawing/2014/main" id="{443B4A7D-1D83-F341-A9E1-7AB625B1E01A}"/>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8" name="Line 37">
                  <a:extLst>
                    <a:ext uri="{FF2B5EF4-FFF2-40B4-BE49-F238E27FC236}">
                      <a16:creationId xmlns:a16="http://schemas.microsoft.com/office/drawing/2014/main" id="{59177E8B-BBFB-334C-B675-10209F5E5DED}"/>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9" name="Line 38">
                  <a:extLst>
                    <a:ext uri="{FF2B5EF4-FFF2-40B4-BE49-F238E27FC236}">
                      <a16:creationId xmlns:a16="http://schemas.microsoft.com/office/drawing/2014/main" id="{38726AC9-1A77-054F-B7FF-42CFC47A5FF6}"/>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40" name="AutoShape 39">
                  <a:extLst>
                    <a:ext uri="{FF2B5EF4-FFF2-40B4-BE49-F238E27FC236}">
                      <a16:creationId xmlns:a16="http://schemas.microsoft.com/office/drawing/2014/main" id="{EB0B5D6B-5F0C-924F-ABA4-023DCB4CA44A}"/>
                    </a:ext>
                  </a:extLst>
                </p:cNvPr>
                <p:cNvSpPr>
                  <a:spLocks noChangeArrowheads="1"/>
                </p:cNvSpPr>
                <p:nvPr/>
              </p:nvSpPr>
              <p:spPr bwMode="auto">
                <a:xfrm flipH="1">
                  <a:off x="48"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41" name="AutoShape 40">
                  <a:extLst>
                    <a:ext uri="{FF2B5EF4-FFF2-40B4-BE49-F238E27FC236}">
                      <a16:creationId xmlns:a16="http://schemas.microsoft.com/office/drawing/2014/main" id="{411EF50C-1A8D-3C4D-919F-E30AC0ADBDFD}"/>
                    </a:ext>
                  </a:extLst>
                </p:cNvPr>
                <p:cNvSpPr>
                  <a:spLocks noChangeArrowheads="1"/>
                </p:cNvSpPr>
                <p:nvPr/>
              </p:nvSpPr>
              <p:spPr bwMode="auto">
                <a:xfrm flipH="1">
                  <a:off x="192"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42" name="AutoShape 41">
                  <a:extLst>
                    <a:ext uri="{FF2B5EF4-FFF2-40B4-BE49-F238E27FC236}">
                      <a16:creationId xmlns:a16="http://schemas.microsoft.com/office/drawing/2014/main" id="{164158CD-4EF9-C44A-B45C-5FA5EBEC0D3C}"/>
                    </a:ext>
                  </a:extLst>
                </p:cNvPr>
                <p:cNvSpPr>
                  <a:spLocks noChangeArrowheads="1"/>
                </p:cNvSpPr>
                <p:nvPr/>
              </p:nvSpPr>
              <p:spPr bwMode="auto">
                <a:xfrm flipH="1">
                  <a:off x="336"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205" name="Group 42">
                <a:extLst>
                  <a:ext uri="{FF2B5EF4-FFF2-40B4-BE49-F238E27FC236}">
                    <a16:creationId xmlns:a16="http://schemas.microsoft.com/office/drawing/2014/main" id="{658C8403-E1E2-BB4C-A1AA-648AE905794C}"/>
                  </a:ext>
                </a:extLst>
              </p:cNvPr>
              <p:cNvGrpSpPr>
                <a:grpSpLocks/>
              </p:cNvGrpSpPr>
              <p:nvPr/>
            </p:nvGrpSpPr>
            <p:grpSpPr bwMode="auto">
              <a:xfrm>
                <a:off x="100" y="1155"/>
                <a:ext cx="201" cy="170"/>
                <a:chOff x="0" y="0"/>
                <a:chExt cx="288" cy="240"/>
              </a:xfrm>
            </p:grpSpPr>
            <p:sp>
              <p:nvSpPr>
                <p:cNvPr id="233" name="Line 43">
                  <a:extLst>
                    <a:ext uri="{FF2B5EF4-FFF2-40B4-BE49-F238E27FC236}">
                      <a16:creationId xmlns:a16="http://schemas.microsoft.com/office/drawing/2014/main" id="{52447D2B-C24C-5149-B965-DA617792BE86}"/>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4" name="Line 44">
                  <a:extLst>
                    <a:ext uri="{FF2B5EF4-FFF2-40B4-BE49-F238E27FC236}">
                      <a16:creationId xmlns:a16="http://schemas.microsoft.com/office/drawing/2014/main" id="{AAA91C4D-F085-A249-8FC3-8FF10A530917}"/>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5" name="Line 45">
                  <a:extLst>
                    <a:ext uri="{FF2B5EF4-FFF2-40B4-BE49-F238E27FC236}">
                      <a16:creationId xmlns:a16="http://schemas.microsoft.com/office/drawing/2014/main" id="{8D808FDB-717D-ED45-B430-54E73F53BCFE}"/>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06" name="Group 46">
                <a:extLst>
                  <a:ext uri="{FF2B5EF4-FFF2-40B4-BE49-F238E27FC236}">
                    <a16:creationId xmlns:a16="http://schemas.microsoft.com/office/drawing/2014/main" id="{85B7DC77-BBE2-D949-82A7-5B1A01457A0D}"/>
                  </a:ext>
                </a:extLst>
              </p:cNvPr>
              <p:cNvGrpSpPr>
                <a:grpSpLocks/>
              </p:cNvGrpSpPr>
              <p:nvPr/>
            </p:nvGrpSpPr>
            <p:grpSpPr bwMode="auto">
              <a:xfrm>
                <a:off x="33" y="1325"/>
                <a:ext cx="268" cy="170"/>
                <a:chOff x="0" y="0"/>
                <a:chExt cx="384" cy="240"/>
              </a:xfrm>
            </p:grpSpPr>
            <p:grpSp>
              <p:nvGrpSpPr>
                <p:cNvPr id="218" name="Group 47">
                  <a:extLst>
                    <a:ext uri="{FF2B5EF4-FFF2-40B4-BE49-F238E27FC236}">
                      <a16:creationId xmlns:a16="http://schemas.microsoft.com/office/drawing/2014/main" id="{E30013DC-1D39-0842-A9E7-C86396A2DC6F}"/>
                    </a:ext>
                  </a:extLst>
                </p:cNvPr>
                <p:cNvGrpSpPr>
                  <a:grpSpLocks/>
                </p:cNvGrpSpPr>
                <p:nvPr/>
              </p:nvGrpSpPr>
              <p:grpSpPr bwMode="auto">
                <a:xfrm>
                  <a:off x="0" y="0"/>
                  <a:ext cx="96" cy="240"/>
                  <a:chOff x="0" y="0"/>
                  <a:chExt cx="96" cy="240"/>
                </a:xfrm>
              </p:grpSpPr>
              <p:sp>
                <p:nvSpPr>
                  <p:cNvPr id="229" name="Line 48">
                    <a:extLst>
                      <a:ext uri="{FF2B5EF4-FFF2-40B4-BE49-F238E27FC236}">
                        <a16:creationId xmlns:a16="http://schemas.microsoft.com/office/drawing/2014/main" id="{95DFA732-5CAF-9F43-8FF9-65E1D4B9360A}"/>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0" name="Line 49">
                    <a:extLst>
                      <a:ext uri="{FF2B5EF4-FFF2-40B4-BE49-F238E27FC236}">
                        <a16:creationId xmlns:a16="http://schemas.microsoft.com/office/drawing/2014/main" id="{B58D2065-37FF-FF48-BA6E-FAE358140893}"/>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1" name="Line 50">
                    <a:extLst>
                      <a:ext uri="{FF2B5EF4-FFF2-40B4-BE49-F238E27FC236}">
                        <a16:creationId xmlns:a16="http://schemas.microsoft.com/office/drawing/2014/main" id="{0E2AE403-F2B4-0E44-BA0B-7E8C30A293BA}"/>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32" name="Line 51">
                    <a:extLst>
                      <a:ext uri="{FF2B5EF4-FFF2-40B4-BE49-F238E27FC236}">
                        <a16:creationId xmlns:a16="http://schemas.microsoft.com/office/drawing/2014/main" id="{E937B7E8-803C-3F4E-B45D-BE3E21E2A84F}"/>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19" name="Group 52">
                  <a:extLst>
                    <a:ext uri="{FF2B5EF4-FFF2-40B4-BE49-F238E27FC236}">
                      <a16:creationId xmlns:a16="http://schemas.microsoft.com/office/drawing/2014/main" id="{4898FA63-3DF1-D743-AAF0-9C0CFD51979D}"/>
                    </a:ext>
                  </a:extLst>
                </p:cNvPr>
                <p:cNvGrpSpPr>
                  <a:grpSpLocks/>
                </p:cNvGrpSpPr>
                <p:nvPr/>
              </p:nvGrpSpPr>
              <p:grpSpPr bwMode="auto">
                <a:xfrm>
                  <a:off x="144" y="0"/>
                  <a:ext cx="96" cy="240"/>
                  <a:chOff x="0" y="0"/>
                  <a:chExt cx="96" cy="240"/>
                </a:xfrm>
              </p:grpSpPr>
              <p:sp>
                <p:nvSpPr>
                  <p:cNvPr id="225" name="Line 53">
                    <a:extLst>
                      <a:ext uri="{FF2B5EF4-FFF2-40B4-BE49-F238E27FC236}">
                        <a16:creationId xmlns:a16="http://schemas.microsoft.com/office/drawing/2014/main" id="{AD80B622-3EDB-4542-AED6-81FCB74D49A8}"/>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26" name="Line 54">
                    <a:extLst>
                      <a:ext uri="{FF2B5EF4-FFF2-40B4-BE49-F238E27FC236}">
                        <a16:creationId xmlns:a16="http://schemas.microsoft.com/office/drawing/2014/main" id="{1E9B2686-C0D0-CC4A-9C2E-3CC7630C6C0D}"/>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27" name="Line 55">
                    <a:extLst>
                      <a:ext uri="{FF2B5EF4-FFF2-40B4-BE49-F238E27FC236}">
                        <a16:creationId xmlns:a16="http://schemas.microsoft.com/office/drawing/2014/main" id="{429A93C6-1709-6A4A-84D4-E5A604C8A73C}"/>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28" name="Line 56">
                    <a:extLst>
                      <a:ext uri="{FF2B5EF4-FFF2-40B4-BE49-F238E27FC236}">
                        <a16:creationId xmlns:a16="http://schemas.microsoft.com/office/drawing/2014/main" id="{2408E201-59FC-304B-B771-1F3E7B26C588}"/>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20" name="Group 57">
                  <a:extLst>
                    <a:ext uri="{FF2B5EF4-FFF2-40B4-BE49-F238E27FC236}">
                      <a16:creationId xmlns:a16="http://schemas.microsoft.com/office/drawing/2014/main" id="{75D0D876-9D74-514B-BBD1-F07034362B43}"/>
                    </a:ext>
                  </a:extLst>
                </p:cNvPr>
                <p:cNvGrpSpPr>
                  <a:grpSpLocks/>
                </p:cNvGrpSpPr>
                <p:nvPr/>
              </p:nvGrpSpPr>
              <p:grpSpPr bwMode="auto">
                <a:xfrm>
                  <a:off x="288" y="0"/>
                  <a:ext cx="96" cy="240"/>
                  <a:chOff x="0" y="0"/>
                  <a:chExt cx="96" cy="240"/>
                </a:xfrm>
              </p:grpSpPr>
              <p:sp>
                <p:nvSpPr>
                  <p:cNvPr id="221" name="Line 58">
                    <a:extLst>
                      <a:ext uri="{FF2B5EF4-FFF2-40B4-BE49-F238E27FC236}">
                        <a16:creationId xmlns:a16="http://schemas.microsoft.com/office/drawing/2014/main" id="{8CFAFC78-0950-D24D-AFD4-A07C560B7A87}"/>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22" name="Line 59">
                    <a:extLst>
                      <a:ext uri="{FF2B5EF4-FFF2-40B4-BE49-F238E27FC236}">
                        <a16:creationId xmlns:a16="http://schemas.microsoft.com/office/drawing/2014/main" id="{4E8DD6AE-A202-6946-B28A-9FD31FA2CE75}"/>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23" name="Line 60">
                    <a:extLst>
                      <a:ext uri="{FF2B5EF4-FFF2-40B4-BE49-F238E27FC236}">
                        <a16:creationId xmlns:a16="http://schemas.microsoft.com/office/drawing/2014/main" id="{6E5D4779-9FC9-AD40-8BD0-82ED495579C2}"/>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24" name="Line 61">
                    <a:extLst>
                      <a:ext uri="{FF2B5EF4-FFF2-40B4-BE49-F238E27FC236}">
                        <a16:creationId xmlns:a16="http://schemas.microsoft.com/office/drawing/2014/main" id="{0BDE4D93-7964-E742-8AF1-8AAF0DAA5B15}"/>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207" name="Text Box 62">
                <a:extLst>
                  <a:ext uri="{FF2B5EF4-FFF2-40B4-BE49-F238E27FC236}">
                    <a16:creationId xmlns:a16="http://schemas.microsoft.com/office/drawing/2014/main" id="{802136F8-C266-FC43-88E0-FBC7BA7797ED}"/>
                  </a:ext>
                </a:extLst>
              </p:cNvPr>
              <p:cNvSpPr txBox="1">
                <a:spLocks noChangeArrowheads="1"/>
              </p:cNvSpPr>
              <p:nvPr/>
            </p:nvSpPr>
            <p:spPr bwMode="auto">
              <a:xfrm>
                <a:off x="301" y="1242"/>
                <a:ext cx="435"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R</a:t>
                </a:r>
              </a:p>
            </p:txBody>
          </p:sp>
          <p:grpSp>
            <p:nvGrpSpPr>
              <p:cNvPr id="208" name="Group 63">
                <a:extLst>
                  <a:ext uri="{FF2B5EF4-FFF2-40B4-BE49-F238E27FC236}">
                    <a16:creationId xmlns:a16="http://schemas.microsoft.com/office/drawing/2014/main" id="{C4C833D1-B101-0542-96D3-21398B520826}"/>
                  </a:ext>
                </a:extLst>
              </p:cNvPr>
              <p:cNvGrpSpPr>
                <a:grpSpLocks/>
              </p:cNvGrpSpPr>
              <p:nvPr/>
            </p:nvGrpSpPr>
            <p:grpSpPr bwMode="auto">
              <a:xfrm>
                <a:off x="100" y="1495"/>
                <a:ext cx="201" cy="203"/>
                <a:chOff x="0" y="0"/>
                <a:chExt cx="288" cy="288"/>
              </a:xfrm>
            </p:grpSpPr>
            <p:sp>
              <p:nvSpPr>
                <p:cNvPr id="215" name="Line 64">
                  <a:extLst>
                    <a:ext uri="{FF2B5EF4-FFF2-40B4-BE49-F238E27FC236}">
                      <a16:creationId xmlns:a16="http://schemas.microsoft.com/office/drawing/2014/main" id="{34D33F81-6F57-4C43-BC42-05D50ABF00C3}"/>
                    </a:ext>
                  </a:extLst>
                </p:cNvPr>
                <p:cNvSpPr>
                  <a:spLocks noChangeShapeType="1"/>
                </p:cNvSpPr>
                <p:nvPr/>
              </p:nvSpPr>
              <p:spPr bwMode="auto">
                <a:xfrm>
                  <a:off x="0"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16" name="Line 65">
                  <a:extLst>
                    <a:ext uri="{FF2B5EF4-FFF2-40B4-BE49-F238E27FC236}">
                      <a16:creationId xmlns:a16="http://schemas.microsoft.com/office/drawing/2014/main" id="{36927821-4B29-5A48-AB0C-8C4494430FBF}"/>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17" name="Line 66">
                  <a:extLst>
                    <a:ext uri="{FF2B5EF4-FFF2-40B4-BE49-F238E27FC236}">
                      <a16:creationId xmlns:a16="http://schemas.microsoft.com/office/drawing/2014/main" id="{4A8E9337-1343-B447-85B5-6E91758466DC}"/>
                    </a:ext>
                  </a:extLst>
                </p:cNvPr>
                <p:cNvSpPr>
                  <a:spLocks noChangeShapeType="1"/>
                </p:cNvSpPr>
                <p:nvPr/>
              </p:nvSpPr>
              <p:spPr bwMode="auto">
                <a:xfrm>
                  <a:off x="288"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09" name="Oval 67">
                <a:extLst>
                  <a:ext uri="{FF2B5EF4-FFF2-40B4-BE49-F238E27FC236}">
                    <a16:creationId xmlns:a16="http://schemas.microsoft.com/office/drawing/2014/main" id="{83975105-1DCE-CA41-BF49-5BA599B07C10}"/>
                  </a:ext>
                </a:extLst>
              </p:cNvPr>
              <p:cNvSpPr>
                <a:spLocks noChangeArrowheads="1"/>
              </p:cNvSpPr>
              <p:nvPr/>
            </p:nvSpPr>
            <p:spPr bwMode="auto">
              <a:xfrm>
                <a:off x="0" y="1664"/>
                <a:ext cx="367" cy="374"/>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10" name="Text Box 68">
                <a:extLst>
                  <a:ext uri="{FF2B5EF4-FFF2-40B4-BE49-F238E27FC236}">
                    <a16:creationId xmlns:a16="http://schemas.microsoft.com/office/drawing/2014/main" id="{C41285CE-B4C0-124A-96C4-09A3508F7D8D}"/>
                  </a:ext>
                </a:extLst>
              </p:cNvPr>
              <p:cNvSpPr txBox="1">
                <a:spLocks noChangeArrowheads="1"/>
              </p:cNvSpPr>
              <p:nvPr/>
            </p:nvSpPr>
            <p:spPr bwMode="auto">
              <a:xfrm>
                <a:off x="0" y="1655"/>
                <a:ext cx="461"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r>
                  <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3 ~ </a:t>
                </a:r>
              </a:p>
            </p:txBody>
          </p:sp>
          <p:grpSp>
            <p:nvGrpSpPr>
              <p:cNvPr id="211" name="Group 69">
                <a:extLst>
                  <a:ext uri="{FF2B5EF4-FFF2-40B4-BE49-F238E27FC236}">
                    <a16:creationId xmlns:a16="http://schemas.microsoft.com/office/drawing/2014/main" id="{9AC7100D-8468-8943-81A1-B77CA5A0F7F0}"/>
                  </a:ext>
                </a:extLst>
              </p:cNvPr>
              <p:cNvGrpSpPr>
                <a:grpSpLocks/>
              </p:cNvGrpSpPr>
              <p:nvPr/>
            </p:nvGrpSpPr>
            <p:grpSpPr bwMode="auto">
              <a:xfrm>
                <a:off x="100" y="0"/>
                <a:ext cx="200" cy="204"/>
                <a:chOff x="0" y="0"/>
                <a:chExt cx="288" cy="240"/>
              </a:xfrm>
            </p:grpSpPr>
            <p:sp>
              <p:nvSpPr>
                <p:cNvPr id="212" name="Line 70">
                  <a:extLst>
                    <a:ext uri="{FF2B5EF4-FFF2-40B4-BE49-F238E27FC236}">
                      <a16:creationId xmlns:a16="http://schemas.microsoft.com/office/drawing/2014/main" id="{915F1B5B-03AE-B244-B0AD-7D607712597E}"/>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13" name="Line 71">
                  <a:extLst>
                    <a:ext uri="{FF2B5EF4-FFF2-40B4-BE49-F238E27FC236}">
                      <a16:creationId xmlns:a16="http://schemas.microsoft.com/office/drawing/2014/main" id="{08492B57-5E1A-5740-83FC-ECEAC34903C9}"/>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14" name="Line 72">
                  <a:extLst>
                    <a:ext uri="{FF2B5EF4-FFF2-40B4-BE49-F238E27FC236}">
                      <a16:creationId xmlns:a16="http://schemas.microsoft.com/office/drawing/2014/main" id="{6DBE2C9B-A2F0-D944-8BCC-5F81F8D2C568}"/>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grpSp>
        <p:nvGrpSpPr>
          <p:cNvPr id="266" name="Group 73">
            <a:extLst>
              <a:ext uri="{FF2B5EF4-FFF2-40B4-BE49-F238E27FC236}">
                <a16:creationId xmlns:a16="http://schemas.microsoft.com/office/drawing/2014/main" id="{7AFC475A-0A50-7C45-9010-9F6FAEE4DEC1}"/>
              </a:ext>
            </a:extLst>
          </p:cNvPr>
          <p:cNvGrpSpPr>
            <a:grpSpLocks/>
          </p:cNvGrpSpPr>
          <p:nvPr/>
        </p:nvGrpSpPr>
        <p:grpSpPr bwMode="auto">
          <a:xfrm>
            <a:off x="3733800" y="1021035"/>
            <a:ext cx="4038600" cy="1557337"/>
            <a:chOff x="0" y="0"/>
            <a:chExt cx="1890" cy="736"/>
          </a:xfrm>
        </p:grpSpPr>
        <p:grpSp>
          <p:nvGrpSpPr>
            <p:cNvPr id="267" name="Group 74">
              <a:extLst>
                <a:ext uri="{FF2B5EF4-FFF2-40B4-BE49-F238E27FC236}">
                  <a16:creationId xmlns:a16="http://schemas.microsoft.com/office/drawing/2014/main" id="{0E3E2C5D-5A74-2443-92B5-3925CFE0CADF}"/>
                </a:ext>
              </a:extLst>
            </p:cNvPr>
            <p:cNvGrpSpPr>
              <a:grpSpLocks/>
            </p:cNvGrpSpPr>
            <p:nvPr/>
          </p:nvGrpSpPr>
          <p:grpSpPr bwMode="auto">
            <a:xfrm>
              <a:off x="30" y="181"/>
              <a:ext cx="549" cy="300"/>
              <a:chOff x="0" y="0"/>
              <a:chExt cx="864" cy="432"/>
            </a:xfrm>
          </p:grpSpPr>
          <p:sp>
            <p:nvSpPr>
              <p:cNvPr id="312" name="Line 75">
                <a:extLst>
                  <a:ext uri="{FF2B5EF4-FFF2-40B4-BE49-F238E27FC236}">
                    <a16:creationId xmlns:a16="http://schemas.microsoft.com/office/drawing/2014/main" id="{15477CCD-8D6D-D641-BE19-FFCFBFF88E64}"/>
                  </a:ext>
                </a:extLst>
              </p:cNvPr>
              <p:cNvSpPr>
                <a:spLocks noChangeShapeType="1"/>
              </p:cNvSpPr>
              <p:nvPr/>
            </p:nvSpPr>
            <p:spPr bwMode="auto">
              <a:xfrm>
                <a:off x="0" y="28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3" name="Line 76">
                <a:extLst>
                  <a:ext uri="{FF2B5EF4-FFF2-40B4-BE49-F238E27FC236}">
                    <a16:creationId xmlns:a16="http://schemas.microsoft.com/office/drawing/2014/main" id="{5A8A25F7-0BA3-684B-AB35-6A26F1056DBE}"/>
                  </a:ext>
                </a:extLst>
              </p:cNvPr>
              <p:cNvSpPr>
                <a:spLocks noChangeShapeType="1"/>
              </p:cNvSpPr>
              <p:nvPr/>
            </p:nvSpPr>
            <p:spPr bwMode="auto">
              <a:xfrm>
                <a:off x="240" y="144"/>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4" name="Line 77">
                <a:extLst>
                  <a:ext uri="{FF2B5EF4-FFF2-40B4-BE49-F238E27FC236}">
                    <a16:creationId xmlns:a16="http://schemas.microsoft.com/office/drawing/2014/main" id="{CD59F8FE-DC4B-3945-8D0C-848E0F428C31}"/>
                  </a:ext>
                </a:extLst>
              </p:cNvPr>
              <p:cNvSpPr>
                <a:spLocks noChangeShapeType="1"/>
              </p:cNvSpPr>
              <p:nvPr/>
            </p:nvSpPr>
            <p:spPr bwMode="auto">
              <a:xfrm>
                <a:off x="192" y="192"/>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5" name="Line 78">
                <a:extLst>
                  <a:ext uri="{FF2B5EF4-FFF2-40B4-BE49-F238E27FC236}">
                    <a16:creationId xmlns:a16="http://schemas.microsoft.com/office/drawing/2014/main" id="{59044DBF-660B-A840-B71D-5B7E311B529D}"/>
                  </a:ext>
                </a:extLst>
              </p:cNvPr>
              <p:cNvSpPr>
                <a:spLocks noChangeShapeType="1"/>
              </p:cNvSpPr>
              <p:nvPr/>
            </p:nvSpPr>
            <p:spPr bwMode="auto">
              <a:xfrm>
                <a:off x="432" y="28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6" name="Line 79">
                <a:extLst>
                  <a:ext uri="{FF2B5EF4-FFF2-40B4-BE49-F238E27FC236}">
                    <a16:creationId xmlns:a16="http://schemas.microsoft.com/office/drawing/2014/main" id="{B655E8F6-3AA9-474E-B20E-D4338C525F65}"/>
                  </a:ext>
                </a:extLst>
              </p:cNvPr>
              <p:cNvSpPr>
                <a:spLocks noChangeShapeType="1"/>
              </p:cNvSpPr>
              <p:nvPr/>
            </p:nvSpPr>
            <p:spPr bwMode="auto">
              <a:xfrm>
                <a:off x="336" y="288"/>
                <a:ext cx="0" cy="144"/>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7" name="Line 80">
                <a:extLst>
                  <a:ext uri="{FF2B5EF4-FFF2-40B4-BE49-F238E27FC236}">
                    <a16:creationId xmlns:a16="http://schemas.microsoft.com/office/drawing/2014/main" id="{2666B513-A4CC-5249-895D-027E18E77824}"/>
                  </a:ext>
                </a:extLst>
              </p:cNvPr>
              <p:cNvSpPr>
                <a:spLocks noChangeShapeType="1"/>
              </p:cNvSpPr>
              <p:nvPr/>
            </p:nvSpPr>
            <p:spPr bwMode="auto">
              <a:xfrm>
                <a:off x="288" y="38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8" name="Line 81">
                <a:extLst>
                  <a:ext uri="{FF2B5EF4-FFF2-40B4-BE49-F238E27FC236}">
                    <a16:creationId xmlns:a16="http://schemas.microsoft.com/office/drawing/2014/main" id="{93D0C145-94EA-4B46-B54A-A0359F3C64E1}"/>
                  </a:ext>
                </a:extLst>
              </p:cNvPr>
              <p:cNvSpPr>
                <a:spLocks noChangeShapeType="1"/>
              </p:cNvSpPr>
              <p:nvPr/>
            </p:nvSpPr>
            <p:spPr bwMode="auto">
              <a:xfrm>
                <a:off x="384" y="38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9" name="Line 82">
                <a:extLst>
                  <a:ext uri="{FF2B5EF4-FFF2-40B4-BE49-F238E27FC236}">
                    <a16:creationId xmlns:a16="http://schemas.microsoft.com/office/drawing/2014/main" id="{6F7C96E3-92A8-7841-A07A-BFAC9E9E3242}"/>
                  </a:ext>
                </a:extLst>
              </p:cNvPr>
              <p:cNvSpPr>
                <a:spLocks noChangeShapeType="1"/>
              </p:cNvSpPr>
              <p:nvPr/>
            </p:nvSpPr>
            <p:spPr bwMode="auto">
              <a:xfrm>
                <a:off x="288" y="43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0" name="Text Box 83">
                <a:extLst>
                  <a:ext uri="{FF2B5EF4-FFF2-40B4-BE49-F238E27FC236}">
                    <a16:creationId xmlns:a16="http://schemas.microsoft.com/office/drawing/2014/main" id="{9A001631-2DF5-BA40-AA38-4E9DA6EC801A}"/>
                  </a:ext>
                </a:extLst>
              </p:cNvPr>
              <p:cNvSpPr txBox="1">
                <a:spLocks noChangeArrowheads="1"/>
              </p:cNvSpPr>
              <p:nvPr/>
            </p:nvSpPr>
            <p:spPr bwMode="auto">
              <a:xfrm>
                <a:off x="286" y="0"/>
                <a:ext cx="578"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20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1</a:t>
                </a:r>
              </a:p>
            </p:txBody>
          </p:sp>
        </p:grpSp>
        <p:grpSp>
          <p:nvGrpSpPr>
            <p:cNvPr id="268" name="Group 84">
              <a:extLst>
                <a:ext uri="{FF2B5EF4-FFF2-40B4-BE49-F238E27FC236}">
                  <a16:creationId xmlns:a16="http://schemas.microsoft.com/office/drawing/2014/main" id="{11BA4D19-C81D-EF40-9FC1-1938FC236CBC}"/>
                </a:ext>
              </a:extLst>
            </p:cNvPr>
            <p:cNvGrpSpPr>
              <a:grpSpLocks/>
            </p:cNvGrpSpPr>
            <p:nvPr/>
          </p:nvGrpSpPr>
          <p:grpSpPr bwMode="auto">
            <a:xfrm>
              <a:off x="457" y="181"/>
              <a:ext cx="488" cy="333"/>
              <a:chOff x="0" y="0"/>
              <a:chExt cx="768" cy="480"/>
            </a:xfrm>
          </p:grpSpPr>
          <p:grpSp>
            <p:nvGrpSpPr>
              <p:cNvPr id="302" name="Group 85">
                <a:extLst>
                  <a:ext uri="{FF2B5EF4-FFF2-40B4-BE49-F238E27FC236}">
                    <a16:creationId xmlns:a16="http://schemas.microsoft.com/office/drawing/2014/main" id="{8991B81B-8E6B-F042-B6B7-29E70C2D340F}"/>
                  </a:ext>
                </a:extLst>
              </p:cNvPr>
              <p:cNvGrpSpPr>
                <a:grpSpLocks/>
              </p:cNvGrpSpPr>
              <p:nvPr/>
            </p:nvGrpSpPr>
            <p:grpSpPr bwMode="auto">
              <a:xfrm>
                <a:off x="0" y="288"/>
                <a:ext cx="672" cy="192"/>
                <a:chOff x="0" y="0"/>
                <a:chExt cx="672" cy="192"/>
              </a:xfrm>
            </p:grpSpPr>
            <p:sp>
              <p:nvSpPr>
                <p:cNvPr id="304" name="Line 86">
                  <a:extLst>
                    <a:ext uri="{FF2B5EF4-FFF2-40B4-BE49-F238E27FC236}">
                      <a16:creationId xmlns:a16="http://schemas.microsoft.com/office/drawing/2014/main" id="{5DA8C811-07C2-3F4D-9995-01E66F55E2CB}"/>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5" name="Line 87">
                  <a:extLst>
                    <a:ext uri="{FF2B5EF4-FFF2-40B4-BE49-F238E27FC236}">
                      <a16:creationId xmlns:a16="http://schemas.microsoft.com/office/drawing/2014/main" id="{C81BCFFA-771B-A54D-9CE3-86656B2992C2}"/>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6" name="Line 88">
                  <a:extLst>
                    <a:ext uri="{FF2B5EF4-FFF2-40B4-BE49-F238E27FC236}">
                      <a16:creationId xmlns:a16="http://schemas.microsoft.com/office/drawing/2014/main" id="{58F63F4E-7FAC-7946-85A5-66484122942F}"/>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07" name="Group 89">
                  <a:extLst>
                    <a:ext uri="{FF2B5EF4-FFF2-40B4-BE49-F238E27FC236}">
                      <a16:creationId xmlns:a16="http://schemas.microsoft.com/office/drawing/2014/main" id="{5DDEA9C6-10AB-2745-A27C-B30B78B7422B}"/>
                    </a:ext>
                  </a:extLst>
                </p:cNvPr>
                <p:cNvGrpSpPr>
                  <a:grpSpLocks/>
                </p:cNvGrpSpPr>
                <p:nvPr/>
              </p:nvGrpSpPr>
              <p:grpSpPr bwMode="auto">
                <a:xfrm>
                  <a:off x="288" y="48"/>
                  <a:ext cx="96" cy="144"/>
                  <a:chOff x="0" y="0"/>
                  <a:chExt cx="96" cy="192"/>
                </a:xfrm>
              </p:grpSpPr>
              <p:sp>
                <p:nvSpPr>
                  <p:cNvPr id="308" name="Line 90">
                    <a:extLst>
                      <a:ext uri="{FF2B5EF4-FFF2-40B4-BE49-F238E27FC236}">
                        <a16:creationId xmlns:a16="http://schemas.microsoft.com/office/drawing/2014/main" id="{7A32A644-1B5C-9B4A-99C0-E76D970DF19D}"/>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9" name="Line 91">
                    <a:extLst>
                      <a:ext uri="{FF2B5EF4-FFF2-40B4-BE49-F238E27FC236}">
                        <a16:creationId xmlns:a16="http://schemas.microsoft.com/office/drawing/2014/main" id="{EF7D6C5F-58BF-CC40-81A1-B74886F0C324}"/>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0" name="Line 92">
                    <a:extLst>
                      <a:ext uri="{FF2B5EF4-FFF2-40B4-BE49-F238E27FC236}">
                        <a16:creationId xmlns:a16="http://schemas.microsoft.com/office/drawing/2014/main" id="{CE6E3C06-7983-6C4F-9A7D-8861B114A79B}"/>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1" name="Line 93">
                    <a:extLst>
                      <a:ext uri="{FF2B5EF4-FFF2-40B4-BE49-F238E27FC236}">
                        <a16:creationId xmlns:a16="http://schemas.microsoft.com/office/drawing/2014/main" id="{AF008E85-AB66-D24C-9BD0-00A8C9C90C66}"/>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303" name="Text Box 94">
                <a:extLst>
                  <a:ext uri="{FF2B5EF4-FFF2-40B4-BE49-F238E27FC236}">
                    <a16:creationId xmlns:a16="http://schemas.microsoft.com/office/drawing/2014/main" id="{CBFD748B-215B-0C48-AB77-AED32314C049}"/>
                  </a:ext>
                </a:extLst>
              </p:cNvPr>
              <p:cNvSpPr txBox="1">
                <a:spLocks noChangeArrowheads="1"/>
              </p:cNvSpPr>
              <p:nvPr/>
            </p:nvSpPr>
            <p:spPr bwMode="auto">
              <a:xfrm>
                <a:off x="145" y="0"/>
                <a:ext cx="623"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20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2</a:t>
                </a:r>
              </a:p>
            </p:txBody>
          </p:sp>
        </p:grpSp>
        <p:sp>
          <p:nvSpPr>
            <p:cNvPr id="269" name="Text Box 95">
              <a:extLst>
                <a:ext uri="{FF2B5EF4-FFF2-40B4-BE49-F238E27FC236}">
                  <a16:creationId xmlns:a16="http://schemas.microsoft.com/office/drawing/2014/main" id="{89BB1E74-B5A5-784C-89EF-E81A25813785}"/>
                </a:ext>
              </a:extLst>
            </p:cNvPr>
            <p:cNvSpPr txBox="1">
              <a:spLocks noChangeArrowheads="1"/>
            </p:cNvSpPr>
            <p:nvPr/>
          </p:nvSpPr>
          <p:spPr bwMode="auto">
            <a:xfrm>
              <a:off x="960" y="96"/>
              <a:ext cx="404"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grpSp>
          <p:nvGrpSpPr>
            <p:cNvPr id="270" name="Group 96">
              <a:extLst>
                <a:ext uri="{FF2B5EF4-FFF2-40B4-BE49-F238E27FC236}">
                  <a16:creationId xmlns:a16="http://schemas.microsoft.com/office/drawing/2014/main" id="{33AF2AA5-5600-5742-836B-C149F2206D22}"/>
                </a:ext>
              </a:extLst>
            </p:cNvPr>
            <p:cNvGrpSpPr>
              <a:grpSpLocks/>
            </p:cNvGrpSpPr>
            <p:nvPr/>
          </p:nvGrpSpPr>
          <p:grpSpPr bwMode="auto">
            <a:xfrm>
              <a:off x="884" y="281"/>
              <a:ext cx="487" cy="233"/>
              <a:chOff x="0" y="0"/>
              <a:chExt cx="768" cy="336"/>
            </a:xfrm>
          </p:grpSpPr>
          <p:sp>
            <p:nvSpPr>
              <p:cNvPr id="299" name="Rectangle 97">
                <a:extLst>
                  <a:ext uri="{FF2B5EF4-FFF2-40B4-BE49-F238E27FC236}">
                    <a16:creationId xmlns:a16="http://schemas.microsoft.com/office/drawing/2014/main" id="{9F427027-10F5-064D-8AEF-B469494B21BF}"/>
                  </a:ext>
                </a:extLst>
              </p:cNvPr>
              <p:cNvSpPr>
                <a:spLocks noChangeArrowheads="1"/>
              </p:cNvSpPr>
              <p:nvPr/>
            </p:nvSpPr>
            <p:spPr bwMode="auto">
              <a:xfrm>
                <a:off x="240" y="0"/>
                <a:ext cx="288" cy="33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00" name="Line 98">
                <a:extLst>
                  <a:ext uri="{FF2B5EF4-FFF2-40B4-BE49-F238E27FC236}">
                    <a16:creationId xmlns:a16="http://schemas.microsoft.com/office/drawing/2014/main" id="{CC718E0F-6A63-7A48-8C5B-5E7E02E6C950}"/>
                  </a:ext>
                </a:extLst>
              </p:cNvPr>
              <p:cNvSpPr>
                <a:spLocks noChangeShapeType="1"/>
              </p:cNvSpPr>
              <p:nvPr/>
            </p:nvSpPr>
            <p:spPr bwMode="auto">
              <a:xfrm>
                <a:off x="0" y="144"/>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1" name="Line 99">
                <a:extLst>
                  <a:ext uri="{FF2B5EF4-FFF2-40B4-BE49-F238E27FC236}">
                    <a16:creationId xmlns:a16="http://schemas.microsoft.com/office/drawing/2014/main" id="{B4D54CB8-126C-0446-BD9B-61EFEFB859B4}"/>
                  </a:ext>
                </a:extLst>
              </p:cNvPr>
              <p:cNvSpPr>
                <a:spLocks noChangeShapeType="1"/>
              </p:cNvSpPr>
              <p:nvPr/>
            </p:nvSpPr>
            <p:spPr bwMode="auto">
              <a:xfrm>
                <a:off x="528" y="144"/>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71" name="Text Box 100">
              <a:extLst>
                <a:ext uri="{FF2B5EF4-FFF2-40B4-BE49-F238E27FC236}">
                  <a16:creationId xmlns:a16="http://schemas.microsoft.com/office/drawing/2014/main" id="{DE34AFC0-6341-C54C-8983-948E21DF768F}"/>
                </a:ext>
              </a:extLst>
            </p:cNvPr>
            <p:cNvSpPr txBox="1">
              <a:spLocks noChangeArrowheads="1"/>
            </p:cNvSpPr>
            <p:nvPr/>
          </p:nvSpPr>
          <p:spPr bwMode="auto">
            <a:xfrm>
              <a:off x="1393" y="0"/>
              <a:ext cx="335"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KH</a:t>
              </a:r>
            </a:p>
          </p:txBody>
        </p:sp>
        <p:grpSp>
          <p:nvGrpSpPr>
            <p:cNvPr id="272" name="Group 101">
              <a:extLst>
                <a:ext uri="{FF2B5EF4-FFF2-40B4-BE49-F238E27FC236}">
                  <a16:creationId xmlns:a16="http://schemas.microsoft.com/office/drawing/2014/main" id="{24B297E2-5CEE-544A-87EE-BA10E606E3FD}"/>
                </a:ext>
              </a:extLst>
            </p:cNvPr>
            <p:cNvGrpSpPr>
              <a:grpSpLocks/>
            </p:cNvGrpSpPr>
            <p:nvPr/>
          </p:nvGrpSpPr>
          <p:grpSpPr bwMode="auto">
            <a:xfrm>
              <a:off x="1737" y="48"/>
              <a:ext cx="153" cy="333"/>
              <a:chOff x="0" y="0"/>
              <a:chExt cx="240" cy="480"/>
            </a:xfrm>
          </p:grpSpPr>
          <p:sp>
            <p:nvSpPr>
              <p:cNvPr id="296" name="Line 102">
                <a:extLst>
                  <a:ext uri="{FF2B5EF4-FFF2-40B4-BE49-F238E27FC236}">
                    <a16:creationId xmlns:a16="http://schemas.microsoft.com/office/drawing/2014/main" id="{9E5A76BA-3549-E542-928E-0ADFD24401CE}"/>
                  </a:ext>
                </a:extLst>
              </p:cNvPr>
              <p:cNvSpPr>
                <a:spLocks noChangeShapeType="1"/>
              </p:cNvSpPr>
              <p:nvPr/>
            </p:nvSpPr>
            <p:spPr bwMode="auto">
              <a:xfrm>
                <a:off x="192"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7" name="Line 103">
                <a:extLst>
                  <a:ext uri="{FF2B5EF4-FFF2-40B4-BE49-F238E27FC236}">
                    <a16:creationId xmlns:a16="http://schemas.microsoft.com/office/drawing/2014/main" id="{4CDA7D0E-4D4E-B249-AE86-91662E2596C1}"/>
                  </a:ext>
                </a:extLst>
              </p:cNvPr>
              <p:cNvSpPr>
                <a:spLocks noChangeShapeType="1"/>
              </p:cNvSpPr>
              <p:nvPr/>
            </p:nvSpPr>
            <p:spPr bwMode="auto">
              <a:xfrm>
                <a:off x="0" y="480"/>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8" name="Rectangle 104">
                <a:extLst>
                  <a:ext uri="{FF2B5EF4-FFF2-40B4-BE49-F238E27FC236}">
                    <a16:creationId xmlns:a16="http://schemas.microsoft.com/office/drawing/2014/main" id="{CF729D5E-F9C0-FA48-8950-1D2F518BE5F7}"/>
                  </a:ext>
                </a:extLst>
              </p:cNvPr>
              <p:cNvSpPr>
                <a:spLocks noChangeArrowheads="1"/>
              </p:cNvSpPr>
              <p:nvPr/>
            </p:nvSpPr>
            <p:spPr bwMode="auto">
              <a:xfrm>
                <a:off x="144"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273" name="Group 105">
              <a:extLst>
                <a:ext uri="{FF2B5EF4-FFF2-40B4-BE49-F238E27FC236}">
                  <a16:creationId xmlns:a16="http://schemas.microsoft.com/office/drawing/2014/main" id="{B04DAB4F-711F-804E-BDF8-1253D1AE63EF}"/>
                </a:ext>
              </a:extLst>
            </p:cNvPr>
            <p:cNvGrpSpPr>
              <a:grpSpLocks/>
            </p:cNvGrpSpPr>
            <p:nvPr/>
          </p:nvGrpSpPr>
          <p:grpSpPr bwMode="auto">
            <a:xfrm>
              <a:off x="0" y="48"/>
              <a:ext cx="61" cy="333"/>
              <a:chOff x="0" y="0"/>
              <a:chExt cx="96" cy="480"/>
            </a:xfrm>
          </p:grpSpPr>
          <p:sp>
            <p:nvSpPr>
              <p:cNvPr id="294" name="Line 106">
                <a:extLst>
                  <a:ext uri="{FF2B5EF4-FFF2-40B4-BE49-F238E27FC236}">
                    <a16:creationId xmlns:a16="http://schemas.microsoft.com/office/drawing/2014/main" id="{002B0700-110D-484A-B12A-02256B41369D}"/>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5" name="Rectangle 107">
                <a:extLst>
                  <a:ext uri="{FF2B5EF4-FFF2-40B4-BE49-F238E27FC236}">
                    <a16:creationId xmlns:a16="http://schemas.microsoft.com/office/drawing/2014/main" id="{0A6D355F-04C4-8C48-A7B6-7EA2628B9E22}"/>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274" name="Group 108">
              <a:extLst>
                <a:ext uri="{FF2B5EF4-FFF2-40B4-BE49-F238E27FC236}">
                  <a16:creationId xmlns:a16="http://schemas.microsoft.com/office/drawing/2014/main" id="{DD4D0CFE-A352-3243-9C59-F7389D185CF4}"/>
                </a:ext>
              </a:extLst>
            </p:cNvPr>
            <p:cNvGrpSpPr>
              <a:grpSpLocks/>
            </p:cNvGrpSpPr>
            <p:nvPr/>
          </p:nvGrpSpPr>
          <p:grpSpPr bwMode="auto">
            <a:xfrm>
              <a:off x="488" y="381"/>
              <a:ext cx="365" cy="266"/>
              <a:chOff x="0" y="0"/>
              <a:chExt cx="576" cy="384"/>
            </a:xfrm>
          </p:grpSpPr>
          <p:sp>
            <p:nvSpPr>
              <p:cNvPr id="288" name="Line 109">
                <a:extLst>
                  <a:ext uri="{FF2B5EF4-FFF2-40B4-BE49-F238E27FC236}">
                    <a16:creationId xmlns:a16="http://schemas.microsoft.com/office/drawing/2014/main" id="{D7EB2A7D-0199-884A-A4E0-DEBE5214A682}"/>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9" name="Line 110">
                <a:extLst>
                  <a:ext uri="{FF2B5EF4-FFF2-40B4-BE49-F238E27FC236}">
                    <a16:creationId xmlns:a16="http://schemas.microsoft.com/office/drawing/2014/main" id="{55AEF39E-BC68-8440-9C67-13C113CFFB45}"/>
                  </a:ext>
                </a:extLst>
              </p:cNvPr>
              <p:cNvSpPr>
                <a:spLocks noChangeShapeType="1"/>
              </p:cNvSpPr>
              <p:nvPr/>
            </p:nvSpPr>
            <p:spPr bwMode="auto">
              <a:xfrm>
                <a:off x="576"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0" name="Line 111">
                <a:extLst>
                  <a:ext uri="{FF2B5EF4-FFF2-40B4-BE49-F238E27FC236}">
                    <a16:creationId xmlns:a16="http://schemas.microsoft.com/office/drawing/2014/main" id="{5EF0FCCF-FF7C-414E-9321-8DCA6F800A06}"/>
                  </a:ext>
                </a:extLst>
              </p:cNvPr>
              <p:cNvSpPr>
                <a:spLocks noChangeShapeType="1"/>
              </p:cNvSpPr>
              <p:nvPr/>
            </p:nvSpPr>
            <p:spPr bwMode="auto">
              <a:xfrm>
                <a:off x="0" y="240"/>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1" name="Line 112">
                <a:extLst>
                  <a:ext uri="{FF2B5EF4-FFF2-40B4-BE49-F238E27FC236}">
                    <a16:creationId xmlns:a16="http://schemas.microsoft.com/office/drawing/2014/main" id="{C2E7F35B-E89A-DB42-8A39-8E63CB99EAC2}"/>
                  </a:ext>
                </a:extLst>
              </p:cNvPr>
              <p:cNvSpPr>
                <a:spLocks noChangeShapeType="1"/>
              </p:cNvSpPr>
              <p:nvPr/>
            </p:nvSpPr>
            <p:spPr bwMode="auto">
              <a:xfrm>
                <a:off x="384" y="240"/>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2" name="Line 113">
                <a:extLst>
                  <a:ext uri="{FF2B5EF4-FFF2-40B4-BE49-F238E27FC236}">
                    <a16:creationId xmlns:a16="http://schemas.microsoft.com/office/drawing/2014/main" id="{EC8BEAAE-4F3A-B64A-BD82-D1C9D7C85CEE}"/>
                  </a:ext>
                </a:extLst>
              </p:cNvPr>
              <p:cNvSpPr>
                <a:spLocks noChangeShapeType="1"/>
              </p:cNvSpPr>
              <p:nvPr/>
            </p:nvSpPr>
            <p:spPr bwMode="auto">
              <a:xfrm flipH="1">
                <a:off x="192" y="240"/>
                <a:ext cx="192"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3" name="AutoShape 114">
                <a:extLst>
                  <a:ext uri="{FF2B5EF4-FFF2-40B4-BE49-F238E27FC236}">
                    <a16:creationId xmlns:a16="http://schemas.microsoft.com/office/drawing/2014/main" id="{8F813BDF-D9EC-8340-8328-C909D2CD0615}"/>
                  </a:ext>
                </a:extLst>
              </p:cNvPr>
              <p:cNvSpPr>
                <a:spLocks noChangeArrowheads="1"/>
              </p:cNvSpPr>
              <p:nvPr/>
            </p:nvSpPr>
            <p:spPr bwMode="auto">
              <a:xfrm rot="5400000">
                <a:off x="192" y="24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sp>
          <p:nvSpPr>
            <p:cNvPr id="275" name="Text Box 115">
              <a:extLst>
                <a:ext uri="{FF2B5EF4-FFF2-40B4-BE49-F238E27FC236}">
                  <a16:creationId xmlns:a16="http://schemas.microsoft.com/office/drawing/2014/main" id="{DC10ED5D-DCCB-1346-92B3-7E7DA77F778C}"/>
                </a:ext>
              </a:extLst>
            </p:cNvPr>
            <p:cNvSpPr txBox="1">
              <a:spLocks noChangeArrowheads="1"/>
            </p:cNvSpPr>
            <p:nvPr/>
          </p:nvSpPr>
          <p:spPr bwMode="auto">
            <a:xfrm>
              <a:off x="670" y="548"/>
              <a:ext cx="338"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grpSp>
          <p:nvGrpSpPr>
            <p:cNvPr id="276" name="Group 116">
              <a:extLst>
                <a:ext uri="{FF2B5EF4-FFF2-40B4-BE49-F238E27FC236}">
                  <a16:creationId xmlns:a16="http://schemas.microsoft.com/office/drawing/2014/main" id="{514E9B60-15FC-7B48-8723-1B26238F5830}"/>
                </a:ext>
              </a:extLst>
            </p:cNvPr>
            <p:cNvGrpSpPr>
              <a:grpSpLocks/>
            </p:cNvGrpSpPr>
            <p:nvPr/>
          </p:nvGrpSpPr>
          <p:grpSpPr bwMode="auto">
            <a:xfrm>
              <a:off x="1310" y="214"/>
              <a:ext cx="427" cy="167"/>
              <a:chOff x="0" y="0"/>
              <a:chExt cx="672" cy="240"/>
            </a:xfrm>
          </p:grpSpPr>
          <p:sp>
            <p:nvSpPr>
              <p:cNvPr id="277" name="Line 117">
                <a:extLst>
                  <a:ext uri="{FF2B5EF4-FFF2-40B4-BE49-F238E27FC236}">
                    <a16:creationId xmlns:a16="http://schemas.microsoft.com/office/drawing/2014/main" id="{31168A04-FE58-FC4E-8A94-77283382C594}"/>
                  </a:ext>
                </a:extLst>
              </p:cNvPr>
              <p:cNvSpPr>
                <a:spLocks noChangeShapeType="1"/>
              </p:cNvSpPr>
              <p:nvPr/>
            </p:nvSpPr>
            <p:spPr bwMode="auto">
              <a:xfrm>
                <a:off x="0" y="24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8" name="Line 118">
                <a:extLst>
                  <a:ext uri="{FF2B5EF4-FFF2-40B4-BE49-F238E27FC236}">
                    <a16:creationId xmlns:a16="http://schemas.microsoft.com/office/drawing/2014/main" id="{E50E9998-0B3B-F443-B54A-50014B8FB1C4}"/>
                  </a:ext>
                </a:extLst>
              </p:cNvPr>
              <p:cNvSpPr>
                <a:spLocks noChangeShapeType="1"/>
              </p:cNvSpPr>
              <p:nvPr/>
            </p:nvSpPr>
            <p:spPr bwMode="auto">
              <a:xfrm>
                <a:off x="240"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9" name="Line 119">
                <a:extLst>
                  <a:ext uri="{FF2B5EF4-FFF2-40B4-BE49-F238E27FC236}">
                    <a16:creationId xmlns:a16="http://schemas.microsoft.com/office/drawing/2014/main" id="{50DAC868-172B-8E44-85E2-B7400974B983}"/>
                  </a:ext>
                </a:extLst>
              </p:cNvPr>
              <p:cNvSpPr>
                <a:spLocks noChangeShapeType="1"/>
              </p:cNvSpPr>
              <p:nvPr/>
            </p:nvSpPr>
            <p:spPr bwMode="auto">
              <a:xfrm>
                <a:off x="192" y="144"/>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0" name="Line 120">
                <a:extLst>
                  <a:ext uri="{FF2B5EF4-FFF2-40B4-BE49-F238E27FC236}">
                    <a16:creationId xmlns:a16="http://schemas.microsoft.com/office/drawing/2014/main" id="{20EAC83A-634C-A647-845C-D00B1A0EC657}"/>
                  </a:ext>
                </a:extLst>
              </p:cNvPr>
              <p:cNvSpPr>
                <a:spLocks noChangeShapeType="1"/>
              </p:cNvSpPr>
              <p:nvPr/>
            </p:nvSpPr>
            <p:spPr bwMode="auto">
              <a:xfrm>
                <a:off x="432" y="24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1" name="Line 121">
                <a:extLst>
                  <a:ext uri="{FF2B5EF4-FFF2-40B4-BE49-F238E27FC236}">
                    <a16:creationId xmlns:a16="http://schemas.microsoft.com/office/drawing/2014/main" id="{A85923BA-99E6-D442-A9A8-9217EB2DF0B9}"/>
                  </a:ext>
                </a:extLst>
              </p:cNvPr>
              <p:cNvSpPr>
                <a:spLocks noChangeShapeType="1"/>
              </p:cNvSpPr>
              <p:nvPr/>
            </p:nvSpPr>
            <p:spPr bwMode="auto">
              <a:xfrm>
                <a:off x="336" y="48"/>
                <a:ext cx="0" cy="144"/>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282" name="Group 122">
                <a:extLst>
                  <a:ext uri="{FF2B5EF4-FFF2-40B4-BE49-F238E27FC236}">
                    <a16:creationId xmlns:a16="http://schemas.microsoft.com/office/drawing/2014/main" id="{6976FEB2-F55F-854C-8D5B-9832F93E41B3}"/>
                  </a:ext>
                </a:extLst>
              </p:cNvPr>
              <p:cNvGrpSpPr>
                <a:grpSpLocks/>
              </p:cNvGrpSpPr>
              <p:nvPr/>
            </p:nvGrpSpPr>
            <p:grpSpPr bwMode="auto">
              <a:xfrm>
                <a:off x="240" y="0"/>
                <a:ext cx="192" cy="48"/>
                <a:chOff x="0" y="0"/>
                <a:chExt cx="192" cy="48"/>
              </a:xfrm>
            </p:grpSpPr>
            <p:sp>
              <p:nvSpPr>
                <p:cNvPr id="283" name="Line 123">
                  <a:extLst>
                    <a:ext uri="{FF2B5EF4-FFF2-40B4-BE49-F238E27FC236}">
                      <a16:creationId xmlns:a16="http://schemas.microsoft.com/office/drawing/2014/main" id="{DB842B41-440A-8C4E-8BC1-6E13B832AAA2}"/>
                    </a:ext>
                  </a:extLst>
                </p:cNvPr>
                <p:cNvSpPr>
                  <a:spLocks noChangeShapeType="1"/>
                </p:cNvSpPr>
                <p:nvPr/>
              </p:nvSpPr>
              <p:spPr bwMode="auto">
                <a:xfrm>
                  <a:off x="48" y="0"/>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4" name="Line 124">
                  <a:extLst>
                    <a:ext uri="{FF2B5EF4-FFF2-40B4-BE49-F238E27FC236}">
                      <a16:creationId xmlns:a16="http://schemas.microsoft.com/office/drawing/2014/main" id="{5780814A-2DD8-BA4C-B773-4D0F2DF532D8}"/>
                    </a:ext>
                  </a:extLst>
                </p:cNvPr>
                <p:cNvSpPr>
                  <a:spLocks noChangeShapeType="1"/>
                </p:cNvSpPr>
                <p:nvPr/>
              </p:nvSpPr>
              <p:spPr bwMode="auto">
                <a:xfrm>
                  <a:off x="144" y="0"/>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5" name="Line 125">
                  <a:extLst>
                    <a:ext uri="{FF2B5EF4-FFF2-40B4-BE49-F238E27FC236}">
                      <a16:creationId xmlns:a16="http://schemas.microsoft.com/office/drawing/2014/main" id="{42D25EE4-1B23-DC4E-AFA9-E55F49B0CCC4}"/>
                    </a:ext>
                  </a:extLst>
                </p:cNvPr>
                <p:cNvSpPr>
                  <a:spLocks noChangeShapeType="1"/>
                </p:cNvSpPr>
                <p:nvPr/>
              </p:nvSpPr>
              <p:spPr bwMode="auto">
                <a:xfrm>
                  <a:off x="0" y="0"/>
                  <a:ext cx="4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6" name="Line 126">
                  <a:extLst>
                    <a:ext uri="{FF2B5EF4-FFF2-40B4-BE49-F238E27FC236}">
                      <a16:creationId xmlns:a16="http://schemas.microsoft.com/office/drawing/2014/main" id="{C83D80AD-15D7-A743-842F-FFE76534F312}"/>
                    </a:ext>
                  </a:extLst>
                </p:cNvPr>
                <p:cNvSpPr>
                  <a:spLocks noChangeShapeType="1"/>
                </p:cNvSpPr>
                <p:nvPr/>
              </p:nvSpPr>
              <p:spPr bwMode="auto">
                <a:xfrm>
                  <a:off x="144" y="0"/>
                  <a:ext cx="4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7" name="Line 127">
                  <a:extLst>
                    <a:ext uri="{FF2B5EF4-FFF2-40B4-BE49-F238E27FC236}">
                      <a16:creationId xmlns:a16="http://schemas.microsoft.com/office/drawing/2014/main" id="{27BD5FAB-E03E-1D45-B5D6-8B05F9AAF3F6}"/>
                    </a:ext>
                  </a:extLst>
                </p:cNvPr>
                <p:cNvSpPr>
                  <a:spLocks noChangeShapeType="1"/>
                </p:cNvSpPr>
                <p:nvPr/>
              </p:nvSpPr>
              <p:spPr bwMode="auto">
                <a:xfrm>
                  <a:off x="48" y="48"/>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sp>
        <p:nvSpPr>
          <p:cNvPr id="321" name="Text Box 128">
            <a:extLst>
              <a:ext uri="{FF2B5EF4-FFF2-40B4-BE49-F238E27FC236}">
                <a16:creationId xmlns:a16="http://schemas.microsoft.com/office/drawing/2014/main" id="{7DCB89CC-9B3D-A644-B63D-C61AC191BD3A}"/>
              </a:ext>
            </a:extLst>
          </p:cNvPr>
          <p:cNvSpPr txBox="1">
            <a:spLocks noChangeArrowheads="1"/>
          </p:cNvSpPr>
          <p:nvPr/>
        </p:nvSpPr>
        <p:spPr bwMode="auto">
          <a:xfrm>
            <a:off x="4140200" y="620985"/>
            <a:ext cx="3505200" cy="46990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  继电器控制接线</a:t>
            </a:r>
          </a:p>
        </p:txBody>
      </p:sp>
      <p:sp>
        <p:nvSpPr>
          <p:cNvPr id="322" name="Text Box 129">
            <a:extLst>
              <a:ext uri="{FF2B5EF4-FFF2-40B4-BE49-F238E27FC236}">
                <a16:creationId xmlns:a16="http://schemas.microsoft.com/office/drawing/2014/main" id="{45E5FB04-5172-4D46-B0AE-B9EF95DAA329}"/>
              </a:ext>
            </a:extLst>
          </p:cNvPr>
          <p:cNvSpPr txBox="1">
            <a:spLocks noChangeArrowheads="1"/>
          </p:cNvSpPr>
          <p:nvPr/>
        </p:nvSpPr>
        <p:spPr bwMode="auto">
          <a:xfrm>
            <a:off x="4191000" y="2579960"/>
            <a:ext cx="3429000" cy="469900"/>
          </a:xfrm>
          <a:prstGeom prst="rect">
            <a:avLst/>
          </a:prstGeom>
          <a:solidFill>
            <a:srgbClr val="FFFFFF"/>
          </a:solidFill>
          <a:ln w="127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  </a:t>
            </a:r>
            <a:r>
              <a:rPr kumimoji="0" lang="en-US" altLang="zh-CN"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控制外部接线</a:t>
            </a:r>
          </a:p>
        </p:txBody>
      </p:sp>
      <p:grpSp>
        <p:nvGrpSpPr>
          <p:cNvPr id="323" name="Group 130">
            <a:extLst>
              <a:ext uri="{FF2B5EF4-FFF2-40B4-BE49-F238E27FC236}">
                <a16:creationId xmlns:a16="http://schemas.microsoft.com/office/drawing/2014/main" id="{B915826F-A0E0-B242-B9AC-7DD09293D843}"/>
              </a:ext>
            </a:extLst>
          </p:cNvPr>
          <p:cNvGrpSpPr>
            <a:grpSpLocks/>
          </p:cNvGrpSpPr>
          <p:nvPr/>
        </p:nvGrpSpPr>
        <p:grpSpPr bwMode="auto">
          <a:xfrm>
            <a:off x="2438400" y="3187972"/>
            <a:ext cx="5137150" cy="2208213"/>
            <a:chOff x="0" y="0"/>
            <a:chExt cx="8090" cy="3477"/>
          </a:xfrm>
        </p:grpSpPr>
        <p:grpSp>
          <p:nvGrpSpPr>
            <p:cNvPr id="324" name="Group 131">
              <a:extLst>
                <a:ext uri="{FF2B5EF4-FFF2-40B4-BE49-F238E27FC236}">
                  <a16:creationId xmlns:a16="http://schemas.microsoft.com/office/drawing/2014/main" id="{B1F7429E-1EB3-294B-9505-55786C2A7DBC}"/>
                </a:ext>
              </a:extLst>
            </p:cNvPr>
            <p:cNvGrpSpPr>
              <a:grpSpLocks/>
            </p:cNvGrpSpPr>
            <p:nvPr/>
          </p:nvGrpSpPr>
          <p:grpSpPr bwMode="auto">
            <a:xfrm>
              <a:off x="0" y="450"/>
              <a:ext cx="2400" cy="2070"/>
              <a:chOff x="0" y="0"/>
              <a:chExt cx="960" cy="828"/>
            </a:xfrm>
          </p:grpSpPr>
          <p:sp>
            <p:nvSpPr>
              <p:cNvPr id="372" name="AutoShape 132">
                <a:extLst>
                  <a:ext uri="{FF2B5EF4-FFF2-40B4-BE49-F238E27FC236}">
                    <a16:creationId xmlns:a16="http://schemas.microsoft.com/office/drawing/2014/main" id="{D87999ED-1A6D-D049-A129-C608A355B6CE}"/>
                  </a:ext>
                </a:extLst>
              </p:cNvPr>
              <p:cNvSpPr>
                <a:spLocks/>
              </p:cNvSpPr>
              <p:nvPr/>
            </p:nvSpPr>
            <p:spPr bwMode="auto">
              <a:xfrm>
                <a:off x="915" y="0"/>
                <a:ext cx="45" cy="828"/>
              </a:xfrm>
              <a:prstGeom prst="leftBrace">
                <a:avLst>
                  <a:gd name="adj1" fmla="val 153333"/>
                  <a:gd name="adj2" fmla="val 50000"/>
                </a:avLst>
              </a:prstGeom>
              <a:noFill/>
              <a:ln w="38100">
                <a:solidFill>
                  <a:srgbClr val="003162"/>
                </a:solidFill>
                <a:round/>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73" name="AutoShape 133">
                <a:extLst>
                  <a:ext uri="{FF2B5EF4-FFF2-40B4-BE49-F238E27FC236}">
                    <a16:creationId xmlns:a16="http://schemas.microsoft.com/office/drawing/2014/main" id="{EB23C817-A87F-FF49-BA31-0B5BBDD7204F}"/>
                  </a:ext>
                </a:extLst>
              </p:cNvPr>
              <p:cNvSpPr>
                <a:spLocks noChangeArrowheads="1"/>
              </p:cNvSpPr>
              <p:nvPr/>
            </p:nvSpPr>
            <p:spPr bwMode="auto">
              <a:xfrm>
                <a:off x="0" y="156"/>
                <a:ext cx="624" cy="576"/>
              </a:xfrm>
              <a:prstGeom prst="wedgeRoundRectCallout">
                <a:avLst>
                  <a:gd name="adj1" fmla="val 95671"/>
                  <a:gd name="adj2" fmla="val -11282"/>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输入设备</a:t>
                </a:r>
              </a:p>
            </p:txBody>
          </p:sp>
        </p:grpSp>
        <p:sp>
          <p:nvSpPr>
            <p:cNvPr id="325" name="Rectangle 134">
              <a:extLst>
                <a:ext uri="{FF2B5EF4-FFF2-40B4-BE49-F238E27FC236}">
                  <a16:creationId xmlns:a16="http://schemas.microsoft.com/office/drawing/2014/main" id="{B8BB6844-F1C9-0841-8BB6-3696405B1165}"/>
                </a:ext>
              </a:extLst>
            </p:cNvPr>
            <p:cNvSpPr>
              <a:spLocks noChangeArrowheads="1"/>
            </p:cNvSpPr>
            <p:nvPr/>
          </p:nvSpPr>
          <p:spPr bwMode="auto">
            <a:xfrm>
              <a:off x="4395" y="215"/>
              <a:ext cx="1485" cy="3263"/>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26" name="Text Box 135">
              <a:extLst>
                <a:ext uri="{FF2B5EF4-FFF2-40B4-BE49-F238E27FC236}">
                  <a16:creationId xmlns:a16="http://schemas.microsoft.com/office/drawing/2014/main" id="{4A757D12-A78C-6F43-B0FC-93AF050CE27A}"/>
                </a:ext>
              </a:extLst>
            </p:cNvPr>
            <p:cNvSpPr txBox="1">
              <a:spLocks noChangeArrowheads="1"/>
            </p:cNvSpPr>
            <p:nvPr/>
          </p:nvSpPr>
          <p:spPr bwMode="auto">
            <a:xfrm>
              <a:off x="4560" y="1560"/>
              <a:ext cx="1285"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PLC</a:t>
              </a:r>
            </a:p>
          </p:txBody>
        </p:sp>
        <p:sp>
          <p:nvSpPr>
            <p:cNvPr id="327" name="Line 136">
              <a:extLst>
                <a:ext uri="{FF2B5EF4-FFF2-40B4-BE49-F238E27FC236}">
                  <a16:creationId xmlns:a16="http://schemas.microsoft.com/office/drawing/2014/main" id="{87A02412-81F2-934D-9982-42165ECC10F1}"/>
                </a:ext>
              </a:extLst>
            </p:cNvPr>
            <p:cNvSpPr>
              <a:spLocks noChangeShapeType="1"/>
            </p:cNvSpPr>
            <p:nvPr/>
          </p:nvSpPr>
          <p:spPr bwMode="auto">
            <a:xfrm>
              <a:off x="5880" y="490"/>
              <a:ext cx="125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8" name="Line 137">
              <a:extLst>
                <a:ext uri="{FF2B5EF4-FFF2-40B4-BE49-F238E27FC236}">
                  <a16:creationId xmlns:a16="http://schemas.microsoft.com/office/drawing/2014/main" id="{B604520A-FE21-EE4F-8306-A2DCD3C77AD3}"/>
                </a:ext>
              </a:extLst>
            </p:cNvPr>
            <p:cNvSpPr>
              <a:spLocks noChangeShapeType="1"/>
            </p:cNvSpPr>
            <p:nvPr/>
          </p:nvSpPr>
          <p:spPr bwMode="auto">
            <a:xfrm>
              <a:off x="6840" y="490"/>
              <a:ext cx="125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9" name="Line 138">
              <a:extLst>
                <a:ext uri="{FF2B5EF4-FFF2-40B4-BE49-F238E27FC236}">
                  <a16:creationId xmlns:a16="http://schemas.microsoft.com/office/drawing/2014/main" id="{40B9A882-5943-B245-8D14-F8091D0FFCD8}"/>
                </a:ext>
              </a:extLst>
            </p:cNvPr>
            <p:cNvSpPr>
              <a:spLocks noChangeShapeType="1"/>
            </p:cNvSpPr>
            <p:nvPr/>
          </p:nvSpPr>
          <p:spPr bwMode="auto">
            <a:xfrm>
              <a:off x="8040" y="490"/>
              <a:ext cx="0" cy="244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0" name="Line 139">
              <a:extLst>
                <a:ext uri="{FF2B5EF4-FFF2-40B4-BE49-F238E27FC236}">
                  <a16:creationId xmlns:a16="http://schemas.microsoft.com/office/drawing/2014/main" id="{17EDC04D-0DF2-E54E-84E9-B0FE43F70382}"/>
                </a:ext>
              </a:extLst>
            </p:cNvPr>
            <p:cNvSpPr>
              <a:spLocks noChangeShapeType="1"/>
            </p:cNvSpPr>
            <p:nvPr/>
          </p:nvSpPr>
          <p:spPr bwMode="auto">
            <a:xfrm>
              <a:off x="5880" y="2880"/>
              <a:ext cx="60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1" name="Line 140">
              <a:extLst>
                <a:ext uri="{FF2B5EF4-FFF2-40B4-BE49-F238E27FC236}">
                  <a16:creationId xmlns:a16="http://schemas.microsoft.com/office/drawing/2014/main" id="{E5A6500E-FAB2-744E-ABE6-84BBED4BA1D6}"/>
                </a:ext>
              </a:extLst>
            </p:cNvPr>
            <p:cNvSpPr>
              <a:spLocks noChangeShapeType="1"/>
            </p:cNvSpPr>
            <p:nvPr/>
          </p:nvSpPr>
          <p:spPr bwMode="auto">
            <a:xfrm>
              <a:off x="7320" y="2880"/>
              <a:ext cx="72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2" name="Text Box 141">
              <a:extLst>
                <a:ext uri="{FF2B5EF4-FFF2-40B4-BE49-F238E27FC236}">
                  <a16:creationId xmlns:a16="http://schemas.microsoft.com/office/drawing/2014/main" id="{EFA049F1-6B5B-2D43-B734-54BEAFE1E0DF}"/>
                </a:ext>
              </a:extLst>
            </p:cNvPr>
            <p:cNvSpPr txBox="1">
              <a:spLocks noChangeArrowheads="1"/>
            </p:cNvSpPr>
            <p:nvPr/>
          </p:nvSpPr>
          <p:spPr bwMode="auto">
            <a:xfrm>
              <a:off x="6720" y="2400"/>
              <a:ext cx="735" cy="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333" name="Line 142">
              <a:extLst>
                <a:ext uri="{FF2B5EF4-FFF2-40B4-BE49-F238E27FC236}">
                  <a16:creationId xmlns:a16="http://schemas.microsoft.com/office/drawing/2014/main" id="{AD50AC2F-D3D2-344E-A816-3E511DBE8724}"/>
                </a:ext>
              </a:extLst>
            </p:cNvPr>
            <p:cNvSpPr>
              <a:spLocks noChangeShapeType="1"/>
            </p:cNvSpPr>
            <p:nvPr/>
          </p:nvSpPr>
          <p:spPr bwMode="auto">
            <a:xfrm>
              <a:off x="3560" y="3205"/>
              <a:ext cx="8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4" name="Line 143">
              <a:extLst>
                <a:ext uri="{FF2B5EF4-FFF2-40B4-BE49-F238E27FC236}">
                  <a16:creationId xmlns:a16="http://schemas.microsoft.com/office/drawing/2014/main" id="{FEAA367F-4030-D34B-8188-B810DDDB70D5}"/>
                </a:ext>
              </a:extLst>
            </p:cNvPr>
            <p:cNvSpPr>
              <a:spLocks noChangeShapeType="1"/>
            </p:cNvSpPr>
            <p:nvPr/>
          </p:nvSpPr>
          <p:spPr bwMode="auto">
            <a:xfrm>
              <a:off x="2520" y="1433"/>
              <a:ext cx="665"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5" name="Line 144">
              <a:extLst>
                <a:ext uri="{FF2B5EF4-FFF2-40B4-BE49-F238E27FC236}">
                  <a16:creationId xmlns:a16="http://schemas.microsoft.com/office/drawing/2014/main" id="{F54A9377-E5E7-A64E-B5FB-8B6CAB221402}"/>
                </a:ext>
              </a:extLst>
            </p:cNvPr>
            <p:cNvSpPr>
              <a:spLocks noChangeShapeType="1"/>
            </p:cNvSpPr>
            <p:nvPr/>
          </p:nvSpPr>
          <p:spPr bwMode="auto">
            <a:xfrm>
              <a:off x="3185" y="1145"/>
              <a:ext cx="0" cy="28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6" name="Line 145">
              <a:extLst>
                <a:ext uri="{FF2B5EF4-FFF2-40B4-BE49-F238E27FC236}">
                  <a16:creationId xmlns:a16="http://schemas.microsoft.com/office/drawing/2014/main" id="{7BCFDDCB-102B-3C43-A73E-EA5B3D0A97AD}"/>
                </a:ext>
              </a:extLst>
            </p:cNvPr>
            <p:cNvSpPr>
              <a:spLocks noChangeShapeType="1"/>
            </p:cNvSpPr>
            <p:nvPr/>
          </p:nvSpPr>
          <p:spPr bwMode="auto">
            <a:xfrm>
              <a:off x="3050" y="1240"/>
              <a:ext cx="665" cy="19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7" name="Line 146">
              <a:extLst>
                <a:ext uri="{FF2B5EF4-FFF2-40B4-BE49-F238E27FC236}">
                  <a16:creationId xmlns:a16="http://schemas.microsoft.com/office/drawing/2014/main" id="{16440793-B1ED-CD48-98C1-F0A14F72F512}"/>
                </a:ext>
              </a:extLst>
            </p:cNvPr>
            <p:cNvSpPr>
              <a:spLocks noChangeShapeType="1"/>
            </p:cNvSpPr>
            <p:nvPr/>
          </p:nvSpPr>
          <p:spPr bwMode="auto">
            <a:xfrm>
              <a:off x="3715" y="1433"/>
              <a:ext cx="655"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8" name="Line 147">
              <a:extLst>
                <a:ext uri="{FF2B5EF4-FFF2-40B4-BE49-F238E27FC236}">
                  <a16:creationId xmlns:a16="http://schemas.microsoft.com/office/drawing/2014/main" id="{1A37D5E5-C796-A24B-A089-B756167E1201}"/>
                </a:ext>
              </a:extLst>
            </p:cNvPr>
            <p:cNvSpPr>
              <a:spLocks noChangeShapeType="1"/>
            </p:cNvSpPr>
            <p:nvPr/>
          </p:nvSpPr>
          <p:spPr bwMode="auto">
            <a:xfrm>
              <a:off x="3448" y="1430"/>
              <a:ext cx="0" cy="283"/>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9" name="Line 148">
              <a:extLst>
                <a:ext uri="{FF2B5EF4-FFF2-40B4-BE49-F238E27FC236}">
                  <a16:creationId xmlns:a16="http://schemas.microsoft.com/office/drawing/2014/main" id="{0F541B0C-A451-A746-A97C-A0DBE3D056B2}"/>
                </a:ext>
              </a:extLst>
            </p:cNvPr>
            <p:cNvSpPr>
              <a:spLocks noChangeShapeType="1"/>
            </p:cNvSpPr>
            <p:nvPr/>
          </p:nvSpPr>
          <p:spPr bwMode="auto">
            <a:xfrm>
              <a:off x="3313" y="1620"/>
              <a:ext cx="0" cy="9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0" name="Line 149">
              <a:extLst>
                <a:ext uri="{FF2B5EF4-FFF2-40B4-BE49-F238E27FC236}">
                  <a16:creationId xmlns:a16="http://schemas.microsoft.com/office/drawing/2014/main" id="{C8424542-D52C-8E4E-BDA8-DB7F6CC81E8B}"/>
                </a:ext>
              </a:extLst>
            </p:cNvPr>
            <p:cNvSpPr>
              <a:spLocks noChangeShapeType="1"/>
            </p:cNvSpPr>
            <p:nvPr/>
          </p:nvSpPr>
          <p:spPr bwMode="auto">
            <a:xfrm>
              <a:off x="3580" y="1620"/>
              <a:ext cx="0" cy="9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1" name="Line 150">
              <a:extLst>
                <a:ext uri="{FF2B5EF4-FFF2-40B4-BE49-F238E27FC236}">
                  <a16:creationId xmlns:a16="http://schemas.microsoft.com/office/drawing/2014/main" id="{F6F2773A-A734-924B-BA45-45156EB5BCE3}"/>
                </a:ext>
              </a:extLst>
            </p:cNvPr>
            <p:cNvSpPr>
              <a:spLocks noChangeShapeType="1"/>
            </p:cNvSpPr>
            <p:nvPr/>
          </p:nvSpPr>
          <p:spPr bwMode="auto">
            <a:xfrm>
              <a:off x="3313" y="1740"/>
              <a:ext cx="265"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2" name="Text Box 151">
              <a:extLst>
                <a:ext uri="{FF2B5EF4-FFF2-40B4-BE49-F238E27FC236}">
                  <a16:creationId xmlns:a16="http://schemas.microsoft.com/office/drawing/2014/main" id="{FDF5E08B-3655-404C-9609-F932FD6B0C0D}"/>
                </a:ext>
              </a:extLst>
            </p:cNvPr>
            <p:cNvSpPr txBox="1">
              <a:spLocks noChangeArrowheads="1"/>
            </p:cNvSpPr>
            <p:nvPr/>
          </p:nvSpPr>
          <p:spPr bwMode="auto">
            <a:xfrm>
              <a:off x="3423" y="870"/>
              <a:ext cx="1005" cy="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20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1</a:t>
              </a:r>
            </a:p>
          </p:txBody>
        </p:sp>
        <p:grpSp>
          <p:nvGrpSpPr>
            <p:cNvPr id="343" name="Group 152">
              <a:extLst>
                <a:ext uri="{FF2B5EF4-FFF2-40B4-BE49-F238E27FC236}">
                  <a16:creationId xmlns:a16="http://schemas.microsoft.com/office/drawing/2014/main" id="{F7F9B136-7598-8444-9755-E44A207B0107}"/>
                </a:ext>
              </a:extLst>
            </p:cNvPr>
            <p:cNvGrpSpPr>
              <a:grpSpLocks/>
            </p:cNvGrpSpPr>
            <p:nvPr/>
          </p:nvGrpSpPr>
          <p:grpSpPr bwMode="auto">
            <a:xfrm>
              <a:off x="2520" y="518"/>
              <a:ext cx="1850" cy="375"/>
              <a:chOff x="0" y="0"/>
              <a:chExt cx="672" cy="192"/>
            </a:xfrm>
          </p:grpSpPr>
          <p:sp>
            <p:nvSpPr>
              <p:cNvPr id="364" name="Line 153">
                <a:extLst>
                  <a:ext uri="{FF2B5EF4-FFF2-40B4-BE49-F238E27FC236}">
                    <a16:creationId xmlns:a16="http://schemas.microsoft.com/office/drawing/2014/main" id="{6EF9EE6C-5746-6B45-86E6-F503623D03A4}"/>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5" name="Line 154">
                <a:extLst>
                  <a:ext uri="{FF2B5EF4-FFF2-40B4-BE49-F238E27FC236}">
                    <a16:creationId xmlns:a16="http://schemas.microsoft.com/office/drawing/2014/main" id="{085B2314-2CA0-D14C-9123-B5925810EDA4}"/>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6" name="Line 155">
                <a:extLst>
                  <a:ext uri="{FF2B5EF4-FFF2-40B4-BE49-F238E27FC236}">
                    <a16:creationId xmlns:a16="http://schemas.microsoft.com/office/drawing/2014/main" id="{F97B9CCE-3496-0F4E-8910-10ADE8D6DF43}"/>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67" name="Group 156">
                <a:extLst>
                  <a:ext uri="{FF2B5EF4-FFF2-40B4-BE49-F238E27FC236}">
                    <a16:creationId xmlns:a16="http://schemas.microsoft.com/office/drawing/2014/main" id="{6B2BF672-2DEB-AA45-A2D9-49B6C1F6E05B}"/>
                  </a:ext>
                </a:extLst>
              </p:cNvPr>
              <p:cNvGrpSpPr>
                <a:grpSpLocks/>
              </p:cNvGrpSpPr>
              <p:nvPr/>
            </p:nvGrpSpPr>
            <p:grpSpPr bwMode="auto">
              <a:xfrm>
                <a:off x="288" y="48"/>
                <a:ext cx="96" cy="144"/>
                <a:chOff x="0" y="0"/>
                <a:chExt cx="96" cy="192"/>
              </a:xfrm>
            </p:grpSpPr>
            <p:sp>
              <p:nvSpPr>
                <p:cNvPr id="368" name="Line 157">
                  <a:extLst>
                    <a:ext uri="{FF2B5EF4-FFF2-40B4-BE49-F238E27FC236}">
                      <a16:creationId xmlns:a16="http://schemas.microsoft.com/office/drawing/2014/main" id="{91177B6D-8E89-304F-A65E-B979DBC234C0}"/>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9" name="Line 158">
                  <a:extLst>
                    <a:ext uri="{FF2B5EF4-FFF2-40B4-BE49-F238E27FC236}">
                      <a16:creationId xmlns:a16="http://schemas.microsoft.com/office/drawing/2014/main" id="{FDA483E3-2F68-C94C-B7CD-B1C97E840E94}"/>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70" name="Line 159">
                  <a:extLst>
                    <a:ext uri="{FF2B5EF4-FFF2-40B4-BE49-F238E27FC236}">
                      <a16:creationId xmlns:a16="http://schemas.microsoft.com/office/drawing/2014/main" id="{872646F4-AD20-7E43-AC0C-BA68048A4236}"/>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71" name="Line 160">
                  <a:extLst>
                    <a:ext uri="{FF2B5EF4-FFF2-40B4-BE49-F238E27FC236}">
                      <a16:creationId xmlns:a16="http://schemas.microsoft.com/office/drawing/2014/main" id="{74908F45-8FC3-B047-9B8B-8506FD1D61C3}"/>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344" name="Text Box 161">
              <a:extLst>
                <a:ext uri="{FF2B5EF4-FFF2-40B4-BE49-F238E27FC236}">
                  <a16:creationId xmlns:a16="http://schemas.microsoft.com/office/drawing/2014/main" id="{94FD3334-90C1-C94B-9B3A-54BC05CC5407}"/>
                </a:ext>
              </a:extLst>
            </p:cNvPr>
            <p:cNvSpPr txBox="1">
              <a:spLocks noChangeArrowheads="1"/>
            </p:cNvSpPr>
            <p:nvPr/>
          </p:nvSpPr>
          <p:spPr bwMode="auto">
            <a:xfrm>
              <a:off x="3080" y="0"/>
              <a:ext cx="1010" cy="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20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2</a:t>
              </a:r>
            </a:p>
          </p:txBody>
        </p:sp>
        <p:sp>
          <p:nvSpPr>
            <p:cNvPr id="345" name="Text Box 162">
              <a:extLst>
                <a:ext uri="{FF2B5EF4-FFF2-40B4-BE49-F238E27FC236}">
                  <a16:creationId xmlns:a16="http://schemas.microsoft.com/office/drawing/2014/main" id="{D3199EA7-10A4-4641-9055-1AF359774D95}"/>
                </a:ext>
              </a:extLst>
            </p:cNvPr>
            <p:cNvSpPr txBox="1">
              <a:spLocks noChangeArrowheads="1"/>
            </p:cNvSpPr>
            <p:nvPr/>
          </p:nvSpPr>
          <p:spPr bwMode="auto">
            <a:xfrm>
              <a:off x="3533" y="1933"/>
              <a:ext cx="925" cy="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R</a:t>
              </a:r>
            </a:p>
          </p:txBody>
        </p:sp>
        <p:grpSp>
          <p:nvGrpSpPr>
            <p:cNvPr id="346" name="Group 163">
              <a:extLst>
                <a:ext uri="{FF2B5EF4-FFF2-40B4-BE49-F238E27FC236}">
                  <a16:creationId xmlns:a16="http://schemas.microsoft.com/office/drawing/2014/main" id="{E0DB97BA-DD03-AC40-A885-CE501F4065D7}"/>
                </a:ext>
              </a:extLst>
            </p:cNvPr>
            <p:cNvGrpSpPr>
              <a:grpSpLocks/>
            </p:cNvGrpSpPr>
            <p:nvPr/>
          </p:nvGrpSpPr>
          <p:grpSpPr bwMode="auto">
            <a:xfrm>
              <a:off x="2540" y="1933"/>
              <a:ext cx="1853" cy="485"/>
              <a:chOff x="0" y="0"/>
              <a:chExt cx="672" cy="240"/>
            </a:xfrm>
          </p:grpSpPr>
          <p:sp>
            <p:nvSpPr>
              <p:cNvPr id="353" name="Line 164">
                <a:extLst>
                  <a:ext uri="{FF2B5EF4-FFF2-40B4-BE49-F238E27FC236}">
                    <a16:creationId xmlns:a16="http://schemas.microsoft.com/office/drawing/2014/main" id="{E14F56E8-C4A9-FE4E-AFFE-09EBEEE25B8A}"/>
                  </a:ext>
                </a:extLst>
              </p:cNvPr>
              <p:cNvSpPr>
                <a:spLocks noChangeShapeType="1"/>
              </p:cNvSpPr>
              <p:nvPr/>
            </p:nvSpPr>
            <p:spPr bwMode="auto">
              <a:xfrm>
                <a:off x="0" y="24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4" name="Line 165">
                <a:extLst>
                  <a:ext uri="{FF2B5EF4-FFF2-40B4-BE49-F238E27FC236}">
                    <a16:creationId xmlns:a16="http://schemas.microsoft.com/office/drawing/2014/main" id="{B604F0DF-3C64-BE4E-A0C8-FF62353F5A9F}"/>
                  </a:ext>
                </a:extLst>
              </p:cNvPr>
              <p:cNvSpPr>
                <a:spLocks noChangeShapeType="1"/>
              </p:cNvSpPr>
              <p:nvPr/>
            </p:nvSpPr>
            <p:spPr bwMode="auto">
              <a:xfrm>
                <a:off x="240"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5" name="Line 166">
                <a:extLst>
                  <a:ext uri="{FF2B5EF4-FFF2-40B4-BE49-F238E27FC236}">
                    <a16:creationId xmlns:a16="http://schemas.microsoft.com/office/drawing/2014/main" id="{ACE95CB1-E6FF-7E4F-8ABB-1F19FB8123CC}"/>
                  </a:ext>
                </a:extLst>
              </p:cNvPr>
              <p:cNvSpPr>
                <a:spLocks noChangeShapeType="1"/>
              </p:cNvSpPr>
              <p:nvPr/>
            </p:nvSpPr>
            <p:spPr bwMode="auto">
              <a:xfrm>
                <a:off x="192" y="144"/>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6" name="Line 167">
                <a:extLst>
                  <a:ext uri="{FF2B5EF4-FFF2-40B4-BE49-F238E27FC236}">
                    <a16:creationId xmlns:a16="http://schemas.microsoft.com/office/drawing/2014/main" id="{76D33D30-4E77-4B42-BE83-EA334FC991C3}"/>
                  </a:ext>
                </a:extLst>
              </p:cNvPr>
              <p:cNvSpPr>
                <a:spLocks noChangeShapeType="1"/>
              </p:cNvSpPr>
              <p:nvPr/>
            </p:nvSpPr>
            <p:spPr bwMode="auto">
              <a:xfrm>
                <a:off x="432" y="24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7" name="Line 168">
                <a:extLst>
                  <a:ext uri="{FF2B5EF4-FFF2-40B4-BE49-F238E27FC236}">
                    <a16:creationId xmlns:a16="http://schemas.microsoft.com/office/drawing/2014/main" id="{08AE734A-0A4F-D343-9E67-BDA8517E95FD}"/>
                  </a:ext>
                </a:extLst>
              </p:cNvPr>
              <p:cNvSpPr>
                <a:spLocks noChangeShapeType="1"/>
              </p:cNvSpPr>
              <p:nvPr/>
            </p:nvSpPr>
            <p:spPr bwMode="auto">
              <a:xfrm>
                <a:off x="336" y="48"/>
                <a:ext cx="0" cy="144"/>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58" name="Group 169">
                <a:extLst>
                  <a:ext uri="{FF2B5EF4-FFF2-40B4-BE49-F238E27FC236}">
                    <a16:creationId xmlns:a16="http://schemas.microsoft.com/office/drawing/2014/main" id="{7529479F-6BC3-6549-BF16-6F81DC6566B3}"/>
                  </a:ext>
                </a:extLst>
              </p:cNvPr>
              <p:cNvGrpSpPr>
                <a:grpSpLocks/>
              </p:cNvGrpSpPr>
              <p:nvPr/>
            </p:nvGrpSpPr>
            <p:grpSpPr bwMode="auto">
              <a:xfrm>
                <a:off x="240" y="0"/>
                <a:ext cx="192" cy="48"/>
                <a:chOff x="0" y="0"/>
                <a:chExt cx="192" cy="48"/>
              </a:xfrm>
            </p:grpSpPr>
            <p:sp>
              <p:nvSpPr>
                <p:cNvPr id="359" name="Line 170">
                  <a:extLst>
                    <a:ext uri="{FF2B5EF4-FFF2-40B4-BE49-F238E27FC236}">
                      <a16:creationId xmlns:a16="http://schemas.microsoft.com/office/drawing/2014/main" id="{B013DD36-8438-9148-BDE4-E1549A983E53}"/>
                    </a:ext>
                  </a:extLst>
                </p:cNvPr>
                <p:cNvSpPr>
                  <a:spLocks noChangeShapeType="1"/>
                </p:cNvSpPr>
                <p:nvPr/>
              </p:nvSpPr>
              <p:spPr bwMode="auto">
                <a:xfrm>
                  <a:off x="48" y="0"/>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0" name="Line 171">
                  <a:extLst>
                    <a:ext uri="{FF2B5EF4-FFF2-40B4-BE49-F238E27FC236}">
                      <a16:creationId xmlns:a16="http://schemas.microsoft.com/office/drawing/2014/main" id="{E51A3057-8199-9E42-BE37-2E527DE01160}"/>
                    </a:ext>
                  </a:extLst>
                </p:cNvPr>
                <p:cNvSpPr>
                  <a:spLocks noChangeShapeType="1"/>
                </p:cNvSpPr>
                <p:nvPr/>
              </p:nvSpPr>
              <p:spPr bwMode="auto">
                <a:xfrm>
                  <a:off x="144" y="0"/>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1" name="Line 172">
                  <a:extLst>
                    <a:ext uri="{FF2B5EF4-FFF2-40B4-BE49-F238E27FC236}">
                      <a16:creationId xmlns:a16="http://schemas.microsoft.com/office/drawing/2014/main" id="{5CED25B4-CEB6-4E40-AADB-D83255140893}"/>
                    </a:ext>
                  </a:extLst>
                </p:cNvPr>
                <p:cNvSpPr>
                  <a:spLocks noChangeShapeType="1"/>
                </p:cNvSpPr>
                <p:nvPr/>
              </p:nvSpPr>
              <p:spPr bwMode="auto">
                <a:xfrm>
                  <a:off x="0" y="0"/>
                  <a:ext cx="4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2" name="Line 173">
                  <a:extLst>
                    <a:ext uri="{FF2B5EF4-FFF2-40B4-BE49-F238E27FC236}">
                      <a16:creationId xmlns:a16="http://schemas.microsoft.com/office/drawing/2014/main" id="{940B339E-FD57-F148-A844-6C7AA7B21A4A}"/>
                    </a:ext>
                  </a:extLst>
                </p:cNvPr>
                <p:cNvSpPr>
                  <a:spLocks noChangeShapeType="1"/>
                </p:cNvSpPr>
                <p:nvPr/>
              </p:nvSpPr>
              <p:spPr bwMode="auto">
                <a:xfrm>
                  <a:off x="144" y="0"/>
                  <a:ext cx="4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3" name="Line 174">
                  <a:extLst>
                    <a:ext uri="{FF2B5EF4-FFF2-40B4-BE49-F238E27FC236}">
                      <a16:creationId xmlns:a16="http://schemas.microsoft.com/office/drawing/2014/main" id="{8D5F674E-3C53-934A-8421-A9ED41068A68}"/>
                    </a:ext>
                  </a:extLst>
                </p:cNvPr>
                <p:cNvSpPr>
                  <a:spLocks noChangeShapeType="1"/>
                </p:cNvSpPr>
                <p:nvPr/>
              </p:nvSpPr>
              <p:spPr bwMode="auto">
                <a:xfrm>
                  <a:off x="48" y="48"/>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347" name="Line 175">
              <a:extLst>
                <a:ext uri="{FF2B5EF4-FFF2-40B4-BE49-F238E27FC236}">
                  <a16:creationId xmlns:a16="http://schemas.microsoft.com/office/drawing/2014/main" id="{A5A15EA5-3C79-9E45-A171-76F212C1C651}"/>
                </a:ext>
              </a:extLst>
            </p:cNvPr>
            <p:cNvSpPr>
              <a:spLocks noChangeShapeType="1"/>
            </p:cNvSpPr>
            <p:nvPr/>
          </p:nvSpPr>
          <p:spPr bwMode="auto">
            <a:xfrm>
              <a:off x="2520" y="490"/>
              <a:ext cx="0" cy="271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48" name="Group 176">
              <a:extLst>
                <a:ext uri="{FF2B5EF4-FFF2-40B4-BE49-F238E27FC236}">
                  <a16:creationId xmlns:a16="http://schemas.microsoft.com/office/drawing/2014/main" id="{8C773603-5568-7A4B-B83E-79F1ECCF25EF}"/>
                </a:ext>
              </a:extLst>
            </p:cNvPr>
            <p:cNvGrpSpPr>
              <a:grpSpLocks/>
            </p:cNvGrpSpPr>
            <p:nvPr/>
          </p:nvGrpSpPr>
          <p:grpSpPr bwMode="auto">
            <a:xfrm flipH="1">
              <a:off x="3353" y="2935"/>
              <a:ext cx="210" cy="543"/>
              <a:chOff x="0" y="0"/>
              <a:chExt cx="48" cy="192"/>
            </a:xfrm>
          </p:grpSpPr>
          <p:sp>
            <p:nvSpPr>
              <p:cNvPr id="351" name="Line 177">
                <a:extLst>
                  <a:ext uri="{FF2B5EF4-FFF2-40B4-BE49-F238E27FC236}">
                    <a16:creationId xmlns:a16="http://schemas.microsoft.com/office/drawing/2014/main" id="{8D688BCA-FCE0-D343-89E8-8F82B526D157}"/>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2" name="Line 178">
                <a:extLst>
                  <a:ext uri="{FF2B5EF4-FFF2-40B4-BE49-F238E27FC236}">
                    <a16:creationId xmlns:a16="http://schemas.microsoft.com/office/drawing/2014/main" id="{B3FE86A9-0F66-4347-95C2-0A6352D9A89C}"/>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49" name="Line 179">
              <a:extLst>
                <a:ext uri="{FF2B5EF4-FFF2-40B4-BE49-F238E27FC236}">
                  <a16:creationId xmlns:a16="http://schemas.microsoft.com/office/drawing/2014/main" id="{C9FBE876-8689-504D-AA82-3DB7730713B3}"/>
                </a:ext>
              </a:extLst>
            </p:cNvPr>
            <p:cNvSpPr>
              <a:spLocks noChangeShapeType="1"/>
            </p:cNvSpPr>
            <p:nvPr/>
          </p:nvSpPr>
          <p:spPr bwMode="auto">
            <a:xfrm>
              <a:off x="2520" y="3205"/>
              <a:ext cx="83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0" name="Rectangle 180">
              <a:extLst>
                <a:ext uri="{FF2B5EF4-FFF2-40B4-BE49-F238E27FC236}">
                  <a16:creationId xmlns:a16="http://schemas.microsoft.com/office/drawing/2014/main" id="{4653157C-FDAB-924B-B5B6-DA6831751872}"/>
                </a:ext>
              </a:extLst>
            </p:cNvPr>
            <p:cNvSpPr>
              <a:spLocks noChangeArrowheads="1"/>
            </p:cNvSpPr>
            <p:nvPr/>
          </p:nvSpPr>
          <p:spPr bwMode="auto">
            <a:xfrm>
              <a:off x="6360" y="80"/>
              <a:ext cx="830" cy="813"/>
            </a:xfrm>
            <a:prstGeom prst="rect">
              <a:avLst/>
            </a:prstGeom>
            <a:solidFill>
              <a:srgbClr val="FFFFFF"/>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grpSp>
      <p:sp>
        <p:nvSpPr>
          <p:cNvPr id="374" name="AutoShape 181">
            <a:extLst>
              <a:ext uri="{FF2B5EF4-FFF2-40B4-BE49-F238E27FC236}">
                <a16:creationId xmlns:a16="http://schemas.microsoft.com/office/drawing/2014/main" id="{49F3E74B-28D1-FD4B-8B38-8A591536669F}"/>
              </a:ext>
            </a:extLst>
          </p:cNvPr>
          <p:cNvSpPr>
            <a:spLocks noChangeArrowheads="1"/>
          </p:cNvSpPr>
          <p:nvPr/>
        </p:nvSpPr>
        <p:spPr bwMode="auto">
          <a:xfrm>
            <a:off x="7543800" y="3645172"/>
            <a:ext cx="990600" cy="990600"/>
          </a:xfrm>
          <a:prstGeom prst="wedgeRoundRectCallout">
            <a:avLst>
              <a:gd name="adj1" fmla="val -125319"/>
              <a:gd name="adj2" fmla="val -46634"/>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输出设备</a:t>
            </a:r>
          </a:p>
        </p:txBody>
      </p:sp>
      <p:sp>
        <p:nvSpPr>
          <p:cNvPr id="375" name="Rectangle 182">
            <a:extLst>
              <a:ext uri="{FF2B5EF4-FFF2-40B4-BE49-F238E27FC236}">
                <a16:creationId xmlns:a16="http://schemas.microsoft.com/office/drawing/2014/main" id="{4B283034-FE03-7B46-B79A-AC3973657A70}"/>
              </a:ext>
            </a:extLst>
          </p:cNvPr>
          <p:cNvSpPr>
            <a:spLocks noChangeArrowheads="1"/>
          </p:cNvSpPr>
          <p:nvPr/>
        </p:nvSpPr>
        <p:spPr bwMode="auto">
          <a:xfrm>
            <a:off x="323850" y="4878660"/>
            <a:ext cx="32004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 欲改变控制功能：</a:t>
            </a:r>
          </a:p>
        </p:txBody>
      </p:sp>
      <p:grpSp>
        <p:nvGrpSpPr>
          <p:cNvPr id="376" name="Group 183">
            <a:extLst>
              <a:ext uri="{FF2B5EF4-FFF2-40B4-BE49-F238E27FC236}">
                <a16:creationId xmlns:a16="http://schemas.microsoft.com/office/drawing/2014/main" id="{ACA6B600-FF04-C746-9D1B-64FB599D38A6}"/>
              </a:ext>
            </a:extLst>
          </p:cNvPr>
          <p:cNvGrpSpPr>
            <a:grpSpLocks/>
          </p:cNvGrpSpPr>
          <p:nvPr/>
        </p:nvGrpSpPr>
        <p:grpSpPr bwMode="auto">
          <a:xfrm>
            <a:off x="1752600" y="2044972"/>
            <a:ext cx="2209800" cy="1295400"/>
            <a:chOff x="0" y="0"/>
            <a:chExt cx="1392" cy="816"/>
          </a:xfrm>
        </p:grpSpPr>
        <p:sp>
          <p:nvSpPr>
            <p:cNvPr id="377" name="Rectangle 184">
              <a:extLst>
                <a:ext uri="{FF2B5EF4-FFF2-40B4-BE49-F238E27FC236}">
                  <a16:creationId xmlns:a16="http://schemas.microsoft.com/office/drawing/2014/main" id="{A01B0910-3E88-B748-A734-24F07801DE33}"/>
                </a:ext>
              </a:extLst>
            </p:cNvPr>
            <p:cNvSpPr>
              <a:spLocks noChangeArrowheads="1"/>
            </p:cNvSpPr>
            <p:nvPr/>
          </p:nvSpPr>
          <p:spPr bwMode="auto">
            <a:xfrm>
              <a:off x="384" y="148"/>
              <a:ext cx="768" cy="524"/>
            </a:xfrm>
            <a:prstGeom prst="rect">
              <a:avLst/>
            </a:prstGeom>
            <a:noFill/>
            <a:ln w="9525">
              <a:solidFill>
                <a:srgbClr val="00316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主电路</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相同</a:t>
              </a:r>
            </a:p>
          </p:txBody>
        </p:sp>
        <p:grpSp>
          <p:nvGrpSpPr>
            <p:cNvPr id="378" name="Group 185">
              <a:extLst>
                <a:ext uri="{FF2B5EF4-FFF2-40B4-BE49-F238E27FC236}">
                  <a16:creationId xmlns:a16="http://schemas.microsoft.com/office/drawing/2014/main" id="{9850ED51-0430-B94A-BBC0-24E80DD8989A}"/>
                </a:ext>
              </a:extLst>
            </p:cNvPr>
            <p:cNvGrpSpPr>
              <a:grpSpLocks/>
            </p:cNvGrpSpPr>
            <p:nvPr/>
          </p:nvGrpSpPr>
          <p:grpSpPr bwMode="auto">
            <a:xfrm>
              <a:off x="1104" y="0"/>
              <a:ext cx="288" cy="816"/>
              <a:chOff x="0" y="0"/>
              <a:chExt cx="288" cy="816"/>
            </a:xfrm>
          </p:grpSpPr>
          <p:sp>
            <p:nvSpPr>
              <p:cNvPr id="380" name="AutoShape 186">
                <a:extLst>
                  <a:ext uri="{FF2B5EF4-FFF2-40B4-BE49-F238E27FC236}">
                    <a16:creationId xmlns:a16="http://schemas.microsoft.com/office/drawing/2014/main" id="{B5FB94E2-36C1-F144-A84A-E3BE24DEC75A}"/>
                  </a:ext>
                </a:extLst>
              </p:cNvPr>
              <p:cNvSpPr>
                <a:spLocks noChangeArrowheads="1"/>
              </p:cNvSpPr>
              <p:nvPr/>
            </p:nvSpPr>
            <p:spPr bwMode="auto">
              <a:xfrm rot="2851567">
                <a:off x="96" y="-96"/>
                <a:ext cx="96" cy="288"/>
              </a:xfrm>
              <a:prstGeom prst="downArrow">
                <a:avLst>
                  <a:gd name="adj1" fmla="val 50000"/>
                  <a:gd name="adj2" fmla="val 75000"/>
                </a:avLst>
              </a:prstGeom>
              <a:solidFill>
                <a:srgbClr val="FF0000"/>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81" name="AutoShape 187">
                <a:extLst>
                  <a:ext uri="{FF2B5EF4-FFF2-40B4-BE49-F238E27FC236}">
                    <a16:creationId xmlns:a16="http://schemas.microsoft.com/office/drawing/2014/main" id="{D1C2AA44-0397-8345-A4C9-17EC7668162F}"/>
                  </a:ext>
                </a:extLst>
              </p:cNvPr>
              <p:cNvSpPr>
                <a:spLocks noChangeArrowheads="1"/>
              </p:cNvSpPr>
              <p:nvPr/>
            </p:nvSpPr>
            <p:spPr bwMode="auto">
              <a:xfrm rot="7690887">
                <a:off x="96" y="624"/>
                <a:ext cx="96" cy="288"/>
              </a:xfrm>
              <a:prstGeom prst="downArrow">
                <a:avLst>
                  <a:gd name="adj1" fmla="val 50000"/>
                  <a:gd name="adj2" fmla="val 75000"/>
                </a:avLst>
              </a:prstGeom>
              <a:solidFill>
                <a:srgbClr val="FF0000"/>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sp>
          <p:nvSpPr>
            <p:cNvPr id="379" name="AutoShape 188">
              <a:extLst>
                <a:ext uri="{FF2B5EF4-FFF2-40B4-BE49-F238E27FC236}">
                  <a16:creationId xmlns:a16="http://schemas.microsoft.com/office/drawing/2014/main" id="{54E793EC-7D72-694F-8A78-D25DD09F495B}"/>
                </a:ext>
              </a:extLst>
            </p:cNvPr>
            <p:cNvSpPr>
              <a:spLocks noChangeArrowheads="1"/>
            </p:cNvSpPr>
            <p:nvPr/>
          </p:nvSpPr>
          <p:spPr bwMode="auto">
            <a:xfrm>
              <a:off x="0" y="336"/>
              <a:ext cx="384" cy="192"/>
            </a:xfrm>
            <a:prstGeom prst="leftArrow">
              <a:avLst>
                <a:gd name="adj1" fmla="val 50000"/>
                <a:gd name="adj2" fmla="val 50000"/>
              </a:avLst>
            </a:prstGeom>
            <a:solidFill>
              <a:srgbClr val="FF0000"/>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sp>
        <p:nvSpPr>
          <p:cNvPr id="382" name="AutoShape 189">
            <a:extLst>
              <a:ext uri="{FF2B5EF4-FFF2-40B4-BE49-F238E27FC236}">
                <a16:creationId xmlns:a16="http://schemas.microsoft.com/office/drawing/2014/main" id="{9D758AFE-CD54-C049-BECD-B0DE8BDEE316}"/>
              </a:ext>
            </a:extLst>
          </p:cNvPr>
          <p:cNvSpPr>
            <a:spLocks noChangeArrowheads="1"/>
          </p:cNvSpPr>
          <p:nvPr/>
        </p:nvSpPr>
        <p:spPr bwMode="auto">
          <a:xfrm>
            <a:off x="2133600" y="444772"/>
            <a:ext cx="1219200" cy="838200"/>
          </a:xfrm>
          <a:prstGeom prst="downArrow">
            <a:avLst>
              <a:gd name="adj1" fmla="val 50000"/>
              <a:gd name="adj2" fmla="val 25000"/>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例如</a:t>
            </a:r>
          </a:p>
        </p:txBody>
      </p:sp>
      <p:grpSp>
        <p:nvGrpSpPr>
          <p:cNvPr id="383" name="Group 190">
            <a:extLst>
              <a:ext uri="{FF2B5EF4-FFF2-40B4-BE49-F238E27FC236}">
                <a16:creationId xmlns:a16="http://schemas.microsoft.com/office/drawing/2014/main" id="{9CFB5A2B-6987-3D4D-AADE-725C1F52ED5F}"/>
              </a:ext>
            </a:extLst>
          </p:cNvPr>
          <p:cNvGrpSpPr>
            <a:grpSpLocks/>
          </p:cNvGrpSpPr>
          <p:nvPr/>
        </p:nvGrpSpPr>
        <p:grpSpPr bwMode="auto">
          <a:xfrm>
            <a:off x="7848600" y="1282972"/>
            <a:ext cx="990600" cy="4572000"/>
            <a:chOff x="0" y="0"/>
            <a:chExt cx="432" cy="2880"/>
          </a:xfrm>
        </p:grpSpPr>
        <p:sp>
          <p:nvSpPr>
            <p:cNvPr id="384" name="Line 191">
              <a:extLst>
                <a:ext uri="{FF2B5EF4-FFF2-40B4-BE49-F238E27FC236}">
                  <a16:creationId xmlns:a16="http://schemas.microsoft.com/office/drawing/2014/main" id="{05875244-8133-8046-A3A6-4BBEB4AE029B}"/>
                </a:ext>
              </a:extLst>
            </p:cNvPr>
            <p:cNvSpPr>
              <a:spLocks noChangeShapeType="1"/>
            </p:cNvSpPr>
            <p:nvPr/>
          </p:nvSpPr>
          <p:spPr bwMode="auto">
            <a:xfrm>
              <a:off x="432" y="0"/>
              <a:ext cx="0" cy="288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
          <p:nvSpPr>
            <p:cNvPr id="385" name="Line 192">
              <a:extLst>
                <a:ext uri="{FF2B5EF4-FFF2-40B4-BE49-F238E27FC236}">
                  <a16:creationId xmlns:a16="http://schemas.microsoft.com/office/drawing/2014/main" id="{0F81091D-160D-3D40-B334-CD8D251D8A4D}"/>
                </a:ext>
              </a:extLst>
            </p:cNvPr>
            <p:cNvSpPr>
              <a:spLocks noChangeShapeType="1"/>
            </p:cNvSpPr>
            <p:nvPr/>
          </p:nvSpPr>
          <p:spPr bwMode="auto">
            <a:xfrm>
              <a:off x="144" y="2880"/>
              <a:ext cx="288"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
          <p:nvSpPr>
            <p:cNvPr id="386" name="Line 193">
              <a:extLst>
                <a:ext uri="{FF2B5EF4-FFF2-40B4-BE49-F238E27FC236}">
                  <a16:creationId xmlns:a16="http://schemas.microsoft.com/office/drawing/2014/main" id="{38D9ABB5-ACF7-8044-9C3B-D1F26A46984F}"/>
                </a:ext>
              </a:extLst>
            </p:cNvPr>
            <p:cNvSpPr>
              <a:spLocks noChangeShapeType="1"/>
            </p:cNvSpPr>
            <p:nvPr/>
          </p:nvSpPr>
          <p:spPr bwMode="auto">
            <a:xfrm flipH="1">
              <a:off x="0" y="0"/>
              <a:ext cx="432"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grpSp>
      <p:sp>
        <p:nvSpPr>
          <p:cNvPr id="4" name="文本框 3">
            <a:extLst>
              <a:ext uri="{FF2B5EF4-FFF2-40B4-BE49-F238E27FC236}">
                <a16:creationId xmlns:a16="http://schemas.microsoft.com/office/drawing/2014/main" id="{BE2A6FCF-DEDD-37CD-3187-D3431EB88C22}"/>
              </a:ext>
            </a:extLst>
          </p:cNvPr>
          <p:cNvSpPr txBox="1"/>
          <p:nvPr/>
        </p:nvSpPr>
        <p:spPr>
          <a:xfrm rot="420000">
            <a:off x="7382419" y="200251"/>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16301760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382"/>
                                        </p:tgtEl>
                                        <p:attrNameLst>
                                          <p:attrName>style.visibility</p:attrName>
                                        </p:attrNameLst>
                                      </p:cBhvr>
                                      <p:to>
                                        <p:strVal val="visible"/>
                                      </p:to>
                                    </p:set>
                                    <p:anim calcmode="lin" valueType="num">
                                      <p:cBhvr>
                                        <p:cTn id="7" dur="500" fill="hold"/>
                                        <p:tgtEl>
                                          <p:spTgt spid="382"/>
                                        </p:tgtEl>
                                        <p:attrNameLst>
                                          <p:attrName>ppt_x</p:attrName>
                                        </p:attrNameLst>
                                      </p:cBhvr>
                                      <p:tavLst>
                                        <p:tav tm="0">
                                          <p:val>
                                            <p:strVal val="#ppt_x"/>
                                          </p:val>
                                        </p:tav>
                                        <p:tav tm="100000">
                                          <p:val>
                                            <p:strVal val="#ppt_x"/>
                                          </p:val>
                                        </p:tav>
                                      </p:tavLst>
                                    </p:anim>
                                    <p:anim calcmode="lin" valueType="num">
                                      <p:cBhvr>
                                        <p:cTn id="8" dur="500" fill="hold"/>
                                        <p:tgtEl>
                                          <p:spTgt spid="382"/>
                                        </p:tgtEl>
                                        <p:attrNameLst>
                                          <p:attrName>ppt_y</p:attrName>
                                        </p:attrNameLst>
                                      </p:cBhvr>
                                      <p:tavLst>
                                        <p:tav tm="0">
                                          <p:val>
                                            <p:strVal val="#ppt_y-#ppt_h/2"/>
                                          </p:val>
                                        </p:tav>
                                        <p:tav tm="100000">
                                          <p:val>
                                            <p:strVal val="#ppt_y"/>
                                          </p:val>
                                        </p:tav>
                                      </p:tavLst>
                                    </p:anim>
                                    <p:anim calcmode="lin" valueType="num">
                                      <p:cBhvr>
                                        <p:cTn id="9" dur="500" fill="hold"/>
                                        <p:tgtEl>
                                          <p:spTgt spid="382"/>
                                        </p:tgtEl>
                                        <p:attrNameLst>
                                          <p:attrName>ppt_w</p:attrName>
                                        </p:attrNameLst>
                                      </p:cBhvr>
                                      <p:tavLst>
                                        <p:tav tm="0">
                                          <p:val>
                                            <p:strVal val="#ppt_w"/>
                                          </p:val>
                                        </p:tav>
                                        <p:tav tm="100000">
                                          <p:val>
                                            <p:strVal val="#ppt_w"/>
                                          </p:val>
                                        </p:tav>
                                      </p:tavLst>
                                    </p:anim>
                                    <p:anim calcmode="lin" valueType="num">
                                      <p:cBhvr>
                                        <p:cTn id="10" dur="500" fill="hold"/>
                                        <p:tgtEl>
                                          <p:spTgt spid="382"/>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97"/>
                                        </p:tgtEl>
                                        <p:attrNameLst>
                                          <p:attrName>style.visibility</p:attrName>
                                        </p:attrNameLst>
                                      </p:cBhvr>
                                      <p:to>
                                        <p:strVal val="visible"/>
                                      </p:to>
                                    </p:set>
                                    <p:animEffect transition="in" filter="wipe(up)">
                                      <p:cBhvr>
                                        <p:cTn id="15" dur="500"/>
                                        <p:tgtEl>
                                          <p:spTgt spid="19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21"/>
                                        </p:tgtEl>
                                        <p:attrNameLst>
                                          <p:attrName>style.visibility</p:attrName>
                                        </p:attrNameLst>
                                      </p:cBhvr>
                                      <p:to>
                                        <p:strVal val="visible"/>
                                      </p:to>
                                    </p:set>
                                    <p:animEffect transition="in" filter="blinds(horizontal)">
                                      <p:cBhvr>
                                        <p:cTn id="20" dur="500"/>
                                        <p:tgtEl>
                                          <p:spTgt spid="321"/>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266"/>
                                        </p:tgtEl>
                                        <p:attrNameLst>
                                          <p:attrName>style.visibility</p:attrName>
                                        </p:attrNameLst>
                                      </p:cBhvr>
                                      <p:to>
                                        <p:strVal val="visible"/>
                                      </p:to>
                                    </p:set>
                                    <p:animEffect transition="in" filter="checkerboard(across)">
                                      <p:cBhvr>
                                        <p:cTn id="25" dur="500"/>
                                        <p:tgtEl>
                                          <p:spTgt spid="26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22"/>
                                        </p:tgtEl>
                                        <p:attrNameLst>
                                          <p:attrName>style.visibility</p:attrName>
                                        </p:attrNameLst>
                                      </p:cBhvr>
                                      <p:to>
                                        <p:strVal val="visible"/>
                                      </p:to>
                                    </p:set>
                                    <p:animEffect transition="in" filter="blinds(horizontal)">
                                      <p:cBhvr>
                                        <p:cTn id="30" dur="500"/>
                                        <p:tgtEl>
                                          <p:spTgt spid="32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23"/>
                                        </p:tgtEl>
                                        <p:attrNameLst>
                                          <p:attrName>style.visibility</p:attrName>
                                        </p:attrNameLst>
                                      </p:cBhvr>
                                      <p:to>
                                        <p:strVal val="visible"/>
                                      </p:to>
                                    </p:set>
                                    <p:animEffect transition="in" filter="wipe(left)">
                                      <p:cBhvr>
                                        <p:cTn id="35" dur="500"/>
                                        <p:tgtEl>
                                          <p:spTgt spid="32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374"/>
                                        </p:tgtEl>
                                        <p:attrNameLst>
                                          <p:attrName>style.visibility</p:attrName>
                                        </p:attrNameLst>
                                      </p:cBhvr>
                                      <p:to>
                                        <p:strVal val="visible"/>
                                      </p:to>
                                    </p:set>
                                    <p:anim calcmode="lin" valueType="num">
                                      <p:cBhvr additive="base">
                                        <p:cTn id="40" dur="500" fill="hold"/>
                                        <p:tgtEl>
                                          <p:spTgt spid="374"/>
                                        </p:tgtEl>
                                        <p:attrNameLst>
                                          <p:attrName>ppt_x</p:attrName>
                                        </p:attrNameLst>
                                      </p:cBhvr>
                                      <p:tavLst>
                                        <p:tav tm="0">
                                          <p:val>
                                            <p:strVal val="1+#ppt_w/2"/>
                                          </p:val>
                                        </p:tav>
                                        <p:tav tm="100000">
                                          <p:val>
                                            <p:strVal val="#ppt_x"/>
                                          </p:val>
                                        </p:tav>
                                      </p:tavLst>
                                    </p:anim>
                                    <p:anim calcmode="lin" valueType="num">
                                      <p:cBhvr additive="base">
                                        <p:cTn id="41" dur="500" fill="hold"/>
                                        <p:tgtEl>
                                          <p:spTgt spid="374"/>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nodeType="clickEffect">
                                  <p:stCondLst>
                                    <p:cond delay="0"/>
                                  </p:stCondLst>
                                  <p:childTnLst>
                                    <p:set>
                                      <p:cBhvr>
                                        <p:cTn id="45" dur="1" fill="hold">
                                          <p:stCondLst>
                                            <p:cond delay="0"/>
                                          </p:stCondLst>
                                        </p:cTn>
                                        <p:tgtEl>
                                          <p:spTgt spid="376"/>
                                        </p:tgtEl>
                                        <p:attrNameLst>
                                          <p:attrName>style.visibility</p:attrName>
                                        </p:attrNameLst>
                                      </p:cBhvr>
                                      <p:to>
                                        <p:strVal val="visible"/>
                                      </p:to>
                                    </p:set>
                                    <p:animEffect transition="in" filter="wipe(right)">
                                      <p:cBhvr>
                                        <p:cTn id="46" dur="500"/>
                                        <p:tgtEl>
                                          <p:spTgt spid="376"/>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75"/>
                                        </p:tgtEl>
                                        <p:attrNameLst>
                                          <p:attrName>style.visibility</p:attrName>
                                        </p:attrNameLst>
                                      </p:cBhvr>
                                      <p:to>
                                        <p:strVal val="visible"/>
                                      </p:to>
                                    </p:set>
                                    <p:animEffect transition="in" filter="blinds(horizontal)">
                                      <p:cBhvr>
                                        <p:cTn id="51" dur="500"/>
                                        <p:tgtEl>
                                          <p:spTgt spid="37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96"/>
                                        </p:tgtEl>
                                        <p:attrNameLst>
                                          <p:attrName>style.visibility</p:attrName>
                                        </p:attrNameLst>
                                      </p:cBhvr>
                                      <p:to>
                                        <p:strVal val="visible"/>
                                      </p:to>
                                    </p:set>
                                    <p:animEffect transition="in" filter="wipe(up)">
                                      <p:cBhvr>
                                        <p:cTn id="56" dur="500"/>
                                        <p:tgtEl>
                                          <p:spTgt spid="19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383"/>
                                        </p:tgtEl>
                                        <p:attrNameLst>
                                          <p:attrName>style.visibility</p:attrName>
                                        </p:attrNameLst>
                                      </p:cBhvr>
                                      <p:to>
                                        <p:strVal val="visible"/>
                                      </p:to>
                                    </p:set>
                                    <p:animEffect transition="in" filter="wipe(down)">
                                      <p:cBhvr>
                                        <p:cTn id="61" dur="500"/>
                                        <p:tgtEl>
                                          <p:spTgt spid="38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95"/>
                                        </p:tgtEl>
                                        <p:attrNameLst>
                                          <p:attrName>style.visibility</p:attrName>
                                        </p:attrNameLst>
                                      </p:cBhvr>
                                      <p:to>
                                        <p:strVal val="visible"/>
                                      </p:to>
                                    </p:set>
                                    <p:animEffect transition="in" filter="wipe(up)">
                                      <p:cBhvr>
                                        <p:cTn id="66"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bldLvl="0" animBg="1" autoUpdateAnimBg="0"/>
      <p:bldP spid="196" grpId="0" bldLvl="0" animBg="1" autoUpdateAnimBg="0"/>
      <p:bldP spid="321" grpId="0" bldLvl="0" animBg="1" autoUpdateAnimBg="0"/>
      <p:bldP spid="322" grpId="0" bldLvl="0" animBg="1" autoUpdateAnimBg="0"/>
      <p:bldP spid="374" grpId="0" animBg="1" autoUpdateAnimBg="0"/>
      <p:bldP spid="375" grpId="0" bldLvl="0" animBg="1" autoUpdateAnimBg="0"/>
      <p:bldP spid="382"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2">
            <a:extLst>
              <a:ext uri="{FF2B5EF4-FFF2-40B4-BE49-F238E27FC236}">
                <a16:creationId xmlns:a16="http://schemas.microsoft.com/office/drawing/2014/main" id="{BD9437EF-06F1-D04F-BF86-43E7718D2FE6}"/>
              </a:ext>
            </a:extLst>
          </p:cNvPr>
          <p:cNvSpPr>
            <a:spLocks noChangeArrowheads="1"/>
          </p:cNvSpPr>
          <p:nvPr/>
        </p:nvSpPr>
        <p:spPr bwMode="auto">
          <a:xfrm>
            <a:off x="611188" y="836190"/>
            <a:ext cx="8001000" cy="466725"/>
          </a:xfrm>
          <a:prstGeom prst="rect">
            <a:avLst/>
          </a:prstGeom>
          <a:solidFill>
            <a:srgbClr val="FFFFFF"/>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a:t>
            </a:r>
            <a:r>
              <a:rPr kumimoji="0" lang="en-US" altLang="zh-CN"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2</a:t>
            </a:r>
            <a:r>
              <a:rPr kumimoji="0" lang="zh-CN" altLang="en-US"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a:t>
            </a:r>
            <a:r>
              <a:rPr kumimoji="0" lang="zh-CN" altLang="zh-CN" sz="24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语句表编程语言</a:t>
            </a:r>
          </a:p>
        </p:txBody>
      </p:sp>
      <p:sp>
        <p:nvSpPr>
          <p:cNvPr id="47" name="Text Box 3">
            <a:extLst>
              <a:ext uri="{FF2B5EF4-FFF2-40B4-BE49-F238E27FC236}">
                <a16:creationId xmlns:a16="http://schemas.microsoft.com/office/drawing/2014/main" id="{D672C861-14A0-9D4B-8D0F-F34A0EFE0484}"/>
              </a:ext>
            </a:extLst>
          </p:cNvPr>
          <p:cNvSpPr txBox="1">
            <a:spLocks noChangeArrowheads="1"/>
          </p:cNvSpPr>
          <p:nvPr/>
        </p:nvSpPr>
        <p:spPr bwMode="auto">
          <a:xfrm>
            <a:off x="611188" y="1556915"/>
            <a:ext cx="8001000" cy="466725"/>
          </a:xfrm>
          <a:prstGeom prst="rect">
            <a:avLst/>
          </a:prstGeom>
          <a:solidFill>
            <a:srgbClr val="FFFFFF"/>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 用助记符表示指令的功能</a:t>
            </a:r>
          </a:p>
        </p:txBody>
      </p:sp>
      <p:sp>
        <p:nvSpPr>
          <p:cNvPr id="48" name="Rectangle 4">
            <a:extLst>
              <a:ext uri="{FF2B5EF4-FFF2-40B4-BE49-F238E27FC236}">
                <a16:creationId xmlns:a16="http://schemas.microsoft.com/office/drawing/2014/main" id="{7F66DD91-235C-C94D-BBE5-1F00571FDAD7}"/>
              </a:ext>
            </a:extLst>
          </p:cNvPr>
          <p:cNvSpPr>
            <a:spLocks noChangeArrowheads="1"/>
          </p:cNvSpPr>
          <p:nvPr/>
        </p:nvSpPr>
        <p:spPr bwMode="auto">
          <a:xfrm>
            <a:off x="676275" y="2780878"/>
            <a:ext cx="8001000" cy="466725"/>
          </a:xfrm>
          <a:prstGeom prst="rect">
            <a:avLst/>
          </a:prstGeom>
          <a:gradFill rotWithShape="0">
            <a:gsLst>
              <a:gs pos="0">
                <a:srgbClr val="FFFFCC"/>
              </a:gs>
              <a:gs pos="50000">
                <a:srgbClr val="FFFFFF"/>
              </a:gs>
              <a:gs pos="100000">
                <a:srgbClr val="FFFFCC"/>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 多条指令语句的组合构成了语句表 程序</a:t>
            </a:r>
          </a:p>
        </p:txBody>
      </p:sp>
      <p:sp>
        <p:nvSpPr>
          <p:cNvPr id="49" name="Rectangle 5">
            <a:extLst>
              <a:ext uri="{FF2B5EF4-FFF2-40B4-BE49-F238E27FC236}">
                <a16:creationId xmlns:a16="http://schemas.microsoft.com/office/drawing/2014/main" id="{8CAB0EDB-5448-9145-929E-56B31D1E7D01}"/>
              </a:ext>
            </a:extLst>
          </p:cNvPr>
          <p:cNvSpPr>
            <a:spLocks noChangeArrowheads="1"/>
          </p:cNvSpPr>
          <p:nvPr/>
        </p:nvSpPr>
        <p:spPr bwMode="auto">
          <a:xfrm>
            <a:off x="611188" y="2133178"/>
            <a:ext cx="8001000" cy="465137"/>
          </a:xfrm>
          <a:prstGeom prst="rect">
            <a:avLst/>
          </a:prstGeom>
          <a:gradFill rotWithShape="0">
            <a:gsLst>
              <a:gs pos="0">
                <a:srgbClr val="FFFFCC"/>
              </a:gs>
              <a:gs pos="50000">
                <a:srgbClr val="FFFFFF"/>
              </a:gs>
              <a:gs pos="100000">
                <a:srgbClr val="FFFFCC"/>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 指令语句是</a:t>
            </a: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用户程序的基础元素</a:t>
            </a:r>
          </a:p>
        </p:txBody>
      </p:sp>
      <p:sp>
        <p:nvSpPr>
          <p:cNvPr id="50" name="Text Box 6">
            <a:extLst>
              <a:ext uri="{FF2B5EF4-FFF2-40B4-BE49-F238E27FC236}">
                <a16:creationId xmlns:a16="http://schemas.microsoft.com/office/drawing/2014/main" id="{7B04B1EA-F572-E449-A7DC-4ED781920D13}"/>
              </a:ext>
            </a:extLst>
          </p:cNvPr>
          <p:cNvSpPr txBox="1">
            <a:spLocks noChangeArrowheads="1"/>
          </p:cNvSpPr>
          <p:nvPr/>
        </p:nvSpPr>
        <p:spPr bwMode="auto">
          <a:xfrm>
            <a:off x="4283075" y="3573040"/>
            <a:ext cx="4535488" cy="2232025"/>
          </a:xfrm>
          <a:prstGeom prst="rect">
            <a:avLst/>
          </a:prstGeom>
          <a:solidFill>
            <a:srgbClr val="FFFFCC"/>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LD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r>
              <a:rPr kumimoji="0" lang="zh-CN"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表示逻辑操</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作开始</a:t>
            </a: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OR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r>
              <a:rPr kumimoji="0" lang="zh-CN"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01000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表示常开触点</a:t>
            </a:r>
            <a:r>
              <a:rPr kumimoji="0" lang="en-US" altLang="zh-CN"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01000</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与前面的触点并联</a:t>
            </a:r>
            <a:r>
              <a:rPr kumimoji="0" lang="zh-CN" altLang="zh-CN"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   </a:t>
            </a:r>
            <a:r>
              <a:rPr kumimoji="0" lang="zh-CN"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AND NOT  00001</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r>
              <a:rPr kumimoji="0" lang="zh-CN" altLang="en-US"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 </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表示常闭触点</a:t>
            </a:r>
            <a:r>
              <a:rPr kumimoji="0" lang="en-US" altLang="zh-CN"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00101</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与前面的触点串联</a:t>
            </a:r>
            <a:endParaRPr kumimoji="0" lang="zh-CN" altLang="en-US"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endParaRPr>
          </a:p>
          <a:p>
            <a:pPr marL="0" marR="0" lvl="0" indent="0" algn="just" defTabSz="914400" eaLnBrk="1" fontAlgn="auto" latinLnBrk="0" hangingPunct="1">
              <a:lnSpc>
                <a:spcPct val="150000"/>
              </a:lnSpc>
              <a:spcBef>
                <a:spcPts val="0"/>
              </a:spcBef>
              <a:spcAft>
                <a:spcPts val="0"/>
              </a:spcAft>
              <a:buClrTx/>
              <a:buSzTx/>
              <a:buFontTx/>
              <a:buNone/>
              <a:tabLst/>
              <a:defRPr/>
            </a:pPr>
            <a:r>
              <a:rPr kumimoji="0" lang="zh-CN"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OUT           01000</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表示前面的逻辑运算结果输出给</a:t>
            </a:r>
            <a:r>
              <a:rPr kumimoji="0" lang="en-US" altLang="zh-CN"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01000</a:t>
            </a:r>
          </a:p>
          <a:p>
            <a:pPr marL="0" marR="0" lvl="0" indent="0" algn="just" defTabSz="914400" eaLnBrk="1" fontAlgn="auto" latinLnBrk="0" hangingPunct="1">
              <a:lnSpc>
                <a:spcPct val="15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sym typeface="Arial" panose="020B0604020202020204" pitchFamily="34" charset="0"/>
              </a:rPr>
              <a:t>END   </a:t>
            </a: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        ;</a:t>
            </a:r>
            <a:r>
              <a:rPr kumimoji="0" lang="zh-CN" altLang="en-US" sz="10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sym typeface="Arial" panose="020B0604020202020204" pitchFamily="34" charset="0"/>
              </a:rPr>
              <a:t>表示程序结束</a:t>
            </a:r>
          </a:p>
        </p:txBody>
      </p:sp>
      <p:sp>
        <p:nvSpPr>
          <p:cNvPr id="51" name="Rectangle 7">
            <a:extLst>
              <a:ext uri="{FF2B5EF4-FFF2-40B4-BE49-F238E27FC236}">
                <a16:creationId xmlns:a16="http://schemas.microsoft.com/office/drawing/2014/main" id="{688E5762-3EAD-9B4D-8841-13466AD0FA82}"/>
              </a:ext>
            </a:extLst>
          </p:cNvPr>
          <p:cNvSpPr>
            <a:spLocks noChangeArrowheads="1"/>
          </p:cNvSpPr>
          <p:nvPr/>
        </p:nvSpPr>
        <p:spPr bwMode="auto">
          <a:xfrm>
            <a:off x="827088" y="5924128"/>
            <a:ext cx="7543800" cy="457200"/>
          </a:xfrm>
          <a:prstGeom prst="rect">
            <a:avLst/>
          </a:prstGeom>
          <a:noFill/>
          <a:ln>
            <a:noFill/>
          </a:ln>
          <a:effectLst/>
          <a:extLst>
            <a:ext uri="{909E8E84-426E-40DD-AFC4-6F175D3DCCD1}">
              <a14:hiddenFill xmlns:a14="http://schemas.microsoft.com/office/drawing/2010/main">
                <a:gradFill rotWithShape="0">
                  <a:gsLst>
                    <a:gs pos="0">
                      <a:srgbClr val="FFFFCC"/>
                    </a:gs>
                    <a:gs pos="50000">
                      <a:srgbClr val="FFFFFF"/>
                    </a:gs>
                    <a:gs pos="100000">
                      <a:srgbClr val="FFFFCC"/>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CC"/>
                </a:solidFill>
                <a:latin typeface="宋体" panose="02010600030101010101" pitchFamily="2" charset="-122"/>
              </a:rPr>
              <a:t>梯形图程序                       语句表程序 </a:t>
            </a:r>
          </a:p>
        </p:txBody>
      </p:sp>
      <p:grpSp>
        <p:nvGrpSpPr>
          <p:cNvPr id="52" name="Group 8">
            <a:extLst>
              <a:ext uri="{FF2B5EF4-FFF2-40B4-BE49-F238E27FC236}">
                <a16:creationId xmlns:a16="http://schemas.microsoft.com/office/drawing/2014/main" id="{CC5DC1D1-B730-414F-B514-054DB7EBC461}"/>
              </a:ext>
            </a:extLst>
          </p:cNvPr>
          <p:cNvGrpSpPr>
            <a:grpSpLocks/>
          </p:cNvGrpSpPr>
          <p:nvPr/>
        </p:nvGrpSpPr>
        <p:grpSpPr bwMode="auto">
          <a:xfrm>
            <a:off x="539750" y="3573040"/>
            <a:ext cx="3571875" cy="2232025"/>
            <a:chOff x="0" y="0"/>
            <a:chExt cx="5624" cy="3515"/>
          </a:xfrm>
        </p:grpSpPr>
        <p:grpSp>
          <p:nvGrpSpPr>
            <p:cNvPr id="53" name="Group 9">
              <a:extLst>
                <a:ext uri="{FF2B5EF4-FFF2-40B4-BE49-F238E27FC236}">
                  <a16:creationId xmlns:a16="http://schemas.microsoft.com/office/drawing/2014/main" id="{97C4D556-2ED3-844F-BB56-E63CFBFE5DE3}"/>
                </a:ext>
              </a:extLst>
            </p:cNvPr>
            <p:cNvGrpSpPr>
              <a:grpSpLocks/>
            </p:cNvGrpSpPr>
            <p:nvPr/>
          </p:nvGrpSpPr>
          <p:grpSpPr bwMode="auto">
            <a:xfrm>
              <a:off x="0" y="0"/>
              <a:ext cx="5625" cy="2880"/>
              <a:chOff x="0" y="0"/>
              <a:chExt cx="2250" cy="1152"/>
            </a:xfrm>
          </p:grpSpPr>
          <p:grpSp>
            <p:nvGrpSpPr>
              <p:cNvPr id="57" name="Group 10">
                <a:extLst>
                  <a:ext uri="{FF2B5EF4-FFF2-40B4-BE49-F238E27FC236}">
                    <a16:creationId xmlns:a16="http://schemas.microsoft.com/office/drawing/2014/main" id="{D655ADFF-3AAC-3B4B-BAD3-6CCF0FC86060}"/>
                  </a:ext>
                </a:extLst>
              </p:cNvPr>
              <p:cNvGrpSpPr>
                <a:grpSpLocks/>
              </p:cNvGrpSpPr>
              <p:nvPr/>
            </p:nvGrpSpPr>
            <p:grpSpPr bwMode="auto">
              <a:xfrm>
                <a:off x="0" y="305"/>
                <a:ext cx="744" cy="275"/>
                <a:chOff x="0" y="0"/>
                <a:chExt cx="880" cy="260"/>
              </a:xfrm>
            </p:grpSpPr>
            <p:grpSp>
              <p:nvGrpSpPr>
                <p:cNvPr id="82" name="Group 11">
                  <a:extLst>
                    <a:ext uri="{FF2B5EF4-FFF2-40B4-BE49-F238E27FC236}">
                      <a16:creationId xmlns:a16="http://schemas.microsoft.com/office/drawing/2014/main" id="{5F793F1F-07A9-6A47-B18E-4DDC4C00EBBC}"/>
                    </a:ext>
                  </a:extLst>
                </p:cNvPr>
                <p:cNvGrpSpPr>
                  <a:grpSpLocks/>
                </p:cNvGrpSpPr>
                <p:nvPr/>
              </p:nvGrpSpPr>
              <p:grpSpPr bwMode="auto">
                <a:xfrm>
                  <a:off x="320" y="0"/>
                  <a:ext cx="320" cy="260"/>
                  <a:chOff x="0" y="0"/>
                  <a:chExt cx="320" cy="260"/>
                </a:xfrm>
              </p:grpSpPr>
              <p:sp>
                <p:nvSpPr>
                  <p:cNvPr id="85" name="Line 12">
                    <a:extLst>
                      <a:ext uri="{FF2B5EF4-FFF2-40B4-BE49-F238E27FC236}">
                        <a16:creationId xmlns:a16="http://schemas.microsoft.com/office/drawing/2014/main" id="{626F6870-960A-6742-BBB6-C52C4AE19A6D}"/>
                      </a:ext>
                    </a:extLst>
                  </p:cNvPr>
                  <p:cNvSpPr>
                    <a:spLocks noChangeShapeType="1"/>
                  </p:cNvSpPr>
                  <p:nvPr/>
                </p:nvSpPr>
                <p:spPr bwMode="auto">
                  <a:xfrm>
                    <a:off x="12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6" name="Line 13">
                    <a:extLst>
                      <a:ext uri="{FF2B5EF4-FFF2-40B4-BE49-F238E27FC236}">
                        <a16:creationId xmlns:a16="http://schemas.microsoft.com/office/drawing/2014/main" id="{81A940A1-F257-7F43-A11A-B16220414303}"/>
                      </a:ext>
                    </a:extLst>
                  </p:cNvPr>
                  <p:cNvSpPr>
                    <a:spLocks noChangeShapeType="1"/>
                  </p:cNvSpPr>
                  <p:nvPr/>
                </p:nvSpPr>
                <p:spPr bwMode="auto">
                  <a:xfrm flipH="1">
                    <a:off x="20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7" name="Line 14">
                    <a:extLst>
                      <a:ext uri="{FF2B5EF4-FFF2-40B4-BE49-F238E27FC236}">
                        <a16:creationId xmlns:a16="http://schemas.microsoft.com/office/drawing/2014/main" id="{C0BDC977-F709-D145-81DF-B188F7E70DFB}"/>
                      </a:ext>
                    </a:extLst>
                  </p:cNvPr>
                  <p:cNvSpPr>
                    <a:spLocks noChangeShapeType="1"/>
                  </p:cNvSpPr>
                  <p:nvPr/>
                </p:nvSpPr>
                <p:spPr bwMode="auto">
                  <a:xfrm>
                    <a:off x="20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8" name="Line 15">
                    <a:extLst>
                      <a:ext uri="{FF2B5EF4-FFF2-40B4-BE49-F238E27FC236}">
                        <a16:creationId xmlns:a16="http://schemas.microsoft.com/office/drawing/2014/main" id="{E3D7EB38-4545-9D4A-AF4B-2BB5FF673A81}"/>
                      </a:ext>
                    </a:extLst>
                  </p:cNvPr>
                  <p:cNvSpPr>
                    <a:spLocks noChangeShapeType="1"/>
                  </p:cNvSpPr>
                  <p:nvPr/>
                </p:nvSpPr>
                <p:spPr bwMode="auto">
                  <a:xfrm flipH="1" flipV="1">
                    <a:off x="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83" name="Line 16">
                  <a:extLst>
                    <a:ext uri="{FF2B5EF4-FFF2-40B4-BE49-F238E27FC236}">
                      <a16:creationId xmlns:a16="http://schemas.microsoft.com/office/drawing/2014/main" id="{CD4A5E2C-59B0-F54E-A205-1B4F6F24E275}"/>
                    </a:ext>
                  </a:extLst>
                </p:cNvPr>
                <p:cNvSpPr>
                  <a:spLocks noChangeShapeType="1"/>
                </p:cNvSpPr>
                <p:nvPr/>
              </p:nvSpPr>
              <p:spPr bwMode="auto">
                <a:xfrm>
                  <a:off x="600" y="120"/>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4" name="Line 17">
                  <a:extLst>
                    <a:ext uri="{FF2B5EF4-FFF2-40B4-BE49-F238E27FC236}">
                      <a16:creationId xmlns:a16="http://schemas.microsoft.com/office/drawing/2014/main" id="{CD489FAB-E933-084F-B50F-B1BCF180836F}"/>
                    </a:ext>
                  </a:extLst>
                </p:cNvPr>
                <p:cNvSpPr>
                  <a:spLocks noChangeShapeType="1"/>
                </p:cNvSpPr>
                <p:nvPr/>
              </p:nvSpPr>
              <p:spPr bwMode="auto">
                <a:xfrm flipH="1">
                  <a:off x="0" y="120"/>
                  <a:ext cx="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58" name="Line 18">
                <a:extLst>
                  <a:ext uri="{FF2B5EF4-FFF2-40B4-BE49-F238E27FC236}">
                    <a16:creationId xmlns:a16="http://schemas.microsoft.com/office/drawing/2014/main" id="{AA7CDB9E-35C2-B542-87A2-6684716F8E9E}"/>
                  </a:ext>
                </a:extLst>
              </p:cNvPr>
              <p:cNvSpPr>
                <a:spLocks noChangeShapeType="1"/>
              </p:cNvSpPr>
              <p:nvPr/>
            </p:nvSpPr>
            <p:spPr bwMode="auto">
              <a:xfrm>
                <a:off x="1167" y="305"/>
                <a:ext cx="0" cy="2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9" name="Line 19">
                <a:extLst>
                  <a:ext uri="{FF2B5EF4-FFF2-40B4-BE49-F238E27FC236}">
                    <a16:creationId xmlns:a16="http://schemas.microsoft.com/office/drawing/2014/main" id="{AB3AAB4B-36C9-7244-A7FF-CEC5AFF64941}"/>
                  </a:ext>
                </a:extLst>
              </p:cNvPr>
              <p:cNvSpPr>
                <a:spLocks noChangeShapeType="1"/>
              </p:cNvSpPr>
              <p:nvPr/>
            </p:nvSpPr>
            <p:spPr bwMode="auto">
              <a:xfrm flipH="1">
                <a:off x="1235" y="305"/>
                <a:ext cx="0" cy="2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0" name="Line 20">
                <a:extLst>
                  <a:ext uri="{FF2B5EF4-FFF2-40B4-BE49-F238E27FC236}">
                    <a16:creationId xmlns:a16="http://schemas.microsoft.com/office/drawing/2014/main" id="{DE69AC59-F2C0-CB45-874E-F183769DB453}"/>
                  </a:ext>
                </a:extLst>
              </p:cNvPr>
              <p:cNvSpPr>
                <a:spLocks noChangeShapeType="1"/>
              </p:cNvSpPr>
              <p:nvPr/>
            </p:nvSpPr>
            <p:spPr bwMode="auto">
              <a:xfrm>
                <a:off x="1235" y="432"/>
                <a:ext cx="1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1" name="Line 21">
                <a:extLst>
                  <a:ext uri="{FF2B5EF4-FFF2-40B4-BE49-F238E27FC236}">
                    <a16:creationId xmlns:a16="http://schemas.microsoft.com/office/drawing/2014/main" id="{63C658C4-7098-964A-89F4-9B6B07A93C5C}"/>
                  </a:ext>
                </a:extLst>
              </p:cNvPr>
              <p:cNvSpPr>
                <a:spLocks noChangeShapeType="1"/>
              </p:cNvSpPr>
              <p:nvPr/>
            </p:nvSpPr>
            <p:spPr bwMode="auto">
              <a:xfrm flipH="1" flipV="1">
                <a:off x="1066" y="432"/>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2" name="Line 22">
                <a:extLst>
                  <a:ext uri="{FF2B5EF4-FFF2-40B4-BE49-F238E27FC236}">
                    <a16:creationId xmlns:a16="http://schemas.microsoft.com/office/drawing/2014/main" id="{E4A47CB3-2D9D-8642-BEAD-EFFD60A741F7}"/>
                  </a:ext>
                </a:extLst>
              </p:cNvPr>
              <p:cNvSpPr>
                <a:spLocks noChangeShapeType="1"/>
              </p:cNvSpPr>
              <p:nvPr/>
            </p:nvSpPr>
            <p:spPr bwMode="auto">
              <a:xfrm flipV="1">
                <a:off x="1083" y="327"/>
                <a:ext cx="237" cy="21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63" name="Group 23">
                <a:extLst>
                  <a:ext uri="{FF2B5EF4-FFF2-40B4-BE49-F238E27FC236}">
                    <a16:creationId xmlns:a16="http://schemas.microsoft.com/office/drawing/2014/main" id="{C94AA2FD-E21C-CD43-8B96-5A88E95DCD31}"/>
                  </a:ext>
                </a:extLst>
              </p:cNvPr>
              <p:cNvGrpSpPr>
                <a:grpSpLocks/>
              </p:cNvGrpSpPr>
              <p:nvPr/>
            </p:nvGrpSpPr>
            <p:grpSpPr bwMode="auto">
              <a:xfrm>
                <a:off x="0" y="844"/>
                <a:ext cx="744" cy="278"/>
                <a:chOff x="0" y="0"/>
                <a:chExt cx="880" cy="260"/>
              </a:xfrm>
            </p:grpSpPr>
            <p:grpSp>
              <p:nvGrpSpPr>
                <p:cNvPr id="75" name="Group 24">
                  <a:extLst>
                    <a:ext uri="{FF2B5EF4-FFF2-40B4-BE49-F238E27FC236}">
                      <a16:creationId xmlns:a16="http://schemas.microsoft.com/office/drawing/2014/main" id="{63351BBD-FE9B-6646-ACE3-4811B7E720BD}"/>
                    </a:ext>
                  </a:extLst>
                </p:cNvPr>
                <p:cNvGrpSpPr>
                  <a:grpSpLocks/>
                </p:cNvGrpSpPr>
                <p:nvPr/>
              </p:nvGrpSpPr>
              <p:grpSpPr bwMode="auto">
                <a:xfrm>
                  <a:off x="320" y="0"/>
                  <a:ext cx="320" cy="260"/>
                  <a:chOff x="0" y="0"/>
                  <a:chExt cx="320" cy="260"/>
                </a:xfrm>
              </p:grpSpPr>
              <p:sp>
                <p:nvSpPr>
                  <p:cNvPr id="78" name="Line 25">
                    <a:extLst>
                      <a:ext uri="{FF2B5EF4-FFF2-40B4-BE49-F238E27FC236}">
                        <a16:creationId xmlns:a16="http://schemas.microsoft.com/office/drawing/2014/main" id="{6ABA9DBF-DF51-C545-A4F1-036C3ECA9F23}"/>
                      </a:ext>
                    </a:extLst>
                  </p:cNvPr>
                  <p:cNvSpPr>
                    <a:spLocks noChangeShapeType="1"/>
                  </p:cNvSpPr>
                  <p:nvPr/>
                </p:nvSpPr>
                <p:spPr bwMode="auto">
                  <a:xfrm>
                    <a:off x="12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9" name="Line 26">
                    <a:extLst>
                      <a:ext uri="{FF2B5EF4-FFF2-40B4-BE49-F238E27FC236}">
                        <a16:creationId xmlns:a16="http://schemas.microsoft.com/office/drawing/2014/main" id="{13BABE2B-58F8-0042-941F-C47F62BBB21F}"/>
                      </a:ext>
                    </a:extLst>
                  </p:cNvPr>
                  <p:cNvSpPr>
                    <a:spLocks noChangeShapeType="1"/>
                  </p:cNvSpPr>
                  <p:nvPr/>
                </p:nvSpPr>
                <p:spPr bwMode="auto">
                  <a:xfrm flipH="1">
                    <a:off x="20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0" name="Line 27">
                    <a:extLst>
                      <a:ext uri="{FF2B5EF4-FFF2-40B4-BE49-F238E27FC236}">
                        <a16:creationId xmlns:a16="http://schemas.microsoft.com/office/drawing/2014/main" id="{4B4F3F2D-7636-954D-8992-C771C24277A8}"/>
                      </a:ext>
                    </a:extLst>
                  </p:cNvPr>
                  <p:cNvSpPr>
                    <a:spLocks noChangeShapeType="1"/>
                  </p:cNvSpPr>
                  <p:nvPr/>
                </p:nvSpPr>
                <p:spPr bwMode="auto">
                  <a:xfrm>
                    <a:off x="20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1" name="Line 28">
                    <a:extLst>
                      <a:ext uri="{FF2B5EF4-FFF2-40B4-BE49-F238E27FC236}">
                        <a16:creationId xmlns:a16="http://schemas.microsoft.com/office/drawing/2014/main" id="{9D1714EC-1216-2844-8585-34D949306994}"/>
                      </a:ext>
                    </a:extLst>
                  </p:cNvPr>
                  <p:cNvSpPr>
                    <a:spLocks noChangeShapeType="1"/>
                  </p:cNvSpPr>
                  <p:nvPr/>
                </p:nvSpPr>
                <p:spPr bwMode="auto">
                  <a:xfrm flipH="1" flipV="1">
                    <a:off x="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76" name="Line 29">
                  <a:extLst>
                    <a:ext uri="{FF2B5EF4-FFF2-40B4-BE49-F238E27FC236}">
                      <a16:creationId xmlns:a16="http://schemas.microsoft.com/office/drawing/2014/main" id="{BA6CD2F3-155B-4B42-8F2A-89A6DE5F9C65}"/>
                    </a:ext>
                  </a:extLst>
                </p:cNvPr>
                <p:cNvSpPr>
                  <a:spLocks noChangeShapeType="1"/>
                </p:cNvSpPr>
                <p:nvPr/>
              </p:nvSpPr>
              <p:spPr bwMode="auto">
                <a:xfrm>
                  <a:off x="600" y="120"/>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7" name="Line 30">
                  <a:extLst>
                    <a:ext uri="{FF2B5EF4-FFF2-40B4-BE49-F238E27FC236}">
                      <a16:creationId xmlns:a16="http://schemas.microsoft.com/office/drawing/2014/main" id="{F878E0DB-C25C-EC45-B00B-E97866648B6E}"/>
                    </a:ext>
                  </a:extLst>
                </p:cNvPr>
                <p:cNvSpPr>
                  <a:spLocks noChangeShapeType="1"/>
                </p:cNvSpPr>
                <p:nvPr/>
              </p:nvSpPr>
              <p:spPr bwMode="auto">
                <a:xfrm flipH="1">
                  <a:off x="0" y="120"/>
                  <a:ext cx="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64" name="Line 31">
                <a:extLst>
                  <a:ext uri="{FF2B5EF4-FFF2-40B4-BE49-F238E27FC236}">
                    <a16:creationId xmlns:a16="http://schemas.microsoft.com/office/drawing/2014/main" id="{08ED26F0-2B75-AE4D-8021-285FDA37566E}"/>
                  </a:ext>
                </a:extLst>
              </p:cNvPr>
              <p:cNvSpPr>
                <a:spLocks noChangeShapeType="1"/>
              </p:cNvSpPr>
              <p:nvPr/>
            </p:nvSpPr>
            <p:spPr bwMode="auto">
              <a:xfrm>
                <a:off x="749" y="437"/>
                <a:ext cx="0" cy="53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5" name="Line 32">
                <a:extLst>
                  <a:ext uri="{FF2B5EF4-FFF2-40B4-BE49-F238E27FC236}">
                    <a16:creationId xmlns:a16="http://schemas.microsoft.com/office/drawing/2014/main" id="{CA189B90-47CB-AF4B-AE05-30DE16AB2B60}"/>
                  </a:ext>
                </a:extLst>
              </p:cNvPr>
              <p:cNvSpPr>
                <a:spLocks noChangeShapeType="1"/>
              </p:cNvSpPr>
              <p:nvPr/>
            </p:nvSpPr>
            <p:spPr bwMode="auto">
              <a:xfrm>
                <a:off x="659" y="432"/>
                <a:ext cx="4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6" name="Line 33">
                <a:extLst>
                  <a:ext uri="{FF2B5EF4-FFF2-40B4-BE49-F238E27FC236}">
                    <a16:creationId xmlns:a16="http://schemas.microsoft.com/office/drawing/2014/main" id="{AF534E6B-AC78-264B-901C-5EE71251F0A1}"/>
                  </a:ext>
                </a:extLst>
              </p:cNvPr>
              <p:cNvSpPr>
                <a:spLocks noChangeShapeType="1"/>
              </p:cNvSpPr>
              <p:nvPr/>
            </p:nvSpPr>
            <p:spPr bwMode="auto">
              <a:xfrm flipV="1">
                <a:off x="1923" y="428"/>
                <a:ext cx="320"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7" name="Line 34">
                <a:extLst>
                  <a:ext uri="{FF2B5EF4-FFF2-40B4-BE49-F238E27FC236}">
                    <a16:creationId xmlns:a16="http://schemas.microsoft.com/office/drawing/2014/main" id="{96CBB219-8099-D243-91AB-EED063CD1B83}"/>
                  </a:ext>
                </a:extLst>
              </p:cNvPr>
              <p:cNvSpPr>
                <a:spLocks noChangeShapeType="1"/>
              </p:cNvSpPr>
              <p:nvPr/>
            </p:nvSpPr>
            <p:spPr bwMode="auto">
              <a:xfrm flipV="1">
                <a:off x="1252" y="429"/>
                <a:ext cx="309"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8" name="Line 35">
                <a:extLst>
                  <a:ext uri="{FF2B5EF4-FFF2-40B4-BE49-F238E27FC236}">
                    <a16:creationId xmlns:a16="http://schemas.microsoft.com/office/drawing/2014/main" id="{673A2F91-EBF5-B644-B1EF-C3F68927A322}"/>
                  </a:ext>
                </a:extLst>
              </p:cNvPr>
              <p:cNvSpPr>
                <a:spLocks noChangeShapeType="1"/>
              </p:cNvSpPr>
              <p:nvPr/>
            </p:nvSpPr>
            <p:spPr bwMode="auto">
              <a:xfrm flipH="1">
                <a:off x="0" y="91"/>
                <a:ext cx="0" cy="106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9" name="Text Box 36">
                <a:extLst>
                  <a:ext uri="{FF2B5EF4-FFF2-40B4-BE49-F238E27FC236}">
                    <a16:creationId xmlns:a16="http://schemas.microsoft.com/office/drawing/2014/main" id="{A212DD1D-082D-8749-B1FD-284C4002D19D}"/>
                  </a:ext>
                </a:extLst>
              </p:cNvPr>
              <p:cNvSpPr txBox="1">
                <a:spLocks noChangeArrowheads="1"/>
              </p:cNvSpPr>
              <p:nvPr/>
            </p:nvSpPr>
            <p:spPr bwMode="auto">
              <a:xfrm>
                <a:off x="90" y="0"/>
                <a:ext cx="641" cy="295"/>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70" name="Text Box 37">
                <a:extLst>
                  <a:ext uri="{FF2B5EF4-FFF2-40B4-BE49-F238E27FC236}">
                    <a16:creationId xmlns:a16="http://schemas.microsoft.com/office/drawing/2014/main" id="{101FDE2D-70EB-9C46-97E2-AB37301CA1BF}"/>
                  </a:ext>
                </a:extLst>
              </p:cNvPr>
              <p:cNvSpPr txBox="1">
                <a:spLocks noChangeArrowheads="1"/>
              </p:cNvSpPr>
              <p:nvPr/>
            </p:nvSpPr>
            <p:spPr bwMode="auto">
              <a:xfrm>
                <a:off x="90" y="605"/>
                <a:ext cx="75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71" name="Oval 38">
                <a:extLst>
                  <a:ext uri="{FF2B5EF4-FFF2-40B4-BE49-F238E27FC236}">
                    <a16:creationId xmlns:a16="http://schemas.microsoft.com/office/drawing/2014/main" id="{CA20523E-CDD5-5742-89D3-5C7E53DBF588}"/>
                  </a:ext>
                </a:extLst>
              </p:cNvPr>
              <p:cNvSpPr>
                <a:spLocks noChangeArrowheads="1"/>
              </p:cNvSpPr>
              <p:nvPr/>
            </p:nvSpPr>
            <p:spPr bwMode="auto">
              <a:xfrm>
                <a:off x="1574" y="288"/>
                <a:ext cx="340" cy="336"/>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2" name="Text Box 39">
                <a:extLst>
                  <a:ext uri="{FF2B5EF4-FFF2-40B4-BE49-F238E27FC236}">
                    <a16:creationId xmlns:a16="http://schemas.microsoft.com/office/drawing/2014/main" id="{218BCDEF-F392-D640-A3CD-F7B19ADFABCD}"/>
                  </a:ext>
                </a:extLst>
              </p:cNvPr>
              <p:cNvSpPr txBox="1">
                <a:spLocks noChangeArrowheads="1"/>
              </p:cNvSpPr>
              <p:nvPr/>
            </p:nvSpPr>
            <p:spPr bwMode="auto">
              <a:xfrm>
                <a:off x="1482" y="0"/>
                <a:ext cx="75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73" name="Text Box 40">
                <a:extLst>
                  <a:ext uri="{FF2B5EF4-FFF2-40B4-BE49-F238E27FC236}">
                    <a16:creationId xmlns:a16="http://schemas.microsoft.com/office/drawing/2014/main" id="{53C7C605-959A-CB40-B370-2389E72301DA}"/>
                  </a:ext>
                </a:extLst>
              </p:cNvPr>
              <p:cNvSpPr txBox="1">
                <a:spLocks noChangeArrowheads="1"/>
              </p:cNvSpPr>
              <p:nvPr/>
            </p:nvSpPr>
            <p:spPr bwMode="auto">
              <a:xfrm>
                <a:off x="858" y="0"/>
                <a:ext cx="625"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74" name="Line 41">
                <a:extLst>
                  <a:ext uri="{FF2B5EF4-FFF2-40B4-BE49-F238E27FC236}">
                    <a16:creationId xmlns:a16="http://schemas.microsoft.com/office/drawing/2014/main" id="{062C00C1-A4E9-864C-A335-34F6FFCC8823}"/>
                  </a:ext>
                </a:extLst>
              </p:cNvPr>
              <p:cNvSpPr>
                <a:spLocks noChangeShapeType="1"/>
              </p:cNvSpPr>
              <p:nvPr/>
            </p:nvSpPr>
            <p:spPr bwMode="auto">
              <a:xfrm flipH="1">
                <a:off x="2250" y="89"/>
                <a:ext cx="0" cy="105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54" name="Rectangle 42">
              <a:extLst>
                <a:ext uri="{FF2B5EF4-FFF2-40B4-BE49-F238E27FC236}">
                  <a16:creationId xmlns:a16="http://schemas.microsoft.com/office/drawing/2014/main" id="{38FC37F6-DBE5-984E-AD96-401563337ADA}"/>
                </a:ext>
              </a:extLst>
            </p:cNvPr>
            <p:cNvSpPr>
              <a:spLocks noChangeArrowheads="1"/>
            </p:cNvSpPr>
            <p:nvPr/>
          </p:nvSpPr>
          <p:spPr bwMode="auto">
            <a:xfrm>
              <a:off x="2155" y="2835"/>
              <a:ext cx="1361" cy="680"/>
            </a:xfrm>
            <a:prstGeom prst="re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END</a:t>
              </a:r>
            </a:p>
          </p:txBody>
        </p:sp>
        <p:sp>
          <p:nvSpPr>
            <p:cNvPr id="55" name="Line 43">
              <a:extLst>
                <a:ext uri="{FF2B5EF4-FFF2-40B4-BE49-F238E27FC236}">
                  <a16:creationId xmlns:a16="http://schemas.microsoft.com/office/drawing/2014/main" id="{5B582998-5057-0546-B71F-FEC0440DBD89}"/>
                </a:ext>
              </a:extLst>
            </p:cNvPr>
            <p:cNvSpPr>
              <a:spLocks noChangeShapeType="1"/>
            </p:cNvSpPr>
            <p:nvPr/>
          </p:nvSpPr>
          <p:spPr bwMode="auto">
            <a:xfrm>
              <a:off x="0" y="2835"/>
              <a:ext cx="1" cy="68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6" name="Line 44">
              <a:extLst>
                <a:ext uri="{FF2B5EF4-FFF2-40B4-BE49-F238E27FC236}">
                  <a16:creationId xmlns:a16="http://schemas.microsoft.com/office/drawing/2014/main" id="{F8EFBBE2-8431-8844-B841-A88E0F263425}"/>
                </a:ext>
              </a:extLst>
            </p:cNvPr>
            <p:cNvSpPr>
              <a:spLocks noChangeShapeType="1"/>
            </p:cNvSpPr>
            <p:nvPr/>
          </p:nvSpPr>
          <p:spPr bwMode="auto">
            <a:xfrm>
              <a:off x="0" y="3175"/>
              <a:ext cx="2154"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Tree>
    <p:extLst>
      <p:ext uri="{BB962C8B-B14F-4D97-AF65-F5344CB8AC3E}">
        <p14:creationId xmlns:p14="http://schemas.microsoft.com/office/powerpoint/2010/main" val="27567338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up)">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wipe(up)">
                                      <p:cBhvr>
                                        <p:cTn id="17" dur="500"/>
                                        <p:tgtEl>
                                          <p:spTgt spid="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left)">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up)">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down)">
                                      <p:cBhvr>
                                        <p:cTn id="3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autoUpdateAnimBg="0"/>
      <p:bldP spid="48" grpId="0" bldLvl="0" animBg="1" autoUpdateAnimBg="0"/>
      <p:bldP spid="49" grpId="0" bldLvl="0" animBg="1" autoUpdateAnimBg="0"/>
      <p:bldP spid="50" grpId="0" bldLvl="0" animBg="1" autoUpdateAnimBg="0"/>
      <p:bldP spid="51"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a:extLst>
              <a:ext uri="{FF2B5EF4-FFF2-40B4-BE49-F238E27FC236}">
                <a16:creationId xmlns:a16="http://schemas.microsoft.com/office/drawing/2014/main" id="{38222E43-CBD1-C444-BFD5-2CACA208E264}"/>
              </a:ext>
            </a:extLst>
          </p:cNvPr>
          <p:cNvSpPr txBox="1">
            <a:spLocks noChangeArrowheads="1"/>
          </p:cNvSpPr>
          <p:nvPr/>
        </p:nvSpPr>
        <p:spPr bwMode="auto">
          <a:xfrm>
            <a:off x="323850" y="620713"/>
            <a:ext cx="4535488" cy="5113337"/>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sym typeface="Arial" panose="020B0604020202020204" pitchFamily="34" charset="0"/>
              </a:rPr>
              <a:t>（3）顺序功能图</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顺序功能图常用来编制顺序控制程序，它包括步、动作、转换三个要素。顺序功能图法可以将一个复杂的控制过程分解为一些小的工作状态。对于这些小状态的功能依次处理后再把这些小状态依一定顺序控制要求连接成组合整体的控制程序。</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endPar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endParaRPr>
          </a:p>
        </p:txBody>
      </p:sp>
      <p:grpSp>
        <p:nvGrpSpPr>
          <p:cNvPr id="20" name="Group 3">
            <a:extLst>
              <a:ext uri="{FF2B5EF4-FFF2-40B4-BE49-F238E27FC236}">
                <a16:creationId xmlns:a16="http://schemas.microsoft.com/office/drawing/2014/main" id="{9746906C-51B6-8641-9AB9-52B68EC261AF}"/>
              </a:ext>
            </a:extLst>
          </p:cNvPr>
          <p:cNvGrpSpPr>
            <a:grpSpLocks/>
          </p:cNvGrpSpPr>
          <p:nvPr/>
        </p:nvGrpSpPr>
        <p:grpSpPr bwMode="auto">
          <a:xfrm>
            <a:off x="5156200" y="1196975"/>
            <a:ext cx="3503613" cy="4495800"/>
            <a:chOff x="0" y="0"/>
            <a:chExt cx="5519" cy="7080"/>
          </a:xfrm>
        </p:grpSpPr>
        <p:sp>
          <p:nvSpPr>
            <p:cNvPr id="21" name="Text Box 4">
              <a:extLst>
                <a:ext uri="{FF2B5EF4-FFF2-40B4-BE49-F238E27FC236}">
                  <a16:creationId xmlns:a16="http://schemas.microsoft.com/office/drawing/2014/main" id="{FF12C7B0-1E53-6F4F-9C04-50280D8210B2}"/>
                </a:ext>
              </a:extLst>
            </p:cNvPr>
            <p:cNvSpPr txBox="1">
              <a:spLocks noChangeArrowheads="1"/>
            </p:cNvSpPr>
            <p:nvPr/>
          </p:nvSpPr>
          <p:spPr bwMode="auto">
            <a:xfrm>
              <a:off x="1123" y="0"/>
              <a:ext cx="1470" cy="638"/>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步</a:t>
              </a:r>
              <a:r>
                <a:rPr kumimoji="0" lang="en-US" altLang="zh-CN"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1</a:t>
              </a:r>
            </a:p>
          </p:txBody>
        </p:sp>
        <p:sp>
          <p:nvSpPr>
            <p:cNvPr id="22" name="Text Box 5">
              <a:extLst>
                <a:ext uri="{FF2B5EF4-FFF2-40B4-BE49-F238E27FC236}">
                  <a16:creationId xmlns:a16="http://schemas.microsoft.com/office/drawing/2014/main" id="{2F20D1DC-3B0B-B84E-BA58-E20CF5B31B92}"/>
                </a:ext>
              </a:extLst>
            </p:cNvPr>
            <p:cNvSpPr txBox="1">
              <a:spLocks noChangeArrowheads="1"/>
            </p:cNvSpPr>
            <p:nvPr/>
          </p:nvSpPr>
          <p:spPr bwMode="auto">
            <a:xfrm>
              <a:off x="1123" y="2733"/>
              <a:ext cx="1470" cy="687"/>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步</a:t>
              </a:r>
              <a:r>
                <a:rPr kumimoji="0" lang="en-US" altLang="zh-CN"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2</a:t>
              </a:r>
            </a:p>
          </p:txBody>
        </p:sp>
        <p:sp>
          <p:nvSpPr>
            <p:cNvPr id="23" name="Text Box 6">
              <a:extLst>
                <a:ext uri="{FF2B5EF4-FFF2-40B4-BE49-F238E27FC236}">
                  <a16:creationId xmlns:a16="http://schemas.microsoft.com/office/drawing/2014/main" id="{9E7004C3-CDA9-BE4A-B41F-77D4F41DE6B5}"/>
                </a:ext>
              </a:extLst>
            </p:cNvPr>
            <p:cNvSpPr txBox="1">
              <a:spLocks noChangeArrowheads="1"/>
            </p:cNvSpPr>
            <p:nvPr/>
          </p:nvSpPr>
          <p:spPr bwMode="auto">
            <a:xfrm>
              <a:off x="1123" y="5100"/>
              <a:ext cx="1470" cy="528"/>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步</a:t>
              </a:r>
              <a:r>
                <a:rPr kumimoji="0" lang="en-US" altLang="zh-CN"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3</a:t>
              </a:r>
            </a:p>
          </p:txBody>
        </p:sp>
        <p:sp>
          <p:nvSpPr>
            <p:cNvPr id="24" name="Line 7">
              <a:extLst>
                <a:ext uri="{FF2B5EF4-FFF2-40B4-BE49-F238E27FC236}">
                  <a16:creationId xmlns:a16="http://schemas.microsoft.com/office/drawing/2014/main" id="{B18E873D-7C30-1F46-8E54-84FDC5FBF857}"/>
                </a:ext>
              </a:extLst>
            </p:cNvPr>
            <p:cNvSpPr>
              <a:spLocks noChangeShapeType="1"/>
            </p:cNvSpPr>
            <p:nvPr/>
          </p:nvSpPr>
          <p:spPr bwMode="auto">
            <a:xfrm>
              <a:off x="1858" y="3420"/>
              <a:ext cx="0" cy="16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 name="Line 8">
              <a:extLst>
                <a:ext uri="{FF2B5EF4-FFF2-40B4-BE49-F238E27FC236}">
                  <a16:creationId xmlns:a16="http://schemas.microsoft.com/office/drawing/2014/main" id="{A033A37A-E610-6845-8785-C6308254A7B1}"/>
                </a:ext>
              </a:extLst>
            </p:cNvPr>
            <p:cNvSpPr>
              <a:spLocks noChangeShapeType="1"/>
            </p:cNvSpPr>
            <p:nvPr/>
          </p:nvSpPr>
          <p:spPr bwMode="auto">
            <a:xfrm>
              <a:off x="1613" y="1420"/>
              <a:ext cx="4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 name="Line 9">
              <a:extLst>
                <a:ext uri="{FF2B5EF4-FFF2-40B4-BE49-F238E27FC236}">
                  <a16:creationId xmlns:a16="http://schemas.microsoft.com/office/drawing/2014/main" id="{D6BDE0E8-F397-4B4A-AE15-9236DFCA0EFC}"/>
                </a:ext>
              </a:extLst>
            </p:cNvPr>
            <p:cNvSpPr>
              <a:spLocks noChangeShapeType="1"/>
            </p:cNvSpPr>
            <p:nvPr/>
          </p:nvSpPr>
          <p:spPr bwMode="auto">
            <a:xfrm>
              <a:off x="1613" y="4273"/>
              <a:ext cx="4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 name="Line 10">
              <a:extLst>
                <a:ext uri="{FF2B5EF4-FFF2-40B4-BE49-F238E27FC236}">
                  <a16:creationId xmlns:a16="http://schemas.microsoft.com/office/drawing/2014/main" id="{C0D6F2D4-63B7-4740-A68B-799817BDEB5E}"/>
                </a:ext>
              </a:extLst>
            </p:cNvPr>
            <p:cNvSpPr>
              <a:spLocks noChangeShapeType="1"/>
            </p:cNvSpPr>
            <p:nvPr/>
          </p:nvSpPr>
          <p:spPr bwMode="auto">
            <a:xfrm>
              <a:off x="2593" y="2863"/>
              <a:ext cx="14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 name="Line 11">
              <a:extLst>
                <a:ext uri="{FF2B5EF4-FFF2-40B4-BE49-F238E27FC236}">
                  <a16:creationId xmlns:a16="http://schemas.microsoft.com/office/drawing/2014/main" id="{5FD72960-3B8D-B146-838E-2209BBD2C4AB}"/>
                </a:ext>
              </a:extLst>
            </p:cNvPr>
            <p:cNvSpPr>
              <a:spLocks noChangeShapeType="1"/>
            </p:cNvSpPr>
            <p:nvPr/>
          </p:nvSpPr>
          <p:spPr bwMode="auto">
            <a:xfrm>
              <a:off x="3078" y="2863"/>
              <a:ext cx="0" cy="11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 name="Line 12">
              <a:extLst>
                <a:ext uri="{FF2B5EF4-FFF2-40B4-BE49-F238E27FC236}">
                  <a16:creationId xmlns:a16="http://schemas.microsoft.com/office/drawing/2014/main" id="{51F63F49-4505-CF4A-9377-D490068F8B12}"/>
                </a:ext>
              </a:extLst>
            </p:cNvPr>
            <p:cNvSpPr>
              <a:spLocks noChangeShapeType="1"/>
            </p:cNvSpPr>
            <p:nvPr/>
          </p:nvSpPr>
          <p:spPr bwMode="auto">
            <a:xfrm>
              <a:off x="3078" y="3983"/>
              <a:ext cx="9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 name="Text Box 13">
              <a:extLst>
                <a:ext uri="{FF2B5EF4-FFF2-40B4-BE49-F238E27FC236}">
                  <a16:creationId xmlns:a16="http://schemas.microsoft.com/office/drawing/2014/main" id="{898EEDED-1368-F248-87C8-9A0C389E4AC1}"/>
                </a:ext>
              </a:extLst>
            </p:cNvPr>
            <p:cNvSpPr txBox="1">
              <a:spLocks noChangeArrowheads="1"/>
            </p:cNvSpPr>
            <p:nvPr/>
          </p:nvSpPr>
          <p:spPr bwMode="auto">
            <a:xfrm>
              <a:off x="4053" y="2573"/>
              <a:ext cx="1467" cy="635"/>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动作</a:t>
              </a:r>
              <a:r>
                <a:rPr kumimoji="0" lang="en-US" altLang="zh-CN"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1</a:t>
              </a:r>
            </a:p>
          </p:txBody>
        </p:sp>
        <p:sp>
          <p:nvSpPr>
            <p:cNvPr id="31" name="Text Box 14">
              <a:extLst>
                <a:ext uri="{FF2B5EF4-FFF2-40B4-BE49-F238E27FC236}">
                  <a16:creationId xmlns:a16="http://schemas.microsoft.com/office/drawing/2014/main" id="{5C8D90DD-E407-F544-900C-89BE0F56CDD1}"/>
                </a:ext>
              </a:extLst>
            </p:cNvPr>
            <p:cNvSpPr txBox="1">
              <a:spLocks noChangeArrowheads="1"/>
            </p:cNvSpPr>
            <p:nvPr/>
          </p:nvSpPr>
          <p:spPr bwMode="auto">
            <a:xfrm>
              <a:off x="4040" y="3698"/>
              <a:ext cx="1466" cy="650"/>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动作</a:t>
              </a:r>
              <a:r>
                <a:rPr kumimoji="0" lang="en-US" altLang="zh-CN"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2</a:t>
              </a:r>
            </a:p>
          </p:txBody>
        </p:sp>
        <p:sp>
          <p:nvSpPr>
            <p:cNvPr id="32" name="Text Box 15">
              <a:extLst>
                <a:ext uri="{FF2B5EF4-FFF2-40B4-BE49-F238E27FC236}">
                  <a16:creationId xmlns:a16="http://schemas.microsoft.com/office/drawing/2014/main" id="{B63378C9-657B-314C-8D65-852071C4E0F1}"/>
                </a:ext>
              </a:extLst>
            </p:cNvPr>
            <p:cNvSpPr txBox="1">
              <a:spLocks noChangeArrowheads="1"/>
            </p:cNvSpPr>
            <p:nvPr/>
          </p:nvSpPr>
          <p:spPr bwMode="auto">
            <a:xfrm>
              <a:off x="0" y="1125"/>
              <a:ext cx="1464" cy="5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转换</a:t>
              </a:r>
              <a:r>
                <a:rPr kumimoji="0" lang="en-US" altLang="zh-CN"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1</a:t>
              </a:r>
            </a:p>
          </p:txBody>
        </p:sp>
        <p:sp>
          <p:nvSpPr>
            <p:cNvPr id="33" name="Text Box 16">
              <a:extLst>
                <a:ext uri="{FF2B5EF4-FFF2-40B4-BE49-F238E27FC236}">
                  <a16:creationId xmlns:a16="http://schemas.microsoft.com/office/drawing/2014/main" id="{1E0F4F80-F43F-2D4A-A62C-EA8502ED8104}"/>
                </a:ext>
              </a:extLst>
            </p:cNvPr>
            <p:cNvSpPr txBox="1">
              <a:spLocks noChangeArrowheads="1"/>
            </p:cNvSpPr>
            <p:nvPr/>
          </p:nvSpPr>
          <p:spPr bwMode="auto">
            <a:xfrm>
              <a:off x="0" y="4020"/>
              <a:ext cx="1464" cy="5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转换</a:t>
              </a:r>
              <a:r>
                <a:rPr kumimoji="0" lang="en-US" altLang="zh-CN"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2</a:t>
              </a:r>
            </a:p>
          </p:txBody>
        </p:sp>
        <p:sp>
          <p:nvSpPr>
            <p:cNvPr id="34" name="Text Box 17">
              <a:extLst>
                <a:ext uri="{FF2B5EF4-FFF2-40B4-BE49-F238E27FC236}">
                  <a16:creationId xmlns:a16="http://schemas.microsoft.com/office/drawing/2014/main" id="{6EB40B12-ACE8-DE49-9507-8669D3CF38C7}"/>
                </a:ext>
              </a:extLst>
            </p:cNvPr>
            <p:cNvSpPr txBox="1">
              <a:spLocks noChangeArrowheads="1"/>
            </p:cNvSpPr>
            <p:nvPr/>
          </p:nvSpPr>
          <p:spPr bwMode="auto">
            <a:xfrm>
              <a:off x="135" y="6430"/>
              <a:ext cx="4673" cy="6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图 顺序功能图</a:t>
              </a:r>
            </a:p>
          </p:txBody>
        </p:sp>
        <p:sp>
          <p:nvSpPr>
            <p:cNvPr id="35" name="Line 18">
              <a:extLst>
                <a:ext uri="{FF2B5EF4-FFF2-40B4-BE49-F238E27FC236}">
                  <a16:creationId xmlns:a16="http://schemas.microsoft.com/office/drawing/2014/main" id="{7C365B91-F5BB-0D41-8C7D-2AEBCA95E6F3}"/>
                </a:ext>
              </a:extLst>
            </p:cNvPr>
            <p:cNvSpPr>
              <a:spLocks noChangeShapeType="1"/>
            </p:cNvSpPr>
            <p:nvPr/>
          </p:nvSpPr>
          <p:spPr bwMode="auto">
            <a:xfrm>
              <a:off x="1800" y="600"/>
              <a:ext cx="0" cy="204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Tree>
    <p:extLst>
      <p:ext uri="{BB962C8B-B14F-4D97-AF65-F5344CB8AC3E}">
        <p14:creationId xmlns:p14="http://schemas.microsoft.com/office/powerpoint/2010/main" val="42514234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p:cTn id="7" dur="500" fill="hold"/>
                                        <p:tgtEl>
                                          <p:spTgt spid="1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9">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7" presetClass="entr" presetSubtype="0" fill="hold" nodeType="clickEffect">
                                  <p:stCondLst>
                                    <p:cond delay="0"/>
                                  </p:stCondLst>
                                  <p:iterate type="lt">
                                    <p:tmPct val="50000"/>
                                  </p:iterate>
                                  <p:childTnLst>
                                    <p:set>
                                      <p:cBhvr>
                                        <p:cTn id="12" dur="1" fill="hold">
                                          <p:stCondLst>
                                            <p:cond delay="0"/>
                                          </p:stCondLst>
                                        </p:cTn>
                                        <p:tgtEl>
                                          <p:spTgt spid="19">
                                            <p:txEl>
                                              <p:pRg st="1" end="1"/>
                                            </p:txEl>
                                          </p:spTgt>
                                        </p:tgtEl>
                                        <p:attrNameLst>
                                          <p:attrName>style.visibility</p:attrName>
                                        </p:attrNameLst>
                                      </p:cBhvr>
                                      <p:to>
                                        <p:strVal val="visible"/>
                                      </p:to>
                                    </p:set>
                                    <p:anim calcmode="discrete" valueType="clr">
                                      <p:cBhvr override="childStyle">
                                        <p:cTn id="13" dur="80"/>
                                        <p:tgtEl>
                                          <p:spTgt spid="1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19">
                                            <p:txEl>
                                              <p:pRg st="1" end="1"/>
                                            </p:txEl>
                                          </p:spTgt>
                                        </p:tgtEl>
                                        <p:attrNameLst>
                                          <p:attrName>fillcolor</p:attrName>
                                        </p:attrNameLst>
                                      </p:cBhvr>
                                      <p:tavLst>
                                        <p:tav tm="0">
                                          <p:val>
                                            <p:clrVal>
                                              <a:schemeClr val="accent2"/>
                                            </p:clrVal>
                                          </p:val>
                                        </p:tav>
                                        <p:tav tm="50000">
                                          <p:val>
                                            <p:clrVal>
                                              <a:schemeClr val="hlink"/>
                                            </p:clrVal>
                                          </p:val>
                                        </p:tav>
                                      </p:tavLst>
                                    </p:anim>
                                    <p:set>
                                      <p:cBhvr>
                                        <p:cTn id="15" dur="80"/>
                                        <p:tgtEl>
                                          <p:spTgt spid="19">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
            <a:extLst>
              <a:ext uri="{FF2B5EF4-FFF2-40B4-BE49-F238E27FC236}">
                <a16:creationId xmlns:a16="http://schemas.microsoft.com/office/drawing/2014/main" id="{7254E645-1E31-3A40-A544-AFCECE5F1EE9}"/>
              </a:ext>
            </a:extLst>
          </p:cNvPr>
          <p:cNvGrpSpPr>
            <a:grpSpLocks/>
          </p:cNvGrpSpPr>
          <p:nvPr/>
        </p:nvGrpSpPr>
        <p:grpSpPr bwMode="auto">
          <a:xfrm>
            <a:off x="2195513" y="4078288"/>
            <a:ext cx="4530725" cy="2019300"/>
            <a:chOff x="0" y="0"/>
            <a:chExt cx="2854" cy="1272"/>
          </a:xfrm>
        </p:grpSpPr>
        <p:sp>
          <p:nvSpPr>
            <p:cNvPr id="26" name="Text Box 3">
              <a:extLst>
                <a:ext uri="{FF2B5EF4-FFF2-40B4-BE49-F238E27FC236}">
                  <a16:creationId xmlns:a16="http://schemas.microsoft.com/office/drawing/2014/main" id="{61FD2212-58E7-1E4D-8525-CCEA5DEE4ACD}"/>
                </a:ext>
              </a:extLst>
            </p:cNvPr>
            <p:cNvSpPr txBox="1">
              <a:spLocks noChangeArrowheads="1"/>
            </p:cNvSpPr>
            <p:nvPr/>
          </p:nvSpPr>
          <p:spPr bwMode="auto">
            <a:xfrm>
              <a:off x="630" y="36"/>
              <a:ext cx="233" cy="265"/>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OR</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27" name="Text Box 4">
              <a:extLst>
                <a:ext uri="{FF2B5EF4-FFF2-40B4-BE49-F238E27FC236}">
                  <a16:creationId xmlns:a16="http://schemas.microsoft.com/office/drawing/2014/main" id="{855DBF7F-6950-794D-AB1B-BF9C02BF8F33}"/>
                </a:ext>
              </a:extLst>
            </p:cNvPr>
            <p:cNvSpPr txBox="1">
              <a:spLocks noChangeArrowheads="1"/>
            </p:cNvSpPr>
            <p:nvPr/>
          </p:nvSpPr>
          <p:spPr bwMode="auto">
            <a:xfrm>
              <a:off x="1213" y="301"/>
              <a:ext cx="349" cy="458"/>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613"/>
                </a:spcBef>
                <a:spcAft>
                  <a:spcPts val="0"/>
                </a:spcAft>
                <a:buClrTx/>
                <a:buSzTx/>
                <a:buFontTx/>
                <a:buNone/>
                <a:tabLst/>
                <a:defRPr/>
              </a:pPr>
              <a:endParaRPr kumimoji="0" lang="zh-CN" altLang="en-US" sz="10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a:p>
              <a:pPr marL="0" marR="0" lvl="0" indent="0" algn="ctr" defTabSz="914400" eaLnBrk="1" fontAlgn="auto" latinLnBrk="0" hangingPunct="1">
                <a:lnSpc>
                  <a:spcPct val="100000"/>
                </a:lnSpc>
                <a:spcBef>
                  <a:spcPts val="613"/>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AND</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28" name="Text Box 5">
              <a:extLst>
                <a:ext uri="{FF2B5EF4-FFF2-40B4-BE49-F238E27FC236}">
                  <a16:creationId xmlns:a16="http://schemas.microsoft.com/office/drawing/2014/main" id="{EFD5FC57-01EF-8849-A9B7-7F219E64BED9}"/>
                </a:ext>
              </a:extLst>
            </p:cNvPr>
            <p:cNvSpPr txBox="1">
              <a:spLocks noChangeArrowheads="1"/>
            </p:cNvSpPr>
            <p:nvPr/>
          </p:nvSpPr>
          <p:spPr bwMode="auto">
            <a:xfrm>
              <a:off x="1911" y="169"/>
              <a:ext cx="441" cy="795"/>
            </a:xfrm>
            <a:prstGeom prst="rect">
              <a:avLst/>
            </a:prstGeom>
            <a:solidFill>
              <a:srgbClr val="FFFFFF"/>
            </a:solidFill>
            <a:ln w="9525">
              <a:solidFill>
                <a:srgbClr val="000000"/>
              </a:solidFill>
              <a:miter lim="800000"/>
              <a:headEnd/>
              <a:tailEnd/>
            </a:ln>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SR</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S1  Q1</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altLang="zh-CN" sz="10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R</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29" name="Text Box 6">
              <a:extLst>
                <a:ext uri="{FF2B5EF4-FFF2-40B4-BE49-F238E27FC236}">
                  <a16:creationId xmlns:a16="http://schemas.microsoft.com/office/drawing/2014/main" id="{17CA2FEB-EE0F-C54B-8F3B-6DDB2D4710A2}"/>
                </a:ext>
              </a:extLst>
            </p:cNvPr>
            <p:cNvSpPr txBox="1">
              <a:spLocks noChangeArrowheads="1"/>
            </p:cNvSpPr>
            <p:nvPr/>
          </p:nvSpPr>
          <p:spPr bwMode="auto">
            <a:xfrm>
              <a:off x="0" y="0"/>
              <a:ext cx="384"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I1</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30" name="Text Box 7">
              <a:extLst>
                <a:ext uri="{FF2B5EF4-FFF2-40B4-BE49-F238E27FC236}">
                  <a16:creationId xmlns:a16="http://schemas.microsoft.com/office/drawing/2014/main" id="{2C0A46C9-3864-094C-A415-45BC0292D16F}"/>
                </a:ext>
              </a:extLst>
            </p:cNvPr>
            <p:cNvSpPr txBox="1">
              <a:spLocks noChangeArrowheads="1"/>
            </p:cNvSpPr>
            <p:nvPr/>
          </p:nvSpPr>
          <p:spPr bwMode="auto">
            <a:xfrm>
              <a:off x="0" y="144"/>
              <a:ext cx="384"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I2</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31" name="Line 8">
              <a:extLst>
                <a:ext uri="{FF2B5EF4-FFF2-40B4-BE49-F238E27FC236}">
                  <a16:creationId xmlns:a16="http://schemas.microsoft.com/office/drawing/2014/main" id="{47660497-EE7A-804B-B240-540184C24FCA}"/>
                </a:ext>
              </a:extLst>
            </p:cNvPr>
            <p:cNvSpPr>
              <a:spLocks noChangeShapeType="1"/>
            </p:cNvSpPr>
            <p:nvPr/>
          </p:nvSpPr>
          <p:spPr bwMode="auto">
            <a:xfrm>
              <a:off x="384" y="96"/>
              <a:ext cx="2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 name="Line 9">
              <a:extLst>
                <a:ext uri="{FF2B5EF4-FFF2-40B4-BE49-F238E27FC236}">
                  <a16:creationId xmlns:a16="http://schemas.microsoft.com/office/drawing/2014/main" id="{210FECFA-2FBE-B24E-BEED-E64FD4BA7609}"/>
                </a:ext>
              </a:extLst>
            </p:cNvPr>
            <p:cNvSpPr>
              <a:spLocks noChangeShapeType="1"/>
            </p:cNvSpPr>
            <p:nvPr/>
          </p:nvSpPr>
          <p:spPr bwMode="auto">
            <a:xfrm>
              <a:off x="398" y="238"/>
              <a:ext cx="2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 name="Line 10">
              <a:extLst>
                <a:ext uri="{FF2B5EF4-FFF2-40B4-BE49-F238E27FC236}">
                  <a16:creationId xmlns:a16="http://schemas.microsoft.com/office/drawing/2014/main" id="{E465591B-00EE-3A4C-9C1F-74EF00A540B7}"/>
                </a:ext>
              </a:extLst>
            </p:cNvPr>
            <p:cNvSpPr>
              <a:spLocks noChangeShapeType="1"/>
            </p:cNvSpPr>
            <p:nvPr/>
          </p:nvSpPr>
          <p:spPr bwMode="auto">
            <a:xfrm>
              <a:off x="863" y="169"/>
              <a:ext cx="1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 name="Line 11">
              <a:extLst>
                <a:ext uri="{FF2B5EF4-FFF2-40B4-BE49-F238E27FC236}">
                  <a16:creationId xmlns:a16="http://schemas.microsoft.com/office/drawing/2014/main" id="{CDEA7ECC-6E6D-F645-B30C-8D9B47D0F50F}"/>
                </a:ext>
              </a:extLst>
            </p:cNvPr>
            <p:cNvSpPr>
              <a:spLocks noChangeShapeType="1"/>
            </p:cNvSpPr>
            <p:nvPr/>
          </p:nvSpPr>
          <p:spPr bwMode="auto">
            <a:xfrm>
              <a:off x="980" y="169"/>
              <a:ext cx="0" cy="2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 name="Line 12">
              <a:extLst>
                <a:ext uri="{FF2B5EF4-FFF2-40B4-BE49-F238E27FC236}">
                  <a16:creationId xmlns:a16="http://schemas.microsoft.com/office/drawing/2014/main" id="{6449E6E2-7180-B340-B0A1-8C9030C77CF1}"/>
                </a:ext>
              </a:extLst>
            </p:cNvPr>
            <p:cNvSpPr>
              <a:spLocks noChangeShapeType="1"/>
            </p:cNvSpPr>
            <p:nvPr/>
          </p:nvSpPr>
          <p:spPr bwMode="auto">
            <a:xfrm>
              <a:off x="980" y="435"/>
              <a:ext cx="23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 name="Line 13">
              <a:extLst>
                <a:ext uri="{FF2B5EF4-FFF2-40B4-BE49-F238E27FC236}">
                  <a16:creationId xmlns:a16="http://schemas.microsoft.com/office/drawing/2014/main" id="{1FF4BADF-001B-4449-AB42-8365BBC2AB66}"/>
                </a:ext>
              </a:extLst>
            </p:cNvPr>
            <p:cNvSpPr>
              <a:spLocks noChangeShapeType="1"/>
            </p:cNvSpPr>
            <p:nvPr/>
          </p:nvSpPr>
          <p:spPr bwMode="auto">
            <a:xfrm flipH="1">
              <a:off x="630" y="567"/>
              <a:ext cx="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7" name="Line 14">
              <a:extLst>
                <a:ext uri="{FF2B5EF4-FFF2-40B4-BE49-F238E27FC236}">
                  <a16:creationId xmlns:a16="http://schemas.microsoft.com/office/drawing/2014/main" id="{DE25DD3B-6855-4C4C-8297-9F4F5377E899}"/>
                </a:ext>
              </a:extLst>
            </p:cNvPr>
            <p:cNvSpPr>
              <a:spLocks noChangeShapeType="1"/>
            </p:cNvSpPr>
            <p:nvPr/>
          </p:nvSpPr>
          <p:spPr bwMode="auto">
            <a:xfrm flipH="1">
              <a:off x="630" y="700"/>
              <a:ext cx="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 name="Text Box 15">
              <a:extLst>
                <a:ext uri="{FF2B5EF4-FFF2-40B4-BE49-F238E27FC236}">
                  <a16:creationId xmlns:a16="http://schemas.microsoft.com/office/drawing/2014/main" id="{A528B215-B77C-6E42-98F4-C0BD8768370B}"/>
                </a:ext>
              </a:extLst>
            </p:cNvPr>
            <p:cNvSpPr txBox="1">
              <a:spLocks noChangeArrowheads="1"/>
            </p:cNvSpPr>
            <p:nvPr/>
          </p:nvSpPr>
          <p:spPr bwMode="auto">
            <a:xfrm>
              <a:off x="288" y="480"/>
              <a:ext cx="407"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I3</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39" name="Text Box 16">
              <a:extLst>
                <a:ext uri="{FF2B5EF4-FFF2-40B4-BE49-F238E27FC236}">
                  <a16:creationId xmlns:a16="http://schemas.microsoft.com/office/drawing/2014/main" id="{DD2F0C31-0C4C-E14A-AC40-23EEA85D39FE}"/>
                </a:ext>
              </a:extLst>
            </p:cNvPr>
            <p:cNvSpPr txBox="1">
              <a:spLocks noChangeArrowheads="1"/>
            </p:cNvSpPr>
            <p:nvPr/>
          </p:nvSpPr>
          <p:spPr bwMode="auto">
            <a:xfrm>
              <a:off x="288" y="624"/>
              <a:ext cx="407"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I4</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40" name="Line 17">
              <a:extLst>
                <a:ext uri="{FF2B5EF4-FFF2-40B4-BE49-F238E27FC236}">
                  <a16:creationId xmlns:a16="http://schemas.microsoft.com/office/drawing/2014/main" id="{0D60AB78-C4F3-A94C-A99C-47D99D585DA3}"/>
                </a:ext>
              </a:extLst>
            </p:cNvPr>
            <p:cNvSpPr>
              <a:spLocks noChangeShapeType="1"/>
            </p:cNvSpPr>
            <p:nvPr/>
          </p:nvSpPr>
          <p:spPr bwMode="auto">
            <a:xfrm>
              <a:off x="1562" y="567"/>
              <a:ext cx="34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 name="Line 18">
              <a:extLst>
                <a:ext uri="{FF2B5EF4-FFF2-40B4-BE49-F238E27FC236}">
                  <a16:creationId xmlns:a16="http://schemas.microsoft.com/office/drawing/2014/main" id="{E04D4EEC-AF75-1148-8E5E-78862E214513}"/>
                </a:ext>
              </a:extLst>
            </p:cNvPr>
            <p:cNvSpPr>
              <a:spLocks noChangeShapeType="1"/>
            </p:cNvSpPr>
            <p:nvPr/>
          </p:nvSpPr>
          <p:spPr bwMode="auto">
            <a:xfrm flipH="1">
              <a:off x="1096" y="832"/>
              <a:ext cx="8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 name="Text Box 19">
              <a:extLst>
                <a:ext uri="{FF2B5EF4-FFF2-40B4-BE49-F238E27FC236}">
                  <a16:creationId xmlns:a16="http://schemas.microsoft.com/office/drawing/2014/main" id="{5CABF49D-C95A-A743-A5AF-7CE19CD8B0ED}"/>
                </a:ext>
              </a:extLst>
            </p:cNvPr>
            <p:cNvSpPr txBox="1">
              <a:spLocks noChangeArrowheads="1"/>
            </p:cNvSpPr>
            <p:nvPr/>
          </p:nvSpPr>
          <p:spPr bwMode="auto">
            <a:xfrm>
              <a:off x="746" y="781"/>
              <a:ext cx="408"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I5</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43" name="Line 20">
              <a:extLst>
                <a:ext uri="{FF2B5EF4-FFF2-40B4-BE49-F238E27FC236}">
                  <a16:creationId xmlns:a16="http://schemas.microsoft.com/office/drawing/2014/main" id="{E2990630-0676-3E44-B0A1-CE5FAA699135}"/>
                </a:ext>
              </a:extLst>
            </p:cNvPr>
            <p:cNvSpPr>
              <a:spLocks noChangeShapeType="1"/>
            </p:cNvSpPr>
            <p:nvPr/>
          </p:nvSpPr>
          <p:spPr bwMode="auto">
            <a:xfrm>
              <a:off x="2352" y="672"/>
              <a:ext cx="1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 name="Text Box 21">
              <a:extLst>
                <a:ext uri="{FF2B5EF4-FFF2-40B4-BE49-F238E27FC236}">
                  <a16:creationId xmlns:a16="http://schemas.microsoft.com/office/drawing/2014/main" id="{8C77F7D1-E072-C644-90C2-DE106391C78A}"/>
                </a:ext>
              </a:extLst>
            </p:cNvPr>
            <p:cNvSpPr txBox="1">
              <a:spLocks noChangeArrowheads="1"/>
            </p:cNvSpPr>
            <p:nvPr/>
          </p:nvSpPr>
          <p:spPr bwMode="auto">
            <a:xfrm>
              <a:off x="2448" y="576"/>
              <a:ext cx="406"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Q1</a:t>
              </a:r>
              <a:endParaRPr kumimoji="0" lang="en-US" altLang="zh-CN"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45" name="Text Box 22">
              <a:extLst>
                <a:ext uri="{FF2B5EF4-FFF2-40B4-BE49-F238E27FC236}">
                  <a16:creationId xmlns:a16="http://schemas.microsoft.com/office/drawing/2014/main" id="{10CD30DD-3341-8646-84DA-5125BDC01CB7}"/>
                </a:ext>
              </a:extLst>
            </p:cNvPr>
            <p:cNvSpPr txBox="1">
              <a:spLocks noChangeArrowheads="1"/>
            </p:cNvSpPr>
            <p:nvPr/>
          </p:nvSpPr>
          <p:spPr bwMode="auto">
            <a:xfrm>
              <a:off x="816" y="1104"/>
              <a:ext cx="1176" cy="1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rgbClr val="0000CC"/>
                  </a:solidFill>
                  <a:effectLst/>
                  <a:uLnTx/>
                  <a:uFillTx/>
                  <a:latin typeface="Times New Roman" panose="02020603050405020304" pitchFamily="18" charset="0"/>
                  <a:ea typeface="宋体" panose="02010600030101010101" pitchFamily="2" charset="-122"/>
                </a:rPr>
                <a:t>图 功能块图</a:t>
              </a:r>
              <a:endParaRPr kumimoji="0" lang="zh-CN" altLang="en-US" sz="1600" b="1" i="0" u="none" strike="noStrike" kern="0" cap="none" spc="0" normalizeH="0" baseline="0" noProof="0">
                <a:ln>
                  <a:noFill/>
                </a:ln>
                <a:solidFill>
                  <a:srgbClr val="0000CC"/>
                </a:solidFill>
                <a:effectLst/>
                <a:uLnTx/>
                <a:uFillTx/>
                <a:latin typeface="Arial" panose="020B0604020202020204" pitchFamily="34" charset="0"/>
                <a:ea typeface="MS PGothic" panose="020B0600070205080204" pitchFamily="34" charset="-128"/>
              </a:endParaRPr>
            </a:p>
          </p:txBody>
        </p:sp>
        <p:sp>
          <p:nvSpPr>
            <p:cNvPr id="46" name="Oval 23">
              <a:extLst>
                <a:ext uri="{FF2B5EF4-FFF2-40B4-BE49-F238E27FC236}">
                  <a16:creationId xmlns:a16="http://schemas.microsoft.com/office/drawing/2014/main" id="{DE874EBC-AF87-044D-9FB0-104C980CCFF7}"/>
                </a:ext>
              </a:extLst>
            </p:cNvPr>
            <p:cNvSpPr>
              <a:spLocks noChangeArrowheads="1"/>
            </p:cNvSpPr>
            <p:nvPr/>
          </p:nvSpPr>
          <p:spPr bwMode="auto">
            <a:xfrm>
              <a:off x="1184" y="396"/>
              <a:ext cx="43" cy="58"/>
            </a:xfrm>
            <a:prstGeom prst="ellipse">
              <a:avLst/>
            </a:prstGeom>
            <a:solidFill>
              <a:srgbClr val="FFFFFF"/>
            </a:solidFill>
            <a:ln w="9525">
              <a:solidFill>
                <a:srgbClr val="000000"/>
              </a:solidFill>
              <a:round/>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sp>
        <p:nvSpPr>
          <p:cNvPr id="47" name="Text Box 24">
            <a:extLst>
              <a:ext uri="{FF2B5EF4-FFF2-40B4-BE49-F238E27FC236}">
                <a16:creationId xmlns:a16="http://schemas.microsoft.com/office/drawing/2014/main" id="{0687F904-51A2-EF42-96FB-085B9799A411}"/>
              </a:ext>
            </a:extLst>
          </p:cNvPr>
          <p:cNvSpPr txBox="1">
            <a:spLocks noChangeArrowheads="1"/>
          </p:cNvSpPr>
          <p:nvPr/>
        </p:nvSpPr>
        <p:spPr bwMode="auto">
          <a:xfrm>
            <a:off x="396875" y="620713"/>
            <a:ext cx="8353425"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40000"/>
              </a:lnSpc>
            </a:pPr>
            <a:r>
              <a:rPr lang="zh-CN" altLang="zh-CN" sz="2400" b="1" dirty="0">
                <a:solidFill>
                  <a:srgbClr val="0000CC"/>
                </a:solidFill>
                <a:latin typeface="宋体" panose="02010600030101010101" pitchFamily="2" charset="-122"/>
              </a:rPr>
              <a:t>（4）功能块图</a:t>
            </a:r>
            <a:endParaRPr lang="zh-CN" altLang="zh-CN" sz="2400" dirty="0">
              <a:solidFill>
                <a:srgbClr val="0000CC"/>
              </a:solidFill>
              <a:latin typeface="宋体" panose="02010600030101010101" pitchFamily="2" charset="-122"/>
            </a:endParaRPr>
          </a:p>
          <a:p>
            <a:pPr algn="just" eaLnBrk="1" hangingPunct="1">
              <a:lnSpc>
                <a:spcPct val="140000"/>
              </a:lnSpc>
            </a:pPr>
            <a:r>
              <a:rPr lang="zh-CN" altLang="en-US" sz="2400" b="1" dirty="0">
                <a:solidFill>
                  <a:srgbClr val="09211C"/>
                </a:solidFill>
                <a:latin typeface="宋体" panose="02010600030101010101" pitchFamily="2" charset="-122"/>
              </a:rPr>
              <a:t>    </a:t>
            </a:r>
            <a:r>
              <a:rPr lang="zh-CN" altLang="zh-CN" sz="2400" b="1" dirty="0">
                <a:solidFill>
                  <a:srgbClr val="09211C"/>
                </a:solidFill>
                <a:latin typeface="宋体" panose="02010600030101010101" pitchFamily="2" charset="-122"/>
              </a:rPr>
              <a:t>功能块图是一种类似于数字逻辑电路的编程语言，用类似与门、或门的方框来表示逻辑运算关系，方块左侧为逻辑运算的输入变量，右侧为输出变量，输入端、输出端的小圆点表示“非”运算，信号自左向右流动。</a:t>
            </a:r>
          </a:p>
          <a:p>
            <a:pPr algn="just" eaLnBrk="1" hangingPunct="1">
              <a:lnSpc>
                <a:spcPct val="140000"/>
              </a:lnSpc>
            </a:pPr>
            <a:r>
              <a:rPr lang="zh-CN" altLang="en-US" sz="2400" b="1" dirty="0">
                <a:solidFill>
                  <a:srgbClr val="09211C"/>
                </a:solidFill>
                <a:latin typeface="宋体" panose="02010600030101010101" pitchFamily="2" charset="-122"/>
              </a:rPr>
              <a:t>    </a:t>
            </a:r>
            <a:r>
              <a:rPr lang="zh-CN" altLang="zh-CN" sz="2400" b="1" dirty="0">
                <a:solidFill>
                  <a:srgbClr val="09211C"/>
                </a:solidFill>
                <a:latin typeface="宋体" panose="02010600030101010101" pitchFamily="2" charset="-122"/>
              </a:rPr>
              <a:t>类似于电路一样，方框被“导线”连接在一起。</a:t>
            </a:r>
            <a:endParaRPr lang="zh-CN" altLang="zh-CN" sz="2400" dirty="0">
              <a:solidFill>
                <a:srgbClr val="0000CC"/>
              </a:solidFill>
              <a:latin typeface="宋体" panose="02010600030101010101" pitchFamily="2" charset="-122"/>
            </a:endParaRPr>
          </a:p>
        </p:txBody>
      </p:sp>
    </p:spTree>
    <p:extLst>
      <p:ext uri="{BB962C8B-B14F-4D97-AF65-F5344CB8AC3E}">
        <p14:creationId xmlns:p14="http://schemas.microsoft.com/office/powerpoint/2010/main" val="2594804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9E49EFB-4745-A241-8267-F4DE39206DAD}"/>
              </a:ext>
            </a:extLst>
          </p:cNvPr>
          <p:cNvSpPr txBox="1">
            <a:spLocks noChangeArrowheads="1"/>
          </p:cNvSpPr>
          <p:nvPr/>
        </p:nvSpPr>
        <p:spPr bwMode="auto">
          <a:xfrm>
            <a:off x="395536" y="404664"/>
            <a:ext cx="7705675" cy="5778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723900" marR="0" lvl="0" indent="-723900"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a:cs typeface="+mj-cs"/>
              </a:rPr>
              <a:t>3.2 </a:t>
            </a:r>
            <a:r>
              <a:rPr kumimoji="0" lang="zh-CN"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a:cs typeface="+mj-cs"/>
              </a:rPr>
              <a:t>可编程控制器工作过程特点及主要性能指标</a:t>
            </a:r>
          </a:p>
        </p:txBody>
      </p:sp>
      <p:sp>
        <p:nvSpPr>
          <p:cNvPr id="6" name="Rectangle 3">
            <a:extLst>
              <a:ext uri="{FF2B5EF4-FFF2-40B4-BE49-F238E27FC236}">
                <a16:creationId xmlns:a16="http://schemas.microsoft.com/office/drawing/2014/main" id="{BB604077-F684-444A-BAFD-5B16EB9CF430}"/>
              </a:ext>
            </a:extLst>
          </p:cNvPr>
          <p:cNvSpPr txBox="1">
            <a:spLocks noChangeArrowheads="1"/>
          </p:cNvSpPr>
          <p:nvPr/>
        </p:nvSpPr>
        <p:spPr bwMode="auto">
          <a:xfrm>
            <a:off x="539750" y="1916832"/>
            <a:ext cx="7993063" cy="3814762"/>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50000"/>
              </a:spcBef>
              <a:spcAft>
                <a:spcPct val="0"/>
              </a:spcAft>
              <a:buClrTx/>
              <a:buSzTx/>
              <a:buFont typeface="Wingdings" pitchFamily="2" charset="2"/>
              <a:buChar char="ü"/>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当</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运行时，需要进行众多的操作</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en-US" sz="2400" b="0"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而</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CPU</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不可能同时</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去执行多个操作，</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 每一刻</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只能</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执行一个操作。</a:t>
            </a:r>
          </a:p>
          <a:p>
            <a:pPr marL="342900" marR="0" lvl="0" indent="-342900" algn="just" defTabSz="914400" rtl="0" eaLnBrk="1" fontAlgn="base" latinLnBrk="0" hangingPunct="1">
              <a:lnSpc>
                <a:spcPct val="150000"/>
              </a:lnSpc>
              <a:spcBef>
                <a:spcPct val="50000"/>
              </a:spcBef>
              <a:spcAft>
                <a:spcPct val="0"/>
              </a:spcAft>
              <a:buClrTx/>
              <a:buSzTx/>
              <a:buFont typeface="Wingdings" pitchFamily="2" charset="2"/>
              <a:buChar char="ü"/>
              <a:tabLst/>
              <a:defRPr/>
            </a:pP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解决的办法：</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采用</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分时操作</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原理 </a:t>
            </a:r>
          </a:p>
          <a:p>
            <a:pPr marL="342900" marR="0" lvl="0" indent="-342900" algn="just" defTabSz="914400" rtl="0" eaLnBrk="1" fontAlgn="base" latinLnBrk="0" hangingPunct="1">
              <a:lnSpc>
                <a:spcPct val="150000"/>
              </a:lnSpc>
              <a:spcBef>
                <a:spcPct val="50000"/>
              </a:spcBef>
              <a:spcAft>
                <a:spcPct val="0"/>
              </a:spcAft>
              <a:buClrTx/>
              <a:buSzTx/>
              <a:buFont typeface="Wingdings" pitchFamily="2" charset="2"/>
              <a:buChar char="ü"/>
              <a:tabLst/>
              <a:defRPr/>
            </a:pP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sym typeface="Arial" panose="020B0604020202020204" pitchFamily="34" charset="0"/>
              </a:rPr>
              <a:t>扫描工作方式</a:t>
            </a:r>
            <a:r>
              <a:rPr kumimoji="0" lang="zh-CN" altLang="en-US"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sym typeface="Arial" panose="020B0604020202020204" pitchFamily="34" charset="0"/>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由于</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CPU</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运算处理速度</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很快</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所以</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从宏观上</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来看</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en-US"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外部出现</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结果似乎</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同时完成的</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这种</a:t>
            </a:r>
            <a:r>
              <a:rPr kumimoji="0" lang="zh-CN" altLang="zh-CN" sz="2400" b="1" i="0" u="none" strike="noStrike" kern="1200" cap="none" spc="0" normalizeH="0" baseline="0" noProof="0" dirty="0">
                <a:ln>
                  <a:noFill/>
                </a:ln>
                <a:solidFill>
                  <a:srgbClr val="000099"/>
                </a:solidFill>
                <a:effectLst/>
                <a:uLnTx/>
                <a:uFillTx/>
                <a:latin typeface="宋体" panose="02010600030101010101" pitchFamily="2" charset="-122"/>
                <a:ea typeface="宋体"/>
                <a:cs typeface="+mn-cs"/>
              </a:rPr>
              <a:t>分时操作</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的方法称为</a:t>
            </a:r>
            <a:r>
              <a:rPr kumimoji="0" lang="zh-CN" altLang="zh-CN" sz="24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rPr>
              <a:t>扫描工作方式</a:t>
            </a:r>
            <a:r>
              <a:rPr kumimoji="0" lang="zh-CN" altLang="en-US" sz="2400" b="1" i="0" u="none" strike="noStrike" kern="1200" cap="none" spc="0" normalizeH="0" baseline="0" noProof="0" dirty="0">
                <a:ln>
                  <a:noFill/>
                </a:ln>
                <a:solidFill>
                  <a:srgbClr val="A50021"/>
                </a:solidFill>
                <a:effectLst>
                  <a:outerShdw blurRad="38100" dist="38100" dir="2700000" algn="tl">
                    <a:srgbClr val="C0C0C0"/>
                  </a:outerShdw>
                </a:effectLst>
                <a:uLnTx/>
                <a:uFillTx/>
                <a:latin typeface="宋体" panose="02010600030101010101" pitchFamily="2" charset="-122"/>
                <a:ea typeface="宋体"/>
                <a:cs typeface="+mn-cs"/>
              </a:rPr>
              <a:t>。</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n-cs"/>
              </a:rPr>
              <a:t> </a:t>
            </a:r>
          </a:p>
        </p:txBody>
      </p:sp>
      <p:sp>
        <p:nvSpPr>
          <p:cNvPr id="7" name="Rectangle 4">
            <a:extLst>
              <a:ext uri="{FF2B5EF4-FFF2-40B4-BE49-F238E27FC236}">
                <a16:creationId xmlns:a16="http://schemas.microsoft.com/office/drawing/2014/main" id="{C3CF4132-2287-C34E-ABDC-08BA7B8C575D}"/>
              </a:ext>
            </a:extLst>
          </p:cNvPr>
          <p:cNvSpPr>
            <a:spLocks noChangeArrowheads="1"/>
          </p:cNvSpPr>
          <p:nvPr/>
        </p:nvSpPr>
        <p:spPr bwMode="auto">
          <a:xfrm>
            <a:off x="539750" y="1052736"/>
            <a:ext cx="4103688" cy="559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746125" algn="l"/>
              </a:tabLst>
              <a:defRPr sz="1600">
                <a:solidFill>
                  <a:schemeClr val="tx1"/>
                </a:solidFill>
                <a:latin typeface="Arial" panose="020B0604020202020204" pitchFamily="34" charset="0"/>
                <a:ea typeface="宋体" panose="02010600030101010101" pitchFamily="2" charset="-122"/>
              </a:defRPr>
            </a:lvl1pPr>
            <a:lvl2pPr marL="742950" indent="-285750">
              <a:tabLst>
                <a:tab pos="746125" algn="l"/>
              </a:tabLst>
              <a:defRPr sz="1600">
                <a:solidFill>
                  <a:schemeClr val="tx1"/>
                </a:solidFill>
                <a:latin typeface="Arial" panose="020B0604020202020204" pitchFamily="34" charset="0"/>
                <a:ea typeface="宋体" panose="02010600030101010101" pitchFamily="2" charset="-122"/>
              </a:defRPr>
            </a:lvl2pPr>
            <a:lvl3pPr marL="1143000" indent="-228600">
              <a:tabLst>
                <a:tab pos="746125" algn="l"/>
              </a:tabLst>
              <a:defRPr sz="1600">
                <a:solidFill>
                  <a:schemeClr val="tx1"/>
                </a:solidFill>
                <a:latin typeface="Arial" panose="020B0604020202020204" pitchFamily="34" charset="0"/>
                <a:ea typeface="宋体" panose="02010600030101010101" pitchFamily="2" charset="-122"/>
              </a:defRPr>
            </a:lvl3pPr>
            <a:lvl4pPr marL="1600200" indent="-228600">
              <a:tabLst>
                <a:tab pos="746125" algn="l"/>
              </a:tabLst>
              <a:defRPr sz="1600">
                <a:solidFill>
                  <a:schemeClr val="tx1"/>
                </a:solidFill>
                <a:latin typeface="Arial" panose="020B0604020202020204" pitchFamily="34" charset="0"/>
                <a:ea typeface="宋体" panose="02010600030101010101" pitchFamily="2" charset="-122"/>
              </a:defRPr>
            </a:lvl4pPr>
            <a:lvl5pPr marL="2057400" indent="-228600">
              <a:tabLst>
                <a:tab pos="746125" algn="l"/>
              </a:tabLst>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746125" algn="l"/>
              </a:tabLs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746125" algn="l"/>
              </a:tabLs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746125" algn="l"/>
              </a:tabLs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746125" algn="l"/>
              </a:tabLs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100000"/>
            </a:pPr>
            <a:r>
              <a:rPr lang="en-US" altLang="zh-CN" sz="2400" b="1" dirty="0">
                <a:solidFill>
                  <a:srgbClr val="0000CC"/>
                </a:solidFill>
                <a:latin typeface="宋体" panose="02010600030101010101" pitchFamily="2" charset="-122"/>
              </a:rPr>
              <a:t>3.2.1 </a:t>
            </a:r>
            <a:r>
              <a:rPr lang="zh-CN" altLang="en-US" sz="2400" b="1" dirty="0">
                <a:solidFill>
                  <a:srgbClr val="0000CC"/>
                </a:solidFill>
                <a:latin typeface="宋体" panose="02010600030101010101" pitchFamily="2" charset="-122"/>
              </a:rPr>
              <a:t>循环扫描工作方式</a:t>
            </a:r>
          </a:p>
        </p:txBody>
      </p:sp>
    </p:spTree>
    <p:extLst>
      <p:ext uri="{BB962C8B-B14F-4D97-AF65-F5344CB8AC3E}">
        <p14:creationId xmlns:p14="http://schemas.microsoft.com/office/powerpoint/2010/main" val="14770281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
                                            <p:bg/>
                                          </p:spTgt>
                                        </p:tgtEl>
                                        <p:attrNameLst>
                                          <p:attrName>style.visibility</p:attrName>
                                        </p:attrNameLst>
                                      </p:cBhvr>
                                      <p:to>
                                        <p:strVal val="visible"/>
                                      </p:to>
                                    </p:set>
                                    <p:animEffect transition="in" filter="blinds(horizontal)">
                                      <p:cBhvr>
                                        <p:cTn id="13" dur="500"/>
                                        <p:tgtEl>
                                          <p:spTgt spid="6">
                                            <p:bg/>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blinds(horizontal)">
                                      <p:cBhvr>
                                        <p:cTn id="18" dur="500"/>
                                        <p:tgtEl>
                                          <p:spTgt spid="6">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Effect transition="in" filter="blinds(horizontal)">
                                      <p:cBhvr>
                                        <p:cTn id="23" dur="500"/>
                                        <p:tgtEl>
                                          <p:spTgt spid="6">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blinds(horizontal)">
                                      <p:cBhvr>
                                        <p:cTn id="28"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Box 2">
            <a:extLst>
              <a:ext uri="{FF2B5EF4-FFF2-40B4-BE49-F238E27FC236}">
                <a16:creationId xmlns:a16="http://schemas.microsoft.com/office/drawing/2014/main" id="{B0340EAC-8EFA-674F-9AA6-3B6201B0CD58}"/>
              </a:ext>
            </a:extLst>
          </p:cNvPr>
          <p:cNvSpPr txBox="1">
            <a:spLocks noChangeArrowheads="1"/>
          </p:cNvSpPr>
          <p:nvPr/>
        </p:nvSpPr>
        <p:spPr bwMode="auto">
          <a:xfrm>
            <a:off x="323850" y="756436"/>
            <a:ext cx="8496300" cy="16677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2400" b="1" dirty="0">
                <a:solidFill>
                  <a:srgbClr val="0000CC"/>
                </a:solidFill>
                <a:latin typeface="宋体" panose="02010600030101010101" pitchFamily="2" charset="-122"/>
              </a:rPr>
              <a:t>  </a:t>
            </a:r>
            <a:r>
              <a:rPr lang="zh-CN" altLang="en-US" sz="2400" b="1" dirty="0">
                <a:solidFill>
                  <a:srgbClr val="09211C"/>
                </a:solidFill>
                <a:latin typeface="宋体" panose="02010600030101010101" pitchFamily="2" charset="-122"/>
              </a:rPr>
              <a:t>  </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采用</a:t>
            </a:r>
            <a:r>
              <a:rPr lang="zh-CN" altLang="en-US" sz="2400" b="1" dirty="0">
                <a:solidFill>
                  <a:srgbClr val="000099"/>
                </a:solidFill>
                <a:latin typeface="宋体" panose="02010600030101010101" pitchFamily="2" charset="-122"/>
              </a:rPr>
              <a:t>“顺序扫描、不断循环”</a:t>
            </a:r>
            <a:r>
              <a:rPr lang="zh-CN" altLang="en-US" sz="2400" b="1" dirty="0">
                <a:solidFill>
                  <a:srgbClr val="09211C"/>
                </a:solidFill>
                <a:latin typeface="宋体" panose="02010600030101010101" pitchFamily="2" charset="-122"/>
              </a:rPr>
              <a:t>工作方式，这个过程可分</a:t>
            </a:r>
            <a:r>
              <a:rPr lang="zh-CN" altLang="en-US" sz="2400" b="1" dirty="0">
                <a:solidFill>
                  <a:srgbClr val="000099"/>
                </a:solidFill>
                <a:latin typeface="宋体" panose="02010600030101010101" pitchFamily="2" charset="-122"/>
              </a:rPr>
              <a:t>输入采样，程序执行、输出刷新三个阶段</a:t>
            </a:r>
            <a:r>
              <a:rPr lang="zh-CN" altLang="en-US" sz="2400" b="1" dirty="0">
                <a:solidFill>
                  <a:srgbClr val="0000CC"/>
                </a:solidFill>
                <a:latin typeface="宋体" panose="02010600030101010101" pitchFamily="2" charset="-122"/>
              </a:rPr>
              <a:t>，</a:t>
            </a:r>
            <a:r>
              <a:rPr lang="zh-CN" altLang="en-US" sz="2400" b="1" dirty="0">
                <a:solidFill>
                  <a:srgbClr val="000099"/>
                </a:solidFill>
                <a:latin typeface="宋体" panose="02010600030101010101" pitchFamily="2" charset="-122"/>
              </a:rPr>
              <a:t>整个过程扫描</a:t>
            </a:r>
            <a:r>
              <a:rPr lang="zh-CN" altLang="en-US" sz="2400" b="1" dirty="0">
                <a:solidFill>
                  <a:srgbClr val="09211C"/>
                </a:solidFill>
                <a:latin typeface="宋体" panose="02010600030101010101" pitchFamily="2" charset="-122"/>
              </a:rPr>
              <a:t>并</a:t>
            </a:r>
            <a:r>
              <a:rPr lang="zh-CN" altLang="en-US" sz="2400" b="1" dirty="0">
                <a:solidFill>
                  <a:srgbClr val="000099"/>
                </a:solidFill>
                <a:latin typeface="宋体" panose="02010600030101010101" pitchFamily="2" charset="-122"/>
              </a:rPr>
              <a:t>执行一次所需</a:t>
            </a:r>
            <a:r>
              <a:rPr lang="zh-CN" altLang="en-US" sz="2400" b="1" dirty="0">
                <a:solidFill>
                  <a:srgbClr val="09211C"/>
                </a:solidFill>
                <a:latin typeface="宋体" panose="02010600030101010101" pitchFamily="2" charset="-122"/>
              </a:rPr>
              <a:t>的</a:t>
            </a:r>
            <a:r>
              <a:rPr lang="zh-CN" altLang="en-US" sz="2400" b="1" dirty="0">
                <a:solidFill>
                  <a:srgbClr val="000099"/>
                </a:solidFill>
                <a:latin typeface="宋体" panose="02010600030101010101" pitchFamily="2" charset="-122"/>
              </a:rPr>
              <a:t>时间</a:t>
            </a:r>
            <a:r>
              <a:rPr lang="zh-CN" altLang="en-US" sz="2400" b="1" dirty="0">
                <a:solidFill>
                  <a:srgbClr val="09211C"/>
                </a:solidFill>
                <a:latin typeface="宋体" panose="02010600030101010101" pitchFamily="2" charset="-122"/>
              </a:rPr>
              <a:t>称为</a:t>
            </a:r>
            <a:r>
              <a:rPr lang="zh-CN" altLang="en-US" sz="2400" b="1" dirty="0">
                <a:solidFill>
                  <a:srgbClr val="A50021"/>
                </a:solidFill>
                <a:latin typeface="宋体" panose="02010600030101010101" pitchFamily="2" charset="-122"/>
              </a:rPr>
              <a:t>扫描周期。</a:t>
            </a:r>
          </a:p>
        </p:txBody>
      </p:sp>
      <p:grpSp>
        <p:nvGrpSpPr>
          <p:cNvPr id="35" name="Group 3">
            <a:extLst>
              <a:ext uri="{FF2B5EF4-FFF2-40B4-BE49-F238E27FC236}">
                <a16:creationId xmlns:a16="http://schemas.microsoft.com/office/drawing/2014/main" id="{30FEFBA2-9DDA-D447-84E9-9BD25A135B71}"/>
              </a:ext>
            </a:extLst>
          </p:cNvPr>
          <p:cNvGrpSpPr>
            <a:grpSpLocks/>
          </p:cNvGrpSpPr>
          <p:nvPr/>
        </p:nvGrpSpPr>
        <p:grpSpPr bwMode="auto">
          <a:xfrm>
            <a:off x="395288" y="2565400"/>
            <a:ext cx="8393112" cy="3657600"/>
            <a:chOff x="0" y="0"/>
            <a:chExt cx="5287" cy="2304"/>
          </a:xfrm>
        </p:grpSpPr>
        <p:grpSp>
          <p:nvGrpSpPr>
            <p:cNvPr id="36" name="Group 4">
              <a:extLst>
                <a:ext uri="{FF2B5EF4-FFF2-40B4-BE49-F238E27FC236}">
                  <a16:creationId xmlns:a16="http://schemas.microsoft.com/office/drawing/2014/main" id="{ADE6EF4E-7661-EE48-86A0-DD7FD1EE9BAD}"/>
                </a:ext>
              </a:extLst>
            </p:cNvPr>
            <p:cNvGrpSpPr>
              <a:grpSpLocks/>
            </p:cNvGrpSpPr>
            <p:nvPr/>
          </p:nvGrpSpPr>
          <p:grpSpPr bwMode="auto">
            <a:xfrm>
              <a:off x="0" y="0"/>
              <a:ext cx="5287" cy="1728"/>
              <a:chOff x="0" y="0"/>
              <a:chExt cx="5287" cy="1728"/>
            </a:xfrm>
          </p:grpSpPr>
          <p:sp>
            <p:nvSpPr>
              <p:cNvPr id="44" name="Text Box 5">
                <a:extLst>
                  <a:ext uri="{FF2B5EF4-FFF2-40B4-BE49-F238E27FC236}">
                    <a16:creationId xmlns:a16="http://schemas.microsoft.com/office/drawing/2014/main" id="{F14A7DF4-07E1-0842-8EF4-D73AF5C2F214}"/>
                  </a:ext>
                </a:extLst>
              </p:cNvPr>
              <p:cNvSpPr txBox="1">
                <a:spLocks noChangeArrowheads="1"/>
              </p:cNvSpPr>
              <p:nvPr/>
            </p:nvSpPr>
            <p:spPr bwMode="auto">
              <a:xfrm>
                <a:off x="380" y="168"/>
                <a:ext cx="403" cy="1392"/>
              </a:xfrm>
              <a:prstGeom prst="rect">
                <a:avLst/>
              </a:prstGeom>
              <a:noFill/>
              <a:ln w="28575">
                <a:solidFill>
                  <a:srgbClr val="0000CC"/>
                </a:solidFill>
                <a:miter lim="800000"/>
                <a:headEnd/>
                <a:tailEnd/>
              </a:ln>
              <a:effectLst/>
            </p:spPr>
            <p:txBody>
              <a:bodyPr vert="eaVert">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6600"/>
                    </a:solidFill>
                    <a:effectLst>
                      <a:outerShdw blurRad="38100" dist="38100" dir="2700000" algn="tl">
                        <a:srgbClr val="000000"/>
                      </a:outerShdw>
                    </a:effectLst>
                    <a:uLnTx/>
                    <a:uFillTx/>
                    <a:latin typeface="Times New Roman" panose="02020603050405020304" pitchFamily="18" charset="0"/>
                  </a:rPr>
                  <a:t>输入端子</a:t>
                </a:r>
              </a:p>
            </p:txBody>
          </p:sp>
          <p:sp>
            <p:nvSpPr>
              <p:cNvPr id="45" name="AutoShape 6">
                <a:extLst>
                  <a:ext uri="{FF2B5EF4-FFF2-40B4-BE49-F238E27FC236}">
                    <a16:creationId xmlns:a16="http://schemas.microsoft.com/office/drawing/2014/main" id="{C5EC7976-62A9-CD4F-9E48-2ECFC440CDFD}"/>
                  </a:ext>
                </a:extLst>
              </p:cNvPr>
              <p:cNvSpPr>
                <a:spLocks noChangeArrowheads="1"/>
              </p:cNvSpPr>
              <p:nvPr/>
            </p:nvSpPr>
            <p:spPr bwMode="auto">
              <a:xfrm>
                <a:off x="0" y="672"/>
                <a:ext cx="384" cy="432"/>
              </a:xfrm>
              <a:prstGeom prst="rightArrow">
                <a:avLst>
                  <a:gd name="adj1" fmla="val 50000"/>
                  <a:gd name="adj2" fmla="val 25000"/>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6" name="Text Box 7">
                <a:extLst>
                  <a:ext uri="{FF2B5EF4-FFF2-40B4-BE49-F238E27FC236}">
                    <a16:creationId xmlns:a16="http://schemas.microsoft.com/office/drawing/2014/main" id="{D746B212-3D13-7B47-982B-91E9ECB28FCE}"/>
                  </a:ext>
                </a:extLst>
              </p:cNvPr>
              <p:cNvSpPr txBox="1">
                <a:spLocks noChangeArrowheads="1"/>
              </p:cNvSpPr>
              <p:nvPr/>
            </p:nvSpPr>
            <p:spPr bwMode="auto">
              <a:xfrm>
                <a:off x="1067" y="144"/>
                <a:ext cx="403" cy="1440"/>
              </a:xfrm>
              <a:prstGeom prst="rect">
                <a:avLst/>
              </a:prstGeom>
              <a:noFill/>
              <a:ln w="28575">
                <a:solidFill>
                  <a:srgbClr val="0000CC"/>
                </a:solidFill>
                <a:miter lim="800000"/>
                <a:headEnd/>
                <a:tailEnd/>
              </a:ln>
              <a:effectLst/>
            </p:spPr>
            <p:txBody>
              <a:bodyPr vert="eaVert">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00CC"/>
                    </a:solidFill>
                    <a:effectLst>
                      <a:outerShdw blurRad="38100" dist="38100" dir="2700000" algn="tl">
                        <a:srgbClr val="000000"/>
                      </a:outerShdw>
                    </a:effectLst>
                    <a:uLnTx/>
                    <a:uFillTx/>
                    <a:latin typeface="Times New Roman" panose="02020603050405020304" pitchFamily="18" charset="0"/>
                  </a:rPr>
                  <a:t>输入锁存器</a:t>
                </a:r>
              </a:p>
            </p:txBody>
          </p:sp>
          <p:sp>
            <p:nvSpPr>
              <p:cNvPr id="47" name="Text Box 8">
                <a:extLst>
                  <a:ext uri="{FF2B5EF4-FFF2-40B4-BE49-F238E27FC236}">
                    <a16:creationId xmlns:a16="http://schemas.microsoft.com/office/drawing/2014/main" id="{5D8DEA7D-7088-7C4A-857D-92E6326456E9}"/>
                  </a:ext>
                </a:extLst>
              </p:cNvPr>
              <p:cNvSpPr txBox="1">
                <a:spLocks noChangeArrowheads="1"/>
              </p:cNvSpPr>
              <p:nvPr/>
            </p:nvSpPr>
            <p:spPr bwMode="auto">
              <a:xfrm>
                <a:off x="1754" y="0"/>
                <a:ext cx="403" cy="1728"/>
              </a:xfrm>
              <a:prstGeom prst="rect">
                <a:avLst/>
              </a:prstGeom>
              <a:noFill/>
              <a:ln w="28575">
                <a:solidFill>
                  <a:srgbClr val="0000CC"/>
                </a:solidFill>
                <a:miter lim="800000"/>
                <a:headEnd/>
                <a:tailEnd/>
              </a:ln>
              <a:effectLst/>
            </p:spPr>
            <p:txBody>
              <a:bodyPr vert="eaVert">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00CC"/>
                    </a:solidFill>
                    <a:effectLst>
                      <a:outerShdw blurRad="38100" dist="38100" dir="2700000" algn="tl">
                        <a:srgbClr val="000000"/>
                      </a:outerShdw>
                    </a:effectLst>
                    <a:uLnTx/>
                    <a:uFillTx/>
                    <a:latin typeface="Times New Roman" panose="02020603050405020304" pitchFamily="18" charset="0"/>
                  </a:rPr>
                  <a:t>输入状态寄存器</a:t>
                </a:r>
              </a:p>
            </p:txBody>
          </p:sp>
          <p:sp>
            <p:nvSpPr>
              <p:cNvPr id="48" name="Text Box 9">
                <a:extLst>
                  <a:ext uri="{FF2B5EF4-FFF2-40B4-BE49-F238E27FC236}">
                    <a16:creationId xmlns:a16="http://schemas.microsoft.com/office/drawing/2014/main" id="{2CCFE239-378D-1647-A104-B8FB4BD047BB}"/>
                  </a:ext>
                </a:extLst>
              </p:cNvPr>
              <p:cNvSpPr txBox="1">
                <a:spLocks noChangeArrowheads="1"/>
              </p:cNvSpPr>
              <p:nvPr/>
            </p:nvSpPr>
            <p:spPr bwMode="auto">
              <a:xfrm>
                <a:off x="3815" y="144"/>
                <a:ext cx="403" cy="1440"/>
              </a:xfrm>
              <a:prstGeom prst="rect">
                <a:avLst/>
              </a:prstGeom>
              <a:noFill/>
              <a:ln w="28575">
                <a:solidFill>
                  <a:srgbClr val="0000CC"/>
                </a:solidFill>
                <a:miter lim="800000"/>
                <a:headEnd/>
                <a:tailEnd/>
              </a:ln>
              <a:effectLst/>
            </p:spPr>
            <p:txBody>
              <a:bodyPr vert="eaVert">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00CC"/>
                    </a:solidFill>
                    <a:effectLst>
                      <a:outerShdw blurRad="38100" dist="38100" dir="2700000" algn="tl">
                        <a:srgbClr val="000000"/>
                      </a:outerShdw>
                    </a:effectLst>
                    <a:uLnTx/>
                    <a:uFillTx/>
                    <a:latin typeface="Times New Roman" panose="02020603050405020304" pitchFamily="18" charset="0"/>
                  </a:rPr>
                  <a:t>输出锁存器</a:t>
                </a:r>
              </a:p>
            </p:txBody>
          </p:sp>
          <p:sp>
            <p:nvSpPr>
              <p:cNvPr id="49" name="Text Box 10">
                <a:extLst>
                  <a:ext uri="{FF2B5EF4-FFF2-40B4-BE49-F238E27FC236}">
                    <a16:creationId xmlns:a16="http://schemas.microsoft.com/office/drawing/2014/main" id="{F166BBE5-CA76-8D42-870E-9AB34A2B4702}"/>
                  </a:ext>
                </a:extLst>
              </p:cNvPr>
              <p:cNvSpPr txBox="1">
                <a:spLocks noChangeArrowheads="1"/>
              </p:cNvSpPr>
              <p:nvPr/>
            </p:nvSpPr>
            <p:spPr bwMode="auto">
              <a:xfrm>
                <a:off x="3128" y="0"/>
                <a:ext cx="403" cy="1728"/>
              </a:xfrm>
              <a:prstGeom prst="rect">
                <a:avLst/>
              </a:prstGeom>
              <a:noFill/>
              <a:ln w="28575">
                <a:solidFill>
                  <a:srgbClr val="0000CC"/>
                </a:solidFill>
                <a:miter lim="800000"/>
                <a:headEnd/>
                <a:tailEnd/>
              </a:ln>
              <a:effectLst/>
            </p:spPr>
            <p:txBody>
              <a:bodyPr vert="eaVert">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00CC"/>
                    </a:solidFill>
                    <a:effectLst>
                      <a:outerShdw blurRad="38100" dist="38100" dir="2700000" algn="tl">
                        <a:srgbClr val="000000"/>
                      </a:outerShdw>
                    </a:effectLst>
                    <a:uLnTx/>
                    <a:uFillTx/>
                    <a:latin typeface="Times New Roman" panose="02020603050405020304" pitchFamily="18" charset="0"/>
                  </a:rPr>
                  <a:t>输出状态寄存器</a:t>
                </a:r>
              </a:p>
            </p:txBody>
          </p:sp>
          <p:sp>
            <p:nvSpPr>
              <p:cNvPr id="50" name="Text Box 11">
                <a:extLst>
                  <a:ext uri="{FF2B5EF4-FFF2-40B4-BE49-F238E27FC236}">
                    <a16:creationId xmlns:a16="http://schemas.microsoft.com/office/drawing/2014/main" id="{3828D78E-4B52-424B-92E0-428356D46955}"/>
                  </a:ext>
                </a:extLst>
              </p:cNvPr>
              <p:cNvSpPr txBox="1">
                <a:spLocks noChangeArrowheads="1"/>
              </p:cNvSpPr>
              <p:nvPr/>
            </p:nvSpPr>
            <p:spPr bwMode="auto">
              <a:xfrm>
                <a:off x="4502" y="144"/>
                <a:ext cx="403" cy="1440"/>
              </a:xfrm>
              <a:prstGeom prst="rect">
                <a:avLst/>
              </a:prstGeom>
              <a:noFill/>
              <a:ln w="28575">
                <a:solidFill>
                  <a:srgbClr val="0000CC"/>
                </a:solidFill>
                <a:miter lim="800000"/>
                <a:headEnd/>
                <a:tailEnd/>
              </a:ln>
              <a:effectLst/>
            </p:spPr>
            <p:txBody>
              <a:bodyPr vert="eaVert">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6600"/>
                    </a:solidFill>
                    <a:effectLst>
                      <a:outerShdw blurRad="38100" dist="38100" dir="2700000" algn="tl">
                        <a:srgbClr val="000000"/>
                      </a:outerShdw>
                    </a:effectLst>
                    <a:uLnTx/>
                    <a:uFillTx/>
                    <a:latin typeface="Times New Roman" panose="02020603050405020304" pitchFamily="18" charset="0"/>
                  </a:rPr>
                  <a:t>输出端子</a:t>
                </a:r>
              </a:p>
            </p:txBody>
          </p:sp>
          <p:sp>
            <p:nvSpPr>
              <p:cNvPr id="51" name="Line 12">
                <a:extLst>
                  <a:ext uri="{FF2B5EF4-FFF2-40B4-BE49-F238E27FC236}">
                    <a16:creationId xmlns:a16="http://schemas.microsoft.com/office/drawing/2014/main" id="{79DF6EAA-042B-CB49-AF08-70B5F0429A1F}"/>
                  </a:ext>
                </a:extLst>
              </p:cNvPr>
              <p:cNvSpPr>
                <a:spLocks noChangeShapeType="1"/>
              </p:cNvSpPr>
              <p:nvPr/>
            </p:nvSpPr>
            <p:spPr bwMode="auto">
              <a:xfrm>
                <a:off x="768" y="864"/>
                <a:ext cx="288"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2" name="Line 13">
                <a:extLst>
                  <a:ext uri="{FF2B5EF4-FFF2-40B4-BE49-F238E27FC236}">
                    <a16:creationId xmlns:a16="http://schemas.microsoft.com/office/drawing/2014/main" id="{95524AC1-B87F-5B4F-AC0C-FE5742981D99}"/>
                  </a:ext>
                </a:extLst>
              </p:cNvPr>
              <p:cNvSpPr>
                <a:spLocks noChangeShapeType="1"/>
              </p:cNvSpPr>
              <p:nvPr/>
            </p:nvSpPr>
            <p:spPr bwMode="auto">
              <a:xfrm>
                <a:off x="1488" y="864"/>
                <a:ext cx="288"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3" name="Text Box 14">
                <a:extLst>
                  <a:ext uri="{FF2B5EF4-FFF2-40B4-BE49-F238E27FC236}">
                    <a16:creationId xmlns:a16="http://schemas.microsoft.com/office/drawing/2014/main" id="{E8F5E038-F514-C441-9D41-2D371F1F06B7}"/>
                  </a:ext>
                </a:extLst>
              </p:cNvPr>
              <p:cNvSpPr txBox="1">
                <a:spLocks noChangeArrowheads="1"/>
              </p:cNvSpPr>
              <p:nvPr/>
            </p:nvSpPr>
            <p:spPr bwMode="auto">
              <a:xfrm>
                <a:off x="2441" y="96"/>
                <a:ext cx="403" cy="1536"/>
              </a:xfrm>
              <a:prstGeom prst="rect">
                <a:avLst/>
              </a:prstGeom>
              <a:noFill/>
              <a:ln w="28575">
                <a:solidFill>
                  <a:srgbClr val="0000CC"/>
                </a:solidFill>
                <a:miter lim="800000"/>
                <a:headEnd/>
                <a:tailEnd/>
              </a:ln>
              <a:effectLst/>
            </p:spPr>
            <p:txBody>
              <a:bodyPr vert="eaVert">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00CC"/>
                    </a:solidFill>
                    <a:effectLst>
                      <a:outerShdw blurRad="38100" dist="38100" dir="2700000" algn="tl">
                        <a:srgbClr val="000000"/>
                      </a:outerShdw>
                    </a:effectLst>
                    <a:uLnTx/>
                    <a:uFillTx/>
                    <a:latin typeface="Times New Roman" panose="02020603050405020304" pitchFamily="18" charset="0"/>
                  </a:rPr>
                  <a:t>程序执行</a:t>
                </a:r>
              </a:p>
            </p:txBody>
          </p:sp>
          <p:sp>
            <p:nvSpPr>
              <p:cNvPr id="54" name="Line 15">
                <a:extLst>
                  <a:ext uri="{FF2B5EF4-FFF2-40B4-BE49-F238E27FC236}">
                    <a16:creationId xmlns:a16="http://schemas.microsoft.com/office/drawing/2014/main" id="{07101BBD-217A-B14A-8770-47AC0BB93EAF}"/>
                  </a:ext>
                </a:extLst>
              </p:cNvPr>
              <p:cNvSpPr>
                <a:spLocks noChangeShapeType="1"/>
              </p:cNvSpPr>
              <p:nvPr/>
            </p:nvSpPr>
            <p:spPr bwMode="auto">
              <a:xfrm>
                <a:off x="2160" y="864"/>
                <a:ext cx="288"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5" name="Line 16">
                <a:extLst>
                  <a:ext uri="{FF2B5EF4-FFF2-40B4-BE49-F238E27FC236}">
                    <a16:creationId xmlns:a16="http://schemas.microsoft.com/office/drawing/2014/main" id="{856674A1-15E5-0F4D-8FE8-27956861633C}"/>
                  </a:ext>
                </a:extLst>
              </p:cNvPr>
              <p:cNvSpPr>
                <a:spLocks noChangeShapeType="1"/>
              </p:cNvSpPr>
              <p:nvPr/>
            </p:nvSpPr>
            <p:spPr bwMode="auto">
              <a:xfrm>
                <a:off x="2847" y="576"/>
                <a:ext cx="288"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6" name="Line 17">
                <a:extLst>
                  <a:ext uri="{FF2B5EF4-FFF2-40B4-BE49-F238E27FC236}">
                    <a16:creationId xmlns:a16="http://schemas.microsoft.com/office/drawing/2014/main" id="{74694A0A-2E50-914C-A919-9854CCBA8B7F}"/>
                  </a:ext>
                </a:extLst>
              </p:cNvPr>
              <p:cNvSpPr>
                <a:spLocks noChangeShapeType="1"/>
              </p:cNvSpPr>
              <p:nvPr/>
            </p:nvSpPr>
            <p:spPr bwMode="auto">
              <a:xfrm>
                <a:off x="3518" y="864"/>
                <a:ext cx="288"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7" name="Line 18">
                <a:extLst>
                  <a:ext uri="{FF2B5EF4-FFF2-40B4-BE49-F238E27FC236}">
                    <a16:creationId xmlns:a16="http://schemas.microsoft.com/office/drawing/2014/main" id="{BBA69B65-894B-C34C-B0F6-5BA59EA6467A}"/>
                  </a:ext>
                </a:extLst>
              </p:cNvPr>
              <p:cNvSpPr>
                <a:spLocks noChangeShapeType="1"/>
              </p:cNvSpPr>
              <p:nvPr/>
            </p:nvSpPr>
            <p:spPr bwMode="auto">
              <a:xfrm>
                <a:off x="4224" y="864"/>
                <a:ext cx="288"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8" name="Line 19">
                <a:extLst>
                  <a:ext uri="{FF2B5EF4-FFF2-40B4-BE49-F238E27FC236}">
                    <a16:creationId xmlns:a16="http://schemas.microsoft.com/office/drawing/2014/main" id="{4C16D47E-B1DE-F44C-A967-6104259E284B}"/>
                  </a:ext>
                </a:extLst>
              </p:cNvPr>
              <p:cNvSpPr>
                <a:spLocks noChangeShapeType="1"/>
              </p:cNvSpPr>
              <p:nvPr/>
            </p:nvSpPr>
            <p:spPr bwMode="auto">
              <a:xfrm flipH="1" flipV="1">
                <a:off x="2832" y="1152"/>
                <a:ext cx="288" cy="0"/>
              </a:xfrm>
              <a:prstGeom prst="line">
                <a:avLst/>
              </a:prstGeom>
              <a:noFill/>
              <a:ln w="2857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9" name="AutoShape 20">
                <a:extLst>
                  <a:ext uri="{FF2B5EF4-FFF2-40B4-BE49-F238E27FC236}">
                    <a16:creationId xmlns:a16="http://schemas.microsoft.com/office/drawing/2014/main" id="{C2D677C7-0D7F-3347-94E0-4B079A9E2B97}"/>
                  </a:ext>
                </a:extLst>
              </p:cNvPr>
              <p:cNvSpPr>
                <a:spLocks noChangeArrowheads="1"/>
              </p:cNvSpPr>
              <p:nvPr/>
            </p:nvSpPr>
            <p:spPr bwMode="auto">
              <a:xfrm>
                <a:off x="4903" y="672"/>
                <a:ext cx="384" cy="432"/>
              </a:xfrm>
              <a:prstGeom prst="rightArrow">
                <a:avLst>
                  <a:gd name="adj1" fmla="val 50000"/>
                  <a:gd name="adj2" fmla="val 25000"/>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0" name="Text Box 21">
                <a:extLst>
                  <a:ext uri="{FF2B5EF4-FFF2-40B4-BE49-F238E27FC236}">
                    <a16:creationId xmlns:a16="http://schemas.microsoft.com/office/drawing/2014/main" id="{57F3824F-A826-4A41-A467-8540F46967BA}"/>
                  </a:ext>
                </a:extLst>
              </p:cNvPr>
              <p:cNvSpPr txBox="1">
                <a:spLocks noChangeArrowheads="1"/>
              </p:cNvSpPr>
              <p:nvPr/>
            </p:nvSpPr>
            <p:spPr bwMode="auto">
              <a:xfrm>
                <a:off x="2112" y="528"/>
                <a:ext cx="336" cy="327"/>
              </a:xfrm>
              <a:prstGeom prst="rect">
                <a:avLst/>
              </a:prstGeom>
              <a:noFill/>
              <a:ln>
                <a:noFill/>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rPr>
                  <a:t>读</a:t>
                </a:r>
              </a:p>
            </p:txBody>
          </p:sp>
          <p:sp>
            <p:nvSpPr>
              <p:cNvPr id="61" name="Text Box 22">
                <a:extLst>
                  <a:ext uri="{FF2B5EF4-FFF2-40B4-BE49-F238E27FC236}">
                    <a16:creationId xmlns:a16="http://schemas.microsoft.com/office/drawing/2014/main" id="{D4543119-63A3-B44D-A632-7911BCB5E46B}"/>
                  </a:ext>
                </a:extLst>
              </p:cNvPr>
              <p:cNvSpPr txBox="1">
                <a:spLocks noChangeArrowheads="1"/>
              </p:cNvSpPr>
              <p:nvPr/>
            </p:nvSpPr>
            <p:spPr bwMode="auto">
              <a:xfrm>
                <a:off x="2813" y="825"/>
                <a:ext cx="336" cy="327"/>
              </a:xfrm>
              <a:prstGeom prst="rect">
                <a:avLst/>
              </a:prstGeom>
              <a:noFill/>
              <a:ln>
                <a:noFill/>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rPr>
                  <a:t>读</a:t>
                </a:r>
              </a:p>
            </p:txBody>
          </p:sp>
          <p:sp>
            <p:nvSpPr>
              <p:cNvPr id="62" name="Text Box 23">
                <a:extLst>
                  <a:ext uri="{FF2B5EF4-FFF2-40B4-BE49-F238E27FC236}">
                    <a16:creationId xmlns:a16="http://schemas.microsoft.com/office/drawing/2014/main" id="{C9163FAE-86E1-C04E-8CFA-E641ABE018B3}"/>
                  </a:ext>
                </a:extLst>
              </p:cNvPr>
              <p:cNvSpPr txBox="1">
                <a:spLocks noChangeArrowheads="1"/>
              </p:cNvSpPr>
              <p:nvPr/>
            </p:nvSpPr>
            <p:spPr bwMode="auto">
              <a:xfrm>
                <a:off x="2801" y="240"/>
                <a:ext cx="336" cy="327"/>
              </a:xfrm>
              <a:prstGeom prst="rect">
                <a:avLst/>
              </a:prstGeom>
              <a:noFill/>
              <a:ln>
                <a:noFill/>
              </a:ln>
              <a:effectLst/>
            </p:spPr>
            <p:txBody>
              <a:bodyPr>
                <a:spAutoFit/>
              </a:body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FF3300"/>
                    </a:solidFill>
                    <a:effectLst>
                      <a:outerShdw blurRad="38100" dist="38100" dir="2700000" algn="tl">
                        <a:srgbClr val="000000"/>
                      </a:outerShdw>
                    </a:effectLst>
                    <a:uLnTx/>
                    <a:uFillTx/>
                    <a:latin typeface="Times New Roman" panose="02020603050405020304" pitchFamily="18" charset="0"/>
                  </a:rPr>
                  <a:t>写</a:t>
                </a:r>
              </a:p>
            </p:txBody>
          </p:sp>
        </p:grpSp>
        <p:sp>
          <p:nvSpPr>
            <p:cNvPr id="37" name="Line 24">
              <a:extLst>
                <a:ext uri="{FF2B5EF4-FFF2-40B4-BE49-F238E27FC236}">
                  <a16:creationId xmlns:a16="http://schemas.microsoft.com/office/drawing/2014/main" id="{7666229F-A7D9-F649-8DCF-B4565D67DCBA}"/>
                </a:ext>
              </a:extLst>
            </p:cNvPr>
            <p:cNvSpPr>
              <a:spLocks noChangeShapeType="1"/>
            </p:cNvSpPr>
            <p:nvPr/>
          </p:nvSpPr>
          <p:spPr bwMode="auto">
            <a:xfrm>
              <a:off x="1056" y="1776"/>
              <a:ext cx="0" cy="52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 name="Line 25">
              <a:extLst>
                <a:ext uri="{FF2B5EF4-FFF2-40B4-BE49-F238E27FC236}">
                  <a16:creationId xmlns:a16="http://schemas.microsoft.com/office/drawing/2014/main" id="{51D26E7A-65A6-CD4E-8821-6ADEB6570E4C}"/>
                </a:ext>
              </a:extLst>
            </p:cNvPr>
            <p:cNvSpPr>
              <a:spLocks noChangeShapeType="1"/>
            </p:cNvSpPr>
            <p:nvPr/>
          </p:nvSpPr>
          <p:spPr bwMode="auto">
            <a:xfrm>
              <a:off x="2160" y="1776"/>
              <a:ext cx="0" cy="52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 name="Line 26">
              <a:extLst>
                <a:ext uri="{FF2B5EF4-FFF2-40B4-BE49-F238E27FC236}">
                  <a16:creationId xmlns:a16="http://schemas.microsoft.com/office/drawing/2014/main" id="{5D148F5B-FE7A-9641-8E87-CA4AEBC671BB}"/>
                </a:ext>
              </a:extLst>
            </p:cNvPr>
            <p:cNvSpPr>
              <a:spLocks noChangeShapeType="1"/>
            </p:cNvSpPr>
            <p:nvPr/>
          </p:nvSpPr>
          <p:spPr bwMode="auto">
            <a:xfrm>
              <a:off x="3120" y="1776"/>
              <a:ext cx="0" cy="52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 name="Line 27">
              <a:extLst>
                <a:ext uri="{FF2B5EF4-FFF2-40B4-BE49-F238E27FC236}">
                  <a16:creationId xmlns:a16="http://schemas.microsoft.com/office/drawing/2014/main" id="{B208287C-1F59-6541-A198-97AFE298494B}"/>
                </a:ext>
              </a:extLst>
            </p:cNvPr>
            <p:cNvSpPr>
              <a:spLocks noChangeShapeType="1"/>
            </p:cNvSpPr>
            <p:nvPr/>
          </p:nvSpPr>
          <p:spPr bwMode="auto">
            <a:xfrm>
              <a:off x="4224" y="1776"/>
              <a:ext cx="0" cy="52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 name="Line 28">
              <a:extLst>
                <a:ext uri="{FF2B5EF4-FFF2-40B4-BE49-F238E27FC236}">
                  <a16:creationId xmlns:a16="http://schemas.microsoft.com/office/drawing/2014/main" id="{F5684D04-A5CA-1943-89C2-1086E389C2F8}"/>
                </a:ext>
              </a:extLst>
            </p:cNvPr>
            <p:cNvSpPr>
              <a:spLocks noChangeShapeType="1"/>
            </p:cNvSpPr>
            <p:nvPr/>
          </p:nvSpPr>
          <p:spPr bwMode="auto">
            <a:xfrm>
              <a:off x="1056" y="2160"/>
              <a:ext cx="1104"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 name="Line 29">
              <a:extLst>
                <a:ext uri="{FF2B5EF4-FFF2-40B4-BE49-F238E27FC236}">
                  <a16:creationId xmlns:a16="http://schemas.microsoft.com/office/drawing/2014/main" id="{A6D9D44A-88C3-0942-851B-B0B2D98F9D23}"/>
                </a:ext>
              </a:extLst>
            </p:cNvPr>
            <p:cNvSpPr>
              <a:spLocks noChangeShapeType="1"/>
            </p:cNvSpPr>
            <p:nvPr/>
          </p:nvSpPr>
          <p:spPr bwMode="auto">
            <a:xfrm>
              <a:off x="2160" y="2160"/>
              <a:ext cx="960"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 name="Line 30">
              <a:extLst>
                <a:ext uri="{FF2B5EF4-FFF2-40B4-BE49-F238E27FC236}">
                  <a16:creationId xmlns:a16="http://schemas.microsoft.com/office/drawing/2014/main" id="{403C9A8D-9015-C043-A10C-0A59A500B320}"/>
                </a:ext>
              </a:extLst>
            </p:cNvPr>
            <p:cNvSpPr>
              <a:spLocks noChangeShapeType="1"/>
            </p:cNvSpPr>
            <p:nvPr/>
          </p:nvSpPr>
          <p:spPr bwMode="auto">
            <a:xfrm>
              <a:off x="3120" y="2160"/>
              <a:ext cx="1104"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63" name="Text Box 31">
            <a:extLst>
              <a:ext uri="{FF2B5EF4-FFF2-40B4-BE49-F238E27FC236}">
                <a16:creationId xmlns:a16="http://schemas.microsoft.com/office/drawing/2014/main" id="{7DB11B45-D98F-684D-9C3A-84D0CE3264F3}"/>
              </a:ext>
            </a:extLst>
          </p:cNvPr>
          <p:cNvSpPr txBox="1">
            <a:spLocks noChangeArrowheads="1"/>
          </p:cNvSpPr>
          <p:nvPr/>
        </p:nvSpPr>
        <p:spPr bwMode="auto">
          <a:xfrm>
            <a:off x="2133600" y="5943600"/>
            <a:ext cx="1676400" cy="457200"/>
          </a:xfrm>
          <a:prstGeom prst="rect">
            <a:avLst/>
          </a:prstGeom>
          <a:noFill/>
          <a:ln>
            <a:noFill/>
          </a:ln>
          <a:effectLst/>
        </p:spPr>
        <p:txBody>
          <a:bodyPr>
            <a:spAutoFit/>
          </a:bodyPr>
          <a:lstStyle/>
          <a:p>
            <a:pPr algn="ctr" eaLnBrk="1" hangingPunct="1">
              <a:spcBef>
                <a:spcPct val="50000"/>
              </a:spcBef>
              <a:defRPr/>
            </a:pPr>
            <a:r>
              <a:rPr lang="zh-CN" altLang="en-US" b="1">
                <a:solidFill>
                  <a:srgbClr val="0000CC"/>
                </a:solidFill>
                <a:effectLst>
                  <a:outerShdw blurRad="38100" dist="38100" dir="2700000" algn="tl">
                    <a:srgbClr val="000000"/>
                  </a:outerShdw>
                </a:effectLst>
                <a:latin typeface="Times New Roman" panose="02020603050405020304" pitchFamily="18" charset="0"/>
              </a:rPr>
              <a:t>输入采样</a:t>
            </a:r>
          </a:p>
        </p:txBody>
      </p:sp>
      <p:sp>
        <p:nvSpPr>
          <p:cNvPr id="64" name="Text Box 32">
            <a:extLst>
              <a:ext uri="{FF2B5EF4-FFF2-40B4-BE49-F238E27FC236}">
                <a16:creationId xmlns:a16="http://schemas.microsoft.com/office/drawing/2014/main" id="{7E365593-C396-9242-B1EF-883382B03461}"/>
              </a:ext>
            </a:extLst>
          </p:cNvPr>
          <p:cNvSpPr txBox="1">
            <a:spLocks noChangeArrowheads="1"/>
          </p:cNvSpPr>
          <p:nvPr/>
        </p:nvSpPr>
        <p:spPr bwMode="auto">
          <a:xfrm>
            <a:off x="3733800" y="5943600"/>
            <a:ext cx="1676400" cy="457200"/>
          </a:xfrm>
          <a:prstGeom prst="rect">
            <a:avLst/>
          </a:prstGeom>
          <a:noFill/>
          <a:ln>
            <a:noFill/>
          </a:ln>
          <a:effectLst/>
        </p:spPr>
        <p:txBody>
          <a:bodyPr>
            <a:spAutoFit/>
          </a:bodyPr>
          <a:lstStyle/>
          <a:p>
            <a:pPr algn="ctr" eaLnBrk="1" hangingPunct="1">
              <a:spcBef>
                <a:spcPct val="50000"/>
              </a:spcBef>
              <a:defRPr/>
            </a:pPr>
            <a:r>
              <a:rPr lang="zh-CN" altLang="en-US" b="1">
                <a:solidFill>
                  <a:srgbClr val="0000CC"/>
                </a:solidFill>
                <a:effectLst>
                  <a:outerShdw blurRad="38100" dist="38100" dir="2700000" algn="tl">
                    <a:srgbClr val="000000"/>
                  </a:outerShdw>
                </a:effectLst>
                <a:latin typeface="Times New Roman" panose="02020603050405020304" pitchFamily="18" charset="0"/>
              </a:rPr>
              <a:t>程序执行</a:t>
            </a:r>
          </a:p>
        </p:txBody>
      </p:sp>
      <p:sp>
        <p:nvSpPr>
          <p:cNvPr id="65" name="Text Box 33">
            <a:extLst>
              <a:ext uri="{FF2B5EF4-FFF2-40B4-BE49-F238E27FC236}">
                <a16:creationId xmlns:a16="http://schemas.microsoft.com/office/drawing/2014/main" id="{5F5F77A5-BFF2-1E44-8627-72A8276C7879}"/>
              </a:ext>
            </a:extLst>
          </p:cNvPr>
          <p:cNvSpPr txBox="1">
            <a:spLocks noChangeArrowheads="1"/>
          </p:cNvSpPr>
          <p:nvPr/>
        </p:nvSpPr>
        <p:spPr bwMode="auto">
          <a:xfrm>
            <a:off x="5334000" y="5943600"/>
            <a:ext cx="1676400" cy="457200"/>
          </a:xfrm>
          <a:prstGeom prst="rect">
            <a:avLst/>
          </a:prstGeom>
          <a:noFill/>
          <a:ln>
            <a:noFill/>
          </a:ln>
          <a:effectLst/>
        </p:spPr>
        <p:txBody>
          <a:bodyPr>
            <a:spAutoFit/>
          </a:bodyPr>
          <a:lstStyle/>
          <a:p>
            <a:pPr algn="ctr" eaLnBrk="1" hangingPunct="1">
              <a:spcBef>
                <a:spcPct val="50000"/>
              </a:spcBef>
              <a:defRPr/>
            </a:pPr>
            <a:r>
              <a:rPr lang="zh-CN" altLang="en-US" b="1">
                <a:solidFill>
                  <a:srgbClr val="0000CC"/>
                </a:solidFill>
                <a:effectLst>
                  <a:outerShdw blurRad="38100" dist="38100" dir="2700000" algn="tl">
                    <a:srgbClr val="000000"/>
                  </a:outerShdw>
                </a:effectLst>
                <a:latin typeface="Times New Roman" panose="02020603050405020304" pitchFamily="18" charset="0"/>
              </a:rPr>
              <a:t>输出刷新</a:t>
            </a:r>
          </a:p>
        </p:txBody>
      </p:sp>
      <p:sp>
        <p:nvSpPr>
          <p:cNvPr id="4" name="文本框 3">
            <a:extLst>
              <a:ext uri="{FF2B5EF4-FFF2-40B4-BE49-F238E27FC236}">
                <a16:creationId xmlns:a16="http://schemas.microsoft.com/office/drawing/2014/main" id="{A589D9ED-DA74-E712-6206-B490DD54A276}"/>
              </a:ext>
            </a:extLst>
          </p:cNvPr>
          <p:cNvSpPr txBox="1"/>
          <p:nvPr/>
        </p:nvSpPr>
        <p:spPr>
          <a:xfrm rot="420000">
            <a:off x="7458720" y="170448"/>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8924190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left)">
                                      <p:cBhvr>
                                        <p:cTn id="17" dur="500"/>
                                        <p:tgtEl>
                                          <p:spTgt spid="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left)">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wipe(left)">
                                      <p:cBhvr>
                                        <p:cTn id="2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63" grpId="0" autoUpdateAnimBg="0"/>
      <p:bldP spid="64" grpId="0" autoUpdateAnimBg="0"/>
      <p:bldP spid="65"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ct 2">
            <a:extLst>
              <a:ext uri="{FF2B5EF4-FFF2-40B4-BE49-F238E27FC236}">
                <a16:creationId xmlns:a16="http://schemas.microsoft.com/office/drawing/2014/main" id="{F1EF5200-581F-A047-8F47-29C9C0679F96}"/>
              </a:ext>
            </a:extLst>
          </p:cNvPr>
          <p:cNvGraphicFramePr>
            <a:graphicFrameLocks noChangeAspect="1"/>
          </p:cNvGraphicFramePr>
          <p:nvPr/>
        </p:nvGraphicFramePr>
        <p:xfrm>
          <a:off x="2819400" y="2165350"/>
          <a:ext cx="1231900" cy="485775"/>
        </p:xfrm>
        <a:graphic>
          <a:graphicData uri="http://schemas.openxmlformats.org/presentationml/2006/ole">
            <mc:AlternateContent xmlns:mc="http://schemas.openxmlformats.org/markup-compatibility/2006">
              <mc:Choice xmlns:v="urn:schemas-microsoft-com:vml" Requires="v">
                <p:oleObj spid="_x0000_s3078" r:id="rId3" imgW="869950" imgH="323850" progId="Paint.Picture">
                  <p:embed/>
                </p:oleObj>
              </mc:Choice>
              <mc:Fallback>
                <p:oleObj r:id="rId3" imgW="869950" imgH="323850" progId="Paint.Picture">
                  <p:embed/>
                  <p:pic>
                    <p:nvPicPr>
                      <p:cNvPr id="27" name="Object 2">
                        <a:extLst>
                          <a:ext uri="{FF2B5EF4-FFF2-40B4-BE49-F238E27FC236}">
                            <a16:creationId xmlns:a16="http://schemas.microsoft.com/office/drawing/2014/main" id="{F1EF5200-581F-A047-8F47-29C9C0679F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165350"/>
                        <a:ext cx="12319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3">
            <a:extLst>
              <a:ext uri="{FF2B5EF4-FFF2-40B4-BE49-F238E27FC236}">
                <a16:creationId xmlns:a16="http://schemas.microsoft.com/office/drawing/2014/main" id="{6762CDA7-7994-6F48-BD56-8B03D1832CC3}"/>
              </a:ext>
            </a:extLst>
          </p:cNvPr>
          <p:cNvGraphicFramePr>
            <a:graphicFrameLocks noChangeAspect="1"/>
          </p:cNvGraphicFramePr>
          <p:nvPr/>
        </p:nvGraphicFramePr>
        <p:xfrm>
          <a:off x="2819400" y="3003550"/>
          <a:ext cx="1238250" cy="485775"/>
        </p:xfrm>
        <a:graphic>
          <a:graphicData uri="http://schemas.openxmlformats.org/presentationml/2006/ole">
            <mc:AlternateContent xmlns:mc="http://schemas.openxmlformats.org/markup-compatibility/2006">
              <mc:Choice xmlns:v="urn:schemas-microsoft-com:vml" Requires="v">
                <p:oleObj spid="_x0000_s3079" r:id="rId5" imgW="876300" imgH="323850" progId="Paint.Picture">
                  <p:embed/>
                </p:oleObj>
              </mc:Choice>
              <mc:Fallback>
                <p:oleObj r:id="rId5" imgW="876300" imgH="323850" progId="Paint.Picture">
                  <p:embed/>
                  <p:pic>
                    <p:nvPicPr>
                      <p:cNvPr id="28" name="Object 3">
                        <a:extLst>
                          <a:ext uri="{FF2B5EF4-FFF2-40B4-BE49-F238E27FC236}">
                            <a16:creationId xmlns:a16="http://schemas.microsoft.com/office/drawing/2014/main" id="{6762CDA7-7994-6F48-BD56-8B03D1832C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3003550"/>
                        <a:ext cx="123825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4">
            <a:extLst>
              <a:ext uri="{FF2B5EF4-FFF2-40B4-BE49-F238E27FC236}">
                <a16:creationId xmlns:a16="http://schemas.microsoft.com/office/drawing/2014/main" id="{02B18078-F8F7-9D4F-97F0-A966F542BA18}"/>
              </a:ext>
            </a:extLst>
          </p:cNvPr>
          <p:cNvGraphicFramePr>
            <a:graphicFrameLocks noChangeAspect="1"/>
          </p:cNvGraphicFramePr>
          <p:nvPr/>
        </p:nvGraphicFramePr>
        <p:xfrm>
          <a:off x="2819400" y="3765550"/>
          <a:ext cx="1231900" cy="485775"/>
        </p:xfrm>
        <a:graphic>
          <a:graphicData uri="http://schemas.openxmlformats.org/presentationml/2006/ole">
            <mc:AlternateContent xmlns:mc="http://schemas.openxmlformats.org/markup-compatibility/2006">
              <mc:Choice xmlns:v="urn:schemas-microsoft-com:vml" Requires="v">
                <p:oleObj spid="_x0000_s3080" r:id="rId7" imgW="869950" imgH="323850" progId="Paint.Picture">
                  <p:embed/>
                </p:oleObj>
              </mc:Choice>
              <mc:Fallback>
                <p:oleObj r:id="rId7" imgW="869950" imgH="323850" progId="Paint.Picture">
                  <p:embed/>
                  <p:pic>
                    <p:nvPicPr>
                      <p:cNvPr id="29" name="Object 4">
                        <a:extLst>
                          <a:ext uri="{FF2B5EF4-FFF2-40B4-BE49-F238E27FC236}">
                            <a16:creationId xmlns:a16="http://schemas.microsoft.com/office/drawing/2014/main" id="{02B18078-F8F7-9D4F-97F0-A966F542BA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3765550"/>
                        <a:ext cx="12319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5">
            <a:extLst>
              <a:ext uri="{FF2B5EF4-FFF2-40B4-BE49-F238E27FC236}">
                <a16:creationId xmlns:a16="http://schemas.microsoft.com/office/drawing/2014/main" id="{90083769-206B-C148-965F-0AA94D0EBF2A}"/>
              </a:ext>
            </a:extLst>
          </p:cNvPr>
          <p:cNvGraphicFramePr>
            <a:graphicFrameLocks noChangeAspect="1"/>
          </p:cNvGraphicFramePr>
          <p:nvPr/>
        </p:nvGraphicFramePr>
        <p:xfrm>
          <a:off x="2819400" y="4527550"/>
          <a:ext cx="1219200" cy="485775"/>
        </p:xfrm>
        <a:graphic>
          <a:graphicData uri="http://schemas.openxmlformats.org/presentationml/2006/ole">
            <mc:AlternateContent xmlns:mc="http://schemas.openxmlformats.org/markup-compatibility/2006">
              <mc:Choice xmlns:v="urn:schemas-microsoft-com:vml" Requires="v">
                <p:oleObj spid="_x0000_s3081" r:id="rId9" imgW="863600" imgH="323850" progId="Paint.Picture">
                  <p:embed/>
                </p:oleObj>
              </mc:Choice>
              <mc:Fallback>
                <p:oleObj r:id="rId9" imgW="863600" imgH="323850" progId="Paint.Picture">
                  <p:embed/>
                  <p:pic>
                    <p:nvPicPr>
                      <p:cNvPr id="30" name="Object 5">
                        <a:extLst>
                          <a:ext uri="{FF2B5EF4-FFF2-40B4-BE49-F238E27FC236}">
                            <a16:creationId xmlns:a16="http://schemas.microsoft.com/office/drawing/2014/main" id="{90083769-206B-C148-965F-0AA94D0EBF2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9400" y="4527550"/>
                        <a:ext cx="12192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 name="Object 6">
            <a:extLst>
              <a:ext uri="{FF2B5EF4-FFF2-40B4-BE49-F238E27FC236}">
                <a16:creationId xmlns:a16="http://schemas.microsoft.com/office/drawing/2014/main" id="{E3F7E800-3C40-FE4B-9C86-D35C39A14406}"/>
              </a:ext>
            </a:extLst>
          </p:cNvPr>
          <p:cNvGraphicFramePr>
            <a:graphicFrameLocks noChangeAspect="1"/>
          </p:cNvGraphicFramePr>
          <p:nvPr/>
        </p:nvGraphicFramePr>
        <p:xfrm>
          <a:off x="2819400" y="5289550"/>
          <a:ext cx="1231900" cy="495300"/>
        </p:xfrm>
        <a:graphic>
          <a:graphicData uri="http://schemas.openxmlformats.org/presentationml/2006/ole">
            <mc:AlternateContent xmlns:mc="http://schemas.openxmlformats.org/markup-compatibility/2006">
              <mc:Choice xmlns:v="urn:schemas-microsoft-com:vml" Requires="v">
                <p:oleObj spid="_x0000_s3082" r:id="rId11" imgW="869950" imgH="330200" progId="Paint.Picture">
                  <p:embed/>
                </p:oleObj>
              </mc:Choice>
              <mc:Fallback>
                <p:oleObj r:id="rId11" imgW="869950" imgH="330200" progId="Paint.Picture">
                  <p:embed/>
                  <p:pic>
                    <p:nvPicPr>
                      <p:cNvPr id="31" name="Object 6">
                        <a:extLst>
                          <a:ext uri="{FF2B5EF4-FFF2-40B4-BE49-F238E27FC236}">
                            <a16:creationId xmlns:a16="http://schemas.microsoft.com/office/drawing/2014/main" id="{E3F7E800-3C40-FE4B-9C86-D35C39A1440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19400" y="5289550"/>
                        <a:ext cx="12319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Text Box 20">
            <a:extLst>
              <a:ext uri="{FF2B5EF4-FFF2-40B4-BE49-F238E27FC236}">
                <a16:creationId xmlns:a16="http://schemas.microsoft.com/office/drawing/2014/main" id="{9477B056-BBF8-C04C-8981-BDD37407B95F}"/>
              </a:ext>
            </a:extLst>
          </p:cNvPr>
          <p:cNvSpPr txBox="1">
            <a:spLocks noChangeArrowheads="1"/>
          </p:cNvSpPr>
          <p:nvPr/>
        </p:nvSpPr>
        <p:spPr bwMode="auto">
          <a:xfrm>
            <a:off x="4457700" y="1939925"/>
            <a:ext cx="3962400" cy="700088"/>
          </a:xfrm>
          <a:prstGeom prst="rect">
            <a:avLst/>
          </a:prstGeom>
          <a:noFill/>
          <a:ln>
            <a:noFill/>
          </a:ln>
          <a:effectLst/>
        </p:spPr>
        <p:txBody>
          <a:bodyPr lIns="91436" tIns="45719" rIns="91436" bIns="45719">
            <a:spAutoFit/>
          </a:bodyPr>
          <a:lstStyle/>
          <a:p>
            <a:pPr eaLnBrk="1" hangingPunct="1">
              <a:spcBef>
                <a:spcPct val="50000"/>
              </a:spcBef>
              <a:defRPr/>
            </a:pPr>
            <a:r>
              <a:rPr lang="zh-CN" altLang="en-US" sz="2000" b="1">
                <a:solidFill>
                  <a:srgbClr val="0000CC"/>
                </a:solidFill>
                <a:effectLst>
                  <a:outerShdw blurRad="38100" dist="38100" dir="2700000" algn="tl">
                    <a:srgbClr val="000000"/>
                  </a:outerShdw>
                </a:effectLst>
                <a:latin typeface="宋体" panose="02010600030101010101" pitchFamily="2" charset="-122"/>
              </a:rPr>
              <a:t>检查</a:t>
            </a:r>
            <a:r>
              <a:rPr lang="en-US" altLang="zh-CN" sz="2000" b="1">
                <a:solidFill>
                  <a:srgbClr val="0000CC"/>
                </a:solidFill>
                <a:effectLst>
                  <a:outerShdw blurRad="38100" dist="38100" dir="2700000" algn="tl">
                    <a:srgbClr val="000000"/>
                  </a:outerShdw>
                </a:effectLst>
                <a:latin typeface="宋体" panose="02010600030101010101" pitchFamily="2" charset="-122"/>
              </a:rPr>
              <a:t>CPU</a:t>
            </a:r>
            <a:r>
              <a:rPr lang="zh-CN" altLang="en-US" sz="2000" b="1">
                <a:solidFill>
                  <a:srgbClr val="0000CC"/>
                </a:solidFill>
                <a:effectLst>
                  <a:outerShdw blurRad="38100" dist="38100" dir="2700000" algn="tl">
                    <a:srgbClr val="000000"/>
                  </a:outerShdw>
                </a:effectLst>
                <a:latin typeface="宋体" panose="02010600030101010101" pitchFamily="2" charset="-122"/>
              </a:rPr>
              <a:t>等内部硬件，对监视定时器（</a:t>
            </a:r>
            <a:r>
              <a:rPr lang="en-US" altLang="zh-CN" sz="2000" b="1">
                <a:solidFill>
                  <a:srgbClr val="0000CC"/>
                </a:solidFill>
                <a:effectLst>
                  <a:outerShdw blurRad="38100" dist="38100" dir="2700000" algn="tl">
                    <a:srgbClr val="000000"/>
                  </a:outerShdw>
                </a:effectLst>
                <a:latin typeface="宋体" panose="02010600030101010101" pitchFamily="2" charset="-122"/>
              </a:rPr>
              <a:t>WDT）</a:t>
            </a:r>
            <a:r>
              <a:rPr lang="zh-CN" altLang="en-US" sz="2000" b="1">
                <a:solidFill>
                  <a:srgbClr val="0000CC"/>
                </a:solidFill>
                <a:effectLst>
                  <a:outerShdw blurRad="38100" dist="38100" dir="2700000" algn="tl">
                    <a:srgbClr val="000000"/>
                  </a:outerShdw>
                </a:effectLst>
                <a:latin typeface="宋体" panose="02010600030101010101" pitchFamily="2" charset="-122"/>
              </a:rPr>
              <a:t>复位以及其它工作 </a:t>
            </a:r>
          </a:p>
        </p:txBody>
      </p:sp>
      <p:sp>
        <p:nvSpPr>
          <p:cNvPr id="33" name="Text Box 21">
            <a:extLst>
              <a:ext uri="{FF2B5EF4-FFF2-40B4-BE49-F238E27FC236}">
                <a16:creationId xmlns:a16="http://schemas.microsoft.com/office/drawing/2014/main" id="{553C8DC9-6C32-F74D-B39E-D5109DD45921}"/>
              </a:ext>
            </a:extLst>
          </p:cNvPr>
          <p:cNvSpPr txBox="1">
            <a:spLocks noChangeArrowheads="1"/>
          </p:cNvSpPr>
          <p:nvPr/>
        </p:nvSpPr>
        <p:spPr bwMode="auto">
          <a:xfrm>
            <a:off x="4459288" y="2732088"/>
            <a:ext cx="3581400" cy="700087"/>
          </a:xfrm>
          <a:prstGeom prst="rect">
            <a:avLst/>
          </a:prstGeom>
          <a:noFill/>
          <a:ln>
            <a:noFill/>
          </a:ln>
          <a:effectLst/>
        </p:spPr>
        <p:txBody>
          <a:bodyPr lIns="91436" tIns="45719" rIns="91436" bIns="45719">
            <a:spAutoFit/>
          </a:bodyPr>
          <a:lstStyle/>
          <a:p>
            <a:pPr eaLnBrk="1" hangingPunct="1">
              <a:spcBef>
                <a:spcPct val="50000"/>
              </a:spcBef>
              <a:defRPr/>
            </a:pPr>
            <a:r>
              <a:rPr lang="zh-CN" altLang="en-US" sz="2000" b="1">
                <a:solidFill>
                  <a:srgbClr val="FF0000"/>
                </a:solidFill>
                <a:effectLst>
                  <a:outerShdw blurRad="38100" dist="38100" dir="2700000" algn="tl">
                    <a:srgbClr val="000000"/>
                  </a:outerShdw>
                </a:effectLst>
                <a:latin typeface="宋体" panose="02010600030101010101" pitchFamily="2" charset="-122"/>
              </a:rPr>
              <a:t>与其它智能装置（如编程器、计算机等）实现通信</a:t>
            </a:r>
            <a:r>
              <a:rPr lang="zh-CN" altLang="en-US" b="1">
                <a:solidFill>
                  <a:srgbClr val="FF0000"/>
                </a:solidFill>
                <a:latin typeface="宋体" panose="02010600030101010101" pitchFamily="2" charset="-122"/>
              </a:rPr>
              <a:t> </a:t>
            </a:r>
          </a:p>
        </p:txBody>
      </p:sp>
      <p:sp>
        <p:nvSpPr>
          <p:cNvPr id="34" name="Text Box 22">
            <a:extLst>
              <a:ext uri="{FF2B5EF4-FFF2-40B4-BE49-F238E27FC236}">
                <a16:creationId xmlns:a16="http://schemas.microsoft.com/office/drawing/2014/main" id="{6BF4B66D-41B0-4E46-ACF9-2ABB678180C9}"/>
              </a:ext>
            </a:extLst>
          </p:cNvPr>
          <p:cNvSpPr txBox="1">
            <a:spLocks noChangeArrowheads="1"/>
          </p:cNvSpPr>
          <p:nvPr/>
        </p:nvSpPr>
        <p:spPr bwMode="auto">
          <a:xfrm>
            <a:off x="4686300" y="3994150"/>
            <a:ext cx="35814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6" tIns="45719" rIns="91436" bIns="45719">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800" b="1">
              <a:solidFill>
                <a:srgbClr val="0000CC"/>
              </a:solidFill>
              <a:latin typeface="宋体" panose="02010600030101010101" pitchFamily="2" charset="-122"/>
            </a:endParaRPr>
          </a:p>
        </p:txBody>
      </p:sp>
      <p:sp>
        <p:nvSpPr>
          <p:cNvPr id="35" name="Text Box 23">
            <a:extLst>
              <a:ext uri="{FF2B5EF4-FFF2-40B4-BE49-F238E27FC236}">
                <a16:creationId xmlns:a16="http://schemas.microsoft.com/office/drawing/2014/main" id="{C7103AA3-9782-5743-A216-0A7518026222}"/>
              </a:ext>
            </a:extLst>
          </p:cNvPr>
          <p:cNvSpPr txBox="1">
            <a:spLocks noChangeArrowheads="1"/>
          </p:cNvSpPr>
          <p:nvPr/>
        </p:nvSpPr>
        <p:spPr bwMode="auto">
          <a:xfrm>
            <a:off x="4476750" y="3524250"/>
            <a:ext cx="3581400" cy="700088"/>
          </a:xfrm>
          <a:prstGeom prst="rect">
            <a:avLst/>
          </a:prstGeom>
          <a:noFill/>
          <a:ln>
            <a:noFill/>
          </a:ln>
          <a:effectLst/>
        </p:spPr>
        <p:txBody>
          <a:bodyPr lIns="91436" tIns="45719" rIns="91436" bIns="45719">
            <a:spAutoFit/>
          </a:bodyPr>
          <a:lstStyle/>
          <a:p>
            <a:pPr eaLnBrk="1" hangingPunct="1">
              <a:spcBef>
                <a:spcPct val="50000"/>
              </a:spcBef>
              <a:defRPr/>
            </a:pPr>
            <a:r>
              <a:rPr lang="zh-CN" altLang="en-US" sz="2000" b="1">
                <a:solidFill>
                  <a:srgbClr val="0000CC"/>
                </a:solidFill>
                <a:effectLst>
                  <a:outerShdw blurRad="38100" dist="38100" dir="2700000" algn="tl">
                    <a:srgbClr val="000000"/>
                  </a:outerShdw>
                </a:effectLst>
                <a:latin typeface="Times New Roman" panose="02020603050405020304" pitchFamily="18" charset="0"/>
              </a:rPr>
              <a:t>按顺序对所有输入端的状态进行采样，并存入相应寄存器</a:t>
            </a:r>
          </a:p>
        </p:txBody>
      </p:sp>
      <p:sp>
        <p:nvSpPr>
          <p:cNvPr id="36" name="Text Box 24">
            <a:extLst>
              <a:ext uri="{FF2B5EF4-FFF2-40B4-BE49-F238E27FC236}">
                <a16:creationId xmlns:a16="http://schemas.microsoft.com/office/drawing/2014/main" id="{98FF5949-39B3-6B4C-A9FB-29C211AE38B2}"/>
              </a:ext>
            </a:extLst>
          </p:cNvPr>
          <p:cNvSpPr txBox="1">
            <a:spLocks noChangeArrowheads="1"/>
          </p:cNvSpPr>
          <p:nvPr/>
        </p:nvSpPr>
        <p:spPr bwMode="auto">
          <a:xfrm>
            <a:off x="4530725" y="4316413"/>
            <a:ext cx="3505200" cy="700087"/>
          </a:xfrm>
          <a:prstGeom prst="rect">
            <a:avLst/>
          </a:prstGeom>
          <a:noFill/>
          <a:ln>
            <a:noFill/>
          </a:ln>
          <a:effectLst/>
        </p:spPr>
        <p:txBody>
          <a:bodyPr lIns="91436" tIns="45719" rIns="91436" bIns="45719">
            <a:spAutoFit/>
          </a:bodyPr>
          <a:lstStyle/>
          <a:p>
            <a:pPr eaLnBrk="1" hangingPunct="1">
              <a:spcBef>
                <a:spcPct val="50000"/>
              </a:spcBef>
              <a:defRPr/>
            </a:pPr>
            <a:r>
              <a:rPr lang="zh-CN" altLang="en-US" sz="2000" b="1">
                <a:solidFill>
                  <a:srgbClr val="FF0000"/>
                </a:solidFill>
                <a:effectLst>
                  <a:outerShdw blurRad="38100" dist="38100" dir="2700000" algn="tl">
                    <a:srgbClr val="000000"/>
                  </a:outerShdw>
                </a:effectLst>
                <a:latin typeface="宋体" panose="02010600030101010101" pitchFamily="2" charset="-122"/>
              </a:rPr>
              <a:t>对用户程序扫描执行 ，并将结果存入相应的寄存器</a:t>
            </a:r>
          </a:p>
        </p:txBody>
      </p:sp>
      <p:sp>
        <p:nvSpPr>
          <p:cNvPr id="37" name="Text Box 25">
            <a:extLst>
              <a:ext uri="{FF2B5EF4-FFF2-40B4-BE49-F238E27FC236}">
                <a16:creationId xmlns:a16="http://schemas.microsoft.com/office/drawing/2014/main" id="{566742BA-179A-2F47-9513-AD431DE13512}"/>
              </a:ext>
            </a:extLst>
          </p:cNvPr>
          <p:cNvSpPr txBox="1">
            <a:spLocks noChangeArrowheads="1"/>
          </p:cNvSpPr>
          <p:nvPr/>
        </p:nvSpPr>
        <p:spPr bwMode="auto">
          <a:xfrm>
            <a:off x="4595813" y="5213350"/>
            <a:ext cx="4038600" cy="698500"/>
          </a:xfrm>
          <a:prstGeom prst="rect">
            <a:avLst/>
          </a:prstGeom>
          <a:noFill/>
          <a:ln>
            <a:noFill/>
          </a:ln>
          <a:effectLst/>
        </p:spPr>
        <p:txBody>
          <a:bodyPr lIns="91436" tIns="45719" rIns="91436" bIns="45719">
            <a:spAutoFit/>
          </a:bodyPr>
          <a:lstStyle/>
          <a:p>
            <a:pPr eaLnBrk="1" hangingPunct="1">
              <a:spcBef>
                <a:spcPct val="50000"/>
              </a:spcBef>
              <a:defRPr/>
            </a:pPr>
            <a:r>
              <a:rPr lang="zh-CN" altLang="en-US" sz="2000" b="1">
                <a:solidFill>
                  <a:srgbClr val="0000CC"/>
                </a:solidFill>
                <a:effectLst>
                  <a:outerShdw blurRad="38100" dist="38100" dir="2700000" algn="tl">
                    <a:srgbClr val="000000"/>
                  </a:outerShdw>
                </a:effectLst>
                <a:latin typeface="宋体" panose="02010600030101010101" pitchFamily="2" charset="-122"/>
              </a:rPr>
              <a:t>将寄存器中与输出有关状态，转到输出锁存器，输出驱动外部负载</a:t>
            </a:r>
            <a:r>
              <a:rPr lang="zh-CN" altLang="en-US" b="1">
                <a:solidFill>
                  <a:srgbClr val="0000CC"/>
                </a:solidFill>
                <a:latin typeface="宋体" panose="02010600030101010101" pitchFamily="2" charset="-122"/>
              </a:rPr>
              <a:t> </a:t>
            </a:r>
          </a:p>
        </p:txBody>
      </p:sp>
      <p:sp>
        <p:nvSpPr>
          <p:cNvPr id="38" name="Rectangle 26">
            <a:extLst>
              <a:ext uri="{FF2B5EF4-FFF2-40B4-BE49-F238E27FC236}">
                <a16:creationId xmlns:a16="http://schemas.microsoft.com/office/drawing/2014/main" id="{BC3400B3-2876-C647-9765-697CCFF2264D}"/>
              </a:ext>
            </a:extLst>
          </p:cNvPr>
          <p:cNvSpPr>
            <a:spLocks noChangeArrowheads="1"/>
          </p:cNvSpPr>
          <p:nvPr/>
        </p:nvSpPr>
        <p:spPr bwMode="auto">
          <a:xfrm>
            <a:off x="395288" y="548811"/>
            <a:ext cx="8353425"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dirty="0">
                <a:solidFill>
                  <a:srgbClr val="000099"/>
                </a:solidFill>
                <a:latin typeface="宋体" panose="02010600030101010101" pitchFamily="2" charset="-122"/>
              </a:rPr>
              <a:t>    </a:t>
            </a:r>
            <a:r>
              <a:rPr lang="en-US" altLang="zh-CN" sz="2400" b="1" dirty="0">
                <a:solidFill>
                  <a:srgbClr val="000099"/>
                </a:solidFill>
                <a:latin typeface="宋体" panose="02010600030101010101" pitchFamily="2" charset="-122"/>
              </a:rPr>
              <a:t>PLC</a:t>
            </a:r>
            <a:r>
              <a:rPr lang="zh-CN" altLang="en-US" sz="2400" b="1" dirty="0">
                <a:solidFill>
                  <a:srgbClr val="000099"/>
                </a:solidFill>
                <a:latin typeface="宋体" panose="02010600030101010101" pitchFamily="2" charset="-122"/>
              </a:rPr>
              <a:t>的工作过程分自诊断、与编程器或计算机等通信、输入采样、程序执行和输出刷新五个阶段。 </a:t>
            </a:r>
          </a:p>
        </p:txBody>
      </p:sp>
      <p:pic>
        <p:nvPicPr>
          <p:cNvPr id="39" name="Picture 28">
            <a:extLst>
              <a:ext uri="{FF2B5EF4-FFF2-40B4-BE49-F238E27FC236}">
                <a16:creationId xmlns:a16="http://schemas.microsoft.com/office/drawing/2014/main" id="{BC4DDE83-AF5E-A642-8EEA-521FEAD327A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7250" y="1784350"/>
            <a:ext cx="114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9">
            <a:extLst>
              <a:ext uri="{FF2B5EF4-FFF2-40B4-BE49-F238E27FC236}">
                <a16:creationId xmlns:a16="http://schemas.microsoft.com/office/drawing/2014/main" id="{7D40AE7E-2B4D-A14B-85FA-AC72E9D8FA8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7250" y="2622550"/>
            <a:ext cx="114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30">
            <a:extLst>
              <a:ext uri="{FF2B5EF4-FFF2-40B4-BE49-F238E27FC236}">
                <a16:creationId xmlns:a16="http://schemas.microsoft.com/office/drawing/2014/main" id="{C33D91C7-D834-E348-AA07-A564EC3562F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7250" y="3460750"/>
            <a:ext cx="114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31">
            <a:extLst>
              <a:ext uri="{FF2B5EF4-FFF2-40B4-BE49-F238E27FC236}">
                <a16:creationId xmlns:a16="http://schemas.microsoft.com/office/drawing/2014/main" id="{72F5B91E-7F0B-E447-84D6-6C58C54A05E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7250" y="4146550"/>
            <a:ext cx="114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32">
            <a:extLst>
              <a:ext uri="{FF2B5EF4-FFF2-40B4-BE49-F238E27FC236}">
                <a16:creationId xmlns:a16="http://schemas.microsoft.com/office/drawing/2014/main" id="{2C1AAB3A-AAEA-0F49-ACFE-B38499ACC3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7250" y="4984750"/>
            <a:ext cx="114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33">
            <a:extLst>
              <a:ext uri="{FF2B5EF4-FFF2-40B4-BE49-F238E27FC236}">
                <a16:creationId xmlns:a16="http://schemas.microsoft.com/office/drawing/2014/main" id="{D783BBDE-EFDF-7844-8AEB-082CB7AED19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97250" y="5746750"/>
            <a:ext cx="114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34">
            <a:extLst>
              <a:ext uri="{FF2B5EF4-FFF2-40B4-BE49-F238E27FC236}">
                <a16:creationId xmlns:a16="http://schemas.microsoft.com/office/drawing/2014/main" id="{74B7253C-162F-094D-A75A-A5394CCF5E0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7300" y="6051550"/>
            <a:ext cx="2182813"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35">
            <a:extLst>
              <a:ext uri="{FF2B5EF4-FFF2-40B4-BE49-F238E27FC236}">
                <a16:creationId xmlns:a16="http://schemas.microsoft.com/office/drawing/2014/main" id="{40524AAA-FEAD-9F4D-BCAE-AE942652CCF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57300" y="1860550"/>
            <a:ext cx="8255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36">
            <a:extLst>
              <a:ext uri="{FF2B5EF4-FFF2-40B4-BE49-F238E27FC236}">
                <a16:creationId xmlns:a16="http://schemas.microsoft.com/office/drawing/2014/main" id="{0B32E5DB-B0CE-1F46-A4BA-44FADECF9A4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3500" y="1855788"/>
            <a:ext cx="2057400" cy="13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37">
            <a:extLst>
              <a:ext uri="{FF2B5EF4-FFF2-40B4-BE49-F238E27FC236}">
                <a16:creationId xmlns:a16="http://schemas.microsoft.com/office/drawing/2014/main" id="{C60F1F62-490C-8540-8027-FA3FCF000A2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11350" y="3536950"/>
            <a:ext cx="1473200"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38">
            <a:extLst>
              <a:ext uri="{FF2B5EF4-FFF2-40B4-BE49-F238E27FC236}">
                <a16:creationId xmlns:a16="http://schemas.microsoft.com/office/drawing/2014/main" id="{4DAACD8E-6681-AC42-AA8A-083849FBEF8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97050" y="1936750"/>
            <a:ext cx="12065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39">
            <a:extLst>
              <a:ext uri="{FF2B5EF4-FFF2-40B4-BE49-F238E27FC236}">
                <a16:creationId xmlns:a16="http://schemas.microsoft.com/office/drawing/2014/main" id="{46889474-BE83-1A42-A388-9A96F8904C6E}"/>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2625" y="2889250"/>
            <a:ext cx="5365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0">
            <a:extLst>
              <a:ext uri="{FF2B5EF4-FFF2-40B4-BE49-F238E27FC236}">
                <a16:creationId xmlns:a16="http://schemas.microsoft.com/office/drawing/2014/main" id="{56EA1E25-CCC2-6E40-A4C8-5D8E5FD0B2B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43100" y="2887663"/>
            <a:ext cx="56197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6033612A-2B33-7530-8CDD-A7DC13E72387}"/>
              </a:ext>
            </a:extLst>
          </p:cNvPr>
          <p:cNvSpPr txBox="1"/>
          <p:nvPr/>
        </p:nvSpPr>
        <p:spPr>
          <a:xfrm rot="420000">
            <a:off x="7547620" y="164349"/>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9300895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blinds(horizontal)">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8"/>
                                        </p:tgtEl>
                                        <p:attrNameLst>
                                          <p:attrName>style.visibility</p:attrName>
                                        </p:attrNameLst>
                                      </p:cBhvr>
                                      <p:to>
                                        <p:strVal val="visible"/>
                                      </p:to>
                                    </p:set>
                                    <p:anim calcmode="lin" valueType="num">
                                      <p:cBhvr additive="base">
                                        <p:cTn id="18" dur="500" fill="hold"/>
                                        <p:tgtEl>
                                          <p:spTgt spid="28"/>
                                        </p:tgtEl>
                                        <p:attrNameLst>
                                          <p:attrName>ppt_x</p:attrName>
                                        </p:attrNameLst>
                                      </p:cBhvr>
                                      <p:tavLst>
                                        <p:tav tm="0">
                                          <p:val>
                                            <p:strVal val="0-#ppt_w/2"/>
                                          </p:val>
                                        </p:tav>
                                        <p:tav tm="100000">
                                          <p:val>
                                            <p:strVal val="#ppt_x"/>
                                          </p:val>
                                        </p:tav>
                                      </p:tavLst>
                                    </p:anim>
                                    <p:anim calcmode="lin" valueType="num">
                                      <p:cBhvr additive="base">
                                        <p:cTn id="19"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blinds(horizontal)">
                                      <p:cBhvr>
                                        <p:cTn id="24" dur="500"/>
                                        <p:tgtEl>
                                          <p:spTgt spid="3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0-#ppt_w/2"/>
                                          </p:val>
                                        </p:tav>
                                        <p:tav tm="100000">
                                          <p:val>
                                            <p:strVal val="#ppt_x"/>
                                          </p:val>
                                        </p:tav>
                                      </p:tavLst>
                                    </p:anim>
                                    <p:anim calcmode="lin" valueType="num">
                                      <p:cBhvr additive="base">
                                        <p:cTn id="30"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blinds(horizontal)">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additive="base">
                                        <p:cTn id="40" dur="500" fill="hold"/>
                                        <p:tgtEl>
                                          <p:spTgt spid="30"/>
                                        </p:tgtEl>
                                        <p:attrNameLst>
                                          <p:attrName>ppt_x</p:attrName>
                                        </p:attrNameLst>
                                      </p:cBhvr>
                                      <p:tavLst>
                                        <p:tav tm="0">
                                          <p:val>
                                            <p:strVal val="0-#ppt_w/2"/>
                                          </p:val>
                                        </p:tav>
                                        <p:tav tm="100000">
                                          <p:val>
                                            <p:strVal val="#ppt_x"/>
                                          </p:val>
                                        </p:tav>
                                      </p:tavLst>
                                    </p:anim>
                                    <p:anim calcmode="lin" valueType="num">
                                      <p:cBhvr additive="base">
                                        <p:cTn id="41"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blinds(horizontal)">
                                      <p:cBhvr>
                                        <p:cTn id="46" dur="500"/>
                                        <p:tgtEl>
                                          <p:spTgt spid="3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0-#ppt_w/2"/>
                                          </p:val>
                                        </p:tav>
                                        <p:tav tm="100000">
                                          <p:val>
                                            <p:strVal val="#ppt_x"/>
                                          </p:val>
                                        </p:tav>
                                      </p:tavLst>
                                    </p:anim>
                                    <p:anim calcmode="lin" valueType="num">
                                      <p:cBhvr additive="base">
                                        <p:cTn id="5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blinds(horizontal)">
                                      <p:cBhvr>
                                        <p:cTn id="5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autoUpdateAnimBg="0"/>
      <p:bldP spid="35" grpId="0" autoUpdateAnimBg="0"/>
      <p:bldP spid="36" grpId="0" autoUpdateAnimBg="0"/>
      <p:bldP spid="37"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2">
            <a:extLst>
              <a:ext uri="{FF2B5EF4-FFF2-40B4-BE49-F238E27FC236}">
                <a16:creationId xmlns:a16="http://schemas.microsoft.com/office/drawing/2014/main" id="{7D70F58F-8385-704F-B466-EF3124B6844E}"/>
              </a:ext>
            </a:extLst>
          </p:cNvPr>
          <p:cNvGrpSpPr>
            <a:grpSpLocks/>
          </p:cNvGrpSpPr>
          <p:nvPr/>
        </p:nvGrpSpPr>
        <p:grpSpPr bwMode="auto">
          <a:xfrm>
            <a:off x="4140200" y="4365625"/>
            <a:ext cx="3124200" cy="1600200"/>
            <a:chOff x="0" y="0"/>
            <a:chExt cx="1968" cy="1008"/>
          </a:xfrm>
        </p:grpSpPr>
        <p:sp>
          <p:nvSpPr>
            <p:cNvPr id="47" name="Line 3">
              <a:extLst>
                <a:ext uri="{FF2B5EF4-FFF2-40B4-BE49-F238E27FC236}">
                  <a16:creationId xmlns:a16="http://schemas.microsoft.com/office/drawing/2014/main" id="{81E9C3DF-01F0-4E4C-BB75-14452FC705AB}"/>
                </a:ext>
              </a:extLst>
            </p:cNvPr>
            <p:cNvSpPr>
              <a:spLocks noChangeShapeType="1"/>
            </p:cNvSpPr>
            <p:nvPr/>
          </p:nvSpPr>
          <p:spPr bwMode="auto">
            <a:xfrm>
              <a:off x="0" y="205"/>
              <a:ext cx="0" cy="80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8" name="Group 4">
              <a:extLst>
                <a:ext uri="{FF2B5EF4-FFF2-40B4-BE49-F238E27FC236}">
                  <a16:creationId xmlns:a16="http://schemas.microsoft.com/office/drawing/2014/main" id="{BA0301A0-B171-B946-AD0F-53D07B23BC4C}"/>
                </a:ext>
              </a:extLst>
            </p:cNvPr>
            <p:cNvGrpSpPr>
              <a:grpSpLocks/>
            </p:cNvGrpSpPr>
            <p:nvPr/>
          </p:nvGrpSpPr>
          <p:grpSpPr bwMode="auto">
            <a:xfrm>
              <a:off x="768" y="257"/>
              <a:ext cx="432" cy="205"/>
              <a:chOff x="0" y="0"/>
              <a:chExt cx="432" cy="192"/>
            </a:xfrm>
          </p:grpSpPr>
          <p:grpSp>
            <p:nvGrpSpPr>
              <p:cNvPr id="75" name="Group 5">
                <a:extLst>
                  <a:ext uri="{FF2B5EF4-FFF2-40B4-BE49-F238E27FC236}">
                    <a16:creationId xmlns:a16="http://schemas.microsoft.com/office/drawing/2014/main" id="{F752C07B-8C9A-604C-B289-6CD40E37803E}"/>
                  </a:ext>
                </a:extLst>
              </p:cNvPr>
              <p:cNvGrpSpPr>
                <a:grpSpLocks/>
              </p:cNvGrpSpPr>
              <p:nvPr/>
            </p:nvGrpSpPr>
            <p:grpSpPr bwMode="auto">
              <a:xfrm>
                <a:off x="0" y="0"/>
                <a:ext cx="432" cy="192"/>
                <a:chOff x="0" y="0"/>
                <a:chExt cx="432" cy="192"/>
              </a:xfrm>
            </p:grpSpPr>
            <p:sp>
              <p:nvSpPr>
                <p:cNvPr id="77" name="Line 6">
                  <a:extLst>
                    <a:ext uri="{FF2B5EF4-FFF2-40B4-BE49-F238E27FC236}">
                      <a16:creationId xmlns:a16="http://schemas.microsoft.com/office/drawing/2014/main" id="{8EF650BC-80E7-D743-8A0A-AA9478410C4B}"/>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8" name="Line 7">
                  <a:extLst>
                    <a:ext uri="{FF2B5EF4-FFF2-40B4-BE49-F238E27FC236}">
                      <a16:creationId xmlns:a16="http://schemas.microsoft.com/office/drawing/2014/main" id="{FC7CA354-EEB6-F44F-AC6F-524A497AD1AB}"/>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9" name="Line 8">
                  <a:extLst>
                    <a:ext uri="{FF2B5EF4-FFF2-40B4-BE49-F238E27FC236}">
                      <a16:creationId xmlns:a16="http://schemas.microsoft.com/office/drawing/2014/main" id="{7223E9EF-0DD3-2F46-911F-D42913971739}"/>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0" name="Line 9">
                  <a:extLst>
                    <a:ext uri="{FF2B5EF4-FFF2-40B4-BE49-F238E27FC236}">
                      <a16:creationId xmlns:a16="http://schemas.microsoft.com/office/drawing/2014/main" id="{492ED0DE-C835-E747-9B6D-642FFE783D7E}"/>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76" name="Line 10">
                <a:extLst>
                  <a:ext uri="{FF2B5EF4-FFF2-40B4-BE49-F238E27FC236}">
                    <a16:creationId xmlns:a16="http://schemas.microsoft.com/office/drawing/2014/main" id="{8D1376A8-E7F8-4641-996E-7EA59683E7D9}"/>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49" name="Group 11">
              <a:extLst>
                <a:ext uri="{FF2B5EF4-FFF2-40B4-BE49-F238E27FC236}">
                  <a16:creationId xmlns:a16="http://schemas.microsoft.com/office/drawing/2014/main" id="{071125C6-85DC-054B-91BA-1A59033A2EDD}"/>
                </a:ext>
              </a:extLst>
            </p:cNvPr>
            <p:cNvGrpSpPr>
              <a:grpSpLocks/>
            </p:cNvGrpSpPr>
            <p:nvPr/>
          </p:nvGrpSpPr>
          <p:grpSpPr bwMode="auto">
            <a:xfrm>
              <a:off x="0" y="257"/>
              <a:ext cx="432" cy="205"/>
              <a:chOff x="0" y="0"/>
              <a:chExt cx="432" cy="192"/>
            </a:xfrm>
          </p:grpSpPr>
          <p:sp>
            <p:nvSpPr>
              <p:cNvPr id="71" name="Line 12">
                <a:extLst>
                  <a:ext uri="{FF2B5EF4-FFF2-40B4-BE49-F238E27FC236}">
                    <a16:creationId xmlns:a16="http://schemas.microsoft.com/office/drawing/2014/main" id="{6A707E31-839B-094C-9BB9-B4C443319518}"/>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2" name="Line 13">
                <a:extLst>
                  <a:ext uri="{FF2B5EF4-FFF2-40B4-BE49-F238E27FC236}">
                    <a16:creationId xmlns:a16="http://schemas.microsoft.com/office/drawing/2014/main" id="{8AF466F5-1F5B-4046-898F-DACA7245412F}"/>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3" name="Line 14">
                <a:extLst>
                  <a:ext uri="{FF2B5EF4-FFF2-40B4-BE49-F238E27FC236}">
                    <a16:creationId xmlns:a16="http://schemas.microsoft.com/office/drawing/2014/main" id="{591231D5-B657-0747-8162-55B3122C8D60}"/>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4" name="Line 15">
                <a:extLst>
                  <a:ext uri="{FF2B5EF4-FFF2-40B4-BE49-F238E27FC236}">
                    <a16:creationId xmlns:a16="http://schemas.microsoft.com/office/drawing/2014/main" id="{E44D8A77-7112-1942-AC57-0EDA1B80790C}"/>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50" name="Group 16">
              <a:extLst>
                <a:ext uri="{FF2B5EF4-FFF2-40B4-BE49-F238E27FC236}">
                  <a16:creationId xmlns:a16="http://schemas.microsoft.com/office/drawing/2014/main" id="{F3262F4E-C51E-584F-85BC-BE09589F3B55}"/>
                </a:ext>
              </a:extLst>
            </p:cNvPr>
            <p:cNvGrpSpPr>
              <a:grpSpLocks/>
            </p:cNvGrpSpPr>
            <p:nvPr/>
          </p:nvGrpSpPr>
          <p:grpSpPr bwMode="auto">
            <a:xfrm>
              <a:off x="1056" y="205"/>
              <a:ext cx="528" cy="257"/>
              <a:chOff x="0" y="0"/>
              <a:chExt cx="528" cy="240"/>
            </a:xfrm>
          </p:grpSpPr>
          <p:sp>
            <p:nvSpPr>
              <p:cNvPr id="69" name="Oval 17">
                <a:extLst>
                  <a:ext uri="{FF2B5EF4-FFF2-40B4-BE49-F238E27FC236}">
                    <a16:creationId xmlns:a16="http://schemas.microsoft.com/office/drawing/2014/main" id="{F374D596-1331-B143-AD40-21BCDF71EA68}"/>
                  </a:ext>
                </a:extLst>
              </p:cNvPr>
              <p:cNvSpPr>
                <a:spLocks noChangeArrowheads="1"/>
              </p:cNvSpPr>
              <p:nvPr/>
            </p:nvSpPr>
            <p:spPr bwMode="auto">
              <a:xfrm>
                <a:off x="288" y="0"/>
                <a:ext cx="240" cy="240"/>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70" name="Line 18">
                <a:extLst>
                  <a:ext uri="{FF2B5EF4-FFF2-40B4-BE49-F238E27FC236}">
                    <a16:creationId xmlns:a16="http://schemas.microsoft.com/office/drawing/2014/main" id="{2EC68A90-6A03-FD47-97B2-E6A08B814D57}"/>
                  </a:ext>
                </a:extLst>
              </p:cNvPr>
              <p:cNvSpPr>
                <a:spLocks noChangeShapeType="1"/>
              </p:cNvSpPr>
              <p:nvPr/>
            </p:nvSpPr>
            <p:spPr bwMode="auto">
              <a:xfrm>
                <a:off x="0" y="144"/>
                <a:ext cx="28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51" name="Group 19">
              <a:extLst>
                <a:ext uri="{FF2B5EF4-FFF2-40B4-BE49-F238E27FC236}">
                  <a16:creationId xmlns:a16="http://schemas.microsoft.com/office/drawing/2014/main" id="{A88739B4-BFAE-4E4B-A902-8BEF676D70A2}"/>
                </a:ext>
              </a:extLst>
            </p:cNvPr>
            <p:cNvGrpSpPr>
              <a:grpSpLocks/>
            </p:cNvGrpSpPr>
            <p:nvPr/>
          </p:nvGrpSpPr>
          <p:grpSpPr bwMode="auto">
            <a:xfrm>
              <a:off x="0" y="667"/>
              <a:ext cx="432" cy="206"/>
              <a:chOff x="0" y="0"/>
              <a:chExt cx="432" cy="192"/>
            </a:xfrm>
          </p:grpSpPr>
          <p:sp>
            <p:nvSpPr>
              <p:cNvPr id="65" name="Line 20">
                <a:extLst>
                  <a:ext uri="{FF2B5EF4-FFF2-40B4-BE49-F238E27FC236}">
                    <a16:creationId xmlns:a16="http://schemas.microsoft.com/office/drawing/2014/main" id="{FCF1FB1C-DDF7-0546-8ECE-38D854C03B15}"/>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6" name="Line 21">
                <a:extLst>
                  <a:ext uri="{FF2B5EF4-FFF2-40B4-BE49-F238E27FC236}">
                    <a16:creationId xmlns:a16="http://schemas.microsoft.com/office/drawing/2014/main" id="{D0042628-7992-2840-A97A-55733C4403AF}"/>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7" name="Line 22">
                <a:extLst>
                  <a:ext uri="{FF2B5EF4-FFF2-40B4-BE49-F238E27FC236}">
                    <a16:creationId xmlns:a16="http://schemas.microsoft.com/office/drawing/2014/main" id="{4B785A6E-85D7-F446-BADC-DD3156DA5CF3}"/>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8" name="Line 23">
                <a:extLst>
                  <a:ext uri="{FF2B5EF4-FFF2-40B4-BE49-F238E27FC236}">
                    <a16:creationId xmlns:a16="http://schemas.microsoft.com/office/drawing/2014/main" id="{573ED778-E232-3343-9DCB-E6165D7D3EA1}"/>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52" name="Group 24">
              <a:extLst>
                <a:ext uri="{FF2B5EF4-FFF2-40B4-BE49-F238E27FC236}">
                  <a16:creationId xmlns:a16="http://schemas.microsoft.com/office/drawing/2014/main" id="{9A59C06E-D695-DA43-A4B8-F2AAD437724E}"/>
                </a:ext>
              </a:extLst>
            </p:cNvPr>
            <p:cNvGrpSpPr>
              <a:grpSpLocks/>
            </p:cNvGrpSpPr>
            <p:nvPr/>
          </p:nvGrpSpPr>
          <p:grpSpPr bwMode="auto">
            <a:xfrm>
              <a:off x="432" y="257"/>
              <a:ext cx="432" cy="205"/>
              <a:chOff x="0" y="0"/>
              <a:chExt cx="432" cy="192"/>
            </a:xfrm>
          </p:grpSpPr>
          <p:grpSp>
            <p:nvGrpSpPr>
              <p:cNvPr id="59" name="Group 25">
                <a:extLst>
                  <a:ext uri="{FF2B5EF4-FFF2-40B4-BE49-F238E27FC236}">
                    <a16:creationId xmlns:a16="http://schemas.microsoft.com/office/drawing/2014/main" id="{203BFE56-BFAC-4A4C-A280-B2A3CF06619F}"/>
                  </a:ext>
                </a:extLst>
              </p:cNvPr>
              <p:cNvGrpSpPr>
                <a:grpSpLocks/>
              </p:cNvGrpSpPr>
              <p:nvPr/>
            </p:nvGrpSpPr>
            <p:grpSpPr bwMode="auto">
              <a:xfrm>
                <a:off x="0" y="0"/>
                <a:ext cx="432" cy="192"/>
                <a:chOff x="0" y="0"/>
                <a:chExt cx="432" cy="192"/>
              </a:xfrm>
            </p:grpSpPr>
            <p:sp>
              <p:nvSpPr>
                <p:cNvPr id="61" name="Line 26">
                  <a:extLst>
                    <a:ext uri="{FF2B5EF4-FFF2-40B4-BE49-F238E27FC236}">
                      <a16:creationId xmlns:a16="http://schemas.microsoft.com/office/drawing/2014/main" id="{50F2C7DF-C244-5647-A4D7-370923EAB673}"/>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2" name="Line 27">
                  <a:extLst>
                    <a:ext uri="{FF2B5EF4-FFF2-40B4-BE49-F238E27FC236}">
                      <a16:creationId xmlns:a16="http://schemas.microsoft.com/office/drawing/2014/main" id="{C8C4C6E1-2D5D-1344-A044-4B3CBE724D8E}"/>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3" name="Line 28">
                  <a:extLst>
                    <a:ext uri="{FF2B5EF4-FFF2-40B4-BE49-F238E27FC236}">
                      <a16:creationId xmlns:a16="http://schemas.microsoft.com/office/drawing/2014/main" id="{765888F7-40C3-8943-ACD0-EA4B04B114EF}"/>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4" name="Line 29">
                  <a:extLst>
                    <a:ext uri="{FF2B5EF4-FFF2-40B4-BE49-F238E27FC236}">
                      <a16:creationId xmlns:a16="http://schemas.microsoft.com/office/drawing/2014/main" id="{20C4EE98-E13A-6546-A9D1-0AF43084A3BA}"/>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60" name="Line 30">
                <a:extLst>
                  <a:ext uri="{FF2B5EF4-FFF2-40B4-BE49-F238E27FC236}">
                    <a16:creationId xmlns:a16="http://schemas.microsoft.com/office/drawing/2014/main" id="{AB29137D-E79A-BF44-84AD-9DCF6CE0EB95}"/>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53" name="Line 31">
              <a:extLst>
                <a:ext uri="{FF2B5EF4-FFF2-40B4-BE49-F238E27FC236}">
                  <a16:creationId xmlns:a16="http://schemas.microsoft.com/office/drawing/2014/main" id="{9AAE785F-5462-1240-8373-4A8070EBC629}"/>
                </a:ext>
              </a:extLst>
            </p:cNvPr>
            <p:cNvSpPr>
              <a:spLocks noChangeShapeType="1"/>
            </p:cNvSpPr>
            <p:nvPr/>
          </p:nvSpPr>
          <p:spPr bwMode="auto">
            <a:xfrm flipV="1">
              <a:off x="432" y="359"/>
              <a:ext cx="0" cy="411"/>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4" name="Text Box 32">
              <a:extLst>
                <a:ext uri="{FF2B5EF4-FFF2-40B4-BE49-F238E27FC236}">
                  <a16:creationId xmlns:a16="http://schemas.microsoft.com/office/drawing/2014/main" id="{06A7C4EC-C686-6942-AAFF-A84847F8C2B8}"/>
                </a:ext>
              </a:extLst>
            </p:cNvPr>
            <p:cNvSpPr txBox="1">
              <a:spLocks noChangeArrowheads="1"/>
            </p:cNvSpPr>
            <p:nvPr/>
          </p:nvSpPr>
          <p:spPr bwMode="auto">
            <a:xfrm>
              <a:off x="0" y="4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55" name="Text Box 33">
              <a:extLst>
                <a:ext uri="{FF2B5EF4-FFF2-40B4-BE49-F238E27FC236}">
                  <a16:creationId xmlns:a16="http://schemas.microsoft.com/office/drawing/2014/main" id="{9EB35390-0646-1149-BEBC-575B25D8EF26}"/>
                </a:ext>
              </a:extLst>
            </p:cNvPr>
            <p:cNvSpPr txBox="1">
              <a:spLocks noChangeArrowheads="1"/>
            </p:cNvSpPr>
            <p:nvPr/>
          </p:nvSpPr>
          <p:spPr bwMode="auto">
            <a:xfrm>
              <a:off x="0" y="471"/>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56" name="Text Box 34">
              <a:extLst>
                <a:ext uri="{FF2B5EF4-FFF2-40B4-BE49-F238E27FC236}">
                  <a16:creationId xmlns:a16="http://schemas.microsoft.com/office/drawing/2014/main" id="{F33C8E78-D5BE-884D-81CA-E73BC0ABAFB6}"/>
                </a:ext>
              </a:extLst>
            </p:cNvPr>
            <p:cNvSpPr txBox="1">
              <a:spLocks noChangeArrowheads="1"/>
            </p:cNvSpPr>
            <p:nvPr/>
          </p:nvSpPr>
          <p:spPr bwMode="auto">
            <a:xfrm>
              <a:off x="432" y="48"/>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57" name="Text Box 35">
              <a:extLst>
                <a:ext uri="{FF2B5EF4-FFF2-40B4-BE49-F238E27FC236}">
                  <a16:creationId xmlns:a16="http://schemas.microsoft.com/office/drawing/2014/main" id="{C82C2BDA-D509-5040-B014-36C1AB91464F}"/>
                </a:ext>
              </a:extLst>
            </p:cNvPr>
            <p:cNvSpPr txBox="1">
              <a:spLocks noChangeArrowheads="1"/>
            </p:cNvSpPr>
            <p:nvPr/>
          </p:nvSpPr>
          <p:spPr bwMode="auto">
            <a:xfrm>
              <a:off x="864" y="4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58" name="Text Box 36">
              <a:extLst>
                <a:ext uri="{FF2B5EF4-FFF2-40B4-BE49-F238E27FC236}">
                  <a16:creationId xmlns:a16="http://schemas.microsoft.com/office/drawing/2014/main" id="{81211796-E4E0-4F4D-B141-5AC0D3D06F16}"/>
                </a:ext>
              </a:extLst>
            </p:cNvPr>
            <p:cNvSpPr txBox="1">
              <a:spLocks noChangeArrowheads="1"/>
            </p:cNvSpPr>
            <p:nvPr/>
          </p:nvSpPr>
          <p:spPr bwMode="auto">
            <a:xfrm>
              <a:off x="1296" y="0"/>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grpSp>
      <p:sp>
        <p:nvSpPr>
          <p:cNvPr id="81" name="Text Box 37">
            <a:extLst>
              <a:ext uri="{FF2B5EF4-FFF2-40B4-BE49-F238E27FC236}">
                <a16:creationId xmlns:a16="http://schemas.microsoft.com/office/drawing/2014/main" id="{33406E45-EF1D-3748-BC3D-054707DB8D3C}"/>
              </a:ext>
            </a:extLst>
          </p:cNvPr>
          <p:cNvSpPr txBox="1">
            <a:spLocks noChangeArrowheads="1"/>
          </p:cNvSpPr>
          <p:nvPr/>
        </p:nvSpPr>
        <p:spPr bwMode="auto">
          <a:xfrm>
            <a:off x="395536" y="404664"/>
            <a:ext cx="7993062"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 </a:t>
            </a:r>
            <a:r>
              <a:rPr lang="en-US" altLang="zh-CN" sz="2400" b="1" kern="0" dirty="0">
                <a:solidFill>
                  <a:srgbClr val="A50021"/>
                </a:solidFill>
                <a:latin typeface="宋体" panose="02010600030101010101" pitchFamily="2" charset="-122"/>
              </a:rPr>
              <a:t>3</a:t>
            </a:r>
            <a:r>
              <a:rPr kumimoji="0" lang="en-US"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.2.2</a:t>
            </a:r>
            <a:r>
              <a:rPr kumimoji="0" lang="zh-CN"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 PLC扫描工作各环节的功能</a:t>
            </a:r>
          </a:p>
        </p:txBody>
      </p:sp>
      <p:sp>
        <p:nvSpPr>
          <p:cNvPr id="82" name="Text Box 38">
            <a:extLst>
              <a:ext uri="{FF2B5EF4-FFF2-40B4-BE49-F238E27FC236}">
                <a16:creationId xmlns:a16="http://schemas.microsoft.com/office/drawing/2014/main" id="{FBD1C6C1-30CD-0049-A1E8-C5BFD1C10ED3}"/>
              </a:ext>
            </a:extLst>
          </p:cNvPr>
          <p:cNvSpPr txBox="1">
            <a:spLocks noChangeArrowheads="1"/>
          </p:cNvSpPr>
          <p:nvPr/>
        </p:nvSpPr>
        <p:spPr bwMode="auto">
          <a:xfrm>
            <a:off x="611188" y="1268413"/>
            <a:ext cx="5834062"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①  </a:t>
            </a:r>
            <a:r>
              <a:rPr kumimoji="0" lang="en-US"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上电后，首先检查硬件是否正常。</a:t>
            </a:r>
          </a:p>
        </p:txBody>
      </p:sp>
      <p:sp>
        <p:nvSpPr>
          <p:cNvPr id="83" name="Text Box 39">
            <a:extLst>
              <a:ext uri="{FF2B5EF4-FFF2-40B4-BE49-F238E27FC236}">
                <a16:creationId xmlns:a16="http://schemas.microsoft.com/office/drawing/2014/main" id="{1668CB41-6277-1745-8B88-578843AABE23}"/>
              </a:ext>
            </a:extLst>
          </p:cNvPr>
          <p:cNvSpPr txBox="1">
            <a:spLocks noChangeArrowheads="1"/>
          </p:cNvSpPr>
          <p:nvPr/>
        </p:nvSpPr>
        <p:spPr bwMode="auto">
          <a:xfrm>
            <a:off x="611188" y="2565400"/>
            <a:ext cx="6626225" cy="465138"/>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② 按自上而下的顺序，逐条读用户程序并执行。</a:t>
            </a:r>
          </a:p>
        </p:txBody>
      </p:sp>
      <p:sp>
        <p:nvSpPr>
          <p:cNvPr id="84" name="Text Box 40">
            <a:extLst>
              <a:ext uri="{FF2B5EF4-FFF2-40B4-BE49-F238E27FC236}">
                <a16:creationId xmlns:a16="http://schemas.microsoft.com/office/drawing/2014/main" id="{76A05563-0189-C142-9A37-3A9CF5169967}"/>
              </a:ext>
            </a:extLst>
          </p:cNvPr>
          <p:cNvSpPr txBox="1">
            <a:spLocks noChangeArrowheads="1"/>
          </p:cNvSpPr>
          <p:nvPr/>
        </p:nvSpPr>
        <p:spPr bwMode="auto">
          <a:xfrm>
            <a:off x="755650" y="3260725"/>
            <a:ext cx="7632700" cy="457200"/>
          </a:xfrm>
          <a:prstGeom prst="rect">
            <a:avLst/>
          </a:prstGeom>
          <a:noFill/>
          <a:ln>
            <a:noFill/>
          </a:ln>
          <a:effectLst/>
          <a:extLst>
            <a:ext uri="{909E8E84-426E-40DD-AFC4-6F175D3DCCD1}">
              <a14:hiddenFill xmlns:a14="http://schemas.microsoft.com/office/drawing/2010/main">
                <a:gradFill rotWithShape="0">
                  <a:gsLst>
                    <a:gs pos="0">
                      <a:srgbClr val="FFFFCC"/>
                    </a:gs>
                    <a:gs pos="50000">
                      <a:srgbClr val="FFFFFF"/>
                    </a:gs>
                    <a:gs pos="100000">
                      <a:srgbClr val="FFFFCC"/>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b="1">
                <a:solidFill>
                  <a:srgbClr val="09211C"/>
                </a:solidFill>
                <a:latin typeface="宋体" panose="02010600030101010101" pitchFamily="2" charset="-122"/>
              </a:rPr>
              <a:t>对输入的数据进行处理， 将结果存入元件映象寄存器。</a:t>
            </a:r>
          </a:p>
        </p:txBody>
      </p:sp>
      <p:sp>
        <p:nvSpPr>
          <p:cNvPr id="85" name="Text Box 41">
            <a:extLst>
              <a:ext uri="{FF2B5EF4-FFF2-40B4-BE49-F238E27FC236}">
                <a16:creationId xmlns:a16="http://schemas.microsoft.com/office/drawing/2014/main" id="{AB015B78-3B7C-7C4D-899A-FC8E796D5FA5}"/>
              </a:ext>
            </a:extLst>
          </p:cNvPr>
          <p:cNvSpPr txBox="1">
            <a:spLocks noChangeArrowheads="1"/>
          </p:cNvSpPr>
          <p:nvPr/>
        </p:nvSpPr>
        <p:spPr bwMode="auto">
          <a:xfrm>
            <a:off x="669925" y="3933825"/>
            <a:ext cx="2822575" cy="465138"/>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③ 计算扫描周期。</a:t>
            </a:r>
          </a:p>
        </p:txBody>
      </p:sp>
      <p:sp>
        <p:nvSpPr>
          <p:cNvPr id="86" name="Text Box 42">
            <a:extLst>
              <a:ext uri="{FF2B5EF4-FFF2-40B4-BE49-F238E27FC236}">
                <a16:creationId xmlns:a16="http://schemas.microsoft.com/office/drawing/2014/main" id="{FB468042-8B1E-8D4A-931D-02C1227B87FC}"/>
              </a:ext>
            </a:extLst>
          </p:cNvPr>
          <p:cNvSpPr txBox="1">
            <a:spLocks noChangeArrowheads="1"/>
          </p:cNvSpPr>
          <p:nvPr/>
        </p:nvSpPr>
        <p:spPr bwMode="auto">
          <a:xfrm>
            <a:off x="682625" y="1917700"/>
            <a:ext cx="7632700" cy="457200"/>
          </a:xfrm>
          <a:prstGeom prst="rect">
            <a:avLst/>
          </a:prstGeom>
          <a:noFill/>
          <a:ln>
            <a:noFill/>
          </a:ln>
          <a:effectLst/>
          <a:extLst>
            <a:ext uri="{909E8E84-426E-40DD-AFC4-6F175D3DCCD1}">
              <a14:hiddenFill xmlns:a14="http://schemas.microsoft.com/office/drawing/2010/main">
                <a:gradFill rotWithShape="0">
                  <a:gsLst>
                    <a:gs pos="0">
                      <a:srgbClr val="FFFFCC"/>
                    </a:gs>
                    <a:gs pos="50000">
                      <a:srgbClr val="FFFFFF"/>
                    </a:gs>
                    <a:gs pos="100000">
                      <a:srgbClr val="FFFFCC"/>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若正常，则进行下一步；若不正常，则报警并作处理。</a:t>
            </a:r>
          </a:p>
        </p:txBody>
      </p:sp>
      <p:sp>
        <p:nvSpPr>
          <p:cNvPr id="87" name="Line 43">
            <a:extLst>
              <a:ext uri="{FF2B5EF4-FFF2-40B4-BE49-F238E27FC236}">
                <a16:creationId xmlns:a16="http://schemas.microsoft.com/office/drawing/2014/main" id="{28A39233-DA03-7642-8CDE-85468EE052B9}"/>
              </a:ext>
            </a:extLst>
          </p:cNvPr>
          <p:cNvSpPr>
            <a:spLocks noChangeShapeType="1"/>
          </p:cNvSpPr>
          <p:nvPr/>
        </p:nvSpPr>
        <p:spPr bwMode="auto">
          <a:xfrm>
            <a:off x="4140200" y="4975225"/>
            <a:ext cx="20574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
        <p:nvSpPr>
          <p:cNvPr id="88" name="Line 44">
            <a:extLst>
              <a:ext uri="{FF2B5EF4-FFF2-40B4-BE49-F238E27FC236}">
                <a16:creationId xmlns:a16="http://schemas.microsoft.com/office/drawing/2014/main" id="{48009F8D-C409-9A4B-A953-9B5269B63216}"/>
              </a:ext>
            </a:extLst>
          </p:cNvPr>
          <p:cNvSpPr>
            <a:spLocks noChangeShapeType="1"/>
          </p:cNvSpPr>
          <p:nvPr/>
        </p:nvSpPr>
        <p:spPr bwMode="auto">
          <a:xfrm>
            <a:off x="4216400" y="5584825"/>
            <a:ext cx="60960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
        <p:nvSpPr>
          <p:cNvPr id="89" name="AutoShape 45">
            <a:extLst>
              <a:ext uri="{FF2B5EF4-FFF2-40B4-BE49-F238E27FC236}">
                <a16:creationId xmlns:a16="http://schemas.microsoft.com/office/drawing/2014/main" id="{CEB38BE0-6EE2-BE47-99C2-2C01623707F3}"/>
              </a:ext>
            </a:extLst>
          </p:cNvPr>
          <p:cNvSpPr>
            <a:spLocks noChangeArrowheads="1"/>
          </p:cNvSpPr>
          <p:nvPr/>
        </p:nvSpPr>
        <p:spPr bwMode="auto">
          <a:xfrm>
            <a:off x="5816600" y="5524500"/>
            <a:ext cx="914400" cy="457200"/>
          </a:xfrm>
          <a:prstGeom prst="wedgeRoundRectCallout">
            <a:avLst>
              <a:gd name="adj1" fmla="val -237329"/>
              <a:gd name="adj2" fmla="val 5208"/>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母线</a:t>
            </a:r>
          </a:p>
        </p:txBody>
      </p:sp>
      <p:sp>
        <p:nvSpPr>
          <p:cNvPr id="4" name="文本框 3">
            <a:extLst>
              <a:ext uri="{FF2B5EF4-FFF2-40B4-BE49-F238E27FC236}">
                <a16:creationId xmlns:a16="http://schemas.microsoft.com/office/drawing/2014/main" id="{C97CBAD9-89ED-F155-1B29-F10BF51FFDC2}"/>
              </a:ext>
            </a:extLst>
          </p:cNvPr>
          <p:cNvSpPr txBox="1"/>
          <p:nvPr/>
        </p:nvSpPr>
        <p:spPr>
          <a:xfrm rot="420000">
            <a:off x="7400715" y="183437"/>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22992461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up)">
                                      <p:cBhvr>
                                        <p:cTn id="7" dur="5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up)">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wipe(up)">
                                      <p:cBhvr>
                                        <p:cTn id="17" dur="5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 calcmode="lin" valueType="num">
                                      <p:cBhvr>
                                        <p:cTn id="22" dur="500" fill="hold"/>
                                        <p:tgtEl>
                                          <p:spTgt spid="46"/>
                                        </p:tgtEl>
                                        <p:attrNameLst>
                                          <p:attrName>ppt_w</p:attrName>
                                        </p:attrNameLst>
                                      </p:cBhvr>
                                      <p:tavLst>
                                        <p:tav tm="0">
                                          <p:val>
                                            <p:fltVal val="0"/>
                                          </p:val>
                                        </p:tav>
                                        <p:tav tm="100000">
                                          <p:val>
                                            <p:strVal val="#ppt_w"/>
                                          </p:val>
                                        </p:tav>
                                      </p:tavLst>
                                    </p:anim>
                                    <p:anim calcmode="lin" valueType="num">
                                      <p:cBhvr>
                                        <p:cTn id="23" dur="500" fill="hold"/>
                                        <p:tgtEl>
                                          <p:spTgt spid="46"/>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89"/>
                                        </p:tgtEl>
                                        <p:attrNameLst>
                                          <p:attrName>style.visibility</p:attrName>
                                        </p:attrNameLst>
                                      </p:cBhvr>
                                      <p:to>
                                        <p:strVal val="visible"/>
                                      </p:to>
                                    </p:set>
                                    <p:anim calcmode="lin" valueType="num">
                                      <p:cBhvr additive="base">
                                        <p:cTn id="28" dur="500" fill="hold"/>
                                        <p:tgtEl>
                                          <p:spTgt spid="89"/>
                                        </p:tgtEl>
                                        <p:attrNameLst>
                                          <p:attrName>ppt_x</p:attrName>
                                        </p:attrNameLst>
                                      </p:cBhvr>
                                      <p:tavLst>
                                        <p:tav tm="0">
                                          <p:val>
                                            <p:strVal val="1+#ppt_w/2"/>
                                          </p:val>
                                        </p:tav>
                                        <p:tav tm="100000">
                                          <p:val>
                                            <p:strVal val="#ppt_x"/>
                                          </p:val>
                                        </p:tav>
                                      </p:tavLst>
                                    </p:anim>
                                    <p:anim calcmode="lin" valueType="num">
                                      <p:cBhvr additive="base">
                                        <p:cTn id="29"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87"/>
                                        </p:tgtEl>
                                        <p:attrNameLst>
                                          <p:attrName>style.visibility</p:attrName>
                                        </p:attrNameLst>
                                      </p:cBhvr>
                                      <p:to>
                                        <p:strVal val="visible"/>
                                      </p:to>
                                    </p:set>
                                    <p:animEffect transition="in" filter="wipe(left)">
                                      <p:cBhvr>
                                        <p:cTn id="34" dur="500"/>
                                        <p:tgtEl>
                                          <p:spTgt spid="8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88"/>
                                        </p:tgtEl>
                                        <p:attrNameLst>
                                          <p:attrName>style.visibility</p:attrName>
                                        </p:attrNameLst>
                                      </p:cBhvr>
                                      <p:to>
                                        <p:strVal val="visible"/>
                                      </p:to>
                                    </p:set>
                                    <p:animEffect transition="in" filter="wipe(left)">
                                      <p:cBhvr>
                                        <p:cTn id="39" dur="500"/>
                                        <p:tgtEl>
                                          <p:spTgt spid="8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84"/>
                                        </p:tgtEl>
                                        <p:attrNameLst>
                                          <p:attrName>style.visibility</p:attrName>
                                        </p:attrNameLst>
                                      </p:cBhvr>
                                      <p:to>
                                        <p:strVal val="visible"/>
                                      </p:to>
                                    </p:set>
                                    <p:animEffect transition="in" filter="wipe(up)">
                                      <p:cBhvr>
                                        <p:cTn id="44" dur="500"/>
                                        <p:tgtEl>
                                          <p:spTgt spid="8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85"/>
                                        </p:tgtEl>
                                        <p:attrNameLst>
                                          <p:attrName>style.visibility</p:attrName>
                                        </p:attrNameLst>
                                      </p:cBhvr>
                                      <p:to>
                                        <p:strVal val="visible"/>
                                      </p:to>
                                    </p:set>
                                    <p:animEffect transition="in" filter="wipe(left)">
                                      <p:cBhvr>
                                        <p:cTn id="49"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bldLvl="0" animBg="1" autoUpdateAnimBg="0"/>
      <p:bldP spid="83" grpId="0" bldLvl="0" animBg="1" autoUpdateAnimBg="0"/>
      <p:bldP spid="84" grpId="0" autoUpdateAnimBg="0"/>
      <p:bldP spid="85" grpId="0" bldLvl="0" animBg="1" autoUpdateAnimBg="0"/>
      <p:bldP spid="86" grpId="0" autoUpdateAnimBg="0"/>
      <p:bldP spid="89" grpId="0" bldLvl="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2">
            <a:extLst>
              <a:ext uri="{FF2B5EF4-FFF2-40B4-BE49-F238E27FC236}">
                <a16:creationId xmlns:a16="http://schemas.microsoft.com/office/drawing/2014/main" id="{406306F6-0744-F94E-95A0-97B82FABC7DE}"/>
              </a:ext>
            </a:extLst>
          </p:cNvPr>
          <p:cNvSpPr txBox="1">
            <a:spLocks noChangeArrowheads="1"/>
          </p:cNvSpPr>
          <p:nvPr/>
        </p:nvSpPr>
        <p:spPr bwMode="auto">
          <a:xfrm>
            <a:off x="539750" y="692150"/>
            <a:ext cx="41910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④</a:t>
            </a: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 </a:t>
            </a: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I/O刷新阶段</a:t>
            </a:r>
          </a:p>
        </p:txBody>
      </p:sp>
      <p:sp>
        <p:nvSpPr>
          <p:cNvPr id="13" name="Text Box 3">
            <a:extLst>
              <a:ext uri="{FF2B5EF4-FFF2-40B4-BE49-F238E27FC236}">
                <a16:creationId xmlns:a16="http://schemas.microsoft.com/office/drawing/2014/main" id="{78F6D793-3B7E-634D-9DE3-5380DC99B108}"/>
              </a:ext>
            </a:extLst>
          </p:cNvPr>
          <p:cNvSpPr txBox="1">
            <a:spLocks noChangeArrowheads="1"/>
          </p:cNvSpPr>
          <p:nvPr/>
        </p:nvSpPr>
        <p:spPr bwMode="auto">
          <a:xfrm>
            <a:off x="611188" y="2420938"/>
            <a:ext cx="4191000"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sym typeface="Arial" panose="020B0604020202020204" pitchFamily="34" charset="0"/>
              </a:rPr>
              <a:t>⑤</a:t>
            </a: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sym typeface="Arial" panose="020B0604020202020204" pitchFamily="34" charset="0"/>
              </a:rPr>
              <a:t> </a:t>
            </a: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sym typeface="Arial" panose="020B0604020202020204" pitchFamily="34" charset="0"/>
              </a:rPr>
              <a:t>外设端口服务</a:t>
            </a:r>
            <a:endPar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endParaRPr>
          </a:p>
        </p:txBody>
      </p:sp>
      <p:sp>
        <p:nvSpPr>
          <p:cNvPr id="14" name="Text Box 4">
            <a:extLst>
              <a:ext uri="{FF2B5EF4-FFF2-40B4-BE49-F238E27FC236}">
                <a16:creationId xmlns:a16="http://schemas.microsoft.com/office/drawing/2014/main" id="{A58D6B64-D62A-224C-94FE-8550B7D06535}"/>
              </a:ext>
            </a:extLst>
          </p:cNvPr>
          <p:cNvSpPr txBox="1">
            <a:spLocks noChangeArrowheads="1"/>
          </p:cNvSpPr>
          <p:nvPr/>
        </p:nvSpPr>
        <p:spPr bwMode="auto">
          <a:xfrm>
            <a:off x="827088" y="1268413"/>
            <a:ext cx="67691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读输入点的状态并写入输入映像寄存器。</a:t>
            </a:r>
          </a:p>
        </p:txBody>
      </p:sp>
      <p:sp>
        <p:nvSpPr>
          <p:cNvPr id="15" name="Text Box 5">
            <a:extLst>
              <a:ext uri="{FF2B5EF4-FFF2-40B4-BE49-F238E27FC236}">
                <a16:creationId xmlns:a16="http://schemas.microsoft.com/office/drawing/2014/main" id="{04CFBD18-82AE-1F4E-8CF8-3EAADD9D2251}"/>
              </a:ext>
            </a:extLst>
          </p:cNvPr>
          <p:cNvSpPr txBox="1">
            <a:spLocks noChangeArrowheads="1"/>
          </p:cNvSpPr>
          <p:nvPr/>
        </p:nvSpPr>
        <p:spPr bwMode="auto">
          <a:xfrm>
            <a:off x="827088" y="1844675"/>
            <a:ext cx="777716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将元件映像寄存器的状态经输出锁存器、输出电路送到输出点。</a:t>
            </a:r>
          </a:p>
        </p:txBody>
      </p:sp>
      <p:sp>
        <p:nvSpPr>
          <p:cNvPr id="16" name="Text Box 6">
            <a:extLst>
              <a:ext uri="{FF2B5EF4-FFF2-40B4-BE49-F238E27FC236}">
                <a16:creationId xmlns:a16="http://schemas.microsoft.com/office/drawing/2014/main" id="{C37DA04A-EEF4-1043-B23D-480E6716588D}"/>
              </a:ext>
            </a:extLst>
          </p:cNvPr>
          <p:cNvSpPr txBox="1">
            <a:spLocks noChangeArrowheads="1"/>
          </p:cNvSpPr>
          <p:nvPr/>
        </p:nvSpPr>
        <p:spPr bwMode="auto">
          <a:xfrm>
            <a:off x="971550" y="3068638"/>
            <a:ext cx="40322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访问外设端口连接的外部设备。</a:t>
            </a:r>
          </a:p>
        </p:txBody>
      </p:sp>
      <p:grpSp>
        <p:nvGrpSpPr>
          <p:cNvPr id="17" name="Group 7">
            <a:extLst>
              <a:ext uri="{FF2B5EF4-FFF2-40B4-BE49-F238E27FC236}">
                <a16:creationId xmlns:a16="http://schemas.microsoft.com/office/drawing/2014/main" id="{884DA30D-FDAB-8142-9E00-FEC8ACA4894A}"/>
              </a:ext>
            </a:extLst>
          </p:cNvPr>
          <p:cNvGrpSpPr>
            <a:grpSpLocks/>
          </p:cNvGrpSpPr>
          <p:nvPr/>
        </p:nvGrpSpPr>
        <p:grpSpPr bwMode="auto">
          <a:xfrm>
            <a:off x="1042988" y="3644900"/>
            <a:ext cx="6913562" cy="2376488"/>
            <a:chOff x="0" y="0"/>
            <a:chExt cx="5080" cy="1926"/>
          </a:xfrm>
        </p:grpSpPr>
        <p:pic>
          <p:nvPicPr>
            <p:cNvPr id="18" name="Picture 8">
              <a:extLst>
                <a:ext uri="{FF2B5EF4-FFF2-40B4-BE49-F238E27FC236}">
                  <a16:creationId xmlns:a16="http://schemas.microsoft.com/office/drawing/2014/main" id="{597C489F-3FAF-C94B-AF0B-82F3AA3350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080" cy="19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 name="Rectangle 9">
              <a:extLst>
                <a:ext uri="{FF2B5EF4-FFF2-40B4-BE49-F238E27FC236}">
                  <a16:creationId xmlns:a16="http://schemas.microsoft.com/office/drawing/2014/main" id="{EAFA02E2-B110-7F45-A41A-260B7CDEF55B}"/>
                </a:ext>
              </a:extLst>
            </p:cNvPr>
            <p:cNvSpPr>
              <a:spLocks noChangeArrowheads="1"/>
            </p:cNvSpPr>
            <p:nvPr/>
          </p:nvSpPr>
          <p:spPr bwMode="auto">
            <a:xfrm>
              <a:off x="1905" y="136"/>
              <a:ext cx="1361" cy="1547"/>
            </a:xfrm>
            <a:prstGeom prst="rect">
              <a:avLst/>
            </a:prstGeom>
            <a:noFill/>
            <a:ln w="28575">
              <a:solidFill>
                <a:srgbClr val="FF7C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sp>
        <p:nvSpPr>
          <p:cNvPr id="20" name="Rectangle 10">
            <a:extLst>
              <a:ext uri="{FF2B5EF4-FFF2-40B4-BE49-F238E27FC236}">
                <a16:creationId xmlns:a16="http://schemas.microsoft.com/office/drawing/2014/main" id="{114DA8A1-4804-0C49-A803-88F876A29532}"/>
              </a:ext>
            </a:extLst>
          </p:cNvPr>
          <p:cNvSpPr>
            <a:spLocks noChangeArrowheads="1"/>
          </p:cNvSpPr>
          <p:nvPr/>
        </p:nvSpPr>
        <p:spPr bwMode="auto">
          <a:xfrm>
            <a:off x="1981200" y="3714750"/>
            <a:ext cx="1296988" cy="2019300"/>
          </a:xfrm>
          <a:prstGeom prst="rect">
            <a:avLst/>
          </a:prstGeom>
          <a:solidFill>
            <a:srgbClr val="FFFFFF">
              <a:alpha val="0"/>
            </a:srgbClr>
          </a:solidFill>
          <a:ln w="2857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1" name="Rectangle 11">
            <a:extLst>
              <a:ext uri="{FF2B5EF4-FFF2-40B4-BE49-F238E27FC236}">
                <a16:creationId xmlns:a16="http://schemas.microsoft.com/office/drawing/2014/main" id="{42C7A7EA-2559-794E-A5BD-E4179F6DE15E}"/>
              </a:ext>
            </a:extLst>
          </p:cNvPr>
          <p:cNvSpPr>
            <a:spLocks noChangeArrowheads="1"/>
          </p:cNvSpPr>
          <p:nvPr/>
        </p:nvSpPr>
        <p:spPr bwMode="auto">
          <a:xfrm>
            <a:off x="5797550" y="3789363"/>
            <a:ext cx="1150938" cy="1944687"/>
          </a:xfrm>
          <a:prstGeom prst="rect">
            <a:avLst/>
          </a:prstGeom>
          <a:solidFill>
            <a:srgbClr val="FFFFFF">
              <a:alpha val="0"/>
            </a:srgbClr>
          </a:solidFill>
          <a:ln w="28575">
            <a:solidFill>
              <a:srgbClr val="A5002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92166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autoUpdateAnimBg="0"/>
      <p:bldP spid="13" grpId="0" bldLvl="0" animBg="1" autoUpdateAnimBg="0"/>
      <p:bldP spid="14" grpId="0" autoUpdateAnimBg="0"/>
      <p:bldP spid="15" grpId="0" autoUpdateAnimBg="0"/>
      <p:bldP spid="16"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a:extLst>
              <a:ext uri="{FF2B5EF4-FFF2-40B4-BE49-F238E27FC236}">
                <a16:creationId xmlns:a16="http://schemas.microsoft.com/office/drawing/2014/main" id="{D00EC803-C233-BC44-9595-E3F03B545171}"/>
              </a:ext>
            </a:extLst>
          </p:cNvPr>
          <p:cNvSpPr>
            <a:spLocks noChangeArrowheads="1"/>
          </p:cNvSpPr>
          <p:nvPr/>
        </p:nvSpPr>
        <p:spPr bwMode="auto">
          <a:xfrm>
            <a:off x="395536" y="404664"/>
            <a:ext cx="5116513"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rPr>
              <a:t>3.2.3 PLC</a:t>
            </a:r>
            <a:r>
              <a:rPr kumimoji="0" lang="zh-CN" altLang="en-US" sz="24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rPr>
              <a:t>执行用户程序的特点</a:t>
            </a:r>
          </a:p>
        </p:txBody>
      </p:sp>
      <p:sp>
        <p:nvSpPr>
          <p:cNvPr id="12" name="Rectangle 3">
            <a:extLst>
              <a:ext uri="{FF2B5EF4-FFF2-40B4-BE49-F238E27FC236}">
                <a16:creationId xmlns:a16="http://schemas.microsoft.com/office/drawing/2014/main" id="{0C8B1E06-9EFB-7846-8156-07911049C451}"/>
              </a:ext>
            </a:extLst>
          </p:cNvPr>
          <p:cNvSpPr>
            <a:spLocks noChangeArrowheads="1"/>
          </p:cNvSpPr>
          <p:nvPr/>
        </p:nvSpPr>
        <p:spPr bwMode="auto">
          <a:xfrm>
            <a:off x="611188" y="1377950"/>
            <a:ext cx="67691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① 按梯形图自左向右、自上而下逐次执行程序</a:t>
            </a:r>
          </a:p>
        </p:txBody>
      </p:sp>
      <p:sp>
        <p:nvSpPr>
          <p:cNvPr id="13" name="Rectangle 4">
            <a:extLst>
              <a:ext uri="{FF2B5EF4-FFF2-40B4-BE49-F238E27FC236}">
                <a16:creationId xmlns:a16="http://schemas.microsoft.com/office/drawing/2014/main" id="{2A3614B8-3937-D14F-82AB-673DF096DC9A}"/>
              </a:ext>
            </a:extLst>
          </p:cNvPr>
          <p:cNvSpPr>
            <a:spLocks noChangeArrowheads="1"/>
          </p:cNvSpPr>
          <p:nvPr/>
        </p:nvSpPr>
        <p:spPr bwMode="auto">
          <a:xfrm>
            <a:off x="611188" y="2060575"/>
            <a:ext cx="4754562"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②</a:t>
            </a: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 </a:t>
            </a: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执行程序时所需数据取自于：</a:t>
            </a:r>
          </a:p>
        </p:txBody>
      </p:sp>
      <p:sp>
        <p:nvSpPr>
          <p:cNvPr id="14" name="Rectangle 5">
            <a:extLst>
              <a:ext uri="{FF2B5EF4-FFF2-40B4-BE49-F238E27FC236}">
                <a16:creationId xmlns:a16="http://schemas.microsoft.com/office/drawing/2014/main" id="{E7FD0976-BF3A-A945-A2DD-14295B194F17}"/>
              </a:ext>
            </a:extLst>
          </p:cNvPr>
          <p:cNvSpPr>
            <a:spLocks noChangeArrowheads="1"/>
          </p:cNvSpPr>
          <p:nvPr/>
        </p:nvSpPr>
        <p:spPr bwMode="auto">
          <a:xfrm>
            <a:off x="1428973" y="2781300"/>
            <a:ext cx="2449512" cy="465138"/>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输入映像寄存器</a:t>
            </a:r>
          </a:p>
        </p:txBody>
      </p:sp>
      <p:sp>
        <p:nvSpPr>
          <p:cNvPr id="15" name="Rectangle 6">
            <a:extLst>
              <a:ext uri="{FF2B5EF4-FFF2-40B4-BE49-F238E27FC236}">
                <a16:creationId xmlns:a16="http://schemas.microsoft.com/office/drawing/2014/main" id="{9CFDA8C4-E09C-6045-9F50-E71E04CD5DDE}"/>
              </a:ext>
            </a:extLst>
          </p:cNvPr>
          <p:cNvSpPr>
            <a:spLocks noChangeArrowheads="1"/>
          </p:cNvSpPr>
          <p:nvPr/>
        </p:nvSpPr>
        <p:spPr bwMode="auto">
          <a:xfrm>
            <a:off x="4310285" y="2781300"/>
            <a:ext cx="2493963" cy="465138"/>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元件映像寄存器</a:t>
            </a:r>
          </a:p>
        </p:txBody>
      </p:sp>
      <p:sp>
        <p:nvSpPr>
          <p:cNvPr id="16" name="Rectangle 7">
            <a:extLst>
              <a:ext uri="{FF2B5EF4-FFF2-40B4-BE49-F238E27FC236}">
                <a16:creationId xmlns:a16="http://schemas.microsoft.com/office/drawing/2014/main" id="{BF8E1804-0EA7-F240-8E2A-9E09AF4AAA0E}"/>
              </a:ext>
            </a:extLst>
          </p:cNvPr>
          <p:cNvSpPr>
            <a:spLocks noChangeArrowheads="1"/>
          </p:cNvSpPr>
          <p:nvPr/>
        </p:nvSpPr>
        <p:spPr bwMode="auto">
          <a:xfrm>
            <a:off x="611188" y="3500438"/>
            <a:ext cx="6481762"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③</a:t>
            </a: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 </a:t>
            </a: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输入映像寄存器和元件映像寄存器中的数据</a:t>
            </a:r>
          </a:p>
        </p:txBody>
      </p:sp>
      <p:sp>
        <p:nvSpPr>
          <p:cNvPr id="17" name="Rectangle 8">
            <a:extLst>
              <a:ext uri="{FF2B5EF4-FFF2-40B4-BE49-F238E27FC236}">
                <a16:creationId xmlns:a16="http://schemas.microsoft.com/office/drawing/2014/main" id="{7F0EDA11-1FF9-EB49-B7E2-14261CB69AA2}"/>
              </a:ext>
            </a:extLst>
          </p:cNvPr>
          <p:cNvSpPr>
            <a:spLocks noChangeArrowheads="1"/>
          </p:cNvSpPr>
          <p:nvPr/>
        </p:nvSpPr>
        <p:spPr bwMode="auto">
          <a:xfrm>
            <a:off x="1402035" y="4868863"/>
            <a:ext cx="63373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元件映像寄存器：在一个扫描周期中可读可写</a:t>
            </a:r>
          </a:p>
        </p:txBody>
      </p:sp>
      <p:sp>
        <p:nvSpPr>
          <p:cNvPr id="18" name="Rectangle 9">
            <a:extLst>
              <a:ext uri="{FF2B5EF4-FFF2-40B4-BE49-F238E27FC236}">
                <a16:creationId xmlns:a16="http://schemas.microsoft.com/office/drawing/2014/main" id="{FE9137A3-AA25-AC43-A3BF-3ED162EFC86C}"/>
              </a:ext>
            </a:extLst>
          </p:cNvPr>
          <p:cNvSpPr>
            <a:spLocks noChangeArrowheads="1"/>
          </p:cNvSpPr>
          <p:nvPr/>
        </p:nvSpPr>
        <p:spPr bwMode="auto">
          <a:xfrm>
            <a:off x="1402035" y="4221163"/>
            <a:ext cx="6410325"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输入映像寄存器：在一个扫描周期中保持不变</a:t>
            </a:r>
          </a:p>
        </p:txBody>
      </p:sp>
      <p:sp>
        <p:nvSpPr>
          <p:cNvPr id="19" name="Rectangle 10">
            <a:extLst>
              <a:ext uri="{FF2B5EF4-FFF2-40B4-BE49-F238E27FC236}">
                <a16:creationId xmlns:a16="http://schemas.microsoft.com/office/drawing/2014/main" id="{AF4A513F-0739-1846-8E5F-59BF0D4117E6}"/>
              </a:ext>
            </a:extLst>
          </p:cNvPr>
          <p:cNvSpPr>
            <a:spLocks noChangeArrowheads="1"/>
          </p:cNvSpPr>
          <p:nvPr/>
        </p:nvSpPr>
        <p:spPr bwMode="auto">
          <a:xfrm>
            <a:off x="682625" y="5589588"/>
            <a:ext cx="6913563"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④</a:t>
            </a:r>
            <a:r>
              <a:rPr kumimoji="0" lang="zh-CN" altLang="en-US"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 </a:t>
            </a: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每个扫描周期I/O刷新阶段</a:t>
            </a:r>
            <a:r>
              <a:rPr kumimoji="0" lang="zh-CN" altLang="zh-CN"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集中</a:t>
            </a:r>
            <a:r>
              <a:rPr kumimoji="0" lang="zh-CN" altLang="zh-CN" sz="2400" b="1" i="0" u="none" strike="noStrike" kern="0" cap="none" spc="0" normalizeH="0" baseline="0" noProof="0">
                <a:ln>
                  <a:noFill/>
                </a:ln>
                <a:solidFill>
                  <a:srgbClr val="000099"/>
                </a:solidFill>
                <a:effectLst/>
                <a:uLnTx/>
                <a:uFillTx/>
                <a:latin typeface="宋体" panose="02010600030101010101" pitchFamily="2" charset="-122"/>
                <a:ea typeface="宋体" panose="02010600030101010101" pitchFamily="2" charset="-122"/>
              </a:rPr>
              <a:t>读入/读出数据</a:t>
            </a:r>
          </a:p>
        </p:txBody>
      </p:sp>
    </p:spTree>
    <p:extLst>
      <p:ext uri="{BB962C8B-B14F-4D97-AF65-F5344CB8AC3E}">
        <p14:creationId xmlns:p14="http://schemas.microsoft.com/office/powerpoint/2010/main" val="782545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linds(horizontal)">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autoUpdateAnimBg="0"/>
      <p:bldP spid="13" grpId="0" bldLvl="0" animBg="1" autoUpdateAnimBg="0"/>
      <p:bldP spid="14" grpId="0" bldLvl="0" animBg="1" autoUpdateAnimBg="0"/>
      <p:bldP spid="15" grpId="0" bldLvl="0" animBg="1" autoUpdateAnimBg="0"/>
      <p:bldP spid="16" grpId="0" bldLvl="0" animBg="1" autoUpdateAnimBg="0"/>
      <p:bldP spid="17" grpId="0" bldLvl="0" animBg="1" autoUpdateAnimBg="0"/>
      <p:bldP spid="18" grpId="0" bldLvl="0" animBg="1" autoUpdateAnimBg="0"/>
      <p:bldP spid="19" grpId="0" bldLvl="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ext Box 2">
            <a:extLst>
              <a:ext uri="{FF2B5EF4-FFF2-40B4-BE49-F238E27FC236}">
                <a16:creationId xmlns:a16="http://schemas.microsoft.com/office/drawing/2014/main" id="{E5038546-502D-AE4F-B3DD-A028D8346333}"/>
              </a:ext>
            </a:extLst>
          </p:cNvPr>
          <p:cNvSpPr txBox="1">
            <a:spLocks noChangeArrowheads="1"/>
          </p:cNvSpPr>
          <p:nvPr/>
        </p:nvSpPr>
        <p:spPr bwMode="auto">
          <a:xfrm>
            <a:off x="2601913" y="30273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3162"/>
                </a:solidFill>
                <a:ea typeface="楷体_GB2312" pitchFamily="49" charset="-122"/>
              </a:rPr>
              <a:t>读</a:t>
            </a:r>
          </a:p>
        </p:txBody>
      </p:sp>
      <p:sp>
        <p:nvSpPr>
          <p:cNvPr id="96" name="Text Box 3">
            <a:extLst>
              <a:ext uri="{FF2B5EF4-FFF2-40B4-BE49-F238E27FC236}">
                <a16:creationId xmlns:a16="http://schemas.microsoft.com/office/drawing/2014/main" id="{302A36AA-C1F8-D940-8F94-41D170C07AC2}"/>
              </a:ext>
            </a:extLst>
          </p:cNvPr>
          <p:cNvSpPr txBox="1">
            <a:spLocks noChangeArrowheads="1"/>
          </p:cNvSpPr>
          <p:nvPr/>
        </p:nvSpPr>
        <p:spPr bwMode="auto">
          <a:xfrm>
            <a:off x="2601913" y="2646363"/>
            <a:ext cx="7048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3162"/>
                </a:solidFill>
                <a:ea typeface="楷体_GB2312" pitchFamily="49" charset="-122"/>
              </a:rPr>
              <a:t>读</a:t>
            </a:r>
          </a:p>
        </p:txBody>
      </p:sp>
      <p:grpSp>
        <p:nvGrpSpPr>
          <p:cNvPr id="97" name="Group 4">
            <a:extLst>
              <a:ext uri="{FF2B5EF4-FFF2-40B4-BE49-F238E27FC236}">
                <a16:creationId xmlns:a16="http://schemas.microsoft.com/office/drawing/2014/main" id="{C91290B3-D662-174A-8EAB-C456F375AE2D}"/>
              </a:ext>
            </a:extLst>
          </p:cNvPr>
          <p:cNvGrpSpPr>
            <a:grpSpLocks/>
          </p:cNvGrpSpPr>
          <p:nvPr/>
        </p:nvGrpSpPr>
        <p:grpSpPr bwMode="auto">
          <a:xfrm>
            <a:off x="2678113" y="2800350"/>
            <a:ext cx="609600" cy="303213"/>
            <a:chOff x="0" y="0"/>
            <a:chExt cx="446" cy="191"/>
          </a:xfrm>
        </p:grpSpPr>
        <p:sp>
          <p:nvSpPr>
            <p:cNvPr id="98" name="Line 5">
              <a:extLst>
                <a:ext uri="{FF2B5EF4-FFF2-40B4-BE49-F238E27FC236}">
                  <a16:creationId xmlns:a16="http://schemas.microsoft.com/office/drawing/2014/main" id="{35F120C9-1C64-684D-88F1-CAD46D91B9C6}"/>
                </a:ext>
              </a:extLst>
            </p:cNvPr>
            <p:cNvSpPr>
              <a:spLocks noChangeShapeType="1"/>
            </p:cNvSpPr>
            <p:nvPr/>
          </p:nvSpPr>
          <p:spPr bwMode="auto">
            <a:xfrm rot="10800000">
              <a:off x="446" y="0"/>
              <a:ext cx="0" cy="191"/>
            </a:xfrm>
            <a:prstGeom prst="line">
              <a:avLst/>
            </a:prstGeom>
            <a:noFill/>
            <a:ln w="3810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99" name="Line 6">
              <a:extLst>
                <a:ext uri="{FF2B5EF4-FFF2-40B4-BE49-F238E27FC236}">
                  <a16:creationId xmlns:a16="http://schemas.microsoft.com/office/drawing/2014/main" id="{289AF820-F9D4-4C4A-96D2-B1E354403589}"/>
                </a:ext>
              </a:extLst>
            </p:cNvPr>
            <p:cNvSpPr>
              <a:spLocks noChangeShapeType="1"/>
            </p:cNvSpPr>
            <p:nvPr/>
          </p:nvSpPr>
          <p:spPr bwMode="auto">
            <a:xfrm flipV="1">
              <a:off x="0" y="191"/>
              <a:ext cx="446"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grpSp>
      <p:grpSp>
        <p:nvGrpSpPr>
          <p:cNvPr id="100" name="Group 7">
            <a:extLst>
              <a:ext uri="{FF2B5EF4-FFF2-40B4-BE49-F238E27FC236}">
                <a16:creationId xmlns:a16="http://schemas.microsoft.com/office/drawing/2014/main" id="{BD6C48E8-D0A6-F24D-AB99-B6F832286CE2}"/>
              </a:ext>
            </a:extLst>
          </p:cNvPr>
          <p:cNvGrpSpPr>
            <a:grpSpLocks/>
          </p:cNvGrpSpPr>
          <p:nvPr/>
        </p:nvGrpSpPr>
        <p:grpSpPr bwMode="auto">
          <a:xfrm>
            <a:off x="2678113" y="2722563"/>
            <a:ext cx="1347787" cy="762000"/>
            <a:chOff x="0" y="0"/>
            <a:chExt cx="849" cy="445"/>
          </a:xfrm>
        </p:grpSpPr>
        <p:sp>
          <p:nvSpPr>
            <p:cNvPr id="101" name="Line 8">
              <a:extLst>
                <a:ext uri="{FF2B5EF4-FFF2-40B4-BE49-F238E27FC236}">
                  <a16:creationId xmlns:a16="http://schemas.microsoft.com/office/drawing/2014/main" id="{268B00F8-E8F1-4242-B462-BDC2C48AA968}"/>
                </a:ext>
              </a:extLst>
            </p:cNvPr>
            <p:cNvSpPr>
              <a:spLocks noChangeShapeType="1"/>
            </p:cNvSpPr>
            <p:nvPr/>
          </p:nvSpPr>
          <p:spPr bwMode="auto">
            <a:xfrm rot="10800000">
              <a:off x="849" y="0"/>
              <a:ext cx="0" cy="445"/>
            </a:xfrm>
            <a:prstGeom prst="line">
              <a:avLst/>
            </a:prstGeom>
            <a:noFill/>
            <a:ln w="3810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02" name="Line 9">
              <a:extLst>
                <a:ext uri="{FF2B5EF4-FFF2-40B4-BE49-F238E27FC236}">
                  <a16:creationId xmlns:a16="http://schemas.microsoft.com/office/drawing/2014/main" id="{AA3A8959-D40C-1045-80F4-EF84776F8090}"/>
                </a:ext>
              </a:extLst>
            </p:cNvPr>
            <p:cNvSpPr>
              <a:spLocks noChangeShapeType="1"/>
            </p:cNvSpPr>
            <p:nvPr/>
          </p:nvSpPr>
          <p:spPr bwMode="auto">
            <a:xfrm>
              <a:off x="0" y="438"/>
              <a:ext cx="849"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grpSp>
      <p:grpSp>
        <p:nvGrpSpPr>
          <p:cNvPr id="103" name="Group 10">
            <a:extLst>
              <a:ext uri="{FF2B5EF4-FFF2-40B4-BE49-F238E27FC236}">
                <a16:creationId xmlns:a16="http://schemas.microsoft.com/office/drawing/2014/main" id="{E79E8A0F-D193-E644-8678-2DA409A157E6}"/>
              </a:ext>
            </a:extLst>
          </p:cNvPr>
          <p:cNvGrpSpPr>
            <a:grpSpLocks/>
          </p:cNvGrpSpPr>
          <p:nvPr/>
        </p:nvGrpSpPr>
        <p:grpSpPr bwMode="auto">
          <a:xfrm>
            <a:off x="3440113" y="3597275"/>
            <a:ext cx="2363787" cy="268288"/>
            <a:chOff x="0" y="0"/>
            <a:chExt cx="1489" cy="169"/>
          </a:xfrm>
        </p:grpSpPr>
        <p:sp>
          <p:nvSpPr>
            <p:cNvPr id="104" name="Line 11">
              <a:extLst>
                <a:ext uri="{FF2B5EF4-FFF2-40B4-BE49-F238E27FC236}">
                  <a16:creationId xmlns:a16="http://schemas.microsoft.com/office/drawing/2014/main" id="{2E88990B-57D3-644A-8AFA-2F6AB287F09F}"/>
                </a:ext>
              </a:extLst>
            </p:cNvPr>
            <p:cNvSpPr>
              <a:spLocks noChangeShapeType="1"/>
            </p:cNvSpPr>
            <p:nvPr/>
          </p:nvSpPr>
          <p:spPr bwMode="auto">
            <a:xfrm flipV="1">
              <a:off x="0" y="0"/>
              <a:ext cx="1489"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05" name="Line 12">
              <a:extLst>
                <a:ext uri="{FF2B5EF4-FFF2-40B4-BE49-F238E27FC236}">
                  <a16:creationId xmlns:a16="http://schemas.microsoft.com/office/drawing/2014/main" id="{F95A43E2-B76C-0244-ABEF-DE31DCA19DE9}"/>
                </a:ext>
              </a:extLst>
            </p:cNvPr>
            <p:cNvSpPr>
              <a:spLocks noChangeShapeType="1"/>
            </p:cNvSpPr>
            <p:nvPr/>
          </p:nvSpPr>
          <p:spPr bwMode="auto">
            <a:xfrm>
              <a:off x="0" y="0"/>
              <a:ext cx="0" cy="169"/>
            </a:xfrm>
            <a:prstGeom prst="line">
              <a:avLst/>
            </a:prstGeom>
            <a:noFill/>
            <a:ln w="3810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grpSp>
      <p:grpSp>
        <p:nvGrpSpPr>
          <p:cNvPr id="106" name="Group 13">
            <a:extLst>
              <a:ext uri="{FF2B5EF4-FFF2-40B4-BE49-F238E27FC236}">
                <a16:creationId xmlns:a16="http://schemas.microsoft.com/office/drawing/2014/main" id="{5FA382C1-6030-E941-A3C4-DA70658A60C2}"/>
              </a:ext>
            </a:extLst>
          </p:cNvPr>
          <p:cNvGrpSpPr>
            <a:grpSpLocks/>
          </p:cNvGrpSpPr>
          <p:nvPr/>
        </p:nvGrpSpPr>
        <p:grpSpPr bwMode="auto">
          <a:xfrm>
            <a:off x="4887913" y="2874963"/>
            <a:ext cx="944562" cy="268287"/>
            <a:chOff x="0" y="0"/>
            <a:chExt cx="595" cy="169"/>
          </a:xfrm>
        </p:grpSpPr>
        <p:sp>
          <p:nvSpPr>
            <p:cNvPr id="107" name="Line 14">
              <a:extLst>
                <a:ext uri="{FF2B5EF4-FFF2-40B4-BE49-F238E27FC236}">
                  <a16:creationId xmlns:a16="http://schemas.microsoft.com/office/drawing/2014/main" id="{519AEB3F-73AD-F047-8FE9-0A07A82A9E40}"/>
                </a:ext>
              </a:extLst>
            </p:cNvPr>
            <p:cNvSpPr>
              <a:spLocks noChangeShapeType="1"/>
            </p:cNvSpPr>
            <p:nvPr/>
          </p:nvSpPr>
          <p:spPr bwMode="auto">
            <a:xfrm>
              <a:off x="0" y="169"/>
              <a:ext cx="595" cy="0"/>
            </a:xfrm>
            <a:prstGeom prst="line">
              <a:avLst/>
            </a:prstGeom>
            <a:noFill/>
            <a:ln w="3810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08" name="Line 15">
              <a:extLst>
                <a:ext uri="{FF2B5EF4-FFF2-40B4-BE49-F238E27FC236}">
                  <a16:creationId xmlns:a16="http://schemas.microsoft.com/office/drawing/2014/main" id="{779BB6DF-FA8D-E04C-AE1D-9FC537C500E4}"/>
                </a:ext>
              </a:extLst>
            </p:cNvPr>
            <p:cNvSpPr>
              <a:spLocks noChangeShapeType="1"/>
            </p:cNvSpPr>
            <p:nvPr/>
          </p:nvSpPr>
          <p:spPr bwMode="auto">
            <a:xfrm>
              <a:off x="0" y="0"/>
              <a:ext cx="0" cy="16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grpSp>
      <p:grpSp>
        <p:nvGrpSpPr>
          <p:cNvPr id="109" name="Group 16">
            <a:extLst>
              <a:ext uri="{FF2B5EF4-FFF2-40B4-BE49-F238E27FC236}">
                <a16:creationId xmlns:a16="http://schemas.microsoft.com/office/drawing/2014/main" id="{9D0D211D-D62B-EF44-A2BD-509289231EFF}"/>
              </a:ext>
            </a:extLst>
          </p:cNvPr>
          <p:cNvGrpSpPr>
            <a:grpSpLocks/>
          </p:cNvGrpSpPr>
          <p:nvPr/>
        </p:nvGrpSpPr>
        <p:grpSpPr bwMode="auto">
          <a:xfrm>
            <a:off x="4887913" y="4627563"/>
            <a:ext cx="944562" cy="269875"/>
            <a:chOff x="0" y="0"/>
            <a:chExt cx="595" cy="170"/>
          </a:xfrm>
        </p:grpSpPr>
        <p:sp>
          <p:nvSpPr>
            <p:cNvPr id="110" name="Line 17">
              <a:extLst>
                <a:ext uri="{FF2B5EF4-FFF2-40B4-BE49-F238E27FC236}">
                  <a16:creationId xmlns:a16="http://schemas.microsoft.com/office/drawing/2014/main" id="{E8F1E4CB-D146-D24D-9813-0C706D6B6C25}"/>
                </a:ext>
              </a:extLst>
            </p:cNvPr>
            <p:cNvSpPr>
              <a:spLocks noChangeShapeType="1"/>
            </p:cNvSpPr>
            <p:nvPr/>
          </p:nvSpPr>
          <p:spPr bwMode="auto">
            <a:xfrm>
              <a:off x="0" y="170"/>
              <a:ext cx="595" cy="0"/>
            </a:xfrm>
            <a:prstGeom prst="line">
              <a:avLst/>
            </a:prstGeom>
            <a:noFill/>
            <a:ln w="38100">
              <a:solidFill>
                <a:srgbClr val="FF0000"/>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11" name="Line 18">
              <a:extLst>
                <a:ext uri="{FF2B5EF4-FFF2-40B4-BE49-F238E27FC236}">
                  <a16:creationId xmlns:a16="http://schemas.microsoft.com/office/drawing/2014/main" id="{43296C6F-2376-E54F-AC82-F9057CB33CE4}"/>
                </a:ext>
              </a:extLst>
            </p:cNvPr>
            <p:cNvSpPr>
              <a:spLocks noChangeShapeType="1"/>
            </p:cNvSpPr>
            <p:nvPr/>
          </p:nvSpPr>
          <p:spPr bwMode="auto">
            <a:xfrm>
              <a:off x="0" y="0"/>
              <a:ext cx="0" cy="17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grpSp>
      <p:sp>
        <p:nvSpPr>
          <p:cNvPr id="112" name="Text Box 19">
            <a:extLst>
              <a:ext uri="{FF2B5EF4-FFF2-40B4-BE49-F238E27FC236}">
                <a16:creationId xmlns:a16="http://schemas.microsoft.com/office/drawing/2014/main" id="{00B688C6-247C-2A41-8C8B-A4498FA4BF57}"/>
              </a:ext>
            </a:extLst>
          </p:cNvPr>
          <p:cNvSpPr txBox="1">
            <a:spLocks noChangeArrowheads="1"/>
          </p:cNvSpPr>
          <p:nvPr/>
        </p:nvSpPr>
        <p:spPr bwMode="auto">
          <a:xfrm>
            <a:off x="5421313" y="3179763"/>
            <a:ext cx="6096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3162"/>
                </a:solidFill>
                <a:ea typeface="楷体_GB2312" pitchFamily="49" charset="-122"/>
              </a:rPr>
              <a:t>读</a:t>
            </a:r>
          </a:p>
        </p:txBody>
      </p:sp>
      <p:sp>
        <p:nvSpPr>
          <p:cNvPr id="113" name="Text Box 20">
            <a:extLst>
              <a:ext uri="{FF2B5EF4-FFF2-40B4-BE49-F238E27FC236}">
                <a16:creationId xmlns:a16="http://schemas.microsoft.com/office/drawing/2014/main" id="{BA1B01FF-515E-A444-B9A7-33C49D0A94F4}"/>
              </a:ext>
            </a:extLst>
          </p:cNvPr>
          <p:cNvSpPr txBox="1">
            <a:spLocks noChangeArrowheads="1"/>
          </p:cNvSpPr>
          <p:nvPr/>
        </p:nvSpPr>
        <p:spPr bwMode="auto">
          <a:xfrm>
            <a:off x="5421313" y="2693988"/>
            <a:ext cx="6096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3162"/>
                </a:solidFill>
                <a:ea typeface="楷体_GB2312" pitchFamily="49" charset="-122"/>
              </a:rPr>
              <a:t>写</a:t>
            </a:r>
          </a:p>
        </p:txBody>
      </p:sp>
      <p:sp>
        <p:nvSpPr>
          <p:cNvPr id="114" name="Text Box 21">
            <a:extLst>
              <a:ext uri="{FF2B5EF4-FFF2-40B4-BE49-F238E27FC236}">
                <a16:creationId xmlns:a16="http://schemas.microsoft.com/office/drawing/2014/main" id="{05310CE2-9BD4-1048-B475-D97863B77868}"/>
              </a:ext>
            </a:extLst>
          </p:cNvPr>
          <p:cNvSpPr txBox="1">
            <a:spLocks noChangeArrowheads="1"/>
          </p:cNvSpPr>
          <p:nvPr/>
        </p:nvSpPr>
        <p:spPr bwMode="auto">
          <a:xfrm>
            <a:off x="5421313" y="4475163"/>
            <a:ext cx="6096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3162"/>
                </a:solidFill>
                <a:ea typeface="楷体_GB2312" pitchFamily="49" charset="-122"/>
              </a:rPr>
              <a:t>写</a:t>
            </a:r>
          </a:p>
        </p:txBody>
      </p:sp>
      <p:sp>
        <p:nvSpPr>
          <p:cNvPr id="115" name="Rectangle 22">
            <a:extLst>
              <a:ext uri="{FF2B5EF4-FFF2-40B4-BE49-F238E27FC236}">
                <a16:creationId xmlns:a16="http://schemas.microsoft.com/office/drawing/2014/main" id="{E4A19D62-AD1C-7E4D-BB89-C24862E889FD}"/>
              </a:ext>
            </a:extLst>
          </p:cNvPr>
          <p:cNvSpPr>
            <a:spLocks noChangeArrowheads="1"/>
          </p:cNvSpPr>
          <p:nvPr/>
        </p:nvSpPr>
        <p:spPr bwMode="auto">
          <a:xfrm>
            <a:off x="2982913" y="5359400"/>
            <a:ext cx="271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latin typeface="宋体" panose="02010600030101010101" pitchFamily="2" charset="-122"/>
              </a:rPr>
              <a:t> 执行用户程序</a:t>
            </a:r>
          </a:p>
        </p:txBody>
      </p:sp>
      <p:grpSp>
        <p:nvGrpSpPr>
          <p:cNvPr id="116" name="Group 23">
            <a:extLst>
              <a:ext uri="{FF2B5EF4-FFF2-40B4-BE49-F238E27FC236}">
                <a16:creationId xmlns:a16="http://schemas.microsoft.com/office/drawing/2014/main" id="{F2D5F3B0-6A4B-B943-B39C-EDADAF8F3CD1}"/>
              </a:ext>
            </a:extLst>
          </p:cNvPr>
          <p:cNvGrpSpPr>
            <a:grpSpLocks/>
          </p:cNvGrpSpPr>
          <p:nvPr/>
        </p:nvGrpSpPr>
        <p:grpSpPr bwMode="auto">
          <a:xfrm>
            <a:off x="833438" y="3408363"/>
            <a:ext cx="7483475" cy="2438400"/>
            <a:chOff x="0" y="0"/>
            <a:chExt cx="4714" cy="1536"/>
          </a:xfrm>
        </p:grpSpPr>
        <p:grpSp>
          <p:nvGrpSpPr>
            <p:cNvPr id="117" name="Group 24">
              <a:extLst>
                <a:ext uri="{FF2B5EF4-FFF2-40B4-BE49-F238E27FC236}">
                  <a16:creationId xmlns:a16="http://schemas.microsoft.com/office/drawing/2014/main" id="{E5C2EF0C-78BB-6245-8AC6-84B3E495FD99}"/>
                </a:ext>
              </a:extLst>
            </p:cNvPr>
            <p:cNvGrpSpPr>
              <a:grpSpLocks/>
            </p:cNvGrpSpPr>
            <p:nvPr/>
          </p:nvGrpSpPr>
          <p:grpSpPr bwMode="auto">
            <a:xfrm>
              <a:off x="0" y="0"/>
              <a:ext cx="4714" cy="508"/>
              <a:chOff x="0" y="0"/>
              <a:chExt cx="4714" cy="508"/>
            </a:xfrm>
          </p:grpSpPr>
          <p:grpSp>
            <p:nvGrpSpPr>
              <p:cNvPr id="121" name="Group 25">
                <a:extLst>
                  <a:ext uri="{FF2B5EF4-FFF2-40B4-BE49-F238E27FC236}">
                    <a16:creationId xmlns:a16="http://schemas.microsoft.com/office/drawing/2014/main" id="{2A01A212-EAF4-DB40-8B39-C0A1E37D0A6C}"/>
                  </a:ext>
                </a:extLst>
              </p:cNvPr>
              <p:cNvGrpSpPr>
                <a:grpSpLocks/>
              </p:cNvGrpSpPr>
              <p:nvPr/>
            </p:nvGrpSpPr>
            <p:grpSpPr bwMode="auto">
              <a:xfrm>
                <a:off x="0" y="0"/>
                <a:ext cx="922" cy="508"/>
                <a:chOff x="0" y="0"/>
                <a:chExt cx="922" cy="508"/>
              </a:xfrm>
            </p:grpSpPr>
            <p:sp>
              <p:nvSpPr>
                <p:cNvPr id="127" name="AutoShape 26">
                  <a:extLst>
                    <a:ext uri="{FF2B5EF4-FFF2-40B4-BE49-F238E27FC236}">
                      <a16:creationId xmlns:a16="http://schemas.microsoft.com/office/drawing/2014/main" id="{7D11E59C-81D0-8446-892F-1F602B67AD03}"/>
                    </a:ext>
                  </a:extLst>
                </p:cNvPr>
                <p:cNvSpPr>
                  <a:spLocks noChangeArrowheads="1"/>
                </p:cNvSpPr>
                <p:nvPr/>
              </p:nvSpPr>
              <p:spPr bwMode="auto">
                <a:xfrm>
                  <a:off x="0" y="0"/>
                  <a:ext cx="148"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28" name="AutoShape 27">
                  <a:extLst>
                    <a:ext uri="{FF2B5EF4-FFF2-40B4-BE49-F238E27FC236}">
                      <a16:creationId xmlns:a16="http://schemas.microsoft.com/office/drawing/2014/main" id="{B8F893A0-75D5-5046-9ACE-38B9D602DECE}"/>
                    </a:ext>
                  </a:extLst>
                </p:cNvPr>
                <p:cNvSpPr>
                  <a:spLocks noChangeArrowheads="1"/>
                </p:cNvSpPr>
                <p:nvPr/>
              </p:nvSpPr>
              <p:spPr bwMode="auto">
                <a:xfrm>
                  <a:off x="386" y="0"/>
                  <a:ext cx="150"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29" name="AutoShape 28">
                  <a:extLst>
                    <a:ext uri="{FF2B5EF4-FFF2-40B4-BE49-F238E27FC236}">
                      <a16:creationId xmlns:a16="http://schemas.microsoft.com/office/drawing/2014/main" id="{442E2670-35F7-4341-BEF7-A5E68D10FD59}"/>
                    </a:ext>
                  </a:extLst>
                </p:cNvPr>
                <p:cNvSpPr>
                  <a:spLocks noChangeArrowheads="1"/>
                </p:cNvSpPr>
                <p:nvPr/>
              </p:nvSpPr>
              <p:spPr bwMode="auto">
                <a:xfrm>
                  <a:off x="773"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122" name="Group 29">
                <a:extLst>
                  <a:ext uri="{FF2B5EF4-FFF2-40B4-BE49-F238E27FC236}">
                    <a16:creationId xmlns:a16="http://schemas.microsoft.com/office/drawing/2014/main" id="{5FA159A7-C567-7045-A103-A37B8CC60971}"/>
                  </a:ext>
                </a:extLst>
              </p:cNvPr>
              <p:cNvGrpSpPr>
                <a:grpSpLocks/>
              </p:cNvGrpSpPr>
              <p:nvPr/>
            </p:nvGrpSpPr>
            <p:grpSpPr bwMode="auto">
              <a:xfrm>
                <a:off x="3404" y="0"/>
                <a:ext cx="1310" cy="508"/>
                <a:chOff x="0" y="0"/>
                <a:chExt cx="1310" cy="508"/>
              </a:xfrm>
            </p:grpSpPr>
            <p:sp>
              <p:nvSpPr>
                <p:cNvPr id="123" name="AutoShape 30">
                  <a:extLst>
                    <a:ext uri="{FF2B5EF4-FFF2-40B4-BE49-F238E27FC236}">
                      <a16:creationId xmlns:a16="http://schemas.microsoft.com/office/drawing/2014/main" id="{16ECBD0E-6D79-1342-B609-8200C8526AF8}"/>
                    </a:ext>
                  </a:extLst>
                </p:cNvPr>
                <p:cNvSpPr>
                  <a:spLocks noChangeArrowheads="1"/>
                </p:cNvSpPr>
                <p:nvPr/>
              </p:nvSpPr>
              <p:spPr bwMode="auto">
                <a:xfrm>
                  <a:off x="0"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24" name="AutoShape 31">
                  <a:extLst>
                    <a:ext uri="{FF2B5EF4-FFF2-40B4-BE49-F238E27FC236}">
                      <a16:creationId xmlns:a16="http://schemas.microsoft.com/office/drawing/2014/main" id="{61C260E0-53B5-1143-BCDA-C41E045AA1DD}"/>
                    </a:ext>
                  </a:extLst>
                </p:cNvPr>
                <p:cNvSpPr>
                  <a:spLocks noChangeArrowheads="1"/>
                </p:cNvSpPr>
                <p:nvPr/>
              </p:nvSpPr>
              <p:spPr bwMode="auto">
                <a:xfrm>
                  <a:off x="387"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25" name="AutoShape 32">
                  <a:extLst>
                    <a:ext uri="{FF2B5EF4-FFF2-40B4-BE49-F238E27FC236}">
                      <a16:creationId xmlns:a16="http://schemas.microsoft.com/office/drawing/2014/main" id="{C6025E2D-455A-4245-A15C-A8A96CDB33E4}"/>
                    </a:ext>
                  </a:extLst>
                </p:cNvPr>
                <p:cNvSpPr>
                  <a:spLocks noChangeArrowheads="1"/>
                </p:cNvSpPr>
                <p:nvPr/>
              </p:nvSpPr>
              <p:spPr bwMode="auto">
                <a:xfrm>
                  <a:off x="774"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26" name="AutoShape 33">
                  <a:extLst>
                    <a:ext uri="{FF2B5EF4-FFF2-40B4-BE49-F238E27FC236}">
                      <a16:creationId xmlns:a16="http://schemas.microsoft.com/office/drawing/2014/main" id="{265FC8B9-AFE6-6B48-A172-94F23C8132CD}"/>
                    </a:ext>
                  </a:extLst>
                </p:cNvPr>
                <p:cNvSpPr>
                  <a:spLocks noChangeArrowheads="1"/>
                </p:cNvSpPr>
                <p:nvPr/>
              </p:nvSpPr>
              <p:spPr bwMode="auto">
                <a:xfrm>
                  <a:off x="1162" y="0"/>
                  <a:ext cx="148"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grpSp>
          <p:nvGrpSpPr>
            <p:cNvPr id="118" name="Group 34">
              <a:extLst>
                <a:ext uri="{FF2B5EF4-FFF2-40B4-BE49-F238E27FC236}">
                  <a16:creationId xmlns:a16="http://schemas.microsoft.com/office/drawing/2014/main" id="{0E27E192-20C6-A54D-B08E-8D847C09DD68}"/>
                </a:ext>
              </a:extLst>
            </p:cNvPr>
            <p:cNvGrpSpPr>
              <a:grpSpLocks/>
            </p:cNvGrpSpPr>
            <p:nvPr/>
          </p:nvGrpSpPr>
          <p:grpSpPr bwMode="auto">
            <a:xfrm>
              <a:off x="106" y="1200"/>
              <a:ext cx="4320" cy="336"/>
              <a:chOff x="0" y="0"/>
              <a:chExt cx="4320" cy="336"/>
            </a:xfrm>
          </p:grpSpPr>
          <p:sp>
            <p:nvSpPr>
              <p:cNvPr id="119" name="Rectangle 35">
                <a:extLst>
                  <a:ext uri="{FF2B5EF4-FFF2-40B4-BE49-F238E27FC236}">
                    <a16:creationId xmlns:a16="http://schemas.microsoft.com/office/drawing/2014/main" id="{B03B41F7-1DFA-E245-92A8-354FABEFE111}"/>
                  </a:ext>
                </a:extLst>
              </p:cNvPr>
              <p:cNvSpPr>
                <a:spLocks noChangeArrowheads="1"/>
              </p:cNvSpPr>
              <p:nvPr/>
            </p:nvSpPr>
            <p:spPr bwMode="auto">
              <a:xfrm>
                <a:off x="0" y="48"/>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 </a:t>
                </a: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I/O</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刷新 </a:t>
                </a:r>
              </a:p>
            </p:txBody>
          </p:sp>
          <p:sp>
            <p:nvSpPr>
              <p:cNvPr id="120" name="Rectangle 36">
                <a:extLst>
                  <a:ext uri="{FF2B5EF4-FFF2-40B4-BE49-F238E27FC236}">
                    <a16:creationId xmlns:a16="http://schemas.microsoft.com/office/drawing/2014/main" id="{C3CB9ED1-854C-C940-8010-EB9292B2CC33}"/>
                  </a:ext>
                </a:extLst>
              </p:cNvPr>
              <p:cNvSpPr>
                <a:spLocks noChangeArrowheads="1"/>
              </p:cNvSpPr>
              <p:nvPr/>
            </p:nvSpPr>
            <p:spPr bwMode="auto">
              <a:xfrm>
                <a:off x="3539" y="0"/>
                <a:ext cx="7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I/O</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刷新</a:t>
                </a:r>
              </a:p>
            </p:txBody>
          </p:sp>
        </p:grpSp>
      </p:grpSp>
      <p:grpSp>
        <p:nvGrpSpPr>
          <p:cNvPr id="130" name="Group 37">
            <a:extLst>
              <a:ext uri="{FF2B5EF4-FFF2-40B4-BE49-F238E27FC236}">
                <a16:creationId xmlns:a16="http://schemas.microsoft.com/office/drawing/2014/main" id="{3BBBC050-63DB-8F4F-BA0F-CA5C826F5BE8}"/>
              </a:ext>
            </a:extLst>
          </p:cNvPr>
          <p:cNvGrpSpPr>
            <a:grpSpLocks/>
          </p:cNvGrpSpPr>
          <p:nvPr/>
        </p:nvGrpSpPr>
        <p:grpSpPr bwMode="auto">
          <a:xfrm>
            <a:off x="833438" y="3408363"/>
            <a:ext cx="7483475" cy="2438400"/>
            <a:chOff x="0" y="0"/>
            <a:chExt cx="4714" cy="1536"/>
          </a:xfrm>
        </p:grpSpPr>
        <p:grpSp>
          <p:nvGrpSpPr>
            <p:cNvPr id="131" name="Group 38">
              <a:extLst>
                <a:ext uri="{FF2B5EF4-FFF2-40B4-BE49-F238E27FC236}">
                  <a16:creationId xmlns:a16="http://schemas.microsoft.com/office/drawing/2014/main" id="{7200EDDB-4F05-0542-94CE-2220C2FFB8E1}"/>
                </a:ext>
              </a:extLst>
            </p:cNvPr>
            <p:cNvGrpSpPr>
              <a:grpSpLocks/>
            </p:cNvGrpSpPr>
            <p:nvPr/>
          </p:nvGrpSpPr>
          <p:grpSpPr bwMode="auto">
            <a:xfrm>
              <a:off x="0" y="0"/>
              <a:ext cx="4714" cy="508"/>
              <a:chOff x="0" y="0"/>
              <a:chExt cx="4714" cy="508"/>
            </a:xfrm>
          </p:grpSpPr>
          <p:grpSp>
            <p:nvGrpSpPr>
              <p:cNvPr id="135" name="Group 39">
                <a:extLst>
                  <a:ext uri="{FF2B5EF4-FFF2-40B4-BE49-F238E27FC236}">
                    <a16:creationId xmlns:a16="http://schemas.microsoft.com/office/drawing/2014/main" id="{59399DB2-C954-D849-8410-9B065BAA4A77}"/>
                  </a:ext>
                </a:extLst>
              </p:cNvPr>
              <p:cNvGrpSpPr>
                <a:grpSpLocks/>
              </p:cNvGrpSpPr>
              <p:nvPr/>
            </p:nvGrpSpPr>
            <p:grpSpPr bwMode="auto">
              <a:xfrm>
                <a:off x="0" y="0"/>
                <a:ext cx="922" cy="508"/>
                <a:chOff x="0" y="0"/>
                <a:chExt cx="922" cy="508"/>
              </a:xfrm>
            </p:grpSpPr>
            <p:sp>
              <p:nvSpPr>
                <p:cNvPr id="141" name="AutoShape 40">
                  <a:extLst>
                    <a:ext uri="{FF2B5EF4-FFF2-40B4-BE49-F238E27FC236}">
                      <a16:creationId xmlns:a16="http://schemas.microsoft.com/office/drawing/2014/main" id="{60BF0D95-6A5F-8447-8637-3DD46A0169A8}"/>
                    </a:ext>
                  </a:extLst>
                </p:cNvPr>
                <p:cNvSpPr>
                  <a:spLocks noChangeArrowheads="1"/>
                </p:cNvSpPr>
                <p:nvPr/>
              </p:nvSpPr>
              <p:spPr bwMode="auto">
                <a:xfrm>
                  <a:off x="0" y="0"/>
                  <a:ext cx="148"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42" name="AutoShape 41">
                  <a:extLst>
                    <a:ext uri="{FF2B5EF4-FFF2-40B4-BE49-F238E27FC236}">
                      <a16:creationId xmlns:a16="http://schemas.microsoft.com/office/drawing/2014/main" id="{8CFC3B55-A927-AA49-9130-B687EBE05052}"/>
                    </a:ext>
                  </a:extLst>
                </p:cNvPr>
                <p:cNvSpPr>
                  <a:spLocks noChangeArrowheads="1"/>
                </p:cNvSpPr>
                <p:nvPr/>
              </p:nvSpPr>
              <p:spPr bwMode="auto">
                <a:xfrm>
                  <a:off x="386" y="0"/>
                  <a:ext cx="150"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43" name="AutoShape 42">
                  <a:extLst>
                    <a:ext uri="{FF2B5EF4-FFF2-40B4-BE49-F238E27FC236}">
                      <a16:creationId xmlns:a16="http://schemas.microsoft.com/office/drawing/2014/main" id="{06BD0DED-8ECD-D34A-9C1B-73912F850AFE}"/>
                    </a:ext>
                  </a:extLst>
                </p:cNvPr>
                <p:cNvSpPr>
                  <a:spLocks noChangeArrowheads="1"/>
                </p:cNvSpPr>
                <p:nvPr/>
              </p:nvSpPr>
              <p:spPr bwMode="auto">
                <a:xfrm>
                  <a:off x="773"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136" name="Group 43">
                <a:extLst>
                  <a:ext uri="{FF2B5EF4-FFF2-40B4-BE49-F238E27FC236}">
                    <a16:creationId xmlns:a16="http://schemas.microsoft.com/office/drawing/2014/main" id="{DF81BAD4-4285-BA40-9DB8-053FFED9A182}"/>
                  </a:ext>
                </a:extLst>
              </p:cNvPr>
              <p:cNvGrpSpPr>
                <a:grpSpLocks/>
              </p:cNvGrpSpPr>
              <p:nvPr/>
            </p:nvGrpSpPr>
            <p:grpSpPr bwMode="auto">
              <a:xfrm>
                <a:off x="3404" y="0"/>
                <a:ext cx="1310" cy="508"/>
                <a:chOff x="0" y="0"/>
                <a:chExt cx="1310" cy="508"/>
              </a:xfrm>
            </p:grpSpPr>
            <p:sp>
              <p:nvSpPr>
                <p:cNvPr id="137" name="AutoShape 44">
                  <a:extLst>
                    <a:ext uri="{FF2B5EF4-FFF2-40B4-BE49-F238E27FC236}">
                      <a16:creationId xmlns:a16="http://schemas.microsoft.com/office/drawing/2014/main" id="{5F934D54-ECE4-824B-BBD8-5D0B7E6D321E}"/>
                    </a:ext>
                  </a:extLst>
                </p:cNvPr>
                <p:cNvSpPr>
                  <a:spLocks noChangeArrowheads="1"/>
                </p:cNvSpPr>
                <p:nvPr/>
              </p:nvSpPr>
              <p:spPr bwMode="auto">
                <a:xfrm>
                  <a:off x="0"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38" name="AutoShape 45">
                  <a:extLst>
                    <a:ext uri="{FF2B5EF4-FFF2-40B4-BE49-F238E27FC236}">
                      <a16:creationId xmlns:a16="http://schemas.microsoft.com/office/drawing/2014/main" id="{8DB4BECC-A8B5-BE43-B431-71AFC0095CF7}"/>
                    </a:ext>
                  </a:extLst>
                </p:cNvPr>
                <p:cNvSpPr>
                  <a:spLocks noChangeArrowheads="1"/>
                </p:cNvSpPr>
                <p:nvPr/>
              </p:nvSpPr>
              <p:spPr bwMode="auto">
                <a:xfrm>
                  <a:off x="387"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39" name="AutoShape 46">
                  <a:extLst>
                    <a:ext uri="{FF2B5EF4-FFF2-40B4-BE49-F238E27FC236}">
                      <a16:creationId xmlns:a16="http://schemas.microsoft.com/office/drawing/2014/main" id="{A0AACBE7-BB77-4F4E-AA0C-6AEA74F15BB0}"/>
                    </a:ext>
                  </a:extLst>
                </p:cNvPr>
                <p:cNvSpPr>
                  <a:spLocks noChangeArrowheads="1"/>
                </p:cNvSpPr>
                <p:nvPr/>
              </p:nvSpPr>
              <p:spPr bwMode="auto">
                <a:xfrm>
                  <a:off x="774" y="0"/>
                  <a:ext cx="149"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40" name="AutoShape 47">
                  <a:extLst>
                    <a:ext uri="{FF2B5EF4-FFF2-40B4-BE49-F238E27FC236}">
                      <a16:creationId xmlns:a16="http://schemas.microsoft.com/office/drawing/2014/main" id="{007BA798-2999-EE45-A999-FD77D0E5DAA9}"/>
                    </a:ext>
                  </a:extLst>
                </p:cNvPr>
                <p:cNvSpPr>
                  <a:spLocks noChangeArrowheads="1"/>
                </p:cNvSpPr>
                <p:nvPr/>
              </p:nvSpPr>
              <p:spPr bwMode="auto">
                <a:xfrm>
                  <a:off x="1162" y="0"/>
                  <a:ext cx="148" cy="508"/>
                </a:xfrm>
                <a:prstGeom prst="rightArrow">
                  <a:avLst>
                    <a:gd name="adj1" fmla="val 50000"/>
                    <a:gd name="adj2" fmla="val 25000"/>
                  </a:avLst>
                </a:prstGeom>
                <a:solidFill>
                  <a:srgbClr val="FFCCFF"/>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grpSp>
          <p:nvGrpSpPr>
            <p:cNvPr id="132" name="Group 48">
              <a:extLst>
                <a:ext uri="{FF2B5EF4-FFF2-40B4-BE49-F238E27FC236}">
                  <a16:creationId xmlns:a16="http://schemas.microsoft.com/office/drawing/2014/main" id="{FEE4CD95-5CA0-0645-A296-0DC442A79EC6}"/>
                </a:ext>
              </a:extLst>
            </p:cNvPr>
            <p:cNvGrpSpPr>
              <a:grpSpLocks/>
            </p:cNvGrpSpPr>
            <p:nvPr/>
          </p:nvGrpSpPr>
          <p:grpSpPr bwMode="auto">
            <a:xfrm>
              <a:off x="106" y="1200"/>
              <a:ext cx="4320" cy="336"/>
              <a:chOff x="0" y="0"/>
              <a:chExt cx="4320" cy="336"/>
            </a:xfrm>
          </p:grpSpPr>
          <p:sp>
            <p:nvSpPr>
              <p:cNvPr id="133" name="Rectangle 49">
                <a:extLst>
                  <a:ext uri="{FF2B5EF4-FFF2-40B4-BE49-F238E27FC236}">
                    <a16:creationId xmlns:a16="http://schemas.microsoft.com/office/drawing/2014/main" id="{F2ED0DE8-7BC4-824D-A276-A428F1B6ECAA}"/>
                  </a:ext>
                </a:extLst>
              </p:cNvPr>
              <p:cNvSpPr>
                <a:spLocks noChangeArrowheads="1"/>
              </p:cNvSpPr>
              <p:nvPr/>
            </p:nvSpPr>
            <p:spPr bwMode="auto">
              <a:xfrm>
                <a:off x="0" y="48"/>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 </a:t>
                </a: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I/O</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刷新 </a:t>
                </a:r>
              </a:p>
            </p:txBody>
          </p:sp>
          <p:sp>
            <p:nvSpPr>
              <p:cNvPr id="134" name="Rectangle 50">
                <a:extLst>
                  <a:ext uri="{FF2B5EF4-FFF2-40B4-BE49-F238E27FC236}">
                    <a16:creationId xmlns:a16="http://schemas.microsoft.com/office/drawing/2014/main" id="{918D80E1-AEE2-0F46-BC01-31C6260C781B}"/>
                  </a:ext>
                </a:extLst>
              </p:cNvPr>
              <p:cNvSpPr>
                <a:spLocks noChangeArrowheads="1"/>
              </p:cNvSpPr>
              <p:nvPr/>
            </p:nvSpPr>
            <p:spPr bwMode="auto">
              <a:xfrm>
                <a:off x="3539" y="0"/>
                <a:ext cx="7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I/O</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刷新</a:t>
                </a:r>
              </a:p>
            </p:txBody>
          </p:sp>
        </p:grpSp>
      </p:grpSp>
      <p:sp>
        <p:nvSpPr>
          <p:cNvPr id="144" name="Rectangle 51">
            <a:extLst>
              <a:ext uri="{FF2B5EF4-FFF2-40B4-BE49-F238E27FC236}">
                <a16:creationId xmlns:a16="http://schemas.microsoft.com/office/drawing/2014/main" id="{ED786198-E98C-7A4D-9891-F6ABFE0B8185}"/>
              </a:ext>
            </a:extLst>
          </p:cNvPr>
          <p:cNvSpPr>
            <a:spLocks noChangeArrowheads="1"/>
          </p:cNvSpPr>
          <p:nvPr/>
        </p:nvSpPr>
        <p:spPr bwMode="auto">
          <a:xfrm>
            <a:off x="7718425" y="2620963"/>
            <a:ext cx="357188"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45" name="Rectangle 52">
            <a:extLst>
              <a:ext uri="{FF2B5EF4-FFF2-40B4-BE49-F238E27FC236}">
                <a16:creationId xmlns:a16="http://schemas.microsoft.com/office/drawing/2014/main" id="{144AC5E6-F611-894D-B9B6-93E3EE7283EC}"/>
              </a:ext>
            </a:extLst>
          </p:cNvPr>
          <p:cNvSpPr>
            <a:spLocks noChangeArrowheads="1"/>
          </p:cNvSpPr>
          <p:nvPr/>
        </p:nvSpPr>
        <p:spPr bwMode="auto">
          <a:xfrm>
            <a:off x="7105650" y="2620963"/>
            <a:ext cx="354013"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46" name="Rectangle 53">
            <a:extLst>
              <a:ext uri="{FF2B5EF4-FFF2-40B4-BE49-F238E27FC236}">
                <a16:creationId xmlns:a16="http://schemas.microsoft.com/office/drawing/2014/main" id="{6EBB7836-D297-834D-A581-5910B8E0F4C5}"/>
              </a:ext>
            </a:extLst>
          </p:cNvPr>
          <p:cNvSpPr>
            <a:spLocks noChangeArrowheads="1"/>
          </p:cNvSpPr>
          <p:nvPr/>
        </p:nvSpPr>
        <p:spPr bwMode="auto">
          <a:xfrm>
            <a:off x="1687513" y="2620963"/>
            <a:ext cx="350837"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47" name="Rectangle 54">
            <a:extLst>
              <a:ext uri="{FF2B5EF4-FFF2-40B4-BE49-F238E27FC236}">
                <a16:creationId xmlns:a16="http://schemas.microsoft.com/office/drawing/2014/main" id="{C08557F4-C343-9744-A1C5-B5E24D2590CE}"/>
              </a:ext>
            </a:extLst>
          </p:cNvPr>
          <p:cNvSpPr>
            <a:spLocks noChangeArrowheads="1"/>
          </p:cNvSpPr>
          <p:nvPr/>
        </p:nvSpPr>
        <p:spPr bwMode="auto">
          <a:xfrm>
            <a:off x="1076325" y="2620963"/>
            <a:ext cx="354013"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48" name="Text Box 55">
            <a:extLst>
              <a:ext uri="{FF2B5EF4-FFF2-40B4-BE49-F238E27FC236}">
                <a16:creationId xmlns:a16="http://schemas.microsoft.com/office/drawing/2014/main" id="{D5036A91-9AB2-DD4C-8075-EAFC492DC87F}"/>
              </a:ext>
            </a:extLst>
          </p:cNvPr>
          <p:cNvSpPr txBox="1">
            <a:spLocks noChangeArrowheads="1"/>
          </p:cNvSpPr>
          <p:nvPr/>
        </p:nvSpPr>
        <p:spPr bwMode="auto">
          <a:xfrm>
            <a:off x="4500563" y="3789363"/>
            <a:ext cx="920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01001</a:t>
            </a:r>
          </a:p>
        </p:txBody>
      </p:sp>
      <p:sp>
        <p:nvSpPr>
          <p:cNvPr id="149" name="Line 56">
            <a:extLst>
              <a:ext uri="{FF2B5EF4-FFF2-40B4-BE49-F238E27FC236}">
                <a16:creationId xmlns:a16="http://schemas.microsoft.com/office/drawing/2014/main" id="{CD3A763C-EDFB-734F-B6E9-D973ACDF20FB}"/>
              </a:ext>
            </a:extLst>
          </p:cNvPr>
          <p:cNvSpPr>
            <a:spLocks noChangeShapeType="1"/>
          </p:cNvSpPr>
          <p:nvPr/>
        </p:nvSpPr>
        <p:spPr bwMode="auto">
          <a:xfrm>
            <a:off x="3059113" y="2193925"/>
            <a:ext cx="0" cy="2947988"/>
          </a:xfrm>
          <a:prstGeom prst="line">
            <a:avLst/>
          </a:prstGeom>
          <a:noFill/>
          <a:ln w="2857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50" name="Oval 57">
            <a:extLst>
              <a:ext uri="{FF2B5EF4-FFF2-40B4-BE49-F238E27FC236}">
                <a16:creationId xmlns:a16="http://schemas.microsoft.com/office/drawing/2014/main" id="{1D8A7833-82CB-9841-B485-2BE8DDEFA19E}"/>
              </a:ext>
            </a:extLst>
          </p:cNvPr>
          <p:cNvSpPr>
            <a:spLocks noChangeArrowheads="1"/>
          </p:cNvSpPr>
          <p:nvPr/>
        </p:nvSpPr>
        <p:spPr bwMode="auto">
          <a:xfrm>
            <a:off x="4595813" y="2381250"/>
            <a:ext cx="520700" cy="492125"/>
          </a:xfrm>
          <a:prstGeom prst="ellipse">
            <a:avLst/>
          </a:prstGeom>
          <a:solidFill>
            <a:srgbClr val="FFFFFF"/>
          </a:solidFill>
          <a:ln w="28575">
            <a:solidFill>
              <a:srgbClr val="000000"/>
            </a:solidFill>
            <a:round/>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51" name="Text Box 58">
            <a:extLst>
              <a:ext uri="{FF2B5EF4-FFF2-40B4-BE49-F238E27FC236}">
                <a16:creationId xmlns:a16="http://schemas.microsoft.com/office/drawing/2014/main" id="{BEF5DB14-D102-554A-81E6-36DD6C280E7D}"/>
              </a:ext>
            </a:extLst>
          </p:cNvPr>
          <p:cNvSpPr txBox="1">
            <a:spLocks noChangeArrowheads="1"/>
          </p:cNvSpPr>
          <p:nvPr/>
        </p:nvSpPr>
        <p:spPr bwMode="auto">
          <a:xfrm>
            <a:off x="2982913" y="3829050"/>
            <a:ext cx="94615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152" name="Text Box 59">
            <a:extLst>
              <a:ext uri="{FF2B5EF4-FFF2-40B4-BE49-F238E27FC236}">
                <a16:creationId xmlns:a16="http://schemas.microsoft.com/office/drawing/2014/main" id="{BA622C50-F353-A84C-9DFA-D732C95BEE91}"/>
              </a:ext>
            </a:extLst>
          </p:cNvPr>
          <p:cNvSpPr txBox="1">
            <a:spLocks noChangeArrowheads="1"/>
          </p:cNvSpPr>
          <p:nvPr/>
        </p:nvSpPr>
        <p:spPr bwMode="auto">
          <a:xfrm>
            <a:off x="2982913" y="2036763"/>
            <a:ext cx="10160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153" name="Text Box 60">
            <a:extLst>
              <a:ext uri="{FF2B5EF4-FFF2-40B4-BE49-F238E27FC236}">
                <a16:creationId xmlns:a16="http://schemas.microsoft.com/office/drawing/2014/main" id="{49695CB3-361E-EB40-9BCF-F508D71CCAC4}"/>
              </a:ext>
            </a:extLst>
          </p:cNvPr>
          <p:cNvSpPr txBox="1">
            <a:spLocks noChangeArrowheads="1"/>
          </p:cNvSpPr>
          <p:nvPr/>
        </p:nvSpPr>
        <p:spPr bwMode="auto">
          <a:xfrm>
            <a:off x="3743325" y="2039938"/>
            <a:ext cx="1039813"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154" name="Text Box 61">
            <a:extLst>
              <a:ext uri="{FF2B5EF4-FFF2-40B4-BE49-F238E27FC236}">
                <a16:creationId xmlns:a16="http://schemas.microsoft.com/office/drawing/2014/main" id="{5D6EA73D-02E9-C940-84E7-BD2360FCCB22}"/>
              </a:ext>
            </a:extLst>
          </p:cNvPr>
          <p:cNvSpPr txBox="1">
            <a:spLocks noChangeArrowheads="1"/>
          </p:cNvSpPr>
          <p:nvPr/>
        </p:nvSpPr>
        <p:spPr bwMode="auto">
          <a:xfrm>
            <a:off x="4506913" y="2036763"/>
            <a:ext cx="941387"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155" name="Rectangle 62">
            <a:extLst>
              <a:ext uri="{FF2B5EF4-FFF2-40B4-BE49-F238E27FC236}">
                <a16:creationId xmlns:a16="http://schemas.microsoft.com/office/drawing/2014/main" id="{AAF30FC4-FEE1-FF4B-9209-714653AAE516}"/>
              </a:ext>
            </a:extLst>
          </p:cNvPr>
          <p:cNvSpPr>
            <a:spLocks noChangeArrowheads="1"/>
          </p:cNvSpPr>
          <p:nvPr/>
        </p:nvSpPr>
        <p:spPr bwMode="auto">
          <a:xfrm>
            <a:off x="2297113" y="2620963"/>
            <a:ext cx="355600"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56" name="Text Box 63">
            <a:extLst>
              <a:ext uri="{FF2B5EF4-FFF2-40B4-BE49-F238E27FC236}">
                <a16:creationId xmlns:a16="http://schemas.microsoft.com/office/drawing/2014/main" id="{8C31AF25-C80D-2B45-B469-61BEEEA31715}"/>
              </a:ext>
            </a:extLst>
          </p:cNvPr>
          <p:cNvSpPr txBox="1">
            <a:spLocks noChangeArrowheads="1"/>
          </p:cNvSpPr>
          <p:nvPr/>
        </p:nvSpPr>
        <p:spPr bwMode="auto">
          <a:xfrm>
            <a:off x="1001713" y="3189288"/>
            <a:ext cx="558800" cy="181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ea typeface="楷体_GB2312" pitchFamily="49" charset="-122"/>
              </a:rPr>
              <a:t>输入端子</a:t>
            </a:r>
          </a:p>
        </p:txBody>
      </p:sp>
      <p:sp>
        <p:nvSpPr>
          <p:cNvPr id="157" name="Text Box 64">
            <a:extLst>
              <a:ext uri="{FF2B5EF4-FFF2-40B4-BE49-F238E27FC236}">
                <a16:creationId xmlns:a16="http://schemas.microsoft.com/office/drawing/2014/main" id="{1FD3E247-0FE6-C045-9744-72573B417FCD}"/>
              </a:ext>
            </a:extLst>
          </p:cNvPr>
          <p:cNvSpPr txBox="1">
            <a:spLocks noChangeArrowheads="1"/>
          </p:cNvSpPr>
          <p:nvPr/>
        </p:nvSpPr>
        <p:spPr bwMode="auto">
          <a:xfrm>
            <a:off x="1609725" y="3179763"/>
            <a:ext cx="388938"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ea typeface="楷体_GB2312" pitchFamily="49" charset="-122"/>
              </a:rPr>
              <a:t>输入电路</a:t>
            </a:r>
          </a:p>
        </p:txBody>
      </p:sp>
      <p:sp>
        <p:nvSpPr>
          <p:cNvPr id="158" name="Rectangle 65">
            <a:extLst>
              <a:ext uri="{FF2B5EF4-FFF2-40B4-BE49-F238E27FC236}">
                <a16:creationId xmlns:a16="http://schemas.microsoft.com/office/drawing/2014/main" id="{ED7132DE-D294-FC48-A57D-5D1C6AA65388}"/>
              </a:ext>
            </a:extLst>
          </p:cNvPr>
          <p:cNvSpPr>
            <a:spLocks noChangeArrowheads="1"/>
          </p:cNvSpPr>
          <p:nvPr/>
        </p:nvSpPr>
        <p:spPr bwMode="auto">
          <a:xfrm>
            <a:off x="468313" y="2620963"/>
            <a:ext cx="355600"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59" name="Text Box 66">
            <a:extLst>
              <a:ext uri="{FF2B5EF4-FFF2-40B4-BE49-F238E27FC236}">
                <a16:creationId xmlns:a16="http://schemas.microsoft.com/office/drawing/2014/main" id="{A5FCCD00-6DE7-9E4F-B0F0-4ACFD51A021D}"/>
              </a:ext>
            </a:extLst>
          </p:cNvPr>
          <p:cNvSpPr txBox="1">
            <a:spLocks noChangeArrowheads="1"/>
          </p:cNvSpPr>
          <p:nvPr/>
        </p:nvSpPr>
        <p:spPr bwMode="auto">
          <a:xfrm>
            <a:off x="314325" y="2844800"/>
            <a:ext cx="614363" cy="239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latin typeface="楷体_GB2312" pitchFamily="49" charset="-122"/>
                <a:ea typeface="楷体_GB2312" pitchFamily="49" charset="-122"/>
              </a:rPr>
              <a:t>用户输入设备</a:t>
            </a:r>
          </a:p>
        </p:txBody>
      </p:sp>
      <p:sp>
        <p:nvSpPr>
          <p:cNvPr id="160" name="Text Box 67">
            <a:extLst>
              <a:ext uri="{FF2B5EF4-FFF2-40B4-BE49-F238E27FC236}">
                <a16:creationId xmlns:a16="http://schemas.microsoft.com/office/drawing/2014/main" id="{4D72988C-1822-7D4A-B071-FEB2CD7F8AB0}"/>
              </a:ext>
            </a:extLst>
          </p:cNvPr>
          <p:cNvSpPr txBox="1">
            <a:spLocks noChangeArrowheads="1"/>
          </p:cNvSpPr>
          <p:nvPr/>
        </p:nvSpPr>
        <p:spPr bwMode="auto">
          <a:xfrm>
            <a:off x="2197100" y="2646363"/>
            <a:ext cx="555625"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latin typeface="楷体_GB2312" pitchFamily="49" charset="-122"/>
                <a:ea typeface="楷体_GB2312" pitchFamily="49" charset="-122"/>
              </a:rPr>
              <a:t>输入映像寄存器</a:t>
            </a:r>
          </a:p>
        </p:txBody>
      </p:sp>
      <p:sp>
        <p:nvSpPr>
          <p:cNvPr id="161" name="Line 68">
            <a:extLst>
              <a:ext uri="{FF2B5EF4-FFF2-40B4-BE49-F238E27FC236}">
                <a16:creationId xmlns:a16="http://schemas.microsoft.com/office/drawing/2014/main" id="{9C903314-B904-AD49-B569-13CCC8AD7338}"/>
              </a:ext>
            </a:extLst>
          </p:cNvPr>
          <p:cNvSpPr>
            <a:spLocks noChangeShapeType="1"/>
          </p:cNvSpPr>
          <p:nvPr/>
        </p:nvSpPr>
        <p:spPr bwMode="auto">
          <a:xfrm>
            <a:off x="3057525" y="2598738"/>
            <a:ext cx="18256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2" name="Line 69">
            <a:extLst>
              <a:ext uri="{FF2B5EF4-FFF2-40B4-BE49-F238E27FC236}">
                <a16:creationId xmlns:a16="http://schemas.microsoft.com/office/drawing/2014/main" id="{87C17F75-9382-6649-8D6D-DFA9A0C9A635}"/>
              </a:ext>
            </a:extLst>
          </p:cNvPr>
          <p:cNvSpPr>
            <a:spLocks noChangeShapeType="1"/>
          </p:cNvSpPr>
          <p:nvPr/>
        </p:nvSpPr>
        <p:spPr bwMode="auto">
          <a:xfrm>
            <a:off x="3344863" y="2598738"/>
            <a:ext cx="6477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3" name="Line 70">
            <a:extLst>
              <a:ext uri="{FF2B5EF4-FFF2-40B4-BE49-F238E27FC236}">
                <a16:creationId xmlns:a16="http://schemas.microsoft.com/office/drawing/2014/main" id="{7E6EE68C-B7F1-104A-90DF-CD72C38BC5C6}"/>
              </a:ext>
            </a:extLst>
          </p:cNvPr>
          <p:cNvSpPr>
            <a:spLocks noChangeShapeType="1"/>
          </p:cNvSpPr>
          <p:nvPr/>
        </p:nvSpPr>
        <p:spPr bwMode="auto">
          <a:xfrm>
            <a:off x="4048125" y="2598738"/>
            <a:ext cx="544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4" name="Line 71">
            <a:extLst>
              <a:ext uri="{FF2B5EF4-FFF2-40B4-BE49-F238E27FC236}">
                <a16:creationId xmlns:a16="http://schemas.microsoft.com/office/drawing/2014/main" id="{90B6B2D1-18FD-1F4D-92AD-8C9924D87FA4}"/>
              </a:ext>
            </a:extLst>
          </p:cNvPr>
          <p:cNvSpPr>
            <a:spLocks noChangeShapeType="1"/>
          </p:cNvSpPr>
          <p:nvPr/>
        </p:nvSpPr>
        <p:spPr bwMode="auto">
          <a:xfrm>
            <a:off x="3241675" y="2428875"/>
            <a:ext cx="0" cy="3016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5" name="Line 72">
            <a:extLst>
              <a:ext uri="{FF2B5EF4-FFF2-40B4-BE49-F238E27FC236}">
                <a16:creationId xmlns:a16="http://schemas.microsoft.com/office/drawing/2014/main" id="{FC6C0C72-5A23-A240-AE14-D7A0C9440D7D}"/>
              </a:ext>
            </a:extLst>
          </p:cNvPr>
          <p:cNvSpPr>
            <a:spLocks noChangeShapeType="1"/>
          </p:cNvSpPr>
          <p:nvPr/>
        </p:nvSpPr>
        <p:spPr bwMode="auto">
          <a:xfrm>
            <a:off x="3344863" y="2428875"/>
            <a:ext cx="0" cy="3016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6" name="Line 73">
            <a:extLst>
              <a:ext uri="{FF2B5EF4-FFF2-40B4-BE49-F238E27FC236}">
                <a16:creationId xmlns:a16="http://schemas.microsoft.com/office/drawing/2014/main" id="{40D607F4-748B-6E41-8801-939423E6DD70}"/>
              </a:ext>
            </a:extLst>
          </p:cNvPr>
          <p:cNvSpPr>
            <a:spLocks noChangeShapeType="1"/>
          </p:cNvSpPr>
          <p:nvPr/>
        </p:nvSpPr>
        <p:spPr bwMode="auto">
          <a:xfrm>
            <a:off x="3967163" y="2428875"/>
            <a:ext cx="0" cy="3016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7" name="Line 74">
            <a:extLst>
              <a:ext uri="{FF2B5EF4-FFF2-40B4-BE49-F238E27FC236}">
                <a16:creationId xmlns:a16="http://schemas.microsoft.com/office/drawing/2014/main" id="{4B0B8574-5CAD-1F42-A60C-CF6487090C5D}"/>
              </a:ext>
            </a:extLst>
          </p:cNvPr>
          <p:cNvSpPr>
            <a:spLocks noChangeShapeType="1"/>
          </p:cNvSpPr>
          <p:nvPr/>
        </p:nvSpPr>
        <p:spPr bwMode="auto">
          <a:xfrm>
            <a:off x="4070350" y="2428875"/>
            <a:ext cx="0" cy="3016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8" name="Line 75">
            <a:extLst>
              <a:ext uri="{FF2B5EF4-FFF2-40B4-BE49-F238E27FC236}">
                <a16:creationId xmlns:a16="http://schemas.microsoft.com/office/drawing/2014/main" id="{6F1F5AA2-4403-AB40-89DC-D1A4A68BBF98}"/>
              </a:ext>
            </a:extLst>
          </p:cNvPr>
          <p:cNvSpPr>
            <a:spLocks noChangeShapeType="1"/>
          </p:cNvSpPr>
          <p:nvPr/>
        </p:nvSpPr>
        <p:spPr bwMode="auto">
          <a:xfrm flipV="1">
            <a:off x="3862388" y="2497138"/>
            <a:ext cx="363537" cy="16668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sp>
        <p:nvSpPr>
          <p:cNvPr id="169" name="Line 76">
            <a:extLst>
              <a:ext uri="{FF2B5EF4-FFF2-40B4-BE49-F238E27FC236}">
                <a16:creationId xmlns:a16="http://schemas.microsoft.com/office/drawing/2014/main" id="{7491C661-2FD0-CA4A-A1E3-300A10179C12}"/>
              </a:ext>
            </a:extLst>
          </p:cNvPr>
          <p:cNvSpPr>
            <a:spLocks noChangeShapeType="1"/>
          </p:cNvSpPr>
          <p:nvPr/>
        </p:nvSpPr>
        <p:spPr bwMode="auto">
          <a:xfrm>
            <a:off x="5116513" y="2590800"/>
            <a:ext cx="3365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a:solidFill>
                <a:srgbClr val="0000CC"/>
              </a:solidFill>
              <a:latin typeface="Arial" panose="020B0604020202020204" pitchFamily="34" charset="0"/>
            </a:endParaRPr>
          </a:p>
        </p:txBody>
      </p:sp>
      <p:grpSp>
        <p:nvGrpSpPr>
          <p:cNvPr id="170" name="Group 77">
            <a:extLst>
              <a:ext uri="{FF2B5EF4-FFF2-40B4-BE49-F238E27FC236}">
                <a16:creationId xmlns:a16="http://schemas.microsoft.com/office/drawing/2014/main" id="{6B245521-E82F-D74C-8E08-E94F9D0B7BC3}"/>
              </a:ext>
            </a:extLst>
          </p:cNvPr>
          <p:cNvGrpSpPr>
            <a:grpSpLocks/>
          </p:cNvGrpSpPr>
          <p:nvPr/>
        </p:nvGrpSpPr>
        <p:grpSpPr bwMode="auto">
          <a:xfrm>
            <a:off x="3059113" y="4119563"/>
            <a:ext cx="2414587" cy="508000"/>
            <a:chOff x="0" y="0"/>
            <a:chExt cx="1414" cy="320"/>
          </a:xfrm>
        </p:grpSpPr>
        <p:sp>
          <p:nvSpPr>
            <p:cNvPr id="171" name="Oval 78">
              <a:extLst>
                <a:ext uri="{FF2B5EF4-FFF2-40B4-BE49-F238E27FC236}">
                  <a16:creationId xmlns:a16="http://schemas.microsoft.com/office/drawing/2014/main" id="{53AE98D3-CA72-4E4E-B82F-8EE9C6FC00EA}"/>
                </a:ext>
              </a:extLst>
            </p:cNvPr>
            <p:cNvSpPr>
              <a:spLocks noChangeArrowheads="1"/>
            </p:cNvSpPr>
            <p:nvPr/>
          </p:nvSpPr>
          <p:spPr bwMode="auto">
            <a:xfrm>
              <a:off x="900" y="0"/>
              <a:ext cx="328" cy="320"/>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72" name="Line 79">
              <a:extLst>
                <a:ext uri="{FF2B5EF4-FFF2-40B4-BE49-F238E27FC236}">
                  <a16:creationId xmlns:a16="http://schemas.microsoft.com/office/drawing/2014/main" id="{DB66D422-B279-564D-AC4A-60D3E7190DB7}"/>
                </a:ext>
              </a:extLst>
            </p:cNvPr>
            <p:cNvSpPr>
              <a:spLocks noChangeShapeType="1"/>
            </p:cNvSpPr>
            <p:nvPr/>
          </p:nvSpPr>
          <p:spPr bwMode="auto">
            <a:xfrm>
              <a:off x="0" y="136"/>
              <a:ext cx="14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73" name="Line 80">
              <a:extLst>
                <a:ext uri="{FF2B5EF4-FFF2-40B4-BE49-F238E27FC236}">
                  <a16:creationId xmlns:a16="http://schemas.microsoft.com/office/drawing/2014/main" id="{E8D4F41F-15FF-2A40-9DD4-C06FAB1D5BE1}"/>
                </a:ext>
              </a:extLst>
            </p:cNvPr>
            <p:cNvSpPr>
              <a:spLocks noChangeShapeType="1"/>
            </p:cNvSpPr>
            <p:nvPr/>
          </p:nvSpPr>
          <p:spPr bwMode="auto">
            <a:xfrm>
              <a:off x="209" y="136"/>
              <a:ext cx="69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74" name="Line 81">
              <a:extLst>
                <a:ext uri="{FF2B5EF4-FFF2-40B4-BE49-F238E27FC236}">
                  <a16:creationId xmlns:a16="http://schemas.microsoft.com/office/drawing/2014/main" id="{79F748BE-A043-B74A-8686-8C5B2EF8C66E}"/>
                </a:ext>
              </a:extLst>
            </p:cNvPr>
            <p:cNvSpPr>
              <a:spLocks noChangeShapeType="1"/>
            </p:cNvSpPr>
            <p:nvPr/>
          </p:nvSpPr>
          <p:spPr bwMode="auto">
            <a:xfrm>
              <a:off x="149" y="53"/>
              <a:ext cx="0" cy="19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75" name="Line 82">
              <a:extLst>
                <a:ext uri="{FF2B5EF4-FFF2-40B4-BE49-F238E27FC236}">
                  <a16:creationId xmlns:a16="http://schemas.microsoft.com/office/drawing/2014/main" id="{E3385076-2B9E-FD4B-A15E-964128F0017B}"/>
                </a:ext>
              </a:extLst>
            </p:cNvPr>
            <p:cNvSpPr>
              <a:spLocks noChangeShapeType="1"/>
            </p:cNvSpPr>
            <p:nvPr/>
          </p:nvSpPr>
          <p:spPr bwMode="auto">
            <a:xfrm>
              <a:off x="209" y="53"/>
              <a:ext cx="0" cy="19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76" name="Line 83">
              <a:extLst>
                <a:ext uri="{FF2B5EF4-FFF2-40B4-BE49-F238E27FC236}">
                  <a16:creationId xmlns:a16="http://schemas.microsoft.com/office/drawing/2014/main" id="{CE2E8051-95E9-FE49-84BE-334826583069}"/>
                </a:ext>
              </a:extLst>
            </p:cNvPr>
            <p:cNvSpPr>
              <a:spLocks noChangeShapeType="1"/>
            </p:cNvSpPr>
            <p:nvPr/>
          </p:nvSpPr>
          <p:spPr bwMode="auto">
            <a:xfrm>
              <a:off x="1221" y="137"/>
              <a:ext cx="1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77" name="Text Box 84">
            <a:extLst>
              <a:ext uri="{FF2B5EF4-FFF2-40B4-BE49-F238E27FC236}">
                <a16:creationId xmlns:a16="http://schemas.microsoft.com/office/drawing/2014/main" id="{30028C73-EF1D-BC4B-A689-78D15CDDD57A}"/>
              </a:ext>
            </a:extLst>
          </p:cNvPr>
          <p:cNvSpPr txBox="1">
            <a:spLocks noChangeArrowheads="1"/>
          </p:cNvSpPr>
          <p:nvPr/>
        </p:nvSpPr>
        <p:spPr bwMode="auto">
          <a:xfrm>
            <a:off x="7096125" y="3055938"/>
            <a:ext cx="604838"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ea typeface="楷体_GB2312" pitchFamily="49" charset="-122"/>
              </a:rPr>
              <a:t>输出电路</a:t>
            </a:r>
          </a:p>
        </p:txBody>
      </p:sp>
      <p:sp>
        <p:nvSpPr>
          <p:cNvPr id="178" name="Text Box 85">
            <a:extLst>
              <a:ext uri="{FF2B5EF4-FFF2-40B4-BE49-F238E27FC236}">
                <a16:creationId xmlns:a16="http://schemas.microsoft.com/office/drawing/2014/main" id="{E3FC3347-19BE-8F4E-A8BE-ABDEC5D37BFE}"/>
              </a:ext>
            </a:extLst>
          </p:cNvPr>
          <p:cNvSpPr txBox="1">
            <a:spLocks noChangeArrowheads="1"/>
          </p:cNvSpPr>
          <p:nvPr/>
        </p:nvSpPr>
        <p:spPr bwMode="auto">
          <a:xfrm>
            <a:off x="7629525" y="3087688"/>
            <a:ext cx="487363"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ea typeface="楷体_GB2312" pitchFamily="49" charset="-122"/>
              </a:rPr>
              <a:t>输</a:t>
            </a:r>
          </a:p>
          <a:p>
            <a:pPr algn="just"/>
            <a:r>
              <a:rPr lang="zh-CN" altLang="en-US" sz="1800" b="1">
                <a:solidFill>
                  <a:srgbClr val="0000CC"/>
                </a:solidFill>
                <a:ea typeface="楷体_GB2312" pitchFamily="49" charset="-122"/>
              </a:rPr>
              <a:t>出</a:t>
            </a:r>
          </a:p>
          <a:p>
            <a:pPr algn="just"/>
            <a:r>
              <a:rPr lang="zh-CN" altLang="en-US" sz="1800" b="1">
                <a:solidFill>
                  <a:srgbClr val="0000CC"/>
                </a:solidFill>
                <a:ea typeface="楷体_GB2312" pitchFamily="49" charset="-122"/>
              </a:rPr>
              <a:t>端</a:t>
            </a:r>
          </a:p>
          <a:p>
            <a:pPr algn="just"/>
            <a:r>
              <a:rPr lang="zh-CN" altLang="en-US" sz="1800" b="1">
                <a:solidFill>
                  <a:srgbClr val="0000CC"/>
                </a:solidFill>
                <a:ea typeface="楷体_GB2312" pitchFamily="49" charset="-122"/>
              </a:rPr>
              <a:t>子</a:t>
            </a:r>
          </a:p>
        </p:txBody>
      </p:sp>
      <p:sp>
        <p:nvSpPr>
          <p:cNvPr id="179" name="Rectangle 86">
            <a:extLst>
              <a:ext uri="{FF2B5EF4-FFF2-40B4-BE49-F238E27FC236}">
                <a16:creationId xmlns:a16="http://schemas.microsoft.com/office/drawing/2014/main" id="{61DB24A0-D740-F844-B610-58D0C64BDA7C}"/>
              </a:ext>
            </a:extLst>
          </p:cNvPr>
          <p:cNvSpPr>
            <a:spLocks noChangeArrowheads="1"/>
          </p:cNvSpPr>
          <p:nvPr/>
        </p:nvSpPr>
        <p:spPr bwMode="auto">
          <a:xfrm>
            <a:off x="5876925" y="2620963"/>
            <a:ext cx="354013"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80" name="Rectangle 87">
            <a:extLst>
              <a:ext uri="{FF2B5EF4-FFF2-40B4-BE49-F238E27FC236}">
                <a16:creationId xmlns:a16="http://schemas.microsoft.com/office/drawing/2014/main" id="{0ACCADBB-D2C1-CF4E-A083-3E228327A04B}"/>
              </a:ext>
            </a:extLst>
          </p:cNvPr>
          <p:cNvSpPr>
            <a:spLocks noChangeArrowheads="1"/>
          </p:cNvSpPr>
          <p:nvPr/>
        </p:nvSpPr>
        <p:spPr bwMode="auto">
          <a:xfrm>
            <a:off x="6491288" y="2620963"/>
            <a:ext cx="355600"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81" name="Rectangle 88">
            <a:extLst>
              <a:ext uri="{FF2B5EF4-FFF2-40B4-BE49-F238E27FC236}">
                <a16:creationId xmlns:a16="http://schemas.microsoft.com/office/drawing/2014/main" id="{1577BCFC-E715-6348-ACD3-EA497867F7E4}"/>
              </a:ext>
            </a:extLst>
          </p:cNvPr>
          <p:cNvSpPr>
            <a:spLocks noChangeArrowheads="1"/>
          </p:cNvSpPr>
          <p:nvPr/>
        </p:nvSpPr>
        <p:spPr bwMode="auto">
          <a:xfrm>
            <a:off x="8334375" y="2620963"/>
            <a:ext cx="354013" cy="2420937"/>
          </a:xfrm>
          <a:prstGeom prst="rect">
            <a:avLst/>
          </a:prstGeom>
          <a:solidFill>
            <a:srgbClr val="FFFFCC"/>
          </a:solidFill>
          <a:ln w="9525">
            <a:solidFill>
              <a:srgbClr val="000000"/>
            </a:solidFill>
            <a:miter lim="800000"/>
            <a:headEnd/>
            <a:tailEnd/>
          </a:ln>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82" name="Line 89">
            <a:extLst>
              <a:ext uri="{FF2B5EF4-FFF2-40B4-BE49-F238E27FC236}">
                <a16:creationId xmlns:a16="http://schemas.microsoft.com/office/drawing/2014/main" id="{A95EAA6B-1E04-BB43-97FF-64B22429F5E3}"/>
              </a:ext>
            </a:extLst>
          </p:cNvPr>
          <p:cNvSpPr>
            <a:spLocks noChangeShapeType="1"/>
          </p:cNvSpPr>
          <p:nvPr/>
        </p:nvSpPr>
        <p:spPr bwMode="auto">
          <a:xfrm>
            <a:off x="5475288" y="2185988"/>
            <a:ext cx="0" cy="2947987"/>
          </a:xfrm>
          <a:prstGeom prst="line">
            <a:avLst/>
          </a:prstGeom>
          <a:noFill/>
          <a:ln w="28575">
            <a:solidFill>
              <a:srgbClr val="003162"/>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83" name="Text Box 90">
            <a:extLst>
              <a:ext uri="{FF2B5EF4-FFF2-40B4-BE49-F238E27FC236}">
                <a16:creationId xmlns:a16="http://schemas.microsoft.com/office/drawing/2014/main" id="{3411E895-5325-CA4A-A2B6-359C1592E36C}"/>
              </a:ext>
            </a:extLst>
          </p:cNvPr>
          <p:cNvSpPr txBox="1">
            <a:spLocks noChangeArrowheads="1"/>
          </p:cNvSpPr>
          <p:nvPr/>
        </p:nvSpPr>
        <p:spPr bwMode="auto">
          <a:xfrm>
            <a:off x="5697538" y="2644775"/>
            <a:ext cx="636587" cy="255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latin typeface="楷体_GB2312" pitchFamily="49" charset="-122"/>
                <a:ea typeface="楷体_GB2312" pitchFamily="49" charset="-122"/>
              </a:rPr>
              <a:t>元件映像寄存器</a:t>
            </a:r>
          </a:p>
        </p:txBody>
      </p:sp>
      <p:sp>
        <p:nvSpPr>
          <p:cNvPr id="184" name="Text Box 91">
            <a:extLst>
              <a:ext uri="{FF2B5EF4-FFF2-40B4-BE49-F238E27FC236}">
                <a16:creationId xmlns:a16="http://schemas.microsoft.com/office/drawing/2014/main" id="{B906A306-E98E-2847-8AD9-1C0FF7271045}"/>
              </a:ext>
            </a:extLst>
          </p:cNvPr>
          <p:cNvSpPr txBox="1">
            <a:spLocks noChangeArrowheads="1"/>
          </p:cNvSpPr>
          <p:nvPr/>
        </p:nvSpPr>
        <p:spPr bwMode="auto">
          <a:xfrm>
            <a:off x="6354763" y="3003550"/>
            <a:ext cx="590550" cy="200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a:r>
              <a:rPr lang="zh-CN" altLang="en-US" sz="1800" b="1">
                <a:solidFill>
                  <a:srgbClr val="0000CC"/>
                </a:solidFill>
                <a:latin typeface="楷体_GB2312" pitchFamily="49" charset="-122"/>
                <a:ea typeface="楷体_GB2312" pitchFamily="49" charset="-122"/>
              </a:rPr>
              <a:t>输出锁存器</a:t>
            </a:r>
          </a:p>
        </p:txBody>
      </p:sp>
      <p:sp>
        <p:nvSpPr>
          <p:cNvPr id="185" name="Text Box 92">
            <a:extLst>
              <a:ext uri="{FF2B5EF4-FFF2-40B4-BE49-F238E27FC236}">
                <a16:creationId xmlns:a16="http://schemas.microsoft.com/office/drawing/2014/main" id="{1A372789-C72C-C34B-AFC4-1681879890AC}"/>
              </a:ext>
            </a:extLst>
          </p:cNvPr>
          <p:cNvSpPr txBox="1">
            <a:spLocks noChangeArrowheads="1"/>
          </p:cNvSpPr>
          <p:nvPr/>
        </p:nvSpPr>
        <p:spPr bwMode="auto">
          <a:xfrm>
            <a:off x="8162925" y="2840038"/>
            <a:ext cx="661988" cy="2395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r>
              <a:rPr kumimoji="0" lang="zh-CN" altLang="en-US" sz="1800" b="1" i="0" u="none" strike="noStrike" kern="0" cap="none" spc="0" normalizeH="0" baseline="0" noProof="0">
                <a:ln>
                  <a:noFill/>
                </a:ln>
                <a:solidFill>
                  <a:srgbClr val="0000CC"/>
                </a:solidFill>
                <a:effectLst/>
                <a:uLnTx/>
                <a:uFillTx/>
                <a:latin typeface="楷体_GB2312" pitchFamily="49" charset="-122"/>
                <a:ea typeface="楷体_GB2312" pitchFamily="49" charset="-122"/>
              </a:rPr>
              <a:t>用户输出设备</a:t>
            </a:r>
          </a:p>
        </p:txBody>
      </p:sp>
      <p:sp>
        <p:nvSpPr>
          <p:cNvPr id="186" name="Text Box 93">
            <a:extLst>
              <a:ext uri="{FF2B5EF4-FFF2-40B4-BE49-F238E27FC236}">
                <a16:creationId xmlns:a16="http://schemas.microsoft.com/office/drawing/2014/main" id="{DD7F7050-DAE5-7C45-AA7B-3F8222E55362}"/>
              </a:ext>
            </a:extLst>
          </p:cNvPr>
          <p:cNvSpPr txBox="1">
            <a:spLocks noChangeArrowheads="1"/>
          </p:cNvSpPr>
          <p:nvPr/>
        </p:nvSpPr>
        <p:spPr bwMode="auto">
          <a:xfrm>
            <a:off x="611188" y="1346200"/>
            <a:ext cx="49323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rPr>
              <a:t>从输入端子到输出端子的信号传递过程</a:t>
            </a:r>
          </a:p>
        </p:txBody>
      </p:sp>
      <p:sp>
        <p:nvSpPr>
          <p:cNvPr id="187" name="Text Box 94">
            <a:extLst>
              <a:ext uri="{FF2B5EF4-FFF2-40B4-BE49-F238E27FC236}">
                <a16:creationId xmlns:a16="http://schemas.microsoft.com/office/drawing/2014/main" id="{564F2753-E983-B540-90FF-0BC578C57B1C}"/>
              </a:ext>
            </a:extLst>
          </p:cNvPr>
          <p:cNvSpPr txBox="1">
            <a:spLocks noChangeArrowheads="1"/>
          </p:cNvSpPr>
          <p:nvPr/>
        </p:nvSpPr>
        <p:spPr bwMode="auto">
          <a:xfrm>
            <a:off x="395288" y="692150"/>
            <a:ext cx="6376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A50021"/>
                </a:solidFill>
                <a:latin typeface="宋体" panose="02010600030101010101" pitchFamily="2" charset="-122"/>
              </a:rPr>
              <a:t>(1)PLC</a:t>
            </a:r>
            <a:r>
              <a:rPr lang="zh-CN" altLang="en-US" sz="2400" b="1" dirty="0">
                <a:solidFill>
                  <a:srgbClr val="A50021"/>
                </a:solidFill>
                <a:latin typeface="宋体" panose="02010600030101010101" pitchFamily="2" charset="-122"/>
              </a:rPr>
              <a:t>的循环扫描工作过程（信号传递过程）</a:t>
            </a:r>
            <a:endParaRPr lang="zh-CN" altLang="zh-CN" sz="2400" dirty="0">
              <a:solidFill>
                <a:srgbClr val="0000CC"/>
              </a:solidFill>
              <a:latin typeface="宋体" panose="02010600030101010101" pitchFamily="2" charset="-122"/>
            </a:endParaRPr>
          </a:p>
        </p:txBody>
      </p:sp>
      <p:sp>
        <p:nvSpPr>
          <p:cNvPr id="4" name="文本框 3">
            <a:extLst>
              <a:ext uri="{FF2B5EF4-FFF2-40B4-BE49-F238E27FC236}">
                <a16:creationId xmlns:a16="http://schemas.microsoft.com/office/drawing/2014/main" id="{4AD00D13-3EC7-1A18-97F9-0DE963166EF2}"/>
              </a:ext>
            </a:extLst>
          </p:cNvPr>
          <p:cNvSpPr txBox="1"/>
          <p:nvPr/>
        </p:nvSpPr>
        <p:spPr>
          <a:xfrm rot="420000">
            <a:off x="7496279" y="173278"/>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35972498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nodeType="clickEffect">
                                  <p:stCondLst>
                                    <p:cond delay="0"/>
                                  </p:stCondLst>
                                  <p:childTnLst>
                                    <p:set>
                                      <p:cBhvr>
                                        <p:cTn id="6" dur="1000">
                                          <p:stCondLst>
                                            <p:cond delay="0"/>
                                          </p:stCondLst>
                                        </p:cTn>
                                        <p:tgtEl>
                                          <p:spTgt spid="1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animEffect transition="in" filter="blinds(horizontal)">
                                      <p:cBhvr>
                                        <p:cTn id="11" dur="500"/>
                                        <p:tgtEl>
                                          <p:spTgt spid="1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wipe(down)">
                                      <p:cBhvr>
                                        <p:cTn id="16" dur="500"/>
                                        <p:tgtEl>
                                          <p:spTgt spid="9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0"/>
                                        </p:tgtEl>
                                        <p:attrNameLst>
                                          <p:attrName>style.visibility</p:attrName>
                                        </p:attrNameLst>
                                      </p:cBhvr>
                                      <p:to>
                                        <p:strVal val="visible"/>
                                      </p:to>
                                    </p:set>
                                    <p:animEffect transition="in" filter="wipe(left)">
                                      <p:cBhvr>
                                        <p:cTn id="25" dur="500"/>
                                        <p:tgtEl>
                                          <p:spTgt spid="10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9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499"/>
                                          </p:stCondLst>
                                        </p:cTn>
                                        <p:tgtEl>
                                          <p:spTgt spid="10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1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03"/>
                                        </p:tgtEl>
                                        <p:attrNameLst>
                                          <p:attrName>style.visibility</p:attrName>
                                        </p:attrNameLst>
                                      </p:cBhvr>
                                      <p:to>
                                        <p:strVal val="visible"/>
                                      </p:to>
                                    </p:set>
                                    <p:animEffect transition="in" filter="wipe(up)">
                                      <p:cBhvr>
                                        <p:cTn id="42" dur="500"/>
                                        <p:tgtEl>
                                          <p:spTgt spid="10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09"/>
                                        </p:tgtEl>
                                        <p:attrNameLst>
                                          <p:attrName>style.visibility</p:attrName>
                                        </p:attrNameLst>
                                      </p:cBhvr>
                                      <p:to>
                                        <p:strVal val="visible"/>
                                      </p:to>
                                    </p:set>
                                    <p:animEffect transition="in" filter="wipe(up)">
                                      <p:cBhvr>
                                        <p:cTn id="51" dur="500"/>
                                        <p:tgtEl>
                                          <p:spTgt spid="109"/>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11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1" presetClass="entr" presetSubtype="0" fill="hold" nodeType="clickEffect">
                                  <p:stCondLst>
                                    <p:cond delay="0"/>
                                  </p:stCondLst>
                                  <p:childTnLst>
                                    <p:set>
                                      <p:cBhvr>
                                        <p:cTn id="59" dur="1000">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utoUpdateAnimBg="0"/>
      <p:bldP spid="96" grpId="0" autoUpdateAnimBg="0"/>
      <p:bldP spid="112" grpId="0" autoUpdateAnimBg="0"/>
      <p:bldP spid="113" grpId="0" autoUpdateAnimBg="0"/>
      <p:bldP spid="114" grpId="0" autoUpdateAnimBg="0"/>
      <p:bldP spid="115"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Text Box 3">
            <a:extLst>
              <a:ext uri="{FF2B5EF4-FFF2-40B4-BE49-F238E27FC236}">
                <a16:creationId xmlns:a16="http://schemas.microsoft.com/office/drawing/2014/main" id="{23016D5D-B53C-A24C-801A-FA892A213630}"/>
              </a:ext>
            </a:extLst>
          </p:cNvPr>
          <p:cNvSpPr txBox="1">
            <a:spLocks noChangeArrowheads="1"/>
          </p:cNvSpPr>
          <p:nvPr/>
        </p:nvSpPr>
        <p:spPr bwMode="auto">
          <a:xfrm>
            <a:off x="611188" y="1958132"/>
            <a:ext cx="2209800" cy="527050"/>
          </a:xfrm>
          <a:prstGeom prst="rect">
            <a:avLst/>
          </a:prstGeom>
          <a:solidFill>
            <a:srgbClr val="FFFF99"/>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等效电路图</a:t>
            </a:r>
          </a:p>
        </p:txBody>
      </p:sp>
      <p:grpSp>
        <p:nvGrpSpPr>
          <p:cNvPr id="259" name="Group 4">
            <a:extLst>
              <a:ext uri="{FF2B5EF4-FFF2-40B4-BE49-F238E27FC236}">
                <a16:creationId xmlns:a16="http://schemas.microsoft.com/office/drawing/2014/main" id="{573CC4AD-ADE1-A34F-81CB-85F479CDE1A3}"/>
              </a:ext>
            </a:extLst>
          </p:cNvPr>
          <p:cNvGrpSpPr>
            <a:grpSpLocks/>
          </p:cNvGrpSpPr>
          <p:nvPr/>
        </p:nvGrpSpPr>
        <p:grpSpPr bwMode="auto">
          <a:xfrm>
            <a:off x="838200" y="3435301"/>
            <a:ext cx="1066800" cy="2667000"/>
            <a:chOff x="0" y="0"/>
            <a:chExt cx="1680" cy="4200"/>
          </a:xfrm>
        </p:grpSpPr>
        <p:sp>
          <p:nvSpPr>
            <p:cNvPr id="260" name="Text Box 5">
              <a:extLst>
                <a:ext uri="{FF2B5EF4-FFF2-40B4-BE49-F238E27FC236}">
                  <a16:creationId xmlns:a16="http://schemas.microsoft.com/office/drawing/2014/main" id="{C612A497-C478-F942-ABD5-BA2913896A03}"/>
                </a:ext>
              </a:extLst>
            </p:cNvPr>
            <p:cNvSpPr txBox="1">
              <a:spLocks noChangeArrowheads="1"/>
            </p:cNvSpPr>
            <p:nvPr/>
          </p:nvSpPr>
          <p:spPr bwMode="auto">
            <a:xfrm>
              <a:off x="395" y="0"/>
              <a:ext cx="925" cy="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9211C"/>
                  </a:solidFill>
                  <a:effectLst/>
                  <a:uLnTx/>
                  <a:uFillTx/>
                  <a:latin typeface="Arial" panose="020B0604020202020204" pitchFamily="34" charset="0"/>
                  <a:ea typeface="宋体" panose="02010600030101010101" pitchFamily="2" charset="-122"/>
                </a:rPr>
                <a:t>1</a:t>
              </a:r>
            </a:p>
          </p:txBody>
        </p:sp>
        <p:grpSp>
          <p:nvGrpSpPr>
            <p:cNvPr id="261" name="Group 6">
              <a:extLst>
                <a:ext uri="{FF2B5EF4-FFF2-40B4-BE49-F238E27FC236}">
                  <a16:creationId xmlns:a16="http://schemas.microsoft.com/office/drawing/2014/main" id="{D6D0FD03-D47C-8044-AD02-C32C32885D8D}"/>
                </a:ext>
              </a:extLst>
            </p:cNvPr>
            <p:cNvGrpSpPr>
              <a:grpSpLocks/>
            </p:cNvGrpSpPr>
            <p:nvPr/>
          </p:nvGrpSpPr>
          <p:grpSpPr bwMode="auto">
            <a:xfrm>
              <a:off x="0" y="600"/>
              <a:ext cx="1680" cy="3600"/>
              <a:chOff x="0" y="0"/>
              <a:chExt cx="672" cy="1440"/>
            </a:xfrm>
          </p:grpSpPr>
          <p:sp>
            <p:nvSpPr>
              <p:cNvPr id="262" name="Line 7">
                <a:extLst>
                  <a:ext uri="{FF2B5EF4-FFF2-40B4-BE49-F238E27FC236}">
                    <a16:creationId xmlns:a16="http://schemas.microsoft.com/office/drawing/2014/main" id="{DFDA03C8-9146-7E49-8ABF-0CB70CCAB6B1}"/>
                  </a:ext>
                </a:extLst>
              </p:cNvPr>
              <p:cNvSpPr>
                <a:spLocks noChangeShapeType="1"/>
              </p:cNvSpPr>
              <p:nvPr/>
            </p:nvSpPr>
            <p:spPr bwMode="auto">
              <a:xfrm>
                <a:off x="367" y="1304"/>
                <a:ext cx="29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263" name="Group 8">
                <a:extLst>
                  <a:ext uri="{FF2B5EF4-FFF2-40B4-BE49-F238E27FC236}">
                    <a16:creationId xmlns:a16="http://schemas.microsoft.com/office/drawing/2014/main" id="{84DE9559-D002-2343-AD73-20219BE2DA13}"/>
                  </a:ext>
                </a:extLst>
              </p:cNvPr>
              <p:cNvGrpSpPr>
                <a:grpSpLocks/>
              </p:cNvGrpSpPr>
              <p:nvPr/>
            </p:nvGrpSpPr>
            <p:grpSpPr bwMode="auto">
              <a:xfrm>
                <a:off x="0" y="4"/>
                <a:ext cx="653" cy="188"/>
                <a:chOff x="0" y="0"/>
                <a:chExt cx="653" cy="188"/>
              </a:xfrm>
            </p:grpSpPr>
            <p:sp>
              <p:nvSpPr>
                <p:cNvPr id="285" name="Line 9">
                  <a:extLst>
                    <a:ext uri="{FF2B5EF4-FFF2-40B4-BE49-F238E27FC236}">
                      <a16:creationId xmlns:a16="http://schemas.microsoft.com/office/drawing/2014/main" id="{D48D8981-FBDD-8E4E-9427-9FBA2389DCD8}"/>
                    </a:ext>
                  </a:extLst>
                </p:cNvPr>
                <p:cNvSpPr>
                  <a:spLocks noChangeShapeType="1"/>
                </p:cNvSpPr>
                <p:nvPr/>
              </p:nvSpPr>
              <p:spPr bwMode="auto">
                <a:xfrm>
                  <a:off x="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6" name="Line 10">
                  <a:extLst>
                    <a:ext uri="{FF2B5EF4-FFF2-40B4-BE49-F238E27FC236}">
                      <a16:creationId xmlns:a16="http://schemas.microsoft.com/office/drawing/2014/main" id="{DBE86B5D-3F40-DC48-B7EE-656EA569CA6B}"/>
                    </a:ext>
                  </a:extLst>
                </p:cNvPr>
                <p:cNvSpPr>
                  <a:spLocks noChangeShapeType="1"/>
                </p:cNvSpPr>
                <p:nvPr/>
              </p:nvSpPr>
              <p:spPr bwMode="auto">
                <a:xfrm flipV="1">
                  <a:off x="187" y="0"/>
                  <a:ext cx="233" cy="9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7" name="Line 11">
                  <a:extLst>
                    <a:ext uri="{FF2B5EF4-FFF2-40B4-BE49-F238E27FC236}">
                      <a16:creationId xmlns:a16="http://schemas.microsoft.com/office/drawing/2014/main" id="{0677F563-02F5-2F41-8B63-DD277D610FE1}"/>
                    </a:ext>
                  </a:extLst>
                </p:cNvPr>
                <p:cNvSpPr>
                  <a:spLocks noChangeShapeType="1"/>
                </p:cNvSpPr>
                <p:nvPr/>
              </p:nvSpPr>
              <p:spPr bwMode="auto">
                <a:xfrm>
                  <a:off x="42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288" name="Group 12">
                  <a:extLst>
                    <a:ext uri="{FF2B5EF4-FFF2-40B4-BE49-F238E27FC236}">
                      <a16:creationId xmlns:a16="http://schemas.microsoft.com/office/drawing/2014/main" id="{768956F7-0BF8-1146-BCAF-411C6F87A9FC}"/>
                    </a:ext>
                  </a:extLst>
                </p:cNvPr>
                <p:cNvGrpSpPr>
                  <a:grpSpLocks/>
                </p:cNvGrpSpPr>
                <p:nvPr/>
              </p:nvGrpSpPr>
              <p:grpSpPr bwMode="auto">
                <a:xfrm>
                  <a:off x="280" y="47"/>
                  <a:ext cx="93" cy="141"/>
                  <a:chOff x="0" y="0"/>
                  <a:chExt cx="93" cy="141"/>
                </a:xfrm>
              </p:grpSpPr>
              <p:sp>
                <p:nvSpPr>
                  <p:cNvPr id="289" name="Line 13">
                    <a:extLst>
                      <a:ext uri="{FF2B5EF4-FFF2-40B4-BE49-F238E27FC236}">
                        <a16:creationId xmlns:a16="http://schemas.microsoft.com/office/drawing/2014/main" id="{016101A2-388F-9E49-B7DD-BC3E158C7FB4}"/>
                      </a:ext>
                    </a:extLst>
                  </p:cNvPr>
                  <p:cNvSpPr>
                    <a:spLocks noChangeShapeType="1"/>
                  </p:cNvSpPr>
                  <p:nvPr/>
                </p:nvSpPr>
                <p:spPr bwMode="auto">
                  <a:xfrm>
                    <a:off x="47" y="0"/>
                    <a:ext cx="0" cy="141"/>
                  </a:xfrm>
                  <a:prstGeom prst="line">
                    <a:avLst/>
                  </a:prstGeom>
                  <a:noFill/>
                  <a:ln w="28575">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0" name="Line 14">
                    <a:extLst>
                      <a:ext uri="{FF2B5EF4-FFF2-40B4-BE49-F238E27FC236}">
                        <a16:creationId xmlns:a16="http://schemas.microsoft.com/office/drawing/2014/main" id="{60F6E715-D2B8-7B48-85D7-4E9C6C86CD80}"/>
                      </a:ext>
                    </a:extLst>
                  </p:cNvPr>
                  <p:cNvSpPr>
                    <a:spLocks noChangeShapeType="1"/>
                  </p:cNvSpPr>
                  <p:nvPr/>
                </p:nvSpPr>
                <p:spPr bwMode="auto">
                  <a:xfrm>
                    <a:off x="0"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1" name="Line 15">
                    <a:extLst>
                      <a:ext uri="{FF2B5EF4-FFF2-40B4-BE49-F238E27FC236}">
                        <a16:creationId xmlns:a16="http://schemas.microsoft.com/office/drawing/2014/main" id="{0D1987BC-B9B3-1541-8DB8-849722704486}"/>
                      </a:ext>
                    </a:extLst>
                  </p:cNvPr>
                  <p:cNvSpPr>
                    <a:spLocks noChangeShapeType="1"/>
                  </p:cNvSpPr>
                  <p:nvPr/>
                </p:nvSpPr>
                <p:spPr bwMode="auto">
                  <a:xfrm>
                    <a:off x="93"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2" name="Line 16">
                    <a:extLst>
                      <a:ext uri="{FF2B5EF4-FFF2-40B4-BE49-F238E27FC236}">
                        <a16:creationId xmlns:a16="http://schemas.microsoft.com/office/drawing/2014/main" id="{41BC9331-CCB3-8341-A9B6-3A9D5FE6834A}"/>
                      </a:ext>
                    </a:extLst>
                  </p:cNvPr>
                  <p:cNvSpPr>
                    <a:spLocks noChangeShapeType="1"/>
                  </p:cNvSpPr>
                  <p:nvPr/>
                </p:nvSpPr>
                <p:spPr bwMode="auto">
                  <a:xfrm>
                    <a:off x="0" y="141"/>
                    <a:ext cx="9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264" name="Text Box 17">
                <a:extLst>
                  <a:ext uri="{FF2B5EF4-FFF2-40B4-BE49-F238E27FC236}">
                    <a16:creationId xmlns:a16="http://schemas.microsoft.com/office/drawing/2014/main" id="{060A7009-AFD8-9940-9139-03ACBECFBD02}"/>
                  </a:ext>
                </a:extLst>
              </p:cNvPr>
              <p:cNvSpPr txBox="1">
                <a:spLocks noChangeArrowheads="1"/>
              </p:cNvSpPr>
              <p:nvPr/>
            </p:nvSpPr>
            <p:spPr bwMode="auto">
              <a:xfrm>
                <a:off x="163" y="153"/>
                <a:ext cx="3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9211C"/>
                    </a:solidFill>
                    <a:effectLst/>
                    <a:uLnTx/>
                    <a:uFillTx/>
                    <a:latin typeface="Arial" panose="020B0604020202020204" pitchFamily="34" charset="0"/>
                    <a:ea typeface="宋体" panose="02010600030101010101" pitchFamily="2" charset="-122"/>
                  </a:rPr>
                  <a:t>2</a:t>
                </a:r>
              </a:p>
            </p:txBody>
          </p:sp>
          <p:sp>
            <p:nvSpPr>
              <p:cNvPr id="265" name="Text Box 18">
                <a:extLst>
                  <a:ext uri="{FF2B5EF4-FFF2-40B4-BE49-F238E27FC236}">
                    <a16:creationId xmlns:a16="http://schemas.microsoft.com/office/drawing/2014/main" id="{76173D6C-FC67-B64C-AC7A-67518D692122}"/>
                  </a:ext>
                </a:extLst>
              </p:cNvPr>
              <p:cNvSpPr txBox="1">
                <a:spLocks noChangeArrowheads="1"/>
              </p:cNvSpPr>
              <p:nvPr/>
            </p:nvSpPr>
            <p:spPr bwMode="auto">
              <a:xfrm>
                <a:off x="192" y="624"/>
                <a:ext cx="3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ST</a:t>
                </a:r>
              </a:p>
            </p:txBody>
          </p:sp>
          <p:sp>
            <p:nvSpPr>
              <p:cNvPr id="266" name="Line 19">
                <a:extLst>
                  <a:ext uri="{FF2B5EF4-FFF2-40B4-BE49-F238E27FC236}">
                    <a16:creationId xmlns:a16="http://schemas.microsoft.com/office/drawing/2014/main" id="{6B2FF343-00D1-D54A-B363-E442D01009BF}"/>
                  </a:ext>
                </a:extLst>
              </p:cNvPr>
              <p:cNvSpPr>
                <a:spLocks noChangeShapeType="1"/>
              </p:cNvSpPr>
              <p:nvPr/>
            </p:nvSpPr>
            <p:spPr bwMode="auto">
              <a:xfrm>
                <a:off x="8" y="818"/>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7" name="Line 20">
                <a:extLst>
                  <a:ext uri="{FF2B5EF4-FFF2-40B4-BE49-F238E27FC236}">
                    <a16:creationId xmlns:a16="http://schemas.microsoft.com/office/drawing/2014/main" id="{CA207D06-FD94-0A45-BAB4-1FACA31BC564}"/>
                  </a:ext>
                </a:extLst>
              </p:cNvPr>
              <p:cNvSpPr>
                <a:spLocks noChangeShapeType="1"/>
              </p:cNvSpPr>
              <p:nvPr/>
            </p:nvSpPr>
            <p:spPr bwMode="auto">
              <a:xfrm>
                <a:off x="432" y="816"/>
                <a:ext cx="0" cy="87"/>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8" name="Line 21">
                <a:extLst>
                  <a:ext uri="{FF2B5EF4-FFF2-40B4-BE49-F238E27FC236}">
                    <a16:creationId xmlns:a16="http://schemas.microsoft.com/office/drawing/2014/main" id="{907F2DCE-4E88-7F40-A3EE-896B563CBA6E}"/>
                  </a:ext>
                </a:extLst>
              </p:cNvPr>
              <p:cNvSpPr>
                <a:spLocks noChangeShapeType="1"/>
              </p:cNvSpPr>
              <p:nvPr/>
            </p:nvSpPr>
            <p:spPr bwMode="auto">
              <a:xfrm flipV="1">
                <a:off x="192" y="818"/>
                <a:ext cx="236" cy="13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9" name="Line 22">
                <a:extLst>
                  <a:ext uri="{FF2B5EF4-FFF2-40B4-BE49-F238E27FC236}">
                    <a16:creationId xmlns:a16="http://schemas.microsoft.com/office/drawing/2014/main" id="{1940F7DA-5C9A-6649-A410-DC2A630E6980}"/>
                  </a:ext>
                </a:extLst>
              </p:cNvPr>
              <p:cNvSpPr>
                <a:spLocks noChangeShapeType="1"/>
              </p:cNvSpPr>
              <p:nvPr/>
            </p:nvSpPr>
            <p:spPr bwMode="auto">
              <a:xfrm>
                <a:off x="428" y="818"/>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0" name="Line 23">
                <a:extLst>
                  <a:ext uri="{FF2B5EF4-FFF2-40B4-BE49-F238E27FC236}">
                    <a16:creationId xmlns:a16="http://schemas.microsoft.com/office/drawing/2014/main" id="{85BD0AB6-EF32-134A-9739-C17D624F2C03}"/>
                  </a:ext>
                </a:extLst>
              </p:cNvPr>
              <p:cNvSpPr>
                <a:spLocks noChangeShapeType="1"/>
              </p:cNvSpPr>
              <p:nvPr/>
            </p:nvSpPr>
            <p:spPr bwMode="auto">
              <a:xfrm>
                <a:off x="0" y="0"/>
                <a:ext cx="0" cy="130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271" name="Group 24">
                <a:extLst>
                  <a:ext uri="{FF2B5EF4-FFF2-40B4-BE49-F238E27FC236}">
                    <a16:creationId xmlns:a16="http://schemas.microsoft.com/office/drawing/2014/main" id="{F2D12517-B351-AE4B-B8EE-1DB22F821DE6}"/>
                  </a:ext>
                </a:extLst>
              </p:cNvPr>
              <p:cNvGrpSpPr>
                <a:grpSpLocks/>
              </p:cNvGrpSpPr>
              <p:nvPr/>
            </p:nvGrpSpPr>
            <p:grpSpPr bwMode="auto">
              <a:xfrm flipH="1">
                <a:off x="294" y="1170"/>
                <a:ext cx="73" cy="270"/>
                <a:chOff x="0" y="0"/>
                <a:chExt cx="48" cy="192"/>
              </a:xfrm>
            </p:grpSpPr>
            <p:sp>
              <p:nvSpPr>
                <p:cNvPr id="283" name="Line 25">
                  <a:extLst>
                    <a:ext uri="{FF2B5EF4-FFF2-40B4-BE49-F238E27FC236}">
                      <a16:creationId xmlns:a16="http://schemas.microsoft.com/office/drawing/2014/main" id="{16F27365-FAFC-4F46-B745-8DF4A96C744A}"/>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4" name="Line 26">
                  <a:extLst>
                    <a:ext uri="{FF2B5EF4-FFF2-40B4-BE49-F238E27FC236}">
                      <a16:creationId xmlns:a16="http://schemas.microsoft.com/office/drawing/2014/main" id="{A404CA99-5138-394F-AF1D-CD6AA10BBF9D}"/>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72" name="Line 27">
                <a:extLst>
                  <a:ext uri="{FF2B5EF4-FFF2-40B4-BE49-F238E27FC236}">
                    <a16:creationId xmlns:a16="http://schemas.microsoft.com/office/drawing/2014/main" id="{F0C06C84-07BA-9748-BF93-0D7FB3E69CA4}"/>
                  </a:ext>
                </a:extLst>
              </p:cNvPr>
              <p:cNvSpPr>
                <a:spLocks noChangeShapeType="1"/>
              </p:cNvSpPr>
              <p:nvPr/>
            </p:nvSpPr>
            <p:spPr bwMode="auto">
              <a:xfrm>
                <a:off x="0" y="1304"/>
                <a:ext cx="29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3" name="Line 28">
                <a:extLst>
                  <a:ext uri="{FF2B5EF4-FFF2-40B4-BE49-F238E27FC236}">
                    <a16:creationId xmlns:a16="http://schemas.microsoft.com/office/drawing/2014/main" id="{B861E6B4-30F6-0F4D-8CCA-C5CB25238B48}"/>
                  </a:ext>
                </a:extLst>
              </p:cNvPr>
              <p:cNvSpPr>
                <a:spLocks noChangeShapeType="1"/>
              </p:cNvSpPr>
              <p:nvPr/>
            </p:nvSpPr>
            <p:spPr bwMode="auto">
              <a:xfrm>
                <a:off x="288" y="903"/>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274" name="Group 29">
                <a:extLst>
                  <a:ext uri="{FF2B5EF4-FFF2-40B4-BE49-F238E27FC236}">
                    <a16:creationId xmlns:a16="http://schemas.microsoft.com/office/drawing/2014/main" id="{83512379-9016-784B-BCCF-402300CD0DC1}"/>
                  </a:ext>
                </a:extLst>
              </p:cNvPr>
              <p:cNvGrpSpPr>
                <a:grpSpLocks/>
              </p:cNvGrpSpPr>
              <p:nvPr/>
            </p:nvGrpSpPr>
            <p:grpSpPr bwMode="auto">
              <a:xfrm>
                <a:off x="19" y="388"/>
                <a:ext cx="653" cy="188"/>
                <a:chOff x="0" y="0"/>
                <a:chExt cx="653" cy="188"/>
              </a:xfrm>
            </p:grpSpPr>
            <p:sp>
              <p:nvSpPr>
                <p:cNvPr id="275" name="Line 30">
                  <a:extLst>
                    <a:ext uri="{FF2B5EF4-FFF2-40B4-BE49-F238E27FC236}">
                      <a16:creationId xmlns:a16="http://schemas.microsoft.com/office/drawing/2014/main" id="{370BD5E6-F5AB-F247-8AD8-CA274C326ACF}"/>
                    </a:ext>
                  </a:extLst>
                </p:cNvPr>
                <p:cNvSpPr>
                  <a:spLocks noChangeShapeType="1"/>
                </p:cNvSpPr>
                <p:nvPr/>
              </p:nvSpPr>
              <p:spPr bwMode="auto">
                <a:xfrm>
                  <a:off x="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6" name="Line 31">
                  <a:extLst>
                    <a:ext uri="{FF2B5EF4-FFF2-40B4-BE49-F238E27FC236}">
                      <a16:creationId xmlns:a16="http://schemas.microsoft.com/office/drawing/2014/main" id="{4BFBBB13-64CC-564C-A189-4541C8106DCA}"/>
                    </a:ext>
                  </a:extLst>
                </p:cNvPr>
                <p:cNvSpPr>
                  <a:spLocks noChangeShapeType="1"/>
                </p:cNvSpPr>
                <p:nvPr/>
              </p:nvSpPr>
              <p:spPr bwMode="auto">
                <a:xfrm flipV="1">
                  <a:off x="187" y="0"/>
                  <a:ext cx="233" cy="9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7" name="Line 32">
                  <a:extLst>
                    <a:ext uri="{FF2B5EF4-FFF2-40B4-BE49-F238E27FC236}">
                      <a16:creationId xmlns:a16="http://schemas.microsoft.com/office/drawing/2014/main" id="{889B08AA-D7AB-A44C-90DC-ACC93CAEA967}"/>
                    </a:ext>
                  </a:extLst>
                </p:cNvPr>
                <p:cNvSpPr>
                  <a:spLocks noChangeShapeType="1"/>
                </p:cNvSpPr>
                <p:nvPr/>
              </p:nvSpPr>
              <p:spPr bwMode="auto">
                <a:xfrm>
                  <a:off x="42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278" name="Group 33">
                  <a:extLst>
                    <a:ext uri="{FF2B5EF4-FFF2-40B4-BE49-F238E27FC236}">
                      <a16:creationId xmlns:a16="http://schemas.microsoft.com/office/drawing/2014/main" id="{80D5426B-413C-9845-8CB7-55C90043CFF2}"/>
                    </a:ext>
                  </a:extLst>
                </p:cNvPr>
                <p:cNvGrpSpPr>
                  <a:grpSpLocks/>
                </p:cNvGrpSpPr>
                <p:nvPr/>
              </p:nvGrpSpPr>
              <p:grpSpPr bwMode="auto">
                <a:xfrm>
                  <a:off x="280" y="47"/>
                  <a:ext cx="93" cy="141"/>
                  <a:chOff x="0" y="0"/>
                  <a:chExt cx="93" cy="141"/>
                </a:xfrm>
              </p:grpSpPr>
              <p:sp>
                <p:nvSpPr>
                  <p:cNvPr id="279" name="Line 34">
                    <a:extLst>
                      <a:ext uri="{FF2B5EF4-FFF2-40B4-BE49-F238E27FC236}">
                        <a16:creationId xmlns:a16="http://schemas.microsoft.com/office/drawing/2014/main" id="{846F6D54-8C39-884F-AEF4-4273AAB76BCD}"/>
                      </a:ext>
                    </a:extLst>
                  </p:cNvPr>
                  <p:cNvSpPr>
                    <a:spLocks noChangeShapeType="1"/>
                  </p:cNvSpPr>
                  <p:nvPr/>
                </p:nvSpPr>
                <p:spPr bwMode="auto">
                  <a:xfrm>
                    <a:off x="47" y="0"/>
                    <a:ext cx="0" cy="141"/>
                  </a:xfrm>
                  <a:prstGeom prst="line">
                    <a:avLst/>
                  </a:prstGeom>
                  <a:noFill/>
                  <a:ln w="28575">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0" name="Line 35">
                    <a:extLst>
                      <a:ext uri="{FF2B5EF4-FFF2-40B4-BE49-F238E27FC236}">
                        <a16:creationId xmlns:a16="http://schemas.microsoft.com/office/drawing/2014/main" id="{1685FE95-3758-DF45-8483-361C49C80D7C}"/>
                      </a:ext>
                    </a:extLst>
                  </p:cNvPr>
                  <p:cNvSpPr>
                    <a:spLocks noChangeShapeType="1"/>
                  </p:cNvSpPr>
                  <p:nvPr/>
                </p:nvSpPr>
                <p:spPr bwMode="auto">
                  <a:xfrm>
                    <a:off x="0"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1" name="Line 36">
                    <a:extLst>
                      <a:ext uri="{FF2B5EF4-FFF2-40B4-BE49-F238E27FC236}">
                        <a16:creationId xmlns:a16="http://schemas.microsoft.com/office/drawing/2014/main" id="{3ABA7648-F6BD-F941-A089-3186EF38F424}"/>
                      </a:ext>
                    </a:extLst>
                  </p:cNvPr>
                  <p:cNvSpPr>
                    <a:spLocks noChangeShapeType="1"/>
                  </p:cNvSpPr>
                  <p:nvPr/>
                </p:nvSpPr>
                <p:spPr bwMode="auto">
                  <a:xfrm>
                    <a:off x="93"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2" name="Line 37">
                    <a:extLst>
                      <a:ext uri="{FF2B5EF4-FFF2-40B4-BE49-F238E27FC236}">
                        <a16:creationId xmlns:a16="http://schemas.microsoft.com/office/drawing/2014/main" id="{F318A467-E710-1941-A629-AA55502F4500}"/>
                      </a:ext>
                    </a:extLst>
                  </p:cNvPr>
                  <p:cNvSpPr>
                    <a:spLocks noChangeShapeType="1"/>
                  </p:cNvSpPr>
                  <p:nvPr/>
                </p:nvSpPr>
                <p:spPr bwMode="auto">
                  <a:xfrm>
                    <a:off x="0" y="141"/>
                    <a:ext cx="9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grpSp>
      <p:sp>
        <p:nvSpPr>
          <p:cNvPr id="293" name="AutoShape 38">
            <a:extLst>
              <a:ext uri="{FF2B5EF4-FFF2-40B4-BE49-F238E27FC236}">
                <a16:creationId xmlns:a16="http://schemas.microsoft.com/office/drawing/2014/main" id="{D5B90A0D-54BE-AD42-BD32-47F342D0E3B8}"/>
              </a:ext>
            </a:extLst>
          </p:cNvPr>
          <p:cNvSpPr>
            <a:spLocks noChangeArrowheads="1"/>
          </p:cNvSpPr>
          <p:nvPr/>
        </p:nvSpPr>
        <p:spPr bwMode="auto">
          <a:xfrm>
            <a:off x="304800" y="5340301"/>
            <a:ext cx="1143000" cy="381000"/>
          </a:xfrm>
          <a:prstGeom prst="wedgeRoundRectCallout">
            <a:avLst>
              <a:gd name="adj1" fmla="val 88472"/>
              <a:gd name="adj2" fmla="val 84583"/>
              <a:gd name="adj3" fmla="val 16667"/>
            </a:avLst>
          </a:prstGeom>
          <a:solidFill>
            <a:srgbClr val="FFCC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公共端</a:t>
            </a:r>
          </a:p>
        </p:txBody>
      </p:sp>
      <p:sp>
        <p:nvSpPr>
          <p:cNvPr id="294" name="AutoShape 39">
            <a:extLst>
              <a:ext uri="{FF2B5EF4-FFF2-40B4-BE49-F238E27FC236}">
                <a16:creationId xmlns:a16="http://schemas.microsoft.com/office/drawing/2014/main" id="{74B18D9A-F01A-7246-BB6D-BD8970086B8C}"/>
              </a:ext>
            </a:extLst>
          </p:cNvPr>
          <p:cNvSpPr>
            <a:spLocks noChangeArrowheads="1"/>
          </p:cNvSpPr>
          <p:nvPr/>
        </p:nvSpPr>
        <p:spPr bwMode="auto">
          <a:xfrm>
            <a:off x="7620000" y="5340301"/>
            <a:ext cx="1066800" cy="457200"/>
          </a:xfrm>
          <a:prstGeom prst="wedgeRoundRectCallout">
            <a:avLst>
              <a:gd name="adj1" fmla="val -54019"/>
              <a:gd name="adj2" fmla="val -107292"/>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公共端</a:t>
            </a:r>
          </a:p>
        </p:txBody>
      </p:sp>
      <p:grpSp>
        <p:nvGrpSpPr>
          <p:cNvPr id="295" name="Group 40">
            <a:extLst>
              <a:ext uri="{FF2B5EF4-FFF2-40B4-BE49-F238E27FC236}">
                <a16:creationId xmlns:a16="http://schemas.microsoft.com/office/drawing/2014/main" id="{77CE60F7-5878-BD41-A1AF-BAC303C98E64}"/>
              </a:ext>
            </a:extLst>
          </p:cNvPr>
          <p:cNvGrpSpPr>
            <a:grpSpLocks/>
          </p:cNvGrpSpPr>
          <p:nvPr/>
        </p:nvGrpSpPr>
        <p:grpSpPr bwMode="auto">
          <a:xfrm>
            <a:off x="838200" y="5873701"/>
            <a:ext cx="2514600" cy="914400"/>
            <a:chOff x="0" y="0"/>
            <a:chExt cx="1584" cy="576"/>
          </a:xfrm>
        </p:grpSpPr>
        <p:sp>
          <p:nvSpPr>
            <p:cNvPr id="296" name="Text Box 41">
              <a:extLst>
                <a:ext uri="{FF2B5EF4-FFF2-40B4-BE49-F238E27FC236}">
                  <a16:creationId xmlns:a16="http://schemas.microsoft.com/office/drawing/2014/main" id="{7849E9F7-E28D-F449-9734-71EB08C4F312}"/>
                </a:ext>
              </a:extLst>
            </p:cNvPr>
            <p:cNvSpPr txBox="1">
              <a:spLocks noChangeArrowheads="1"/>
            </p:cNvSpPr>
            <p:nvPr/>
          </p:nvSpPr>
          <p:spPr bwMode="auto">
            <a:xfrm>
              <a:off x="432" y="240"/>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Arial" panose="020B0604020202020204" pitchFamily="34" charset="0"/>
                  <a:ea typeface="楷体_GB2312" pitchFamily="49" charset="-122"/>
                </a:rPr>
                <a:t>输入部分</a:t>
              </a:r>
            </a:p>
          </p:txBody>
        </p:sp>
        <p:sp>
          <p:nvSpPr>
            <p:cNvPr id="297" name="Line 42">
              <a:extLst>
                <a:ext uri="{FF2B5EF4-FFF2-40B4-BE49-F238E27FC236}">
                  <a16:creationId xmlns:a16="http://schemas.microsoft.com/office/drawing/2014/main" id="{E61B7830-0D07-7943-B15E-7FDC641B6B36}"/>
                </a:ext>
              </a:extLst>
            </p:cNvPr>
            <p:cNvSpPr>
              <a:spLocks noChangeShapeType="1"/>
            </p:cNvSpPr>
            <p:nvPr/>
          </p:nvSpPr>
          <p:spPr bwMode="auto">
            <a:xfrm>
              <a:off x="0" y="0"/>
              <a:ext cx="0" cy="576"/>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8" name="Line 43">
              <a:extLst>
                <a:ext uri="{FF2B5EF4-FFF2-40B4-BE49-F238E27FC236}">
                  <a16:creationId xmlns:a16="http://schemas.microsoft.com/office/drawing/2014/main" id="{E3D115B0-ADF8-0D43-9544-22B16C117E42}"/>
                </a:ext>
              </a:extLst>
            </p:cNvPr>
            <p:cNvSpPr>
              <a:spLocks noChangeShapeType="1"/>
            </p:cNvSpPr>
            <p:nvPr/>
          </p:nvSpPr>
          <p:spPr bwMode="auto">
            <a:xfrm>
              <a:off x="1584" y="0"/>
              <a:ext cx="0" cy="576"/>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9" name="Line 44">
              <a:extLst>
                <a:ext uri="{FF2B5EF4-FFF2-40B4-BE49-F238E27FC236}">
                  <a16:creationId xmlns:a16="http://schemas.microsoft.com/office/drawing/2014/main" id="{83B4F240-C99C-4F4F-82F3-72671B2DB0E2}"/>
                </a:ext>
              </a:extLst>
            </p:cNvPr>
            <p:cNvSpPr>
              <a:spLocks noChangeShapeType="1"/>
            </p:cNvSpPr>
            <p:nvPr/>
          </p:nvSpPr>
          <p:spPr bwMode="auto">
            <a:xfrm>
              <a:off x="0" y="512"/>
              <a:ext cx="1584"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00" name="AutoShape 45">
            <a:extLst>
              <a:ext uri="{FF2B5EF4-FFF2-40B4-BE49-F238E27FC236}">
                <a16:creationId xmlns:a16="http://schemas.microsoft.com/office/drawing/2014/main" id="{B292DA9B-4256-BC4A-89A7-BB87F0ACB5BF}"/>
              </a:ext>
            </a:extLst>
          </p:cNvPr>
          <p:cNvSpPr>
            <a:spLocks noChangeArrowheads="1"/>
          </p:cNvSpPr>
          <p:nvPr/>
        </p:nvSpPr>
        <p:spPr bwMode="auto">
          <a:xfrm>
            <a:off x="7467600" y="2749501"/>
            <a:ext cx="1371600" cy="457200"/>
          </a:xfrm>
          <a:prstGeom prst="wedgeRoundRectCallout">
            <a:avLst>
              <a:gd name="adj1" fmla="val -46065"/>
              <a:gd name="adj2" fmla="val 170486"/>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输出端子</a:t>
            </a:r>
          </a:p>
        </p:txBody>
      </p:sp>
      <p:sp>
        <p:nvSpPr>
          <p:cNvPr id="301" name="AutoShape 46">
            <a:extLst>
              <a:ext uri="{FF2B5EF4-FFF2-40B4-BE49-F238E27FC236}">
                <a16:creationId xmlns:a16="http://schemas.microsoft.com/office/drawing/2014/main" id="{F9822EBC-3C81-3846-8AE8-175509231D81}"/>
              </a:ext>
            </a:extLst>
          </p:cNvPr>
          <p:cNvSpPr>
            <a:spLocks noChangeArrowheads="1"/>
          </p:cNvSpPr>
          <p:nvPr/>
        </p:nvSpPr>
        <p:spPr bwMode="auto">
          <a:xfrm>
            <a:off x="250825" y="3095576"/>
            <a:ext cx="1447800" cy="457200"/>
          </a:xfrm>
          <a:prstGeom prst="wedgeRoundRectCallout">
            <a:avLst>
              <a:gd name="adj1" fmla="val 62829"/>
              <a:gd name="adj2" fmla="val 56597"/>
              <a:gd name="adj3" fmla="val 16667"/>
            </a:avLst>
          </a:prstGeom>
          <a:solidFill>
            <a:srgbClr val="FFCC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输入端子</a:t>
            </a:r>
          </a:p>
        </p:txBody>
      </p:sp>
      <p:grpSp>
        <p:nvGrpSpPr>
          <p:cNvPr id="302" name="Group 47">
            <a:extLst>
              <a:ext uri="{FF2B5EF4-FFF2-40B4-BE49-F238E27FC236}">
                <a16:creationId xmlns:a16="http://schemas.microsoft.com/office/drawing/2014/main" id="{7EC5C9C9-525E-5947-820A-80BAAF22288F}"/>
              </a:ext>
            </a:extLst>
          </p:cNvPr>
          <p:cNvGrpSpPr>
            <a:grpSpLocks/>
          </p:cNvGrpSpPr>
          <p:nvPr/>
        </p:nvGrpSpPr>
        <p:grpSpPr bwMode="auto">
          <a:xfrm>
            <a:off x="3352800" y="5873701"/>
            <a:ext cx="2971800" cy="914400"/>
            <a:chOff x="0" y="0"/>
            <a:chExt cx="1872" cy="576"/>
          </a:xfrm>
        </p:grpSpPr>
        <p:sp>
          <p:nvSpPr>
            <p:cNvPr id="303" name="Text Box 48">
              <a:extLst>
                <a:ext uri="{FF2B5EF4-FFF2-40B4-BE49-F238E27FC236}">
                  <a16:creationId xmlns:a16="http://schemas.microsoft.com/office/drawing/2014/main" id="{D2531934-CC04-724B-B787-BFFBD7ECFF8E}"/>
                </a:ext>
              </a:extLst>
            </p:cNvPr>
            <p:cNvSpPr txBox="1">
              <a:spLocks noChangeArrowheads="1"/>
            </p:cNvSpPr>
            <p:nvPr/>
          </p:nvSpPr>
          <p:spPr bwMode="auto">
            <a:xfrm>
              <a:off x="511" y="240"/>
              <a:ext cx="119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Arial" panose="020B0604020202020204" pitchFamily="34" charset="0"/>
                  <a:ea typeface="楷体_GB2312" pitchFamily="49" charset="-122"/>
                </a:rPr>
                <a:t>用户程序</a:t>
              </a:r>
            </a:p>
          </p:txBody>
        </p:sp>
        <p:sp>
          <p:nvSpPr>
            <p:cNvPr id="304" name="Line 49">
              <a:extLst>
                <a:ext uri="{FF2B5EF4-FFF2-40B4-BE49-F238E27FC236}">
                  <a16:creationId xmlns:a16="http://schemas.microsoft.com/office/drawing/2014/main" id="{FDFC525D-C5D2-9D4B-94A3-A5BAB38EC36C}"/>
                </a:ext>
              </a:extLst>
            </p:cNvPr>
            <p:cNvSpPr>
              <a:spLocks noChangeShapeType="1"/>
            </p:cNvSpPr>
            <p:nvPr/>
          </p:nvSpPr>
          <p:spPr bwMode="auto">
            <a:xfrm>
              <a:off x="0" y="0"/>
              <a:ext cx="0" cy="576"/>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5" name="Line 50">
              <a:extLst>
                <a:ext uri="{FF2B5EF4-FFF2-40B4-BE49-F238E27FC236}">
                  <a16:creationId xmlns:a16="http://schemas.microsoft.com/office/drawing/2014/main" id="{F3E480D0-9D63-5848-ACC6-05C19119EB43}"/>
                </a:ext>
              </a:extLst>
            </p:cNvPr>
            <p:cNvSpPr>
              <a:spLocks noChangeShapeType="1"/>
            </p:cNvSpPr>
            <p:nvPr/>
          </p:nvSpPr>
          <p:spPr bwMode="auto">
            <a:xfrm>
              <a:off x="1872" y="0"/>
              <a:ext cx="0" cy="576"/>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6" name="Line 51">
              <a:extLst>
                <a:ext uri="{FF2B5EF4-FFF2-40B4-BE49-F238E27FC236}">
                  <a16:creationId xmlns:a16="http://schemas.microsoft.com/office/drawing/2014/main" id="{99FE9CCF-4D5B-0B45-BB70-AB5DFA6D2850}"/>
                </a:ext>
              </a:extLst>
            </p:cNvPr>
            <p:cNvSpPr>
              <a:spLocks noChangeShapeType="1"/>
            </p:cNvSpPr>
            <p:nvPr/>
          </p:nvSpPr>
          <p:spPr bwMode="auto">
            <a:xfrm>
              <a:off x="0" y="512"/>
              <a:ext cx="1872"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07" name="Group 52">
            <a:extLst>
              <a:ext uri="{FF2B5EF4-FFF2-40B4-BE49-F238E27FC236}">
                <a16:creationId xmlns:a16="http://schemas.microsoft.com/office/drawing/2014/main" id="{85A526CF-B2F4-D748-83B0-3C6DF39EFCDA}"/>
              </a:ext>
            </a:extLst>
          </p:cNvPr>
          <p:cNvGrpSpPr>
            <a:grpSpLocks/>
          </p:cNvGrpSpPr>
          <p:nvPr/>
        </p:nvGrpSpPr>
        <p:grpSpPr bwMode="auto">
          <a:xfrm>
            <a:off x="6324600" y="5873701"/>
            <a:ext cx="2514600" cy="914400"/>
            <a:chOff x="0" y="0"/>
            <a:chExt cx="1584" cy="576"/>
          </a:xfrm>
        </p:grpSpPr>
        <p:sp>
          <p:nvSpPr>
            <p:cNvPr id="308" name="Text Box 53">
              <a:extLst>
                <a:ext uri="{FF2B5EF4-FFF2-40B4-BE49-F238E27FC236}">
                  <a16:creationId xmlns:a16="http://schemas.microsoft.com/office/drawing/2014/main" id="{A0AF52CF-63BC-374E-A3F3-49B62348DBC3}"/>
                </a:ext>
              </a:extLst>
            </p:cNvPr>
            <p:cNvSpPr txBox="1">
              <a:spLocks noChangeArrowheads="1"/>
            </p:cNvSpPr>
            <p:nvPr/>
          </p:nvSpPr>
          <p:spPr bwMode="auto">
            <a:xfrm>
              <a:off x="432" y="240"/>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a:ln>
                    <a:noFill/>
                  </a:ln>
                  <a:solidFill>
                    <a:srgbClr val="000099"/>
                  </a:solidFill>
                  <a:effectLst/>
                  <a:uLnTx/>
                  <a:uFillTx/>
                  <a:latin typeface="Arial" panose="020B0604020202020204" pitchFamily="34" charset="0"/>
                  <a:ea typeface="楷体_GB2312" pitchFamily="49" charset="-122"/>
                </a:rPr>
                <a:t>输出部分</a:t>
              </a:r>
            </a:p>
          </p:txBody>
        </p:sp>
        <p:sp>
          <p:nvSpPr>
            <p:cNvPr id="309" name="Line 54">
              <a:extLst>
                <a:ext uri="{FF2B5EF4-FFF2-40B4-BE49-F238E27FC236}">
                  <a16:creationId xmlns:a16="http://schemas.microsoft.com/office/drawing/2014/main" id="{43A0BC8C-617C-6445-94E3-D25BC2534AA5}"/>
                </a:ext>
              </a:extLst>
            </p:cNvPr>
            <p:cNvSpPr>
              <a:spLocks noChangeShapeType="1"/>
            </p:cNvSpPr>
            <p:nvPr/>
          </p:nvSpPr>
          <p:spPr bwMode="auto">
            <a:xfrm>
              <a:off x="0" y="0"/>
              <a:ext cx="0" cy="576"/>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0" name="Line 55">
              <a:extLst>
                <a:ext uri="{FF2B5EF4-FFF2-40B4-BE49-F238E27FC236}">
                  <a16:creationId xmlns:a16="http://schemas.microsoft.com/office/drawing/2014/main" id="{C72950B6-1B8C-884F-8549-6F9A5F1DF251}"/>
                </a:ext>
              </a:extLst>
            </p:cNvPr>
            <p:cNvSpPr>
              <a:spLocks noChangeShapeType="1"/>
            </p:cNvSpPr>
            <p:nvPr/>
          </p:nvSpPr>
          <p:spPr bwMode="auto">
            <a:xfrm>
              <a:off x="1584" y="0"/>
              <a:ext cx="0" cy="576"/>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1" name="Line 56">
              <a:extLst>
                <a:ext uri="{FF2B5EF4-FFF2-40B4-BE49-F238E27FC236}">
                  <a16:creationId xmlns:a16="http://schemas.microsoft.com/office/drawing/2014/main" id="{116ECB4F-3236-A54A-A9E3-3869615F2243}"/>
                </a:ext>
              </a:extLst>
            </p:cNvPr>
            <p:cNvSpPr>
              <a:spLocks noChangeShapeType="1"/>
            </p:cNvSpPr>
            <p:nvPr/>
          </p:nvSpPr>
          <p:spPr bwMode="auto">
            <a:xfrm>
              <a:off x="0" y="512"/>
              <a:ext cx="1584"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12" name="AutoShape 57">
            <a:extLst>
              <a:ext uri="{FF2B5EF4-FFF2-40B4-BE49-F238E27FC236}">
                <a16:creationId xmlns:a16="http://schemas.microsoft.com/office/drawing/2014/main" id="{FF38F048-D675-AA48-8046-08CA5D4CB367}"/>
              </a:ext>
            </a:extLst>
          </p:cNvPr>
          <p:cNvSpPr>
            <a:spLocks noChangeArrowheads="1"/>
          </p:cNvSpPr>
          <p:nvPr/>
        </p:nvSpPr>
        <p:spPr bwMode="auto">
          <a:xfrm>
            <a:off x="4636316" y="2637533"/>
            <a:ext cx="1066800" cy="457200"/>
          </a:xfrm>
          <a:prstGeom prst="wedgeRoundRectCallout">
            <a:avLst>
              <a:gd name="adj1" fmla="val -102977"/>
              <a:gd name="adj2" fmla="val -71528"/>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主电路</a:t>
            </a:r>
          </a:p>
        </p:txBody>
      </p:sp>
      <p:grpSp>
        <p:nvGrpSpPr>
          <p:cNvPr id="313" name="Group 59">
            <a:extLst>
              <a:ext uri="{FF2B5EF4-FFF2-40B4-BE49-F238E27FC236}">
                <a16:creationId xmlns:a16="http://schemas.microsoft.com/office/drawing/2014/main" id="{B4F5057E-4874-D046-B07C-97E06B4F8A92}"/>
              </a:ext>
            </a:extLst>
          </p:cNvPr>
          <p:cNvGrpSpPr>
            <a:grpSpLocks/>
          </p:cNvGrpSpPr>
          <p:nvPr/>
        </p:nvGrpSpPr>
        <p:grpSpPr bwMode="auto">
          <a:xfrm>
            <a:off x="3493316" y="571126"/>
            <a:ext cx="1371600" cy="2520950"/>
            <a:chOff x="0" y="0"/>
            <a:chExt cx="722" cy="1471"/>
          </a:xfrm>
        </p:grpSpPr>
        <p:grpSp>
          <p:nvGrpSpPr>
            <p:cNvPr id="314" name="Group 60">
              <a:extLst>
                <a:ext uri="{FF2B5EF4-FFF2-40B4-BE49-F238E27FC236}">
                  <a16:creationId xmlns:a16="http://schemas.microsoft.com/office/drawing/2014/main" id="{A0CE33ED-5B00-A24F-ABE2-CAE2508F1A6E}"/>
                </a:ext>
              </a:extLst>
            </p:cNvPr>
            <p:cNvGrpSpPr>
              <a:grpSpLocks/>
            </p:cNvGrpSpPr>
            <p:nvPr/>
          </p:nvGrpSpPr>
          <p:grpSpPr bwMode="auto">
            <a:xfrm>
              <a:off x="0" y="272"/>
              <a:ext cx="722" cy="1199"/>
              <a:chOff x="0" y="0"/>
              <a:chExt cx="722" cy="1199"/>
            </a:xfrm>
          </p:grpSpPr>
          <p:sp>
            <p:nvSpPr>
              <p:cNvPr id="331" name="Text Box 61">
                <a:extLst>
                  <a:ext uri="{FF2B5EF4-FFF2-40B4-BE49-F238E27FC236}">
                    <a16:creationId xmlns:a16="http://schemas.microsoft.com/office/drawing/2014/main" id="{CDEA6C98-31F1-D047-804D-136DB158BD13}"/>
                  </a:ext>
                </a:extLst>
              </p:cNvPr>
              <p:cNvSpPr txBox="1">
                <a:spLocks noChangeArrowheads="1"/>
              </p:cNvSpPr>
              <p:nvPr/>
            </p:nvSpPr>
            <p:spPr bwMode="auto">
              <a:xfrm>
                <a:off x="297" y="268"/>
                <a:ext cx="425"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grpSp>
            <p:nvGrpSpPr>
              <p:cNvPr id="332" name="Group 62">
                <a:extLst>
                  <a:ext uri="{FF2B5EF4-FFF2-40B4-BE49-F238E27FC236}">
                    <a16:creationId xmlns:a16="http://schemas.microsoft.com/office/drawing/2014/main" id="{49B0252C-A7BF-F04B-B297-22D70C4CFCF2}"/>
                  </a:ext>
                </a:extLst>
              </p:cNvPr>
              <p:cNvGrpSpPr>
                <a:grpSpLocks/>
              </p:cNvGrpSpPr>
              <p:nvPr/>
            </p:nvGrpSpPr>
            <p:grpSpPr bwMode="auto">
              <a:xfrm>
                <a:off x="0" y="0"/>
                <a:ext cx="678" cy="1199"/>
                <a:chOff x="0" y="0"/>
                <a:chExt cx="678" cy="1199"/>
              </a:xfrm>
            </p:grpSpPr>
            <p:grpSp>
              <p:nvGrpSpPr>
                <p:cNvPr id="333" name="Group 63">
                  <a:extLst>
                    <a:ext uri="{FF2B5EF4-FFF2-40B4-BE49-F238E27FC236}">
                      <a16:creationId xmlns:a16="http://schemas.microsoft.com/office/drawing/2014/main" id="{8C9301D5-834E-3842-AF92-E1FDD14978EA}"/>
                    </a:ext>
                  </a:extLst>
                </p:cNvPr>
                <p:cNvGrpSpPr>
                  <a:grpSpLocks/>
                </p:cNvGrpSpPr>
                <p:nvPr/>
              </p:nvGrpSpPr>
              <p:grpSpPr bwMode="auto">
                <a:xfrm>
                  <a:off x="88" y="191"/>
                  <a:ext cx="178" cy="144"/>
                  <a:chOff x="0" y="0"/>
                  <a:chExt cx="288" cy="240"/>
                </a:xfrm>
              </p:grpSpPr>
              <p:sp>
                <p:nvSpPr>
                  <p:cNvPr id="381" name="Line 64">
                    <a:extLst>
                      <a:ext uri="{FF2B5EF4-FFF2-40B4-BE49-F238E27FC236}">
                        <a16:creationId xmlns:a16="http://schemas.microsoft.com/office/drawing/2014/main" id="{56601385-3E00-D74B-AB6D-20B15D3A9B4B}"/>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2" name="Line 65">
                    <a:extLst>
                      <a:ext uri="{FF2B5EF4-FFF2-40B4-BE49-F238E27FC236}">
                        <a16:creationId xmlns:a16="http://schemas.microsoft.com/office/drawing/2014/main" id="{62F4AA76-C608-2442-AE63-8463F69ED64E}"/>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3" name="Line 66">
                    <a:extLst>
                      <a:ext uri="{FF2B5EF4-FFF2-40B4-BE49-F238E27FC236}">
                        <a16:creationId xmlns:a16="http://schemas.microsoft.com/office/drawing/2014/main" id="{F4975574-6879-434B-B685-D40BDADE6812}"/>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34" name="Group 67">
                  <a:extLst>
                    <a:ext uri="{FF2B5EF4-FFF2-40B4-BE49-F238E27FC236}">
                      <a16:creationId xmlns:a16="http://schemas.microsoft.com/office/drawing/2014/main" id="{ACED1A0A-A11C-004F-84E4-0E3989D974DD}"/>
                    </a:ext>
                  </a:extLst>
                </p:cNvPr>
                <p:cNvGrpSpPr>
                  <a:grpSpLocks/>
                </p:cNvGrpSpPr>
                <p:nvPr/>
              </p:nvGrpSpPr>
              <p:grpSpPr bwMode="auto">
                <a:xfrm>
                  <a:off x="59" y="0"/>
                  <a:ext cx="619" cy="272"/>
                  <a:chOff x="0" y="0"/>
                  <a:chExt cx="1008" cy="656"/>
                </a:xfrm>
              </p:grpSpPr>
              <p:grpSp>
                <p:nvGrpSpPr>
                  <p:cNvPr id="370" name="Group 68">
                    <a:extLst>
                      <a:ext uri="{FF2B5EF4-FFF2-40B4-BE49-F238E27FC236}">
                        <a16:creationId xmlns:a16="http://schemas.microsoft.com/office/drawing/2014/main" id="{163F5B66-69B8-0C4F-9FF9-228A2B322931}"/>
                      </a:ext>
                    </a:extLst>
                  </p:cNvPr>
                  <p:cNvGrpSpPr>
                    <a:grpSpLocks/>
                  </p:cNvGrpSpPr>
                  <p:nvPr/>
                </p:nvGrpSpPr>
                <p:grpSpPr bwMode="auto">
                  <a:xfrm>
                    <a:off x="0" y="0"/>
                    <a:ext cx="384" cy="480"/>
                    <a:chOff x="0" y="0"/>
                    <a:chExt cx="384" cy="480"/>
                  </a:xfrm>
                </p:grpSpPr>
                <p:grpSp>
                  <p:nvGrpSpPr>
                    <p:cNvPr id="372" name="Group 69">
                      <a:extLst>
                        <a:ext uri="{FF2B5EF4-FFF2-40B4-BE49-F238E27FC236}">
                          <a16:creationId xmlns:a16="http://schemas.microsoft.com/office/drawing/2014/main" id="{D7FF0A3E-3DA0-5C4A-A23B-0042C010D403}"/>
                        </a:ext>
                      </a:extLst>
                    </p:cNvPr>
                    <p:cNvGrpSpPr>
                      <a:grpSpLocks/>
                    </p:cNvGrpSpPr>
                    <p:nvPr/>
                  </p:nvGrpSpPr>
                  <p:grpSpPr bwMode="auto">
                    <a:xfrm>
                      <a:off x="0" y="0"/>
                      <a:ext cx="96" cy="480"/>
                      <a:chOff x="0" y="0"/>
                      <a:chExt cx="96" cy="480"/>
                    </a:xfrm>
                  </p:grpSpPr>
                  <p:sp>
                    <p:nvSpPr>
                      <p:cNvPr id="379" name="Line 70">
                        <a:extLst>
                          <a:ext uri="{FF2B5EF4-FFF2-40B4-BE49-F238E27FC236}">
                            <a16:creationId xmlns:a16="http://schemas.microsoft.com/office/drawing/2014/main" id="{65AC011C-0C36-8B42-877B-14979BA9E07F}"/>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0" name="Rectangle 71">
                        <a:extLst>
                          <a:ext uri="{FF2B5EF4-FFF2-40B4-BE49-F238E27FC236}">
                            <a16:creationId xmlns:a16="http://schemas.microsoft.com/office/drawing/2014/main" id="{9EA33B1A-81B2-8A43-8D98-DE1936ABCFD2}"/>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373" name="Group 72">
                      <a:extLst>
                        <a:ext uri="{FF2B5EF4-FFF2-40B4-BE49-F238E27FC236}">
                          <a16:creationId xmlns:a16="http://schemas.microsoft.com/office/drawing/2014/main" id="{317AE38F-E121-4B4A-AFD0-D1C5B69400DD}"/>
                        </a:ext>
                      </a:extLst>
                    </p:cNvPr>
                    <p:cNvGrpSpPr>
                      <a:grpSpLocks/>
                    </p:cNvGrpSpPr>
                    <p:nvPr/>
                  </p:nvGrpSpPr>
                  <p:grpSpPr bwMode="auto">
                    <a:xfrm>
                      <a:off x="144" y="0"/>
                      <a:ext cx="96" cy="480"/>
                      <a:chOff x="0" y="0"/>
                      <a:chExt cx="96" cy="480"/>
                    </a:xfrm>
                  </p:grpSpPr>
                  <p:sp>
                    <p:nvSpPr>
                      <p:cNvPr id="377" name="Line 73">
                        <a:extLst>
                          <a:ext uri="{FF2B5EF4-FFF2-40B4-BE49-F238E27FC236}">
                            <a16:creationId xmlns:a16="http://schemas.microsoft.com/office/drawing/2014/main" id="{BE16E29C-BB8B-B343-813F-E70F2D9B217F}"/>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78" name="Rectangle 74">
                        <a:extLst>
                          <a:ext uri="{FF2B5EF4-FFF2-40B4-BE49-F238E27FC236}">
                            <a16:creationId xmlns:a16="http://schemas.microsoft.com/office/drawing/2014/main" id="{C10B4257-40DA-C043-81B9-FF35EB068B25}"/>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374" name="Group 75">
                      <a:extLst>
                        <a:ext uri="{FF2B5EF4-FFF2-40B4-BE49-F238E27FC236}">
                          <a16:creationId xmlns:a16="http://schemas.microsoft.com/office/drawing/2014/main" id="{E5C81152-472D-1248-9634-6215D054A49D}"/>
                        </a:ext>
                      </a:extLst>
                    </p:cNvPr>
                    <p:cNvGrpSpPr>
                      <a:grpSpLocks/>
                    </p:cNvGrpSpPr>
                    <p:nvPr/>
                  </p:nvGrpSpPr>
                  <p:grpSpPr bwMode="auto">
                    <a:xfrm>
                      <a:off x="288" y="0"/>
                      <a:ext cx="96" cy="480"/>
                      <a:chOff x="0" y="0"/>
                      <a:chExt cx="96" cy="480"/>
                    </a:xfrm>
                  </p:grpSpPr>
                  <p:sp>
                    <p:nvSpPr>
                      <p:cNvPr id="375" name="Line 76">
                        <a:extLst>
                          <a:ext uri="{FF2B5EF4-FFF2-40B4-BE49-F238E27FC236}">
                            <a16:creationId xmlns:a16="http://schemas.microsoft.com/office/drawing/2014/main" id="{D63DD351-94FF-4746-82FF-5E398AEAFAA1}"/>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76" name="Rectangle 77">
                        <a:extLst>
                          <a:ext uri="{FF2B5EF4-FFF2-40B4-BE49-F238E27FC236}">
                            <a16:creationId xmlns:a16="http://schemas.microsoft.com/office/drawing/2014/main" id="{40B33D7E-83FA-E24A-8972-FAB0ACAE3CAE}"/>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sp>
                <p:nvSpPr>
                  <p:cNvPr id="371" name="Text Box 78">
                    <a:extLst>
                      <a:ext uri="{FF2B5EF4-FFF2-40B4-BE49-F238E27FC236}">
                        <a16:creationId xmlns:a16="http://schemas.microsoft.com/office/drawing/2014/main" id="{CDE60CC6-442E-234B-994B-CBF6232E0894}"/>
                      </a:ext>
                    </a:extLst>
                  </p:cNvPr>
                  <p:cNvSpPr txBox="1">
                    <a:spLocks noChangeArrowheads="1"/>
                  </p:cNvSpPr>
                  <p:nvPr/>
                </p:nvSpPr>
                <p:spPr bwMode="auto">
                  <a:xfrm>
                    <a:off x="432" y="97"/>
                    <a:ext cx="576" cy="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FU</a:t>
                    </a:r>
                  </a:p>
                </p:txBody>
              </p:sp>
            </p:grpSp>
            <p:grpSp>
              <p:nvGrpSpPr>
                <p:cNvPr id="335" name="Group 79">
                  <a:extLst>
                    <a:ext uri="{FF2B5EF4-FFF2-40B4-BE49-F238E27FC236}">
                      <a16:creationId xmlns:a16="http://schemas.microsoft.com/office/drawing/2014/main" id="{E709B7FE-DD5C-8347-BA8B-52B1D9B7B83F}"/>
                    </a:ext>
                  </a:extLst>
                </p:cNvPr>
                <p:cNvGrpSpPr>
                  <a:grpSpLocks/>
                </p:cNvGrpSpPr>
                <p:nvPr/>
              </p:nvGrpSpPr>
              <p:grpSpPr bwMode="auto">
                <a:xfrm>
                  <a:off x="29" y="306"/>
                  <a:ext cx="237" cy="144"/>
                  <a:chOff x="0" y="0"/>
                  <a:chExt cx="384" cy="240"/>
                </a:xfrm>
              </p:grpSpPr>
              <p:sp>
                <p:nvSpPr>
                  <p:cNvPr id="363" name="Line 80">
                    <a:extLst>
                      <a:ext uri="{FF2B5EF4-FFF2-40B4-BE49-F238E27FC236}">
                        <a16:creationId xmlns:a16="http://schemas.microsoft.com/office/drawing/2014/main" id="{72D1CA9C-FFBD-BD42-A7DE-CD74670F5784}"/>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4" name="Line 81">
                    <a:extLst>
                      <a:ext uri="{FF2B5EF4-FFF2-40B4-BE49-F238E27FC236}">
                        <a16:creationId xmlns:a16="http://schemas.microsoft.com/office/drawing/2014/main" id="{571FD58A-8C4E-5042-9883-E66FA3897315}"/>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5" name="Line 82">
                    <a:extLst>
                      <a:ext uri="{FF2B5EF4-FFF2-40B4-BE49-F238E27FC236}">
                        <a16:creationId xmlns:a16="http://schemas.microsoft.com/office/drawing/2014/main" id="{A07C6521-45C4-E74A-841A-8E21E7C75FCA}"/>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6" name="Line 83">
                    <a:extLst>
                      <a:ext uri="{FF2B5EF4-FFF2-40B4-BE49-F238E27FC236}">
                        <a16:creationId xmlns:a16="http://schemas.microsoft.com/office/drawing/2014/main" id="{185925B2-2FD2-0943-B71C-EBD51067C23A}"/>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7" name="AutoShape 84">
                    <a:extLst>
                      <a:ext uri="{FF2B5EF4-FFF2-40B4-BE49-F238E27FC236}">
                        <a16:creationId xmlns:a16="http://schemas.microsoft.com/office/drawing/2014/main" id="{1FBC3120-6D7A-D149-9B11-5EF3EE7511C6}"/>
                      </a:ext>
                    </a:extLst>
                  </p:cNvPr>
                  <p:cNvSpPr>
                    <a:spLocks noChangeArrowheads="1"/>
                  </p:cNvSpPr>
                  <p:nvPr/>
                </p:nvSpPr>
                <p:spPr bwMode="auto">
                  <a:xfrm flipH="1">
                    <a:off x="48"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68" name="AutoShape 85">
                    <a:extLst>
                      <a:ext uri="{FF2B5EF4-FFF2-40B4-BE49-F238E27FC236}">
                        <a16:creationId xmlns:a16="http://schemas.microsoft.com/office/drawing/2014/main" id="{37D20704-97B9-6945-A66A-DA383C6D9FF0}"/>
                      </a:ext>
                    </a:extLst>
                  </p:cNvPr>
                  <p:cNvSpPr>
                    <a:spLocks noChangeArrowheads="1"/>
                  </p:cNvSpPr>
                  <p:nvPr/>
                </p:nvSpPr>
                <p:spPr bwMode="auto">
                  <a:xfrm flipH="1">
                    <a:off x="192"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69" name="AutoShape 86">
                    <a:extLst>
                      <a:ext uri="{FF2B5EF4-FFF2-40B4-BE49-F238E27FC236}">
                        <a16:creationId xmlns:a16="http://schemas.microsoft.com/office/drawing/2014/main" id="{86B26CFF-3AFB-4846-BEA9-2D1D78FAEE7F}"/>
                      </a:ext>
                    </a:extLst>
                  </p:cNvPr>
                  <p:cNvSpPr>
                    <a:spLocks noChangeArrowheads="1"/>
                  </p:cNvSpPr>
                  <p:nvPr/>
                </p:nvSpPr>
                <p:spPr bwMode="auto">
                  <a:xfrm flipH="1">
                    <a:off x="336"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336" name="Group 87">
                  <a:extLst>
                    <a:ext uri="{FF2B5EF4-FFF2-40B4-BE49-F238E27FC236}">
                      <a16:creationId xmlns:a16="http://schemas.microsoft.com/office/drawing/2014/main" id="{0688E9F3-1D8E-B345-A359-447359DF85FC}"/>
                    </a:ext>
                  </a:extLst>
                </p:cNvPr>
                <p:cNvGrpSpPr>
                  <a:grpSpLocks/>
                </p:cNvGrpSpPr>
                <p:nvPr/>
              </p:nvGrpSpPr>
              <p:grpSpPr bwMode="auto">
                <a:xfrm>
                  <a:off x="88" y="450"/>
                  <a:ext cx="178" cy="145"/>
                  <a:chOff x="0" y="0"/>
                  <a:chExt cx="288" cy="240"/>
                </a:xfrm>
              </p:grpSpPr>
              <p:sp>
                <p:nvSpPr>
                  <p:cNvPr id="360" name="Line 88">
                    <a:extLst>
                      <a:ext uri="{FF2B5EF4-FFF2-40B4-BE49-F238E27FC236}">
                        <a16:creationId xmlns:a16="http://schemas.microsoft.com/office/drawing/2014/main" id="{30813930-8B6F-874A-A2C3-543DF5312DDE}"/>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1" name="Line 89">
                    <a:extLst>
                      <a:ext uri="{FF2B5EF4-FFF2-40B4-BE49-F238E27FC236}">
                        <a16:creationId xmlns:a16="http://schemas.microsoft.com/office/drawing/2014/main" id="{30F232FA-19AD-CD45-8ED9-3293537E4859}"/>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2" name="Line 90">
                    <a:extLst>
                      <a:ext uri="{FF2B5EF4-FFF2-40B4-BE49-F238E27FC236}">
                        <a16:creationId xmlns:a16="http://schemas.microsoft.com/office/drawing/2014/main" id="{2F6566B8-2345-BE4C-99F1-3B7A4A027A3E}"/>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37" name="Group 91">
                  <a:extLst>
                    <a:ext uri="{FF2B5EF4-FFF2-40B4-BE49-F238E27FC236}">
                      <a16:creationId xmlns:a16="http://schemas.microsoft.com/office/drawing/2014/main" id="{D974E226-B236-4C4C-ABC8-93B142267105}"/>
                    </a:ext>
                  </a:extLst>
                </p:cNvPr>
                <p:cNvGrpSpPr>
                  <a:grpSpLocks/>
                </p:cNvGrpSpPr>
                <p:nvPr/>
              </p:nvGrpSpPr>
              <p:grpSpPr bwMode="auto">
                <a:xfrm>
                  <a:off x="29" y="595"/>
                  <a:ext cx="237" cy="144"/>
                  <a:chOff x="0" y="0"/>
                  <a:chExt cx="384" cy="240"/>
                </a:xfrm>
              </p:grpSpPr>
              <p:grpSp>
                <p:nvGrpSpPr>
                  <p:cNvPr id="345" name="Group 92">
                    <a:extLst>
                      <a:ext uri="{FF2B5EF4-FFF2-40B4-BE49-F238E27FC236}">
                        <a16:creationId xmlns:a16="http://schemas.microsoft.com/office/drawing/2014/main" id="{95028B7E-248E-824D-9505-0BB7B8D0F32A}"/>
                      </a:ext>
                    </a:extLst>
                  </p:cNvPr>
                  <p:cNvGrpSpPr>
                    <a:grpSpLocks/>
                  </p:cNvGrpSpPr>
                  <p:nvPr/>
                </p:nvGrpSpPr>
                <p:grpSpPr bwMode="auto">
                  <a:xfrm>
                    <a:off x="0" y="0"/>
                    <a:ext cx="96" cy="240"/>
                    <a:chOff x="0" y="0"/>
                    <a:chExt cx="96" cy="240"/>
                  </a:xfrm>
                </p:grpSpPr>
                <p:sp>
                  <p:nvSpPr>
                    <p:cNvPr id="356" name="Line 93">
                      <a:extLst>
                        <a:ext uri="{FF2B5EF4-FFF2-40B4-BE49-F238E27FC236}">
                          <a16:creationId xmlns:a16="http://schemas.microsoft.com/office/drawing/2014/main" id="{1DBED68B-10BB-5249-A3EA-343A56A7AB8B}"/>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7" name="Line 94">
                      <a:extLst>
                        <a:ext uri="{FF2B5EF4-FFF2-40B4-BE49-F238E27FC236}">
                          <a16:creationId xmlns:a16="http://schemas.microsoft.com/office/drawing/2014/main" id="{986B5566-79F1-FB43-8DDF-19B83471B9DF}"/>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8" name="Line 95">
                      <a:extLst>
                        <a:ext uri="{FF2B5EF4-FFF2-40B4-BE49-F238E27FC236}">
                          <a16:creationId xmlns:a16="http://schemas.microsoft.com/office/drawing/2014/main" id="{0F67C2B3-C1DC-764C-8E6B-8B692EF4A647}"/>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9" name="Line 96">
                      <a:extLst>
                        <a:ext uri="{FF2B5EF4-FFF2-40B4-BE49-F238E27FC236}">
                          <a16:creationId xmlns:a16="http://schemas.microsoft.com/office/drawing/2014/main" id="{9FB3C031-8C1E-3342-B5E4-8625567CAC4C}"/>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46" name="Group 97">
                    <a:extLst>
                      <a:ext uri="{FF2B5EF4-FFF2-40B4-BE49-F238E27FC236}">
                        <a16:creationId xmlns:a16="http://schemas.microsoft.com/office/drawing/2014/main" id="{CAB3B8E4-A576-3541-A3FF-C36975416B15}"/>
                      </a:ext>
                    </a:extLst>
                  </p:cNvPr>
                  <p:cNvGrpSpPr>
                    <a:grpSpLocks/>
                  </p:cNvGrpSpPr>
                  <p:nvPr/>
                </p:nvGrpSpPr>
                <p:grpSpPr bwMode="auto">
                  <a:xfrm>
                    <a:off x="144" y="0"/>
                    <a:ext cx="96" cy="240"/>
                    <a:chOff x="0" y="0"/>
                    <a:chExt cx="96" cy="240"/>
                  </a:xfrm>
                </p:grpSpPr>
                <p:sp>
                  <p:nvSpPr>
                    <p:cNvPr id="352" name="Line 98">
                      <a:extLst>
                        <a:ext uri="{FF2B5EF4-FFF2-40B4-BE49-F238E27FC236}">
                          <a16:creationId xmlns:a16="http://schemas.microsoft.com/office/drawing/2014/main" id="{AE0BD23F-8E16-BA47-81C5-9C0AC14F7483}"/>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3" name="Line 99">
                      <a:extLst>
                        <a:ext uri="{FF2B5EF4-FFF2-40B4-BE49-F238E27FC236}">
                          <a16:creationId xmlns:a16="http://schemas.microsoft.com/office/drawing/2014/main" id="{BB40740F-6F5F-4844-A870-66F7C86CFAE8}"/>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4" name="Line 100">
                      <a:extLst>
                        <a:ext uri="{FF2B5EF4-FFF2-40B4-BE49-F238E27FC236}">
                          <a16:creationId xmlns:a16="http://schemas.microsoft.com/office/drawing/2014/main" id="{EEEB431E-5852-AF43-9D35-D48F2571E9A7}"/>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5" name="Line 101">
                      <a:extLst>
                        <a:ext uri="{FF2B5EF4-FFF2-40B4-BE49-F238E27FC236}">
                          <a16:creationId xmlns:a16="http://schemas.microsoft.com/office/drawing/2014/main" id="{C6739CA5-E47F-8B44-919F-CE9DDF214BE6}"/>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47" name="Group 102">
                    <a:extLst>
                      <a:ext uri="{FF2B5EF4-FFF2-40B4-BE49-F238E27FC236}">
                        <a16:creationId xmlns:a16="http://schemas.microsoft.com/office/drawing/2014/main" id="{6F6C420A-F640-BE42-BB3B-6B193A8BF8E1}"/>
                      </a:ext>
                    </a:extLst>
                  </p:cNvPr>
                  <p:cNvGrpSpPr>
                    <a:grpSpLocks/>
                  </p:cNvGrpSpPr>
                  <p:nvPr/>
                </p:nvGrpSpPr>
                <p:grpSpPr bwMode="auto">
                  <a:xfrm>
                    <a:off x="288" y="0"/>
                    <a:ext cx="96" cy="240"/>
                    <a:chOff x="0" y="0"/>
                    <a:chExt cx="96" cy="240"/>
                  </a:xfrm>
                </p:grpSpPr>
                <p:sp>
                  <p:nvSpPr>
                    <p:cNvPr id="348" name="Line 103">
                      <a:extLst>
                        <a:ext uri="{FF2B5EF4-FFF2-40B4-BE49-F238E27FC236}">
                          <a16:creationId xmlns:a16="http://schemas.microsoft.com/office/drawing/2014/main" id="{4C7A8CB5-DDC1-3946-8AE4-A5742D22B89A}"/>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9" name="Line 104">
                      <a:extLst>
                        <a:ext uri="{FF2B5EF4-FFF2-40B4-BE49-F238E27FC236}">
                          <a16:creationId xmlns:a16="http://schemas.microsoft.com/office/drawing/2014/main" id="{56C907CC-81C4-F74B-BE4D-5E411C828BF2}"/>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0" name="Line 105">
                      <a:extLst>
                        <a:ext uri="{FF2B5EF4-FFF2-40B4-BE49-F238E27FC236}">
                          <a16:creationId xmlns:a16="http://schemas.microsoft.com/office/drawing/2014/main" id="{D438926A-78E8-6745-876E-4724FF4EAEB3}"/>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1" name="Line 106">
                      <a:extLst>
                        <a:ext uri="{FF2B5EF4-FFF2-40B4-BE49-F238E27FC236}">
                          <a16:creationId xmlns:a16="http://schemas.microsoft.com/office/drawing/2014/main" id="{21130890-E662-E943-AB2A-6B3E7E8FF20B}"/>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338" name="Text Box 107">
                  <a:extLst>
                    <a:ext uri="{FF2B5EF4-FFF2-40B4-BE49-F238E27FC236}">
                      <a16:creationId xmlns:a16="http://schemas.microsoft.com/office/drawing/2014/main" id="{D3208E33-A5EF-7743-9B63-94F52287DCAF}"/>
                    </a:ext>
                  </a:extLst>
                </p:cNvPr>
                <p:cNvSpPr txBox="1">
                  <a:spLocks noChangeArrowheads="1"/>
                </p:cNvSpPr>
                <p:nvPr/>
              </p:nvSpPr>
              <p:spPr bwMode="auto">
                <a:xfrm>
                  <a:off x="266" y="526"/>
                  <a:ext cx="38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KH</a:t>
                  </a:r>
                </a:p>
              </p:txBody>
            </p:sp>
            <p:grpSp>
              <p:nvGrpSpPr>
                <p:cNvPr id="339" name="Group 108">
                  <a:extLst>
                    <a:ext uri="{FF2B5EF4-FFF2-40B4-BE49-F238E27FC236}">
                      <a16:creationId xmlns:a16="http://schemas.microsoft.com/office/drawing/2014/main" id="{55A454EC-FD65-F14F-8681-79D89A3F82C7}"/>
                    </a:ext>
                  </a:extLst>
                </p:cNvPr>
                <p:cNvGrpSpPr>
                  <a:grpSpLocks/>
                </p:cNvGrpSpPr>
                <p:nvPr/>
              </p:nvGrpSpPr>
              <p:grpSpPr bwMode="auto">
                <a:xfrm>
                  <a:off x="88" y="739"/>
                  <a:ext cx="178" cy="172"/>
                  <a:chOff x="0" y="0"/>
                  <a:chExt cx="288" cy="288"/>
                </a:xfrm>
              </p:grpSpPr>
              <p:sp>
                <p:nvSpPr>
                  <p:cNvPr id="342" name="Line 109">
                    <a:extLst>
                      <a:ext uri="{FF2B5EF4-FFF2-40B4-BE49-F238E27FC236}">
                        <a16:creationId xmlns:a16="http://schemas.microsoft.com/office/drawing/2014/main" id="{BA99D913-5BC7-9248-8A73-D7EBDF049083}"/>
                      </a:ext>
                    </a:extLst>
                  </p:cNvPr>
                  <p:cNvSpPr>
                    <a:spLocks noChangeShapeType="1"/>
                  </p:cNvSpPr>
                  <p:nvPr/>
                </p:nvSpPr>
                <p:spPr bwMode="auto">
                  <a:xfrm>
                    <a:off x="0"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3" name="Line 110">
                    <a:extLst>
                      <a:ext uri="{FF2B5EF4-FFF2-40B4-BE49-F238E27FC236}">
                        <a16:creationId xmlns:a16="http://schemas.microsoft.com/office/drawing/2014/main" id="{0906716D-C43A-E346-9B07-AFC855A46FF8}"/>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4" name="Line 111">
                    <a:extLst>
                      <a:ext uri="{FF2B5EF4-FFF2-40B4-BE49-F238E27FC236}">
                        <a16:creationId xmlns:a16="http://schemas.microsoft.com/office/drawing/2014/main" id="{97A6C414-B946-3048-A53E-C86880EEDC59}"/>
                      </a:ext>
                    </a:extLst>
                  </p:cNvPr>
                  <p:cNvSpPr>
                    <a:spLocks noChangeShapeType="1"/>
                  </p:cNvSpPr>
                  <p:nvPr/>
                </p:nvSpPr>
                <p:spPr bwMode="auto">
                  <a:xfrm>
                    <a:off x="288"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40" name="Oval 112">
                  <a:extLst>
                    <a:ext uri="{FF2B5EF4-FFF2-40B4-BE49-F238E27FC236}">
                      <a16:creationId xmlns:a16="http://schemas.microsoft.com/office/drawing/2014/main" id="{E2BB7DAB-CC37-2245-AA17-6EEC36CE5197}"/>
                    </a:ext>
                  </a:extLst>
                </p:cNvPr>
                <p:cNvSpPr>
                  <a:spLocks noChangeArrowheads="1"/>
                </p:cNvSpPr>
                <p:nvPr/>
              </p:nvSpPr>
              <p:spPr bwMode="auto">
                <a:xfrm>
                  <a:off x="0" y="882"/>
                  <a:ext cx="324" cy="317"/>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1" name="Text Box 113">
                  <a:extLst>
                    <a:ext uri="{FF2B5EF4-FFF2-40B4-BE49-F238E27FC236}">
                      <a16:creationId xmlns:a16="http://schemas.microsoft.com/office/drawing/2014/main" id="{04AFD37F-693D-604A-9123-F522140FB443}"/>
                    </a:ext>
                  </a:extLst>
                </p:cNvPr>
                <p:cNvSpPr txBox="1">
                  <a:spLocks noChangeArrowheads="1"/>
                </p:cNvSpPr>
                <p:nvPr/>
              </p:nvSpPr>
              <p:spPr bwMode="auto">
                <a:xfrm>
                  <a:off x="0" y="874"/>
                  <a:ext cx="40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8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M</a:t>
                  </a:r>
                </a:p>
                <a:p>
                  <a:pPr marL="0" marR="0" lvl="0" indent="0" defTabSz="914400" eaLnBrk="1" fontAlgn="auto" latinLnBrk="0" hangingPunct="1">
                    <a:lnSpc>
                      <a:spcPct val="8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3 ~ </a:t>
                  </a:r>
                </a:p>
              </p:txBody>
            </p:sp>
          </p:grpSp>
        </p:grpSp>
        <p:grpSp>
          <p:nvGrpSpPr>
            <p:cNvPr id="315" name="Group 114">
              <a:extLst>
                <a:ext uri="{FF2B5EF4-FFF2-40B4-BE49-F238E27FC236}">
                  <a16:creationId xmlns:a16="http://schemas.microsoft.com/office/drawing/2014/main" id="{F3CF6F20-932F-0446-AEA9-7742005E68FB}"/>
                </a:ext>
              </a:extLst>
            </p:cNvPr>
            <p:cNvGrpSpPr>
              <a:grpSpLocks/>
            </p:cNvGrpSpPr>
            <p:nvPr/>
          </p:nvGrpSpPr>
          <p:grpSpPr bwMode="auto">
            <a:xfrm>
              <a:off x="29" y="0"/>
              <a:ext cx="442" cy="298"/>
              <a:chOff x="0" y="0"/>
              <a:chExt cx="442" cy="499"/>
            </a:xfrm>
          </p:grpSpPr>
          <p:grpSp>
            <p:nvGrpSpPr>
              <p:cNvPr id="316" name="Group 115">
                <a:extLst>
                  <a:ext uri="{FF2B5EF4-FFF2-40B4-BE49-F238E27FC236}">
                    <a16:creationId xmlns:a16="http://schemas.microsoft.com/office/drawing/2014/main" id="{04705009-3E14-A249-B42C-3FEBB5E3F838}"/>
                  </a:ext>
                </a:extLst>
              </p:cNvPr>
              <p:cNvGrpSpPr>
                <a:grpSpLocks/>
              </p:cNvGrpSpPr>
              <p:nvPr/>
            </p:nvGrpSpPr>
            <p:grpSpPr bwMode="auto">
              <a:xfrm>
                <a:off x="0" y="173"/>
                <a:ext cx="442" cy="326"/>
                <a:chOff x="0" y="0"/>
                <a:chExt cx="720" cy="546"/>
              </a:xfrm>
            </p:grpSpPr>
            <p:grpSp>
              <p:nvGrpSpPr>
                <p:cNvPr id="325" name="Group 116">
                  <a:extLst>
                    <a:ext uri="{FF2B5EF4-FFF2-40B4-BE49-F238E27FC236}">
                      <a16:creationId xmlns:a16="http://schemas.microsoft.com/office/drawing/2014/main" id="{ED6FAC7B-0534-7447-8322-1A0930967664}"/>
                    </a:ext>
                  </a:extLst>
                </p:cNvPr>
                <p:cNvGrpSpPr>
                  <a:grpSpLocks/>
                </p:cNvGrpSpPr>
                <p:nvPr/>
              </p:nvGrpSpPr>
              <p:grpSpPr bwMode="auto">
                <a:xfrm>
                  <a:off x="0" y="0"/>
                  <a:ext cx="384" cy="240"/>
                  <a:chOff x="0" y="0"/>
                  <a:chExt cx="384" cy="240"/>
                </a:xfrm>
              </p:grpSpPr>
              <p:sp>
                <p:nvSpPr>
                  <p:cNvPr id="327" name="Line 117">
                    <a:extLst>
                      <a:ext uri="{FF2B5EF4-FFF2-40B4-BE49-F238E27FC236}">
                        <a16:creationId xmlns:a16="http://schemas.microsoft.com/office/drawing/2014/main" id="{7AF735DB-A4D0-664A-9C27-7E8F6A44709D}"/>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8" name="Line 118">
                    <a:extLst>
                      <a:ext uri="{FF2B5EF4-FFF2-40B4-BE49-F238E27FC236}">
                        <a16:creationId xmlns:a16="http://schemas.microsoft.com/office/drawing/2014/main" id="{DF3D5DA5-7AB9-DE49-8769-ED6A5002DA88}"/>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9" name="Line 119">
                    <a:extLst>
                      <a:ext uri="{FF2B5EF4-FFF2-40B4-BE49-F238E27FC236}">
                        <a16:creationId xmlns:a16="http://schemas.microsoft.com/office/drawing/2014/main" id="{B182897F-31A2-3447-B6E9-8A4C4CF11D9C}"/>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0" name="Line 120">
                    <a:extLst>
                      <a:ext uri="{FF2B5EF4-FFF2-40B4-BE49-F238E27FC236}">
                        <a16:creationId xmlns:a16="http://schemas.microsoft.com/office/drawing/2014/main" id="{387B1A26-8C22-A44F-9959-9E50982F0091}"/>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26" name="Text Box 121">
                  <a:extLst>
                    <a:ext uri="{FF2B5EF4-FFF2-40B4-BE49-F238E27FC236}">
                      <a16:creationId xmlns:a16="http://schemas.microsoft.com/office/drawing/2014/main" id="{E1768026-46ED-8A46-9AA8-E43EA0279355}"/>
                    </a:ext>
                  </a:extLst>
                </p:cNvPr>
                <p:cNvSpPr txBox="1">
                  <a:spLocks noChangeArrowheads="1"/>
                </p:cNvSpPr>
                <p:nvPr/>
              </p:nvSpPr>
              <p:spPr bwMode="auto">
                <a:xfrm>
                  <a:off x="433" y="47"/>
                  <a:ext cx="28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Q</a:t>
                  </a:r>
                </a:p>
              </p:txBody>
            </p:sp>
          </p:grpSp>
          <p:grpSp>
            <p:nvGrpSpPr>
              <p:cNvPr id="317" name="Group 122">
                <a:extLst>
                  <a:ext uri="{FF2B5EF4-FFF2-40B4-BE49-F238E27FC236}">
                    <a16:creationId xmlns:a16="http://schemas.microsoft.com/office/drawing/2014/main" id="{99659B07-7E60-5840-BB0A-FC11FDD41139}"/>
                  </a:ext>
                </a:extLst>
              </p:cNvPr>
              <p:cNvGrpSpPr>
                <a:grpSpLocks/>
              </p:cNvGrpSpPr>
              <p:nvPr/>
            </p:nvGrpSpPr>
            <p:grpSpPr bwMode="auto">
              <a:xfrm>
                <a:off x="59" y="317"/>
                <a:ext cx="178" cy="143"/>
                <a:chOff x="0" y="0"/>
                <a:chExt cx="288" cy="240"/>
              </a:xfrm>
            </p:grpSpPr>
            <p:sp>
              <p:nvSpPr>
                <p:cNvPr id="322" name="Line 123">
                  <a:extLst>
                    <a:ext uri="{FF2B5EF4-FFF2-40B4-BE49-F238E27FC236}">
                      <a16:creationId xmlns:a16="http://schemas.microsoft.com/office/drawing/2014/main" id="{8766964F-2699-5445-93C0-2E10F88CD3CA}"/>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3" name="Line 124">
                  <a:extLst>
                    <a:ext uri="{FF2B5EF4-FFF2-40B4-BE49-F238E27FC236}">
                      <a16:creationId xmlns:a16="http://schemas.microsoft.com/office/drawing/2014/main" id="{4B4A4B33-7B04-D64C-97DD-6E5AED4D6C4E}"/>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4" name="Line 125">
                  <a:extLst>
                    <a:ext uri="{FF2B5EF4-FFF2-40B4-BE49-F238E27FC236}">
                      <a16:creationId xmlns:a16="http://schemas.microsoft.com/office/drawing/2014/main" id="{FB055C19-C9B4-364D-BC4C-CD9E878D1F1A}"/>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18" name="Group 126">
                <a:extLst>
                  <a:ext uri="{FF2B5EF4-FFF2-40B4-BE49-F238E27FC236}">
                    <a16:creationId xmlns:a16="http://schemas.microsoft.com/office/drawing/2014/main" id="{7EFB2E13-6F22-344E-AFEB-0ECA8BFE1E32}"/>
                  </a:ext>
                </a:extLst>
              </p:cNvPr>
              <p:cNvGrpSpPr>
                <a:grpSpLocks/>
              </p:cNvGrpSpPr>
              <p:nvPr/>
            </p:nvGrpSpPr>
            <p:grpSpPr bwMode="auto">
              <a:xfrm>
                <a:off x="59" y="0"/>
                <a:ext cx="177" cy="173"/>
                <a:chOff x="0" y="0"/>
                <a:chExt cx="288" cy="240"/>
              </a:xfrm>
            </p:grpSpPr>
            <p:sp>
              <p:nvSpPr>
                <p:cNvPr id="319" name="Line 127">
                  <a:extLst>
                    <a:ext uri="{FF2B5EF4-FFF2-40B4-BE49-F238E27FC236}">
                      <a16:creationId xmlns:a16="http://schemas.microsoft.com/office/drawing/2014/main" id="{0E223E57-0CE8-C549-A8AA-BCCD4D30C0E6}"/>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0" name="Line 128">
                  <a:extLst>
                    <a:ext uri="{FF2B5EF4-FFF2-40B4-BE49-F238E27FC236}">
                      <a16:creationId xmlns:a16="http://schemas.microsoft.com/office/drawing/2014/main" id="{476036B4-A431-3844-91D2-1049C48893EC}"/>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1" name="Line 129">
                  <a:extLst>
                    <a:ext uri="{FF2B5EF4-FFF2-40B4-BE49-F238E27FC236}">
                      <a16:creationId xmlns:a16="http://schemas.microsoft.com/office/drawing/2014/main" id="{9E5CCD9E-102D-2048-A753-0E9B99EA0F26}"/>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grpSp>
        <p:nvGrpSpPr>
          <p:cNvPr id="384" name="Group 130">
            <a:extLst>
              <a:ext uri="{FF2B5EF4-FFF2-40B4-BE49-F238E27FC236}">
                <a16:creationId xmlns:a16="http://schemas.microsoft.com/office/drawing/2014/main" id="{BF592F28-430B-7047-BFD2-FB69877E2164}"/>
              </a:ext>
            </a:extLst>
          </p:cNvPr>
          <p:cNvGrpSpPr>
            <a:grpSpLocks/>
          </p:cNvGrpSpPr>
          <p:nvPr/>
        </p:nvGrpSpPr>
        <p:grpSpPr bwMode="auto">
          <a:xfrm>
            <a:off x="7543800" y="3498801"/>
            <a:ext cx="1066800" cy="1704975"/>
            <a:chOff x="0" y="0"/>
            <a:chExt cx="672" cy="1074"/>
          </a:xfrm>
        </p:grpSpPr>
        <p:sp>
          <p:nvSpPr>
            <p:cNvPr id="385" name="Line 131">
              <a:extLst>
                <a:ext uri="{FF2B5EF4-FFF2-40B4-BE49-F238E27FC236}">
                  <a16:creationId xmlns:a16="http://schemas.microsoft.com/office/drawing/2014/main" id="{29A416AA-2154-584C-AAFF-47723BC2C946}"/>
                </a:ext>
              </a:extLst>
            </p:cNvPr>
            <p:cNvSpPr>
              <a:spLocks noChangeShapeType="1"/>
            </p:cNvSpPr>
            <p:nvPr/>
          </p:nvSpPr>
          <p:spPr bwMode="auto">
            <a:xfrm>
              <a:off x="40" y="152"/>
              <a:ext cx="226"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6" name="Rectangle 132">
              <a:extLst>
                <a:ext uri="{FF2B5EF4-FFF2-40B4-BE49-F238E27FC236}">
                  <a16:creationId xmlns:a16="http://schemas.microsoft.com/office/drawing/2014/main" id="{EE13C844-5616-CD48-AB2D-C9DD92E7C3C7}"/>
                </a:ext>
              </a:extLst>
            </p:cNvPr>
            <p:cNvSpPr>
              <a:spLocks noChangeArrowheads="1"/>
            </p:cNvSpPr>
            <p:nvPr/>
          </p:nvSpPr>
          <p:spPr bwMode="auto">
            <a:xfrm>
              <a:off x="266" y="0"/>
              <a:ext cx="254" cy="29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87" name="Line 133">
              <a:extLst>
                <a:ext uri="{FF2B5EF4-FFF2-40B4-BE49-F238E27FC236}">
                  <a16:creationId xmlns:a16="http://schemas.microsoft.com/office/drawing/2014/main" id="{AE0E6E99-827C-4640-B0C5-3A7D5F32A3BC}"/>
                </a:ext>
              </a:extLst>
            </p:cNvPr>
            <p:cNvSpPr>
              <a:spLocks noChangeShapeType="1"/>
            </p:cNvSpPr>
            <p:nvPr/>
          </p:nvSpPr>
          <p:spPr bwMode="auto">
            <a:xfrm flipV="1">
              <a:off x="520" y="152"/>
              <a:ext cx="152"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8" name="Line 134">
              <a:extLst>
                <a:ext uri="{FF2B5EF4-FFF2-40B4-BE49-F238E27FC236}">
                  <a16:creationId xmlns:a16="http://schemas.microsoft.com/office/drawing/2014/main" id="{64A8714F-7658-6142-922D-B7FCC9D92F11}"/>
                </a:ext>
              </a:extLst>
            </p:cNvPr>
            <p:cNvSpPr>
              <a:spLocks noChangeShapeType="1"/>
            </p:cNvSpPr>
            <p:nvPr/>
          </p:nvSpPr>
          <p:spPr bwMode="auto">
            <a:xfrm>
              <a:off x="664" y="152"/>
              <a:ext cx="0" cy="81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9" name="Text Box 135">
              <a:extLst>
                <a:ext uri="{FF2B5EF4-FFF2-40B4-BE49-F238E27FC236}">
                  <a16:creationId xmlns:a16="http://schemas.microsoft.com/office/drawing/2014/main" id="{9D7F664B-ACA0-6846-9A87-8DB021F047E8}"/>
                </a:ext>
              </a:extLst>
            </p:cNvPr>
            <p:cNvSpPr txBox="1">
              <a:spLocks noChangeArrowheads="1"/>
            </p:cNvSpPr>
            <p:nvPr/>
          </p:nvSpPr>
          <p:spPr bwMode="auto">
            <a:xfrm>
              <a:off x="232" y="824"/>
              <a:ext cx="2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390" name="Text Box 136">
              <a:extLst>
                <a:ext uri="{FF2B5EF4-FFF2-40B4-BE49-F238E27FC236}">
                  <a16:creationId xmlns:a16="http://schemas.microsoft.com/office/drawing/2014/main" id="{784089FD-9AC7-D046-85EF-38B78F3E5041}"/>
                </a:ext>
              </a:extLst>
            </p:cNvPr>
            <p:cNvSpPr txBox="1">
              <a:spLocks noChangeArrowheads="1"/>
            </p:cNvSpPr>
            <p:nvPr/>
          </p:nvSpPr>
          <p:spPr bwMode="auto">
            <a:xfrm>
              <a:off x="232" y="55"/>
              <a:ext cx="34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6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KM</a:t>
              </a:r>
            </a:p>
          </p:txBody>
        </p:sp>
        <p:sp>
          <p:nvSpPr>
            <p:cNvPr id="391" name="Line 137">
              <a:extLst>
                <a:ext uri="{FF2B5EF4-FFF2-40B4-BE49-F238E27FC236}">
                  <a16:creationId xmlns:a16="http://schemas.microsoft.com/office/drawing/2014/main" id="{786DE9E8-80CF-2F4A-B608-FC14541DCC4F}"/>
                </a:ext>
              </a:extLst>
            </p:cNvPr>
            <p:cNvSpPr>
              <a:spLocks noChangeShapeType="1"/>
            </p:cNvSpPr>
            <p:nvPr/>
          </p:nvSpPr>
          <p:spPr bwMode="auto">
            <a:xfrm>
              <a:off x="424" y="96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2" name="Line 138">
              <a:extLst>
                <a:ext uri="{FF2B5EF4-FFF2-40B4-BE49-F238E27FC236}">
                  <a16:creationId xmlns:a16="http://schemas.microsoft.com/office/drawing/2014/main" id="{C850F620-230A-2E49-A835-D0BDA01202E0}"/>
                </a:ext>
              </a:extLst>
            </p:cNvPr>
            <p:cNvSpPr>
              <a:spLocks noChangeShapeType="1"/>
            </p:cNvSpPr>
            <p:nvPr/>
          </p:nvSpPr>
          <p:spPr bwMode="auto">
            <a:xfrm>
              <a:off x="0" y="96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93" name="Group 139">
            <a:extLst>
              <a:ext uri="{FF2B5EF4-FFF2-40B4-BE49-F238E27FC236}">
                <a16:creationId xmlns:a16="http://schemas.microsoft.com/office/drawing/2014/main" id="{9C1E8C0A-A0A1-C441-B505-01AC108CE7A1}"/>
              </a:ext>
            </a:extLst>
          </p:cNvPr>
          <p:cNvGrpSpPr>
            <a:grpSpLocks/>
          </p:cNvGrpSpPr>
          <p:nvPr/>
        </p:nvGrpSpPr>
        <p:grpSpPr bwMode="auto">
          <a:xfrm>
            <a:off x="1828800" y="3282901"/>
            <a:ext cx="5791200" cy="2971800"/>
            <a:chOff x="0" y="0"/>
            <a:chExt cx="3648" cy="1872"/>
          </a:xfrm>
        </p:grpSpPr>
        <p:sp>
          <p:nvSpPr>
            <p:cNvPr id="394" name="Text Box 140">
              <a:extLst>
                <a:ext uri="{FF2B5EF4-FFF2-40B4-BE49-F238E27FC236}">
                  <a16:creationId xmlns:a16="http://schemas.microsoft.com/office/drawing/2014/main" id="{26BE51B3-A5B5-F143-94F2-0EC9A1CA7D52}"/>
                </a:ext>
              </a:extLst>
            </p:cNvPr>
            <p:cNvSpPr txBox="1">
              <a:spLocks noChangeArrowheads="1"/>
            </p:cNvSpPr>
            <p:nvPr/>
          </p:nvSpPr>
          <p:spPr bwMode="auto">
            <a:xfrm>
              <a:off x="3120" y="4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grpSp>
          <p:nvGrpSpPr>
            <p:cNvPr id="395" name="Group 141">
              <a:extLst>
                <a:ext uri="{FF2B5EF4-FFF2-40B4-BE49-F238E27FC236}">
                  <a16:creationId xmlns:a16="http://schemas.microsoft.com/office/drawing/2014/main" id="{93F2BBF9-751A-464F-8EC1-EA7333AB6B29}"/>
                </a:ext>
              </a:extLst>
            </p:cNvPr>
            <p:cNvGrpSpPr>
              <a:grpSpLocks/>
            </p:cNvGrpSpPr>
            <p:nvPr/>
          </p:nvGrpSpPr>
          <p:grpSpPr bwMode="auto">
            <a:xfrm>
              <a:off x="0" y="0"/>
              <a:ext cx="3648" cy="1872"/>
              <a:chOff x="0" y="0"/>
              <a:chExt cx="3648" cy="1872"/>
            </a:xfrm>
          </p:grpSpPr>
          <p:sp>
            <p:nvSpPr>
              <p:cNvPr id="396" name="Rectangle 142">
                <a:extLst>
                  <a:ext uri="{FF2B5EF4-FFF2-40B4-BE49-F238E27FC236}">
                    <a16:creationId xmlns:a16="http://schemas.microsoft.com/office/drawing/2014/main" id="{061DBB43-81BD-BA43-874C-23C1EF421E39}"/>
                  </a:ext>
                </a:extLst>
              </p:cNvPr>
              <p:cNvSpPr>
                <a:spLocks noChangeArrowheads="1"/>
              </p:cNvSpPr>
              <p:nvPr/>
            </p:nvSpPr>
            <p:spPr bwMode="auto">
              <a:xfrm>
                <a:off x="48" y="0"/>
                <a:ext cx="3552" cy="1872"/>
              </a:xfrm>
              <a:prstGeom prst="rect">
                <a:avLst/>
              </a:prstGeom>
              <a:noFill/>
              <a:ln w="38100">
                <a:solidFill>
                  <a:srgbClr val="003162"/>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97" name="Text Box 143">
                <a:extLst>
                  <a:ext uri="{FF2B5EF4-FFF2-40B4-BE49-F238E27FC236}">
                    <a16:creationId xmlns:a16="http://schemas.microsoft.com/office/drawing/2014/main" id="{09FEB6B4-31B9-244E-BB95-2859C8F76B71}"/>
                  </a:ext>
                </a:extLst>
              </p:cNvPr>
              <p:cNvSpPr txBox="1">
                <a:spLocks noChangeArrowheads="1"/>
              </p:cNvSpPr>
              <p:nvPr/>
            </p:nvSpPr>
            <p:spPr bwMode="auto">
              <a:xfrm>
                <a:off x="2002" y="1344"/>
                <a:ext cx="7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PLC</a:t>
                </a:r>
              </a:p>
            </p:txBody>
          </p:sp>
          <p:sp>
            <p:nvSpPr>
              <p:cNvPr id="398" name="Oval 144">
                <a:extLst>
                  <a:ext uri="{FF2B5EF4-FFF2-40B4-BE49-F238E27FC236}">
                    <a16:creationId xmlns:a16="http://schemas.microsoft.com/office/drawing/2014/main" id="{82153527-2BDA-1A46-8BC6-E9962653B42D}"/>
                  </a:ext>
                </a:extLst>
              </p:cNvPr>
              <p:cNvSpPr>
                <a:spLocks noChangeArrowheads="1"/>
              </p:cNvSpPr>
              <p:nvPr/>
            </p:nvSpPr>
            <p:spPr bwMode="auto">
              <a:xfrm>
                <a:off x="0" y="1584"/>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99" name="Oval 145">
                <a:extLst>
                  <a:ext uri="{FF2B5EF4-FFF2-40B4-BE49-F238E27FC236}">
                    <a16:creationId xmlns:a16="http://schemas.microsoft.com/office/drawing/2014/main" id="{5278D6CC-D3E2-EB47-A04C-83BE8BCEC83C}"/>
                  </a:ext>
                </a:extLst>
              </p:cNvPr>
              <p:cNvSpPr>
                <a:spLocks noChangeArrowheads="1"/>
              </p:cNvSpPr>
              <p:nvPr/>
            </p:nvSpPr>
            <p:spPr bwMode="auto">
              <a:xfrm>
                <a:off x="0" y="1104"/>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00" name="Oval 146">
                <a:extLst>
                  <a:ext uri="{FF2B5EF4-FFF2-40B4-BE49-F238E27FC236}">
                    <a16:creationId xmlns:a16="http://schemas.microsoft.com/office/drawing/2014/main" id="{D7F78C25-E713-7B49-9E63-3D7D5FDCB6BA}"/>
                  </a:ext>
                </a:extLst>
              </p:cNvPr>
              <p:cNvSpPr>
                <a:spLocks noChangeArrowheads="1"/>
              </p:cNvSpPr>
              <p:nvPr/>
            </p:nvSpPr>
            <p:spPr bwMode="auto">
              <a:xfrm>
                <a:off x="0" y="288"/>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01" name="Text Box 147">
                <a:extLst>
                  <a:ext uri="{FF2B5EF4-FFF2-40B4-BE49-F238E27FC236}">
                    <a16:creationId xmlns:a16="http://schemas.microsoft.com/office/drawing/2014/main" id="{350A0315-8C31-B440-852E-D60FA04CE150}"/>
                  </a:ext>
                </a:extLst>
              </p:cNvPr>
              <p:cNvSpPr txBox="1">
                <a:spLocks noChangeArrowheads="1"/>
              </p:cNvSpPr>
              <p:nvPr/>
            </p:nvSpPr>
            <p:spPr bwMode="auto">
              <a:xfrm>
                <a:off x="48" y="1440"/>
                <a:ext cx="734"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sp>
            <p:nvSpPr>
              <p:cNvPr id="402" name="Oval 148">
                <a:extLst>
                  <a:ext uri="{FF2B5EF4-FFF2-40B4-BE49-F238E27FC236}">
                    <a16:creationId xmlns:a16="http://schemas.microsoft.com/office/drawing/2014/main" id="{DCDDCE10-C138-9845-AFC2-922DF2476B3E}"/>
                  </a:ext>
                </a:extLst>
              </p:cNvPr>
              <p:cNvSpPr>
                <a:spLocks noChangeArrowheads="1"/>
              </p:cNvSpPr>
              <p:nvPr/>
            </p:nvSpPr>
            <p:spPr bwMode="auto">
              <a:xfrm>
                <a:off x="0" y="672"/>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03" name="Line 149">
                <a:extLst>
                  <a:ext uri="{FF2B5EF4-FFF2-40B4-BE49-F238E27FC236}">
                    <a16:creationId xmlns:a16="http://schemas.microsoft.com/office/drawing/2014/main" id="{AF250B34-F2B0-AE45-BC42-6368C10C123C}"/>
                  </a:ext>
                </a:extLst>
              </p:cNvPr>
              <p:cNvSpPr>
                <a:spLocks noChangeShapeType="1"/>
              </p:cNvSpPr>
              <p:nvPr/>
            </p:nvSpPr>
            <p:spPr bwMode="auto">
              <a:xfrm>
                <a:off x="96" y="336"/>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4" name="Text Box 150">
                <a:extLst>
                  <a:ext uri="{FF2B5EF4-FFF2-40B4-BE49-F238E27FC236}">
                    <a16:creationId xmlns:a16="http://schemas.microsoft.com/office/drawing/2014/main" id="{987F49AE-B437-444C-B17F-DC4A06FE62B2}"/>
                  </a:ext>
                </a:extLst>
              </p:cNvPr>
              <p:cNvSpPr txBox="1">
                <a:spLocks noChangeArrowheads="1"/>
              </p:cNvSpPr>
              <p:nvPr/>
            </p:nvSpPr>
            <p:spPr bwMode="auto">
              <a:xfrm>
                <a:off x="48" y="104"/>
                <a:ext cx="576"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405" name="Line 151">
                <a:extLst>
                  <a:ext uri="{FF2B5EF4-FFF2-40B4-BE49-F238E27FC236}">
                    <a16:creationId xmlns:a16="http://schemas.microsoft.com/office/drawing/2014/main" id="{58A69D84-0BEB-C845-AA5F-109C31549A7C}"/>
                  </a:ext>
                </a:extLst>
              </p:cNvPr>
              <p:cNvSpPr>
                <a:spLocks noChangeShapeType="1"/>
              </p:cNvSpPr>
              <p:nvPr/>
            </p:nvSpPr>
            <p:spPr bwMode="auto">
              <a:xfrm>
                <a:off x="816" y="336"/>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6" name="Rectangle 152">
                <a:extLst>
                  <a:ext uri="{FF2B5EF4-FFF2-40B4-BE49-F238E27FC236}">
                    <a16:creationId xmlns:a16="http://schemas.microsoft.com/office/drawing/2014/main" id="{3DF1CEEE-4EF7-6F4C-88B8-C21AC4D0593E}"/>
                  </a:ext>
                </a:extLst>
              </p:cNvPr>
              <p:cNvSpPr>
                <a:spLocks noChangeArrowheads="1"/>
              </p:cNvSpPr>
              <p:nvPr/>
            </p:nvSpPr>
            <p:spPr bwMode="auto">
              <a:xfrm>
                <a:off x="432" y="240"/>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07" name="Line 153">
                <a:extLst>
                  <a:ext uri="{FF2B5EF4-FFF2-40B4-BE49-F238E27FC236}">
                    <a16:creationId xmlns:a16="http://schemas.microsoft.com/office/drawing/2014/main" id="{972F457D-8806-3E4F-8036-45C64C0EF452}"/>
                  </a:ext>
                </a:extLst>
              </p:cNvPr>
              <p:cNvSpPr>
                <a:spLocks noChangeShapeType="1"/>
              </p:cNvSpPr>
              <p:nvPr/>
            </p:nvSpPr>
            <p:spPr bwMode="auto">
              <a:xfrm>
                <a:off x="96" y="720"/>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8" name="Text Box 154">
                <a:extLst>
                  <a:ext uri="{FF2B5EF4-FFF2-40B4-BE49-F238E27FC236}">
                    <a16:creationId xmlns:a16="http://schemas.microsoft.com/office/drawing/2014/main" id="{EA133233-C239-1B47-942E-BC55ECBDBDC9}"/>
                  </a:ext>
                </a:extLst>
              </p:cNvPr>
              <p:cNvSpPr txBox="1">
                <a:spLocks noChangeArrowheads="1"/>
              </p:cNvSpPr>
              <p:nvPr/>
            </p:nvSpPr>
            <p:spPr bwMode="auto">
              <a:xfrm>
                <a:off x="0" y="480"/>
                <a:ext cx="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409" name="Line 155">
                <a:extLst>
                  <a:ext uri="{FF2B5EF4-FFF2-40B4-BE49-F238E27FC236}">
                    <a16:creationId xmlns:a16="http://schemas.microsoft.com/office/drawing/2014/main" id="{D9EF7A06-DBD8-A146-B9C7-F6AE19B508DC}"/>
                  </a:ext>
                </a:extLst>
              </p:cNvPr>
              <p:cNvSpPr>
                <a:spLocks noChangeShapeType="1"/>
              </p:cNvSpPr>
              <p:nvPr/>
            </p:nvSpPr>
            <p:spPr bwMode="auto">
              <a:xfrm>
                <a:off x="816" y="72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0" name="Line 156">
                <a:extLst>
                  <a:ext uri="{FF2B5EF4-FFF2-40B4-BE49-F238E27FC236}">
                    <a16:creationId xmlns:a16="http://schemas.microsoft.com/office/drawing/2014/main" id="{0AB32584-0516-B248-90DA-F1E35689302C}"/>
                  </a:ext>
                </a:extLst>
              </p:cNvPr>
              <p:cNvSpPr>
                <a:spLocks noChangeShapeType="1"/>
              </p:cNvSpPr>
              <p:nvPr/>
            </p:nvSpPr>
            <p:spPr bwMode="auto">
              <a:xfrm>
                <a:off x="96" y="1152"/>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1" name="Text Box 157">
                <a:extLst>
                  <a:ext uri="{FF2B5EF4-FFF2-40B4-BE49-F238E27FC236}">
                    <a16:creationId xmlns:a16="http://schemas.microsoft.com/office/drawing/2014/main" id="{DB5C626C-DCDD-7B48-85B7-DA1E27C37FCE}"/>
                  </a:ext>
                </a:extLst>
              </p:cNvPr>
              <p:cNvSpPr txBox="1">
                <a:spLocks noChangeArrowheads="1"/>
              </p:cNvSpPr>
              <p:nvPr/>
            </p:nvSpPr>
            <p:spPr bwMode="auto">
              <a:xfrm>
                <a:off x="0" y="921"/>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412" name="Line 158">
                <a:extLst>
                  <a:ext uri="{FF2B5EF4-FFF2-40B4-BE49-F238E27FC236}">
                    <a16:creationId xmlns:a16="http://schemas.microsoft.com/office/drawing/2014/main" id="{05BFADEB-7C11-E344-A7A4-5102C98DDB4B}"/>
                  </a:ext>
                </a:extLst>
              </p:cNvPr>
              <p:cNvSpPr>
                <a:spLocks noChangeShapeType="1"/>
              </p:cNvSpPr>
              <p:nvPr/>
            </p:nvSpPr>
            <p:spPr bwMode="auto">
              <a:xfrm>
                <a:off x="816" y="1152"/>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3" name="Line 159">
                <a:extLst>
                  <a:ext uri="{FF2B5EF4-FFF2-40B4-BE49-F238E27FC236}">
                    <a16:creationId xmlns:a16="http://schemas.microsoft.com/office/drawing/2014/main" id="{E64BD13A-A5CF-D842-BA7C-AE34F480F33C}"/>
                  </a:ext>
                </a:extLst>
              </p:cNvPr>
              <p:cNvSpPr>
                <a:spLocks noChangeShapeType="1"/>
              </p:cNvSpPr>
              <p:nvPr/>
            </p:nvSpPr>
            <p:spPr bwMode="auto">
              <a:xfrm>
                <a:off x="960" y="336"/>
                <a:ext cx="0" cy="96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4" name="Line 160">
                <a:extLst>
                  <a:ext uri="{FF2B5EF4-FFF2-40B4-BE49-F238E27FC236}">
                    <a16:creationId xmlns:a16="http://schemas.microsoft.com/office/drawing/2014/main" id="{B21B5D77-51B7-9D4C-925D-1654CBEEA2F8}"/>
                  </a:ext>
                </a:extLst>
              </p:cNvPr>
              <p:cNvSpPr>
                <a:spLocks noChangeShapeType="1"/>
              </p:cNvSpPr>
              <p:nvPr/>
            </p:nvSpPr>
            <p:spPr bwMode="auto">
              <a:xfrm>
                <a:off x="96" y="1632"/>
                <a:ext cx="86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5" name="Line 161">
                <a:extLst>
                  <a:ext uri="{FF2B5EF4-FFF2-40B4-BE49-F238E27FC236}">
                    <a16:creationId xmlns:a16="http://schemas.microsoft.com/office/drawing/2014/main" id="{252F65E1-3FF1-684C-8EEC-30AB05B560C8}"/>
                  </a:ext>
                </a:extLst>
              </p:cNvPr>
              <p:cNvSpPr>
                <a:spLocks noChangeShapeType="1"/>
              </p:cNvSpPr>
              <p:nvPr/>
            </p:nvSpPr>
            <p:spPr bwMode="auto">
              <a:xfrm>
                <a:off x="960" y="144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6" name="Text Box 162">
                <a:extLst>
                  <a:ext uri="{FF2B5EF4-FFF2-40B4-BE49-F238E27FC236}">
                    <a16:creationId xmlns:a16="http://schemas.microsoft.com/office/drawing/2014/main" id="{6CD61A7F-61B6-D34E-8065-744424E2B79B}"/>
                  </a:ext>
                </a:extLst>
              </p:cNvPr>
              <p:cNvSpPr txBox="1">
                <a:spLocks noChangeArrowheads="1"/>
              </p:cNvSpPr>
              <p:nvPr/>
            </p:nvSpPr>
            <p:spPr bwMode="auto">
              <a:xfrm>
                <a:off x="816" y="120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grpSp>
            <p:nvGrpSpPr>
              <p:cNvPr id="417" name="Group 163">
                <a:extLst>
                  <a:ext uri="{FF2B5EF4-FFF2-40B4-BE49-F238E27FC236}">
                    <a16:creationId xmlns:a16="http://schemas.microsoft.com/office/drawing/2014/main" id="{49AAC3BE-84E2-D943-93B9-E5E6DB12276B}"/>
                  </a:ext>
                </a:extLst>
              </p:cNvPr>
              <p:cNvGrpSpPr>
                <a:grpSpLocks/>
              </p:cNvGrpSpPr>
              <p:nvPr/>
            </p:nvGrpSpPr>
            <p:grpSpPr bwMode="auto">
              <a:xfrm>
                <a:off x="1152" y="144"/>
                <a:ext cx="1920" cy="1104"/>
                <a:chOff x="0" y="0"/>
                <a:chExt cx="1920" cy="1104"/>
              </a:xfrm>
            </p:grpSpPr>
            <p:sp>
              <p:nvSpPr>
                <p:cNvPr id="428" name="Line 164">
                  <a:extLst>
                    <a:ext uri="{FF2B5EF4-FFF2-40B4-BE49-F238E27FC236}">
                      <a16:creationId xmlns:a16="http://schemas.microsoft.com/office/drawing/2014/main" id="{3C5C2654-D09A-094A-89BC-C1EC726914D0}"/>
                    </a:ext>
                  </a:extLst>
                </p:cNvPr>
                <p:cNvSpPr>
                  <a:spLocks noChangeShapeType="1"/>
                </p:cNvSpPr>
                <p:nvPr/>
              </p:nvSpPr>
              <p:spPr bwMode="auto">
                <a:xfrm>
                  <a:off x="0" y="144"/>
                  <a:ext cx="0" cy="96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29" name="Group 165">
                  <a:extLst>
                    <a:ext uri="{FF2B5EF4-FFF2-40B4-BE49-F238E27FC236}">
                      <a16:creationId xmlns:a16="http://schemas.microsoft.com/office/drawing/2014/main" id="{45425530-AEB9-F24C-87FD-45E7B8BB6CF5}"/>
                    </a:ext>
                  </a:extLst>
                </p:cNvPr>
                <p:cNvGrpSpPr>
                  <a:grpSpLocks/>
                </p:cNvGrpSpPr>
                <p:nvPr/>
              </p:nvGrpSpPr>
              <p:grpSpPr bwMode="auto">
                <a:xfrm>
                  <a:off x="768" y="192"/>
                  <a:ext cx="432" cy="192"/>
                  <a:chOff x="0" y="0"/>
                  <a:chExt cx="432" cy="192"/>
                </a:xfrm>
              </p:grpSpPr>
              <p:grpSp>
                <p:nvGrpSpPr>
                  <p:cNvPr id="455" name="Group 166">
                    <a:extLst>
                      <a:ext uri="{FF2B5EF4-FFF2-40B4-BE49-F238E27FC236}">
                        <a16:creationId xmlns:a16="http://schemas.microsoft.com/office/drawing/2014/main" id="{F8540033-BDAA-9148-885C-1DA63547447C}"/>
                      </a:ext>
                    </a:extLst>
                  </p:cNvPr>
                  <p:cNvGrpSpPr>
                    <a:grpSpLocks/>
                  </p:cNvGrpSpPr>
                  <p:nvPr/>
                </p:nvGrpSpPr>
                <p:grpSpPr bwMode="auto">
                  <a:xfrm>
                    <a:off x="0" y="0"/>
                    <a:ext cx="432" cy="192"/>
                    <a:chOff x="0" y="0"/>
                    <a:chExt cx="432" cy="192"/>
                  </a:xfrm>
                </p:grpSpPr>
                <p:sp>
                  <p:nvSpPr>
                    <p:cNvPr id="457" name="Line 167">
                      <a:extLst>
                        <a:ext uri="{FF2B5EF4-FFF2-40B4-BE49-F238E27FC236}">
                          <a16:creationId xmlns:a16="http://schemas.microsoft.com/office/drawing/2014/main" id="{AD4EE776-28DA-2149-A9CB-DDC9C8F75702}"/>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8" name="Line 168">
                      <a:extLst>
                        <a:ext uri="{FF2B5EF4-FFF2-40B4-BE49-F238E27FC236}">
                          <a16:creationId xmlns:a16="http://schemas.microsoft.com/office/drawing/2014/main" id="{5167D0A7-12A7-6749-991E-2381CF6214F8}"/>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9" name="Line 169">
                      <a:extLst>
                        <a:ext uri="{FF2B5EF4-FFF2-40B4-BE49-F238E27FC236}">
                          <a16:creationId xmlns:a16="http://schemas.microsoft.com/office/drawing/2014/main" id="{1BD36AD4-A5D4-4242-84E9-745791E68C19}"/>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0" name="Line 170">
                      <a:extLst>
                        <a:ext uri="{FF2B5EF4-FFF2-40B4-BE49-F238E27FC236}">
                          <a16:creationId xmlns:a16="http://schemas.microsoft.com/office/drawing/2014/main" id="{FA7EAF9C-15D8-1A4C-9E4F-7B9BB34AB43C}"/>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56" name="Line 171">
                    <a:extLst>
                      <a:ext uri="{FF2B5EF4-FFF2-40B4-BE49-F238E27FC236}">
                        <a16:creationId xmlns:a16="http://schemas.microsoft.com/office/drawing/2014/main" id="{1ABF2C4C-2E65-4740-81B6-E30A9AA52A06}"/>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430" name="Group 172">
                  <a:extLst>
                    <a:ext uri="{FF2B5EF4-FFF2-40B4-BE49-F238E27FC236}">
                      <a16:creationId xmlns:a16="http://schemas.microsoft.com/office/drawing/2014/main" id="{6F22F183-0C39-DF4F-ACB5-80FCF97C47C5}"/>
                    </a:ext>
                  </a:extLst>
                </p:cNvPr>
                <p:cNvGrpSpPr>
                  <a:grpSpLocks/>
                </p:cNvGrpSpPr>
                <p:nvPr/>
              </p:nvGrpSpPr>
              <p:grpSpPr bwMode="auto">
                <a:xfrm>
                  <a:off x="0" y="192"/>
                  <a:ext cx="432" cy="192"/>
                  <a:chOff x="0" y="0"/>
                  <a:chExt cx="432" cy="192"/>
                </a:xfrm>
              </p:grpSpPr>
              <p:sp>
                <p:nvSpPr>
                  <p:cNvPr id="451" name="Line 173">
                    <a:extLst>
                      <a:ext uri="{FF2B5EF4-FFF2-40B4-BE49-F238E27FC236}">
                        <a16:creationId xmlns:a16="http://schemas.microsoft.com/office/drawing/2014/main" id="{E6094C11-67C2-A848-AD51-05A747B3B5CC}"/>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2" name="Line 174">
                    <a:extLst>
                      <a:ext uri="{FF2B5EF4-FFF2-40B4-BE49-F238E27FC236}">
                        <a16:creationId xmlns:a16="http://schemas.microsoft.com/office/drawing/2014/main" id="{42F5AF2D-345C-A44B-939B-C3715FBDE74F}"/>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3" name="Line 175">
                    <a:extLst>
                      <a:ext uri="{FF2B5EF4-FFF2-40B4-BE49-F238E27FC236}">
                        <a16:creationId xmlns:a16="http://schemas.microsoft.com/office/drawing/2014/main" id="{798E82C5-0473-4C45-8724-79AFE7331244}"/>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4" name="Line 176">
                    <a:extLst>
                      <a:ext uri="{FF2B5EF4-FFF2-40B4-BE49-F238E27FC236}">
                        <a16:creationId xmlns:a16="http://schemas.microsoft.com/office/drawing/2014/main" id="{0A093A84-A0A7-8B4F-B9E5-D20A5CCB414A}"/>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31" name="Oval 177">
                  <a:extLst>
                    <a:ext uri="{FF2B5EF4-FFF2-40B4-BE49-F238E27FC236}">
                      <a16:creationId xmlns:a16="http://schemas.microsoft.com/office/drawing/2014/main" id="{A6970AEE-9D0B-2D4B-86BB-CB7FD76BACB6}"/>
                    </a:ext>
                  </a:extLst>
                </p:cNvPr>
                <p:cNvSpPr>
                  <a:spLocks noChangeArrowheads="1"/>
                </p:cNvSpPr>
                <p:nvPr/>
              </p:nvSpPr>
              <p:spPr bwMode="auto">
                <a:xfrm>
                  <a:off x="1344" y="144"/>
                  <a:ext cx="432" cy="240"/>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32" name="Line 178">
                  <a:extLst>
                    <a:ext uri="{FF2B5EF4-FFF2-40B4-BE49-F238E27FC236}">
                      <a16:creationId xmlns:a16="http://schemas.microsoft.com/office/drawing/2014/main" id="{BDCD94F8-F0B7-E34C-BB1B-55B0552EEF1A}"/>
                    </a:ext>
                  </a:extLst>
                </p:cNvPr>
                <p:cNvSpPr>
                  <a:spLocks noChangeShapeType="1"/>
                </p:cNvSpPr>
                <p:nvPr/>
              </p:nvSpPr>
              <p:spPr bwMode="auto">
                <a:xfrm>
                  <a:off x="1056" y="288"/>
                  <a:ext cx="28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33" name="Group 179">
                  <a:extLst>
                    <a:ext uri="{FF2B5EF4-FFF2-40B4-BE49-F238E27FC236}">
                      <a16:creationId xmlns:a16="http://schemas.microsoft.com/office/drawing/2014/main" id="{39DA3366-FD01-A24E-8AEC-84ACA23371BB}"/>
                    </a:ext>
                  </a:extLst>
                </p:cNvPr>
                <p:cNvGrpSpPr>
                  <a:grpSpLocks/>
                </p:cNvGrpSpPr>
                <p:nvPr/>
              </p:nvGrpSpPr>
              <p:grpSpPr bwMode="auto">
                <a:xfrm>
                  <a:off x="0" y="576"/>
                  <a:ext cx="432" cy="192"/>
                  <a:chOff x="0" y="0"/>
                  <a:chExt cx="432" cy="192"/>
                </a:xfrm>
              </p:grpSpPr>
              <p:sp>
                <p:nvSpPr>
                  <p:cNvPr id="447" name="Line 180">
                    <a:extLst>
                      <a:ext uri="{FF2B5EF4-FFF2-40B4-BE49-F238E27FC236}">
                        <a16:creationId xmlns:a16="http://schemas.microsoft.com/office/drawing/2014/main" id="{97C510AF-8E80-1841-98E9-E05B824CAA68}"/>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8" name="Line 181">
                    <a:extLst>
                      <a:ext uri="{FF2B5EF4-FFF2-40B4-BE49-F238E27FC236}">
                        <a16:creationId xmlns:a16="http://schemas.microsoft.com/office/drawing/2014/main" id="{89C8EE92-6445-F54B-8C94-80076946F8F8}"/>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9" name="Line 182">
                    <a:extLst>
                      <a:ext uri="{FF2B5EF4-FFF2-40B4-BE49-F238E27FC236}">
                        <a16:creationId xmlns:a16="http://schemas.microsoft.com/office/drawing/2014/main" id="{32424869-A447-6044-9487-2FD118D1B6C9}"/>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0" name="Line 183">
                    <a:extLst>
                      <a:ext uri="{FF2B5EF4-FFF2-40B4-BE49-F238E27FC236}">
                        <a16:creationId xmlns:a16="http://schemas.microsoft.com/office/drawing/2014/main" id="{3F7DC277-0358-6142-A3B1-47FCB18C9B5D}"/>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434" name="Group 184">
                  <a:extLst>
                    <a:ext uri="{FF2B5EF4-FFF2-40B4-BE49-F238E27FC236}">
                      <a16:creationId xmlns:a16="http://schemas.microsoft.com/office/drawing/2014/main" id="{57EA0228-DDA9-B643-88AE-50D7B0A06F8E}"/>
                    </a:ext>
                  </a:extLst>
                </p:cNvPr>
                <p:cNvGrpSpPr>
                  <a:grpSpLocks/>
                </p:cNvGrpSpPr>
                <p:nvPr/>
              </p:nvGrpSpPr>
              <p:grpSpPr bwMode="auto">
                <a:xfrm>
                  <a:off x="432" y="192"/>
                  <a:ext cx="432" cy="192"/>
                  <a:chOff x="0" y="0"/>
                  <a:chExt cx="432" cy="192"/>
                </a:xfrm>
              </p:grpSpPr>
              <p:grpSp>
                <p:nvGrpSpPr>
                  <p:cNvPr id="441" name="Group 185">
                    <a:extLst>
                      <a:ext uri="{FF2B5EF4-FFF2-40B4-BE49-F238E27FC236}">
                        <a16:creationId xmlns:a16="http://schemas.microsoft.com/office/drawing/2014/main" id="{F1AD0FD7-2F94-B24B-90AE-76233DEE3229}"/>
                      </a:ext>
                    </a:extLst>
                  </p:cNvPr>
                  <p:cNvGrpSpPr>
                    <a:grpSpLocks/>
                  </p:cNvGrpSpPr>
                  <p:nvPr/>
                </p:nvGrpSpPr>
                <p:grpSpPr bwMode="auto">
                  <a:xfrm>
                    <a:off x="0" y="0"/>
                    <a:ext cx="432" cy="192"/>
                    <a:chOff x="0" y="0"/>
                    <a:chExt cx="432" cy="192"/>
                  </a:xfrm>
                </p:grpSpPr>
                <p:sp>
                  <p:nvSpPr>
                    <p:cNvPr id="443" name="Line 186">
                      <a:extLst>
                        <a:ext uri="{FF2B5EF4-FFF2-40B4-BE49-F238E27FC236}">
                          <a16:creationId xmlns:a16="http://schemas.microsoft.com/office/drawing/2014/main" id="{88423EF1-F8D9-7E46-9CE8-166D7A57B1CE}"/>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4" name="Line 187">
                      <a:extLst>
                        <a:ext uri="{FF2B5EF4-FFF2-40B4-BE49-F238E27FC236}">
                          <a16:creationId xmlns:a16="http://schemas.microsoft.com/office/drawing/2014/main" id="{FC2ACCC9-C55D-3B44-B74B-1D33D1B2CFE1}"/>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5" name="Line 188">
                      <a:extLst>
                        <a:ext uri="{FF2B5EF4-FFF2-40B4-BE49-F238E27FC236}">
                          <a16:creationId xmlns:a16="http://schemas.microsoft.com/office/drawing/2014/main" id="{2C1C87AD-85CA-7841-9CE6-50CCA742639E}"/>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6" name="Line 189">
                      <a:extLst>
                        <a:ext uri="{FF2B5EF4-FFF2-40B4-BE49-F238E27FC236}">
                          <a16:creationId xmlns:a16="http://schemas.microsoft.com/office/drawing/2014/main" id="{8B73F75E-8AE0-4F4B-85F6-B80769244478}"/>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42" name="Line 190">
                    <a:extLst>
                      <a:ext uri="{FF2B5EF4-FFF2-40B4-BE49-F238E27FC236}">
                        <a16:creationId xmlns:a16="http://schemas.microsoft.com/office/drawing/2014/main" id="{46FEA085-27F5-D34F-93CC-05F1AE411476}"/>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35" name="Line 191">
                  <a:extLst>
                    <a:ext uri="{FF2B5EF4-FFF2-40B4-BE49-F238E27FC236}">
                      <a16:creationId xmlns:a16="http://schemas.microsoft.com/office/drawing/2014/main" id="{21E42A54-5B5C-7A46-87CA-7868A77D4D2C}"/>
                    </a:ext>
                  </a:extLst>
                </p:cNvPr>
                <p:cNvSpPr>
                  <a:spLocks noChangeShapeType="1"/>
                </p:cNvSpPr>
                <p:nvPr/>
              </p:nvSpPr>
              <p:spPr bwMode="auto">
                <a:xfrm flipV="1">
                  <a:off x="432" y="288"/>
                  <a:ext cx="0" cy="38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6" name="Text Box 192">
                  <a:extLst>
                    <a:ext uri="{FF2B5EF4-FFF2-40B4-BE49-F238E27FC236}">
                      <a16:creationId xmlns:a16="http://schemas.microsoft.com/office/drawing/2014/main" id="{81F22FEA-C1AB-204E-A76F-616D6462F0B8}"/>
                    </a:ext>
                  </a:extLst>
                </p:cNvPr>
                <p:cNvSpPr txBox="1">
                  <a:spLocks noChangeArrowheads="1"/>
                </p:cNvSpPr>
                <p:nvPr/>
              </p:nvSpPr>
              <p:spPr bwMode="auto">
                <a:xfrm>
                  <a:off x="0" y="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437" name="Text Box 193">
                  <a:extLst>
                    <a:ext uri="{FF2B5EF4-FFF2-40B4-BE49-F238E27FC236}">
                      <a16:creationId xmlns:a16="http://schemas.microsoft.com/office/drawing/2014/main" id="{101B8872-4786-A541-AB6F-00D4A6FBFC81}"/>
                    </a:ext>
                  </a:extLst>
                </p:cNvPr>
                <p:cNvSpPr txBox="1">
                  <a:spLocks noChangeArrowheads="1"/>
                </p:cNvSpPr>
                <p:nvPr/>
              </p:nvSpPr>
              <p:spPr bwMode="auto">
                <a:xfrm>
                  <a:off x="0" y="393"/>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438" name="Text Box 194">
                  <a:extLst>
                    <a:ext uri="{FF2B5EF4-FFF2-40B4-BE49-F238E27FC236}">
                      <a16:creationId xmlns:a16="http://schemas.microsoft.com/office/drawing/2014/main" id="{BB21ABF7-4E21-DC4B-AEF9-CD13272CBF6E}"/>
                    </a:ext>
                  </a:extLst>
                </p:cNvPr>
                <p:cNvSpPr txBox="1">
                  <a:spLocks noChangeArrowheads="1"/>
                </p:cNvSpPr>
                <p:nvPr/>
              </p:nvSpPr>
              <p:spPr bwMode="auto">
                <a:xfrm>
                  <a:off x="432" y="9"/>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439" name="Text Box 195">
                  <a:extLst>
                    <a:ext uri="{FF2B5EF4-FFF2-40B4-BE49-F238E27FC236}">
                      <a16:creationId xmlns:a16="http://schemas.microsoft.com/office/drawing/2014/main" id="{4104F593-EE44-7A43-8680-A7CAE2DFCA6C}"/>
                    </a:ext>
                  </a:extLst>
                </p:cNvPr>
                <p:cNvSpPr txBox="1">
                  <a:spLocks noChangeArrowheads="1"/>
                </p:cNvSpPr>
                <p:nvPr/>
              </p:nvSpPr>
              <p:spPr bwMode="auto">
                <a:xfrm>
                  <a:off x="960" y="0"/>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440" name="Text Box 196">
                  <a:extLst>
                    <a:ext uri="{FF2B5EF4-FFF2-40B4-BE49-F238E27FC236}">
                      <a16:creationId xmlns:a16="http://schemas.microsoft.com/office/drawing/2014/main" id="{4E92666B-377E-5B4C-A9F0-0F9C4DDBE0D8}"/>
                    </a:ext>
                  </a:extLst>
                </p:cNvPr>
                <p:cNvSpPr txBox="1">
                  <a:spLocks noChangeArrowheads="1"/>
                </p:cNvSpPr>
                <p:nvPr/>
              </p:nvSpPr>
              <p:spPr bwMode="auto">
                <a:xfrm>
                  <a:off x="1344" y="144"/>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grpSp>
          <p:sp>
            <p:nvSpPr>
              <p:cNvPr id="418" name="Oval 197">
                <a:extLst>
                  <a:ext uri="{FF2B5EF4-FFF2-40B4-BE49-F238E27FC236}">
                    <a16:creationId xmlns:a16="http://schemas.microsoft.com/office/drawing/2014/main" id="{2897A5D6-AE49-9B42-B6F4-7B0988EB6AA5}"/>
                  </a:ext>
                </a:extLst>
              </p:cNvPr>
              <p:cNvSpPr>
                <a:spLocks noChangeArrowheads="1"/>
              </p:cNvSpPr>
              <p:nvPr/>
            </p:nvSpPr>
            <p:spPr bwMode="auto">
              <a:xfrm>
                <a:off x="3544" y="240"/>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19" name="Oval 198">
                <a:extLst>
                  <a:ext uri="{FF2B5EF4-FFF2-40B4-BE49-F238E27FC236}">
                    <a16:creationId xmlns:a16="http://schemas.microsoft.com/office/drawing/2014/main" id="{15A2C270-AD41-F046-A570-9F19C1560BE6}"/>
                  </a:ext>
                </a:extLst>
              </p:cNvPr>
              <p:cNvSpPr>
                <a:spLocks noChangeArrowheads="1"/>
              </p:cNvSpPr>
              <p:nvPr/>
            </p:nvSpPr>
            <p:spPr bwMode="auto">
              <a:xfrm>
                <a:off x="3544" y="1056"/>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20" name="Text Box 199">
                <a:extLst>
                  <a:ext uri="{FF2B5EF4-FFF2-40B4-BE49-F238E27FC236}">
                    <a16:creationId xmlns:a16="http://schemas.microsoft.com/office/drawing/2014/main" id="{C37CCAF0-C65C-B946-8345-AD83FF5796B1}"/>
                  </a:ext>
                </a:extLst>
              </p:cNvPr>
              <p:cNvSpPr txBox="1">
                <a:spLocks noChangeArrowheads="1"/>
              </p:cNvSpPr>
              <p:nvPr/>
            </p:nvSpPr>
            <p:spPr bwMode="auto">
              <a:xfrm>
                <a:off x="3120" y="1112"/>
                <a:ext cx="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sp>
            <p:nvSpPr>
              <p:cNvPr id="421" name="Line 200">
                <a:extLst>
                  <a:ext uri="{FF2B5EF4-FFF2-40B4-BE49-F238E27FC236}">
                    <a16:creationId xmlns:a16="http://schemas.microsoft.com/office/drawing/2014/main" id="{62D5530F-8D51-8F46-B121-ACA6664305C3}"/>
                  </a:ext>
                </a:extLst>
              </p:cNvPr>
              <p:cNvSpPr>
                <a:spLocks noChangeShapeType="1"/>
              </p:cNvSpPr>
              <p:nvPr/>
            </p:nvSpPr>
            <p:spPr bwMode="auto">
              <a:xfrm>
                <a:off x="3312" y="288"/>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2" name="Line 201">
                <a:extLst>
                  <a:ext uri="{FF2B5EF4-FFF2-40B4-BE49-F238E27FC236}">
                    <a16:creationId xmlns:a16="http://schemas.microsoft.com/office/drawing/2014/main" id="{F1B6D409-38B5-B840-9C34-8B66A7AA976B}"/>
                  </a:ext>
                </a:extLst>
              </p:cNvPr>
              <p:cNvSpPr>
                <a:spLocks noChangeShapeType="1"/>
              </p:cNvSpPr>
              <p:nvPr/>
            </p:nvSpPr>
            <p:spPr bwMode="auto">
              <a:xfrm flipH="1">
                <a:off x="3312" y="28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3" name="Line 202">
                <a:extLst>
                  <a:ext uri="{FF2B5EF4-FFF2-40B4-BE49-F238E27FC236}">
                    <a16:creationId xmlns:a16="http://schemas.microsoft.com/office/drawing/2014/main" id="{74E7E685-954F-7A48-B8FE-7E5CB079FDE4}"/>
                  </a:ext>
                </a:extLst>
              </p:cNvPr>
              <p:cNvSpPr>
                <a:spLocks noChangeShapeType="1"/>
              </p:cNvSpPr>
              <p:nvPr/>
            </p:nvSpPr>
            <p:spPr bwMode="auto">
              <a:xfrm>
                <a:off x="3312" y="816"/>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4" name="Line 203">
                <a:extLst>
                  <a:ext uri="{FF2B5EF4-FFF2-40B4-BE49-F238E27FC236}">
                    <a16:creationId xmlns:a16="http://schemas.microsoft.com/office/drawing/2014/main" id="{15244142-A841-D244-9E87-63985F11B3E6}"/>
                  </a:ext>
                </a:extLst>
              </p:cNvPr>
              <p:cNvSpPr>
                <a:spLocks noChangeShapeType="1"/>
              </p:cNvSpPr>
              <p:nvPr/>
            </p:nvSpPr>
            <p:spPr bwMode="auto">
              <a:xfrm flipH="1">
                <a:off x="3312" y="1104"/>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5" name="Line 204">
                <a:extLst>
                  <a:ext uri="{FF2B5EF4-FFF2-40B4-BE49-F238E27FC236}">
                    <a16:creationId xmlns:a16="http://schemas.microsoft.com/office/drawing/2014/main" id="{F06C2C26-5926-4445-A9DA-DA87326946D4}"/>
                  </a:ext>
                </a:extLst>
              </p:cNvPr>
              <p:cNvSpPr>
                <a:spLocks noChangeShapeType="1"/>
              </p:cNvSpPr>
              <p:nvPr/>
            </p:nvSpPr>
            <p:spPr bwMode="auto">
              <a:xfrm flipH="1" flipV="1">
                <a:off x="3216" y="576"/>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6" name="Rectangle 205">
                <a:extLst>
                  <a:ext uri="{FF2B5EF4-FFF2-40B4-BE49-F238E27FC236}">
                    <a16:creationId xmlns:a16="http://schemas.microsoft.com/office/drawing/2014/main" id="{3FA0901F-2E83-024E-B214-91270B6E0D00}"/>
                  </a:ext>
                </a:extLst>
              </p:cNvPr>
              <p:cNvSpPr>
                <a:spLocks noChangeArrowheads="1"/>
              </p:cNvSpPr>
              <p:nvPr/>
            </p:nvSpPr>
            <p:spPr bwMode="auto">
              <a:xfrm>
                <a:off x="432" y="624"/>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27" name="Rectangle 206">
                <a:extLst>
                  <a:ext uri="{FF2B5EF4-FFF2-40B4-BE49-F238E27FC236}">
                    <a16:creationId xmlns:a16="http://schemas.microsoft.com/office/drawing/2014/main" id="{447F246E-652E-9E48-BA86-0E8EEF95393F}"/>
                  </a:ext>
                </a:extLst>
              </p:cNvPr>
              <p:cNvSpPr>
                <a:spLocks noChangeArrowheads="1"/>
              </p:cNvSpPr>
              <p:nvPr/>
            </p:nvSpPr>
            <p:spPr bwMode="auto">
              <a:xfrm>
                <a:off x="432" y="1056"/>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grpSp>
        <p:nvGrpSpPr>
          <p:cNvPr id="461" name="Group 208">
            <a:extLst>
              <a:ext uri="{FF2B5EF4-FFF2-40B4-BE49-F238E27FC236}">
                <a16:creationId xmlns:a16="http://schemas.microsoft.com/office/drawing/2014/main" id="{C6AD33E4-3900-304A-8EF5-3C90513EAE6F}"/>
              </a:ext>
            </a:extLst>
          </p:cNvPr>
          <p:cNvGrpSpPr>
            <a:grpSpLocks/>
          </p:cNvGrpSpPr>
          <p:nvPr/>
        </p:nvGrpSpPr>
        <p:grpSpPr bwMode="auto">
          <a:xfrm>
            <a:off x="4788716" y="494926"/>
            <a:ext cx="2971800" cy="2057400"/>
            <a:chOff x="0" y="0"/>
            <a:chExt cx="1872" cy="1296"/>
          </a:xfrm>
        </p:grpSpPr>
        <p:grpSp>
          <p:nvGrpSpPr>
            <p:cNvPr id="462" name="Group 209">
              <a:extLst>
                <a:ext uri="{FF2B5EF4-FFF2-40B4-BE49-F238E27FC236}">
                  <a16:creationId xmlns:a16="http://schemas.microsoft.com/office/drawing/2014/main" id="{C1C8DED1-E544-044B-AA7F-49BE9A7846DE}"/>
                </a:ext>
              </a:extLst>
            </p:cNvPr>
            <p:cNvGrpSpPr>
              <a:grpSpLocks/>
            </p:cNvGrpSpPr>
            <p:nvPr/>
          </p:nvGrpSpPr>
          <p:grpSpPr bwMode="auto">
            <a:xfrm>
              <a:off x="0" y="0"/>
              <a:ext cx="1872" cy="1296"/>
              <a:chOff x="0" y="0"/>
              <a:chExt cx="1872" cy="1296"/>
            </a:xfrm>
          </p:grpSpPr>
          <p:sp>
            <p:nvSpPr>
              <p:cNvPr id="464" name="Rectangle 210">
                <a:extLst>
                  <a:ext uri="{FF2B5EF4-FFF2-40B4-BE49-F238E27FC236}">
                    <a16:creationId xmlns:a16="http://schemas.microsoft.com/office/drawing/2014/main" id="{74C7BCE4-1698-F249-BDF8-07AB5EC9EFDB}"/>
                  </a:ext>
                </a:extLst>
              </p:cNvPr>
              <p:cNvSpPr>
                <a:spLocks noChangeArrowheads="1"/>
              </p:cNvSpPr>
              <p:nvPr/>
            </p:nvSpPr>
            <p:spPr bwMode="auto">
              <a:xfrm>
                <a:off x="387" y="245"/>
                <a:ext cx="909" cy="1051"/>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65" name="Text Box 211">
                <a:extLst>
                  <a:ext uri="{FF2B5EF4-FFF2-40B4-BE49-F238E27FC236}">
                    <a16:creationId xmlns:a16="http://schemas.microsoft.com/office/drawing/2014/main" id="{C764513D-35D3-5348-810A-353334BBF697}"/>
                  </a:ext>
                </a:extLst>
              </p:cNvPr>
              <p:cNvSpPr txBox="1">
                <a:spLocks noChangeArrowheads="1"/>
              </p:cNvSpPr>
              <p:nvPr/>
            </p:nvSpPr>
            <p:spPr bwMode="auto">
              <a:xfrm>
                <a:off x="864" y="594"/>
                <a:ext cx="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PLC</a:t>
                </a:r>
              </a:p>
            </p:txBody>
          </p:sp>
          <p:sp>
            <p:nvSpPr>
              <p:cNvPr id="466" name="Line 212">
                <a:extLst>
                  <a:ext uri="{FF2B5EF4-FFF2-40B4-BE49-F238E27FC236}">
                    <a16:creationId xmlns:a16="http://schemas.microsoft.com/office/drawing/2014/main" id="{A3B39D03-CB2F-DD43-A618-CC2B6832DCCB}"/>
                  </a:ext>
                </a:extLst>
              </p:cNvPr>
              <p:cNvSpPr>
                <a:spLocks noChangeShapeType="1"/>
              </p:cNvSpPr>
              <p:nvPr/>
            </p:nvSpPr>
            <p:spPr bwMode="auto">
              <a:xfrm>
                <a:off x="1293" y="333"/>
                <a:ext cx="195"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7" name="Rectangle 213">
                <a:extLst>
                  <a:ext uri="{FF2B5EF4-FFF2-40B4-BE49-F238E27FC236}">
                    <a16:creationId xmlns:a16="http://schemas.microsoft.com/office/drawing/2014/main" id="{F3CD5ECE-CAB5-9A45-BD00-40519609EAED}"/>
                  </a:ext>
                </a:extLst>
              </p:cNvPr>
              <p:cNvSpPr>
                <a:spLocks noChangeArrowheads="1"/>
              </p:cNvSpPr>
              <p:nvPr/>
            </p:nvSpPr>
            <p:spPr bwMode="auto">
              <a:xfrm>
                <a:off x="1488" y="201"/>
                <a:ext cx="181" cy="263"/>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68" name="Line 214">
                <a:extLst>
                  <a:ext uri="{FF2B5EF4-FFF2-40B4-BE49-F238E27FC236}">
                    <a16:creationId xmlns:a16="http://schemas.microsoft.com/office/drawing/2014/main" id="{D0C40374-3411-4B4F-B0C0-BCC17C771E3F}"/>
                  </a:ext>
                </a:extLst>
              </p:cNvPr>
              <p:cNvSpPr>
                <a:spLocks noChangeShapeType="1"/>
              </p:cNvSpPr>
              <p:nvPr/>
            </p:nvSpPr>
            <p:spPr bwMode="auto">
              <a:xfrm>
                <a:off x="1680" y="333"/>
                <a:ext cx="192"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9" name="Line 215">
                <a:extLst>
                  <a:ext uri="{FF2B5EF4-FFF2-40B4-BE49-F238E27FC236}">
                    <a16:creationId xmlns:a16="http://schemas.microsoft.com/office/drawing/2014/main" id="{E3E914BA-CDF2-BB46-A7F5-A0752F33B6C1}"/>
                  </a:ext>
                </a:extLst>
              </p:cNvPr>
              <p:cNvSpPr>
                <a:spLocks noChangeShapeType="1"/>
              </p:cNvSpPr>
              <p:nvPr/>
            </p:nvSpPr>
            <p:spPr bwMode="auto">
              <a:xfrm>
                <a:off x="1872" y="333"/>
                <a:ext cx="0" cy="67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0" name="Text Box 216">
                <a:extLst>
                  <a:ext uri="{FF2B5EF4-FFF2-40B4-BE49-F238E27FC236}">
                    <a16:creationId xmlns:a16="http://schemas.microsoft.com/office/drawing/2014/main" id="{3D117BA5-2E5E-1841-B508-A213EE819465}"/>
                  </a:ext>
                </a:extLst>
              </p:cNvPr>
              <p:cNvSpPr txBox="1">
                <a:spLocks noChangeArrowheads="1"/>
              </p:cNvSpPr>
              <p:nvPr/>
            </p:nvSpPr>
            <p:spPr bwMode="auto">
              <a:xfrm>
                <a:off x="1488" y="864"/>
                <a:ext cx="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471" name="Line 217">
                <a:extLst>
                  <a:ext uri="{FF2B5EF4-FFF2-40B4-BE49-F238E27FC236}">
                    <a16:creationId xmlns:a16="http://schemas.microsoft.com/office/drawing/2014/main" id="{0F2D848E-2039-CC45-B665-E5C4BF3A0F21}"/>
                  </a:ext>
                </a:extLst>
              </p:cNvPr>
              <p:cNvSpPr>
                <a:spLocks noChangeShapeType="1"/>
              </p:cNvSpPr>
              <p:nvPr/>
            </p:nvSpPr>
            <p:spPr bwMode="auto">
              <a:xfrm>
                <a:off x="226" y="1208"/>
                <a:ext cx="181"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2" name="Text Box 218">
                <a:extLst>
                  <a:ext uri="{FF2B5EF4-FFF2-40B4-BE49-F238E27FC236}">
                    <a16:creationId xmlns:a16="http://schemas.microsoft.com/office/drawing/2014/main" id="{62A7A304-7DC0-A842-89DB-6B70DDB48587}"/>
                  </a:ext>
                </a:extLst>
              </p:cNvPr>
              <p:cNvSpPr txBox="1">
                <a:spLocks noChangeArrowheads="1"/>
              </p:cNvSpPr>
              <p:nvPr/>
            </p:nvSpPr>
            <p:spPr bwMode="auto">
              <a:xfrm>
                <a:off x="48" y="124"/>
                <a:ext cx="3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1</a:t>
                </a:r>
              </a:p>
            </p:txBody>
          </p:sp>
          <p:grpSp>
            <p:nvGrpSpPr>
              <p:cNvPr id="473" name="Group 219">
                <a:extLst>
                  <a:ext uri="{FF2B5EF4-FFF2-40B4-BE49-F238E27FC236}">
                    <a16:creationId xmlns:a16="http://schemas.microsoft.com/office/drawing/2014/main" id="{C9C138FA-7D0A-D24D-B72D-4A897BCDEBD9}"/>
                  </a:ext>
                </a:extLst>
              </p:cNvPr>
              <p:cNvGrpSpPr>
                <a:grpSpLocks/>
              </p:cNvGrpSpPr>
              <p:nvPr/>
            </p:nvGrpSpPr>
            <p:grpSpPr bwMode="auto">
              <a:xfrm>
                <a:off x="0" y="342"/>
                <a:ext cx="402" cy="122"/>
                <a:chOff x="0" y="0"/>
                <a:chExt cx="672" cy="192"/>
              </a:xfrm>
            </p:grpSpPr>
            <p:sp>
              <p:nvSpPr>
                <p:cNvPr id="504" name="Line 220">
                  <a:extLst>
                    <a:ext uri="{FF2B5EF4-FFF2-40B4-BE49-F238E27FC236}">
                      <a16:creationId xmlns:a16="http://schemas.microsoft.com/office/drawing/2014/main" id="{B947F127-1E27-FD4D-BABE-ACC2755C33F0}"/>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05" name="Line 221">
                  <a:extLst>
                    <a:ext uri="{FF2B5EF4-FFF2-40B4-BE49-F238E27FC236}">
                      <a16:creationId xmlns:a16="http://schemas.microsoft.com/office/drawing/2014/main" id="{E20C5E8B-A2EB-AE48-97D1-A55DE0AA8546}"/>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06" name="Line 222">
                  <a:extLst>
                    <a:ext uri="{FF2B5EF4-FFF2-40B4-BE49-F238E27FC236}">
                      <a16:creationId xmlns:a16="http://schemas.microsoft.com/office/drawing/2014/main" id="{DE1734E9-2DC8-ED4C-841F-74F3758EB30C}"/>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507" name="Group 223">
                  <a:extLst>
                    <a:ext uri="{FF2B5EF4-FFF2-40B4-BE49-F238E27FC236}">
                      <a16:creationId xmlns:a16="http://schemas.microsoft.com/office/drawing/2014/main" id="{090E0363-99E0-1B4E-A81B-B7344B3F59EF}"/>
                    </a:ext>
                  </a:extLst>
                </p:cNvPr>
                <p:cNvGrpSpPr>
                  <a:grpSpLocks/>
                </p:cNvGrpSpPr>
                <p:nvPr/>
              </p:nvGrpSpPr>
              <p:grpSpPr bwMode="auto">
                <a:xfrm>
                  <a:off x="288" y="48"/>
                  <a:ext cx="96" cy="144"/>
                  <a:chOff x="0" y="0"/>
                  <a:chExt cx="96" cy="192"/>
                </a:xfrm>
              </p:grpSpPr>
              <p:sp>
                <p:nvSpPr>
                  <p:cNvPr id="508" name="Line 224">
                    <a:extLst>
                      <a:ext uri="{FF2B5EF4-FFF2-40B4-BE49-F238E27FC236}">
                        <a16:creationId xmlns:a16="http://schemas.microsoft.com/office/drawing/2014/main" id="{1E3E65DC-D06F-A54E-9182-1DDB2C0D3FCA}"/>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09" name="Line 225">
                    <a:extLst>
                      <a:ext uri="{FF2B5EF4-FFF2-40B4-BE49-F238E27FC236}">
                        <a16:creationId xmlns:a16="http://schemas.microsoft.com/office/drawing/2014/main" id="{5B4837E0-D4B5-7942-A074-B78DAF41FCB1}"/>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10" name="Line 226">
                    <a:extLst>
                      <a:ext uri="{FF2B5EF4-FFF2-40B4-BE49-F238E27FC236}">
                        <a16:creationId xmlns:a16="http://schemas.microsoft.com/office/drawing/2014/main" id="{DB27BD70-0510-4A4A-9DA0-4F8F4ABD9C87}"/>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11" name="Line 227">
                    <a:extLst>
                      <a:ext uri="{FF2B5EF4-FFF2-40B4-BE49-F238E27FC236}">
                        <a16:creationId xmlns:a16="http://schemas.microsoft.com/office/drawing/2014/main" id="{42309CDA-89F6-4A48-9F4F-9C52324D1AC4}"/>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474" name="Text Box 228">
                <a:extLst>
                  <a:ext uri="{FF2B5EF4-FFF2-40B4-BE49-F238E27FC236}">
                    <a16:creationId xmlns:a16="http://schemas.microsoft.com/office/drawing/2014/main" id="{F6B77571-6941-0044-B306-17D1FFE65017}"/>
                  </a:ext>
                </a:extLst>
              </p:cNvPr>
              <p:cNvSpPr txBox="1">
                <a:spLocks noChangeArrowheads="1"/>
              </p:cNvSpPr>
              <p:nvPr/>
            </p:nvSpPr>
            <p:spPr bwMode="auto">
              <a:xfrm>
                <a:off x="48" y="421"/>
                <a:ext cx="3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2</a:t>
                </a:r>
              </a:p>
            </p:txBody>
          </p:sp>
          <p:sp>
            <p:nvSpPr>
              <p:cNvPr id="475" name="Text Box 229">
                <a:extLst>
                  <a:ext uri="{FF2B5EF4-FFF2-40B4-BE49-F238E27FC236}">
                    <a16:creationId xmlns:a16="http://schemas.microsoft.com/office/drawing/2014/main" id="{290EFC23-FAAA-9441-8F97-4485F9E37F02}"/>
                  </a:ext>
                </a:extLst>
              </p:cNvPr>
              <p:cNvSpPr txBox="1">
                <a:spLocks noChangeArrowheads="1"/>
              </p:cNvSpPr>
              <p:nvPr/>
            </p:nvSpPr>
            <p:spPr bwMode="auto">
              <a:xfrm>
                <a:off x="1444" y="0"/>
                <a:ext cx="3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sp>
            <p:nvSpPr>
              <p:cNvPr id="476" name="Text Box 230">
                <a:extLst>
                  <a:ext uri="{FF2B5EF4-FFF2-40B4-BE49-F238E27FC236}">
                    <a16:creationId xmlns:a16="http://schemas.microsoft.com/office/drawing/2014/main" id="{B9823EF8-27F3-8A44-BE3C-C403F5921C61}"/>
                  </a:ext>
                </a:extLst>
              </p:cNvPr>
              <p:cNvSpPr txBox="1">
                <a:spLocks noChangeArrowheads="1"/>
              </p:cNvSpPr>
              <p:nvPr/>
            </p:nvSpPr>
            <p:spPr bwMode="auto">
              <a:xfrm>
                <a:off x="48" y="748"/>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ST</a:t>
                </a:r>
              </a:p>
            </p:txBody>
          </p:sp>
          <p:sp>
            <p:nvSpPr>
              <p:cNvPr id="477" name="Line 231">
                <a:extLst>
                  <a:ext uri="{FF2B5EF4-FFF2-40B4-BE49-F238E27FC236}">
                    <a16:creationId xmlns:a16="http://schemas.microsoft.com/office/drawing/2014/main" id="{933FAFB0-A085-4047-9210-5C2C843FB843}"/>
                  </a:ext>
                </a:extLst>
              </p:cNvPr>
              <p:cNvSpPr>
                <a:spLocks noChangeShapeType="1"/>
              </p:cNvSpPr>
              <p:nvPr/>
            </p:nvSpPr>
            <p:spPr bwMode="auto">
              <a:xfrm>
                <a:off x="0" y="333"/>
                <a:ext cx="0" cy="87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78" name="Group 232">
                <a:extLst>
                  <a:ext uri="{FF2B5EF4-FFF2-40B4-BE49-F238E27FC236}">
                    <a16:creationId xmlns:a16="http://schemas.microsoft.com/office/drawing/2014/main" id="{4BD0AE56-D032-684E-A003-475B23237635}"/>
                  </a:ext>
                </a:extLst>
              </p:cNvPr>
              <p:cNvGrpSpPr>
                <a:grpSpLocks/>
              </p:cNvGrpSpPr>
              <p:nvPr/>
            </p:nvGrpSpPr>
            <p:grpSpPr bwMode="auto">
              <a:xfrm flipH="1">
                <a:off x="181" y="1121"/>
                <a:ext cx="45" cy="175"/>
                <a:chOff x="0" y="0"/>
                <a:chExt cx="48" cy="192"/>
              </a:xfrm>
            </p:grpSpPr>
            <p:sp>
              <p:nvSpPr>
                <p:cNvPr id="502" name="Line 233">
                  <a:extLst>
                    <a:ext uri="{FF2B5EF4-FFF2-40B4-BE49-F238E27FC236}">
                      <a16:creationId xmlns:a16="http://schemas.microsoft.com/office/drawing/2014/main" id="{2D911905-56C9-3D49-8858-00A43C502740}"/>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03" name="Line 234">
                  <a:extLst>
                    <a:ext uri="{FF2B5EF4-FFF2-40B4-BE49-F238E27FC236}">
                      <a16:creationId xmlns:a16="http://schemas.microsoft.com/office/drawing/2014/main" id="{3735A887-69AD-9542-B197-32F5C26B80FF}"/>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79" name="Line 235">
                <a:extLst>
                  <a:ext uri="{FF2B5EF4-FFF2-40B4-BE49-F238E27FC236}">
                    <a16:creationId xmlns:a16="http://schemas.microsoft.com/office/drawing/2014/main" id="{6E44B256-AA49-6543-903E-E38262897DE1}"/>
                  </a:ext>
                </a:extLst>
              </p:cNvPr>
              <p:cNvSpPr>
                <a:spLocks noChangeShapeType="1"/>
              </p:cNvSpPr>
              <p:nvPr/>
            </p:nvSpPr>
            <p:spPr bwMode="auto">
              <a:xfrm>
                <a:off x="0" y="1208"/>
                <a:ext cx="181"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80" name="Group 236">
                <a:extLst>
                  <a:ext uri="{FF2B5EF4-FFF2-40B4-BE49-F238E27FC236}">
                    <a16:creationId xmlns:a16="http://schemas.microsoft.com/office/drawing/2014/main" id="{16F1530E-4E49-954C-A014-8FBC3F5DCECF}"/>
                  </a:ext>
                </a:extLst>
              </p:cNvPr>
              <p:cNvGrpSpPr>
                <a:grpSpLocks/>
              </p:cNvGrpSpPr>
              <p:nvPr/>
            </p:nvGrpSpPr>
            <p:grpSpPr bwMode="auto">
              <a:xfrm>
                <a:off x="0" y="624"/>
                <a:ext cx="402" cy="122"/>
                <a:chOff x="0" y="0"/>
                <a:chExt cx="672" cy="192"/>
              </a:xfrm>
            </p:grpSpPr>
            <p:sp>
              <p:nvSpPr>
                <p:cNvPr id="494" name="Line 237">
                  <a:extLst>
                    <a:ext uri="{FF2B5EF4-FFF2-40B4-BE49-F238E27FC236}">
                      <a16:creationId xmlns:a16="http://schemas.microsoft.com/office/drawing/2014/main" id="{7F37DD2D-0001-B645-9C6D-A535C33083DA}"/>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95" name="Line 238">
                  <a:extLst>
                    <a:ext uri="{FF2B5EF4-FFF2-40B4-BE49-F238E27FC236}">
                      <a16:creationId xmlns:a16="http://schemas.microsoft.com/office/drawing/2014/main" id="{BE5380A0-2A50-6349-86AB-332494935211}"/>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96" name="Line 239">
                  <a:extLst>
                    <a:ext uri="{FF2B5EF4-FFF2-40B4-BE49-F238E27FC236}">
                      <a16:creationId xmlns:a16="http://schemas.microsoft.com/office/drawing/2014/main" id="{E9581313-B6F0-A24E-B7C2-65A2CA81F5FD}"/>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97" name="Group 240">
                  <a:extLst>
                    <a:ext uri="{FF2B5EF4-FFF2-40B4-BE49-F238E27FC236}">
                      <a16:creationId xmlns:a16="http://schemas.microsoft.com/office/drawing/2014/main" id="{6D7767C1-12C8-E54F-98EA-D9FB7AB51227}"/>
                    </a:ext>
                  </a:extLst>
                </p:cNvPr>
                <p:cNvGrpSpPr>
                  <a:grpSpLocks/>
                </p:cNvGrpSpPr>
                <p:nvPr/>
              </p:nvGrpSpPr>
              <p:grpSpPr bwMode="auto">
                <a:xfrm>
                  <a:off x="288" y="48"/>
                  <a:ext cx="96" cy="144"/>
                  <a:chOff x="0" y="0"/>
                  <a:chExt cx="96" cy="192"/>
                </a:xfrm>
              </p:grpSpPr>
              <p:sp>
                <p:nvSpPr>
                  <p:cNvPr id="498" name="Line 241">
                    <a:extLst>
                      <a:ext uri="{FF2B5EF4-FFF2-40B4-BE49-F238E27FC236}">
                        <a16:creationId xmlns:a16="http://schemas.microsoft.com/office/drawing/2014/main" id="{BFCB5162-AC19-DA42-BA8E-A93A8969CAF7}"/>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99" name="Line 242">
                    <a:extLst>
                      <a:ext uri="{FF2B5EF4-FFF2-40B4-BE49-F238E27FC236}">
                        <a16:creationId xmlns:a16="http://schemas.microsoft.com/office/drawing/2014/main" id="{53625D35-3F4F-114B-9E80-66E48BA0F2B1}"/>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00" name="Line 243">
                    <a:extLst>
                      <a:ext uri="{FF2B5EF4-FFF2-40B4-BE49-F238E27FC236}">
                        <a16:creationId xmlns:a16="http://schemas.microsoft.com/office/drawing/2014/main" id="{2DCA1935-7CA3-684C-B2A2-2C1EFF19ABA5}"/>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01" name="Line 244">
                    <a:extLst>
                      <a:ext uri="{FF2B5EF4-FFF2-40B4-BE49-F238E27FC236}">
                        <a16:creationId xmlns:a16="http://schemas.microsoft.com/office/drawing/2014/main" id="{ED9B72E9-67F1-874A-B9CF-E900972615F6}"/>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nvGrpSpPr>
              <p:cNvPr id="481" name="Group 245">
                <a:extLst>
                  <a:ext uri="{FF2B5EF4-FFF2-40B4-BE49-F238E27FC236}">
                    <a16:creationId xmlns:a16="http://schemas.microsoft.com/office/drawing/2014/main" id="{5BB75767-0957-1146-82C2-220FB0413114}"/>
                  </a:ext>
                </a:extLst>
              </p:cNvPr>
              <p:cNvGrpSpPr>
                <a:grpSpLocks/>
              </p:cNvGrpSpPr>
              <p:nvPr/>
            </p:nvGrpSpPr>
            <p:grpSpPr bwMode="auto">
              <a:xfrm>
                <a:off x="0" y="960"/>
                <a:ext cx="402" cy="61"/>
                <a:chOff x="0" y="0"/>
                <a:chExt cx="402" cy="61"/>
              </a:xfrm>
            </p:grpSpPr>
            <p:sp>
              <p:nvSpPr>
                <p:cNvPr id="489" name="Line 246">
                  <a:extLst>
                    <a:ext uri="{FF2B5EF4-FFF2-40B4-BE49-F238E27FC236}">
                      <a16:creationId xmlns:a16="http://schemas.microsoft.com/office/drawing/2014/main" id="{8FF957C8-BE86-E342-B7ED-3B5D47850598}"/>
                    </a:ext>
                  </a:extLst>
                </p:cNvPr>
                <p:cNvSpPr>
                  <a:spLocks noChangeShapeType="1"/>
                </p:cNvSpPr>
                <p:nvPr/>
              </p:nvSpPr>
              <p:spPr bwMode="auto">
                <a:xfrm>
                  <a:off x="0" y="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90" name="Line 247">
                  <a:extLst>
                    <a:ext uri="{FF2B5EF4-FFF2-40B4-BE49-F238E27FC236}">
                      <a16:creationId xmlns:a16="http://schemas.microsoft.com/office/drawing/2014/main" id="{46816820-A470-A643-B0EA-4F2E016DB5F8}"/>
                    </a:ext>
                  </a:extLst>
                </p:cNvPr>
                <p:cNvSpPr>
                  <a:spLocks noChangeShapeType="1"/>
                </p:cNvSpPr>
                <p:nvPr/>
              </p:nvSpPr>
              <p:spPr bwMode="auto">
                <a:xfrm flipV="1">
                  <a:off x="115" y="0"/>
                  <a:ext cx="143" cy="61"/>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91" name="Line 248">
                  <a:extLst>
                    <a:ext uri="{FF2B5EF4-FFF2-40B4-BE49-F238E27FC236}">
                      <a16:creationId xmlns:a16="http://schemas.microsoft.com/office/drawing/2014/main" id="{B36C9051-A223-834E-8953-55EB221E3A11}"/>
                    </a:ext>
                  </a:extLst>
                </p:cNvPr>
                <p:cNvSpPr>
                  <a:spLocks noChangeShapeType="1"/>
                </p:cNvSpPr>
                <p:nvPr/>
              </p:nvSpPr>
              <p:spPr bwMode="auto">
                <a:xfrm>
                  <a:off x="258" y="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92" name="Line 249">
                  <a:extLst>
                    <a:ext uri="{FF2B5EF4-FFF2-40B4-BE49-F238E27FC236}">
                      <a16:creationId xmlns:a16="http://schemas.microsoft.com/office/drawing/2014/main" id="{058BD100-F7AF-A146-AC78-CD22BE91E957}"/>
                    </a:ext>
                  </a:extLst>
                </p:cNvPr>
                <p:cNvSpPr>
                  <a:spLocks noChangeShapeType="1"/>
                </p:cNvSpPr>
                <p:nvPr/>
              </p:nvSpPr>
              <p:spPr bwMode="auto">
                <a:xfrm>
                  <a:off x="240" y="0"/>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93" name="Line 250">
                  <a:extLst>
                    <a:ext uri="{FF2B5EF4-FFF2-40B4-BE49-F238E27FC236}">
                      <a16:creationId xmlns:a16="http://schemas.microsoft.com/office/drawing/2014/main" id="{581D4CF9-0E6A-6546-A9F8-CB3DA47FC5A8}"/>
                    </a:ext>
                  </a:extLst>
                </p:cNvPr>
                <p:cNvSpPr>
                  <a:spLocks noChangeShapeType="1"/>
                </p:cNvSpPr>
                <p:nvPr/>
              </p:nvSpPr>
              <p:spPr bwMode="auto">
                <a:xfrm flipH="1">
                  <a:off x="144" y="48"/>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82" name="Line 251">
                <a:extLst>
                  <a:ext uri="{FF2B5EF4-FFF2-40B4-BE49-F238E27FC236}">
                    <a16:creationId xmlns:a16="http://schemas.microsoft.com/office/drawing/2014/main" id="{FFCCEDDF-D265-654C-9246-F32CD0780BBD}"/>
                  </a:ext>
                </a:extLst>
              </p:cNvPr>
              <p:cNvSpPr>
                <a:spLocks noChangeShapeType="1"/>
              </p:cNvSpPr>
              <p:nvPr/>
            </p:nvSpPr>
            <p:spPr bwMode="auto">
              <a:xfrm>
                <a:off x="1296" y="1008"/>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3" name="Line 252">
                <a:extLst>
                  <a:ext uri="{FF2B5EF4-FFF2-40B4-BE49-F238E27FC236}">
                    <a16:creationId xmlns:a16="http://schemas.microsoft.com/office/drawing/2014/main" id="{1AA96CF1-7C4F-1041-AC21-9C269BCF4506}"/>
                  </a:ext>
                </a:extLst>
              </p:cNvPr>
              <p:cNvSpPr>
                <a:spLocks noChangeShapeType="1"/>
              </p:cNvSpPr>
              <p:nvPr/>
            </p:nvSpPr>
            <p:spPr bwMode="auto">
              <a:xfrm>
                <a:off x="1728" y="1008"/>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4" name="Text Box 253">
                <a:extLst>
                  <a:ext uri="{FF2B5EF4-FFF2-40B4-BE49-F238E27FC236}">
                    <a16:creationId xmlns:a16="http://schemas.microsoft.com/office/drawing/2014/main" id="{3F53275A-FAB2-D046-89FE-0A5865656554}"/>
                  </a:ext>
                </a:extLst>
              </p:cNvPr>
              <p:cNvSpPr txBox="1">
                <a:spLocks noChangeArrowheads="1"/>
              </p:cNvSpPr>
              <p:nvPr/>
            </p:nvSpPr>
            <p:spPr bwMode="auto">
              <a:xfrm>
                <a:off x="384" y="2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485" name="Text Box 254">
                <a:extLst>
                  <a:ext uri="{FF2B5EF4-FFF2-40B4-BE49-F238E27FC236}">
                    <a16:creationId xmlns:a16="http://schemas.microsoft.com/office/drawing/2014/main" id="{D46AF575-6903-4242-A90E-02763CF0AD87}"/>
                  </a:ext>
                </a:extLst>
              </p:cNvPr>
              <p:cNvSpPr txBox="1">
                <a:spLocks noChangeArrowheads="1"/>
              </p:cNvSpPr>
              <p:nvPr/>
            </p:nvSpPr>
            <p:spPr bwMode="auto">
              <a:xfrm>
                <a:off x="384" y="52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486" name="Text Box 255">
                <a:extLst>
                  <a:ext uri="{FF2B5EF4-FFF2-40B4-BE49-F238E27FC236}">
                    <a16:creationId xmlns:a16="http://schemas.microsoft.com/office/drawing/2014/main" id="{0F6DC5C0-D868-5745-8813-5A8C7DB15905}"/>
                  </a:ext>
                </a:extLst>
              </p:cNvPr>
              <p:cNvSpPr txBox="1">
                <a:spLocks noChangeArrowheads="1"/>
              </p:cNvSpPr>
              <p:nvPr/>
            </p:nvSpPr>
            <p:spPr bwMode="auto">
              <a:xfrm>
                <a:off x="384" y="825"/>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487" name="Text Box 256">
                <a:extLst>
                  <a:ext uri="{FF2B5EF4-FFF2-40B4-BE49-F238E27FC236}">
                    <a16:creationId xmlns:a16="http://schemas.microsoft.com/office/drawing/2014/main" id="{B62E7DD0-7183-774D-B04F-1253A48848E7}"/>
                  </a:ext>
                </a:extLst>
              </p:cNvPr>
              <p:cNvSpPr txBox="1">
                <a:spLocks noChangeArrowheads="1"/>
              </p:cNvSpPr>
              <p:nvPr/>
            </p:nvSpPr>
            <p:spPr bwMode="auto">
              <a:xfrm>
                <a:off x="864" y="240"/>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488" name="Text Box 257">
                <a:extLst>
                  <a:ext uri="{FF2B5EF4-FFF2-40B4-BE49-F238E27FC236}">
                    <a16:creationId xmlns:a16="http://schemas.microsoft.com/office/drawing/2014/main" id="{BD8FCDEA-7D71-DC4F-B02D-87F0FE649A4A}"/>
                  </a:ext>
                </a:extLst>
              </p:cNvPr>
              <p:cNvSpPr txBox="1">
                <a:spLocks noChangeArrowheads="1"/>
              </p:cNvSpPr>
              <p:nvPr/>
            </p:nvSpPr>
            <p:spPr bwMode="auto">
              <a:xfrm>
                <a:off x="864" y="912"/>
                <a:ext cx="4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grpSp>
        <p:sp>
          <p:nvSpPr>
            <p:cNvPr id="463" name="Rectangle 258">
              <a:extLst>
                <a:ext uri="{FF2B5EF4-FFF2-40B4-BE49-F238E27FC236}">
                  <a16:creationId xmlns:a16="http://schemas.microsoft.com/office/drawing/2014/main" id="{FC91F28F-BD5F-8241-8592-7B9F9D2C6044}"/>
                </a:ext>
              </a:extLst>
            </p:cNvPr>
            <p:cNvSpPr>
              <a:spLocks noChangeArrowheads="1"/>
            </p:cNvSpPr>
            <p:nvPr/>
          </p:nvSpPr>
          <p:spPr bwMode="auto">
            <a:xfrm>
              <a:off x="336" y="1065"/>
              <a:ext cx="4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grpSp>
      <p:sp>
        <p:nvSpPr>
          <p:cNvPr id="512" name="Text Box 94">
            <a:extLst>
              <a:ext uri="{FF2B5EF4-FFF2-40B4-BE49-F238E27FC236}">
                <a16:creationId xmlns:a16="http://schemas.microsoft.com/office/drawing/2014/main" id="{921A6C9F-CA8D-0F47-B423-3D44F7F2948C}"/>
              </a:ext>
            </a:extLst>
          </p:cNvPr>
          <p:cNvSpPr txBox="1">
            <a:spLocks noChangeArrowheads="1"/>
          </p:cNvSpPr>
          <p:nvPr/>
        </p:nvSpPr>
        <p:spPr bwMode="auto">
          <a:xfrm>
            <a:off x="395288" y="732582"/>
            <a:ext cx="29738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A50021"/>
                </a:solidFill>
                <a:latin typeface="宋体" panose="02010600030101010101" pitchFamily="2" charset="-122"/>
              </a:rPr>
              <a:t>(2)PLC</a:t>
            </a:r>
            <a:r>
              <a:rPr lang="zh-CN" altLang="en-US" sz="2400" b="1" dirty="0">
                <a:solidFill>
                  <a:srgbClr val="A50021"/>
                </a:solidFill>
                <a:latin typeface="宋体" panose="02010600030101010101" pitchFamily="2" charset="-122"/>
              </a:rPr>
              <a:t>控制等效原理</a:t>
            </a:r>
            <a:endParaRPr lang="zh-CN" altLang="zh-CN" sz="2400" dirty="0">
              <a:solidFill>
                <a:srgbClr val="0000CC"/>
              </a:solidFill>
              <a:latin typeface="宋体" panose="02010600030101010101" pitchFamily="2" charset="-122"/>
            </a:endParaRPr>
          </a:p>
        </p:txBody>
      </p:sp>
      <p:sp>
        <p:nvSpPr>
          <p:cNvPr id="4" name="文本框 3">
            <a:extLst>
              <a:ext uri="{FF2B5EF4-FFF2-40B4-BE49-F238E27FC236}">
                <a16:creationId xmlns:a16="http://schemas.microsoft.com/office/drawing/2014/main" id="{70F35665-C5E6-B93C-9A87-B25821314280}"/>
              </a:ext>
            </a:extLst>
          </p:cNvPr>
          <p:cNvSpPr txBox="1"/>
          <p:nvPr/>
        </p:nvSpPr>
        <p:spPr>
          <a:xfrm rot="420000">
            <a:off x="7585720" y="144689"/>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23820584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wipe(up)">
                                      <p:cBhvr>
                                        <p:cTn id="7" dur="500"/>
                                        <p:tgtEl>
                                          <p:spTgt spid="3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61"/>
                                        </p:tgtEl>
                                        <p:attrNameLst>
                                          <p:attrName>style.visibility</p:attrName>
                                        </p:attrNameLst>
                                      </p:cBhvr>
                                      <p:to>
                                        <p:strVal val="visible"/>
                                      </p:to>
                                    </p:set>
                                    <p:animEffect transition="in" filter="wipe(up)">
                                      <p:cBhvr>
                                        <p:cTn id="12" dur="500"/>
                                        <p:tgtEl>
                                          <p:spTgt spid="461"/>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312"/>
                                        </p:tgtEl>
                                        <p:attrNameLst>
                                          <p:attrName>style.visibility</p:attrName>
                                        </p:attrNameLst>
                                      </p:cBhvr>
                                      <p:to>
                                        <p:strVal val="visible"/>
                                      </p:to>
                                    </p:set>
                                    <p:anim calcmode="lin" valueType="num">
                                      <p:cBhvr>
                                        <p:cTn id="17" dur="500" fill="hold"/>
                                        <p:tgtEl>
                                          <p:spTgt spid="312"/>
                                        </p:tgtEl>
                                        <p:attrNameLst>
                                          <p:attrName>ppt_x</p:attrName>
                                        </p:attrNameLst>
                                      </p:cBhvr>
                                      <p:tavLst>
                                        <p:tav tm="0">
                                          <p:val>
                                            <p:strVal val="#ppt_x-#ppt_w/2"/>
                                          </p:val>
                                        </p:tav>
                                        <p:tav tm="100000">
                                          <p:val>
                                            <p:strVal val="#ppt_x"/>
                                          </p:val>
                                        </p:tav>
                                      </p:tavLst>
                                    </p:anim>
                                    <p:anim calcmode="lin" valueType="num">
                                      <p:cBhvr>
                                        <p:cTn id="18" dur="500" fill="hold"/>
                                        <p:tgtEl>
                                          <p:spTgt spid="312"/>
                                        </p:tgtEl>
                                        <p:attrNameLst>
                                          <p:attrName>ppt_y</p:attrName>
                                        </p:attrNameLst>
                                      </p:cBhvr>
                                      <p:tavLst>
                                        <p:tav tm="0">
                                          <p:val>
                                            <p:strVal val="#ppt_y"/>
                                          </p:val>
                                        </p:tav>
                                        <p:tav tm="100000">
                                          <p:val>
                                            <p:strVal val="#ppt_y"/>
                                          </p:val>
                                        </p:tav>
                                      </p:tavLst>
                                    </p:anim>
                                    <p:anim calcmode="lin" valueType="num">
                                      <p:cBhvr>
                                        <p:cTn id="19" dur="500" fill="hold"/>
                                        <p:tgtEl>
                                          <p:spTgt spid="312"/>
                                        </p:tgtEl>
                                        <p:attrNameLst>
                                          <p:attrName>ppt_w</p:attrName>
                                        </p:attrNameLst>
                                      </p:cBhvr>
                                      <p:tavLst>
                                        <p:tav tm="0">
                                          <p:val>
                                            <p:fltVal val="0"/>
                                          </p:val>
                                        </p:tav>
                                        <p:tav tm="100000">
                                          <p:val>
                                            <p:strVal val="#ppt_w"/>
                                          </p:val>
                                        </p:tav>
                                      </p:tavLst>
                                    </p:anim>
                                    <p:anim calcmode="lin" valueType="num">
                                      <p:cBhvr>
                                        <p:cTn id="20" dur="500" fill="hold"/>
                                        <p:tgtEl>
                                          <p:spTgt spid="31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8"/>
                                        </p:tgtEl>
                                        <p:attrNameLst>
                                          <p:attrName>style.visibility</p:attrName>
                                        </p:attrNameLst>
                                      </p:cBhvr>
                                      <p:to>
                                        <p:strVal val="visible"/>
                                      </p:to>
                                    </p:set>
                                    <p:animEffect transition="in" filter="wipe(left)">
                                      <p:cBhvr>
                                        <p:cTn id="25" dur="500"/>
                                        <p:tgtEl>
                                          <p:spTgt spid="258"/>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272" fill="hold" nodeType="clickEffect">
                                  <p:stCondLst>
                                    <p:cond delay="0"/>
                                  </p:stCondLst>
                                  <p:childTnLst>
                                    <p:set>
                                      <p:cBhvr>
                                        <p:cTn id="29" dur="1" fill="hold">
                                          <p:stCondLst>
                                            <p:cond delay="0"/>
                                          </p:stCondLst>
                                        </p:cTn>
                                        <p:tgtEl>
                                          <p:spTgt spid="393"/>
                                        </p:tgtEl>
                                        <p:attrNameLst>
                                          <p:attrName>style.visibility</p:attrName>
                                        </p:attrNameLst>
                                      </p:cBhvr>
                                      <p:to>
                                        <p:strVal val="visible"/>
                                      </p:to>
                                    </p:set>
                                    <p:anim calcmode="lin" valueType="num">
                                      <p:cBhvr>
                                        <p:cTn id="30" dur="500" fill="hold"/>
                                        <p:tgtEl>
                                          <p:spTgt spid="393"/>
                                        </p:tgtEl>
                                        <p:attrNameLst>
                                          <p:attrName>ppt_w</p:attrName>
                                        </p:attrNameLst>
                                      </p:cBhvr>
                                      <p:tavLst>
                                        <p:tav tm="0">
                                          <p:val>
                                            <p:strVal val="2/3*#ppt_w"/>
                                          </p:val>
                                        </p:tav>
                                        <p:tav tm="100000">
                                          <p:val>
                                            <p:strVal val="#ppt_w"/>
                                          </p:val>
                                        </p:tav>
                                      </p:tavLst>
                                    </p:anim>
                                    <p:anim calcmode="lin" valueType="num">
                                      <p:cBhvr>
                                        <p:cTn id="31" dur="500" fill="hold"/>
                                        <p:tgtEl>
                                          <p:spTgt spid="393"/>
                                        </p:tgtEl>
                                        <p:attrNameLst>
                                          <p:attrName>ppt_h</p:attrName>
                                        </p:attrNameLst>
                                      </p:cBhvr>
                                      <p:tavLst>
                                        <p:tav tm="0">
                                          <p:val>
                                            <p:strVal val="2/3*#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59"/>
                                        </p:tgtEl>
                                        <p:attrNameLst>
                                          <p:attrName>style.visibility</p:attrName>
                                        </p:attrNameLst>
                                      </p:cBhvr>
                                      <p:to>
                                        <p:strVal val="visible"/>
                                      </p:to>
                                    </p:set>
                                    <p:animEffect transition="in" filter="wipe(left)">
                                      <p:cBhvr>
                                        <p:cTn id="36" dur="500"/>
                                        <p:tgtEl>
                                          <p:spTgt spid="25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84"/>
                                        </p:tgtEl>
                                        <p:attrNameLst>
                                          <p:attrName>style.visibility</p:attrName>
                                        </p:attrNameLst>
                                      </p:cBhvr>
                                      <p:to>
                                        <p:strVal val="visible"/>
                                      </p:to>
                                    </p:set>
                                    <p:animEffect transition="in" filter="wipe(left)">
                                      <p:cBhvr>
                                        <p:cTn id="41" dur="500"/>
                                        <p:tgtEl>
                                          <p:spTgt spid="384"/>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301"/>
                                        </p:tgtEl>
                                        <p:attrNameLst>
                                          <p:attrName>style.visibility</p:attrName>
                                        </p:attrNameLst>
                                      </p:cBhvr>
                                      <p:to>
                                        <p:strVal val="visible"/>
                                      </p:to>
                                    </p:set>
                                    <p:anim calcmode="lin" valueType="num">
                                      <p:cBhvr additive="base">
                                        <p:cTn id="46" dur="500" fill="hold"/>
                                        <p:tgtEl>
                                          <p:spTgt spid="301"/>
                                        </p:tgtEl>
                                        <p:attrNameLst>
                                          <p:attrName>ppt_x</p:attrName>
                                        </p:attrNameLst>
                                      </p:cBhvr>
                                      <p:tavLst>
                                        <p:tav tm="0">
                                          <p:val>
                                            <p:strVal val="0-#ppt_w/2"/>
                                          </p:val>
                                        </p:tav>
                                        <p:tav tm="100000">
                                          <p:val>
                                            <p:strVal val="#ppt_x"/>
                                          </p:val>
                                        </p:tav>
                                      </p:tavLst>
                                    </p:anim>
                                    <p:anim calcmode="lin" valueType="num">
                                      <p:cBhvr additive="base">
                                        <p:cTn id="47" dur="500" fill="hold"/>
                                        <p:tgtEl>
                                          <p:spTgt spid="301"/>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293"/>
                                        </p:tgtEl>
                                        <p:attrNameLst>
                                          <p:attrName>style.visibility</p:attrName>
                                        </p:attrNameLst>
                                      </p:cBhvr>
                                      <p:to>
                                        <p:strVal val="visible"/>
                                      </p:to>
                                    </p:set>
                                    <p:anim calcmode="lin" valueType="num">
                                      <p:cBhvr additive="base">
                                        <p:cTn id="52" dur="500" fill="hold"/>
                                        <p:tgtEl>
                                          <p:spTgt spid="293"/>
                                        </p:tgtEl>
                                        <p:attrNameLst>
                                          <p:attrName>ppt_x</p:attrName>
                                        </p:attrNameLst>
                                      </p:cBhvr>
                                      <p:tavLst>
                                        <p:tav tm="0">
                                          <p:val>
                                            <p:strVal val="0-#ppt_w/2"/>
                                          </p:val>
                                        </p:tav>
                                        <p:tav tm="100000">
                                          <p:val>
                                            <p:strVal val="#ppt_x"/>
                                          </p:val>
                                        </p:tav>
                                      </p:tavLst>
                                    </p:anim>
                                    <p:anim calcmode="lin" valueType="num">
                                      <p:cBhvr additive="base">
                                        <p:cTn id="53" dur="500" fill="hold"/>
                                        <p:tgtEl>
                                          <p:spTgt spid="29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300"/>
                                        </p:tgtEl>
                                        <p:attrNameLst>
                                          <p:attrName>style.visibility</p:attrName>
                                        </p:attrNameLst>
                                      </p:cBhvr>
                                      <p:to>
                                        <p:strVal val="visible"/>
                                      </p:to>
                                    </p:set>
                                    <p:anim calcmode="lin" valueType="num">
                                      <p:cBhvr additive="base">
                                        <p:cTn id="58" dur="500" fill="hold"/>
                                        <p:tgtEl>
                                          <p:spTgt spid="300"/>
                                        </p:tgtEl>
                                        <p:attrNameLst>
                                          <p:attrName>ppt_x</p:attrName>
                                        </p:attrNameLst>
                                      </p:cBhvr>
                                      <p:tavLst>
                                        <p:tav tm="0">
                                          <p:val>
                                            <p:strVal val="1+#ppt_w/2"/>
                                          </p:val>
                                        </p:tav>
                                        <p:tav tm="100000">
                                          <p:val>
                                            <p:strVal val="#ppt_x"/>
                                          </p:val>
                                        </p:tav>
                                      </p:tavLst>
                                    </p:anim>
                                    <p:anim calcmode="lin" valueType="num">
                                      <p:cBhvr additive="base">
                                        <p:cTn id="59" dur="500" fill="hold"/>
                                        <p:tgtEl>
                                          <p:spTgt spid="300"/>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294"/>
                                        </p:tgtEl>
                                        <p:attrNameLst>
                                          <p:attrName>style.visibility</p:attrName>
                                        </p:attrNameLst>
                                      </p:cBhvr>
                                      <p:to>
                                        <p:strVal val="visible"/>
                                      </p:to>
                                    </p:set>
                                    <p:anim calcmode="lin" valueType="num">
                                      <p:cBhvr additive="base">
                                        <p:cTn id="64" dur="500" fill="hold"/>
                                        <p:tgtEl>
                                          <p:spTgt spid="294"/>
                                        </p:tgtEl>
                                        <p:attrNameLst>
                                          <p:attrName>ppt_x</p:attrName>
                                        </p:attrNameLst>
                                      </p:cBhvr>
                                      <p:tavLst>
                                        <p:tav tm="0">
                                          <p:val>
                                            <p:strVal val="1+#ppt_w/2"/>
                                          </p:val>
                                        </p:tav>
                                        <p:tav tm="100000">
                                          <p:val>
                                            <p:strVal val="#ppt_x"/>
                                          </p:val>
                                        </p:tav>
                                      </p:tavLst>
                                    </p:anim>
                                    <p:anim calcmode="lin" valueType="num">
                                      <p:cBhvr additive="base">
                                        <p:cTn id="65" dur="500" fill="hold"/>
                                        <p:tgtEl>
                                          <p:spTgt spid="294"/>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295"/>
                                        </p:tgtEl>
                                        <p:attrNameLst>
                                          <p:attrName>style.visibility</p:attrName>
                                        </p:attrNameLst>
                                      </p:cBhvr>
                                      <p:to>
                                        <p:strVal val="visible"/>
                                      </p:to>
                                    </p:set>
                                    <p:anim calcmode="lin" valueType="num">
                                      <p:cBhvr additive="base">
                                        <p:cTn id="70" dur="500" fill="hold"/>
                                        <p:tgtEl>
                                          <p:spTgt spid="295"/>
                                        </p:tgtEl>
                                        <p:attrNameLst>
                                          <p:attrName>ppt_x</p:attrName>
                                        </p:attrNameLst>
                                      </p:cBhvr>
                                      <p:tavLst>
                                        <p:tav tm="0">
                                          <p:val>
                                            <p:strVal val="#ppt_x"/>
                                          </p:val>
                                        </p:tav>
                                        <p:tav tm="100000">
                                          <p:val>
                                            <p:strVal val="#ppt_x"/>
                                          </p:val>
                                        </p:tav>
                                      </p:tavLst>
                                    </p:anim>
                                    <p:anim calcmode="lin" valueType="num">
                                      <p:cBhvr additive="base">
                                        <p:cTn id="71" dur="500" fill="hold"/>
                                        <p:tgtEl>
                                          <p:spTgt spid="295"/>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302"/>
                                        </p:tgtEl>
                                        <p:attrNameLst>
                                          <p:attrName>style.visibility</p:attrName>
                                        </p:attrNameLst>
                                      </p:cBhvr>
                                      <p:to>
                                        <p:strVal val="visible"/>
                                      </p:to>
                                    </p:set>
                                    <p:anim calcmode="lin" valueType="num">
                                      <p:cBhvr additive="base">
                                        <p:cTn id="76" dur="500" fill="hold"/>
                                        <p:tgtEl>
                                          <p:spTgt spid="302"/>
                                        </p:tgtEl>
                                        <p:attrNameLst>
                                          <p:attrName>ppt_x</p:attrName>
                                        </p:attrNameLst>
                                      </p:cBhvr>
                                      <p:tavLst>
                                        <p:tav tm="0">
                                          <p:val>
                                            <p:strVal val="#ppt_x"/>
                                          </p:val>
                                        </p:tav>
                                        <p:tav tm="100000">
                                          <p:val>
                                            <p:strVal val="#ppt_x"/>
                                          </p:val>
                                        </p:tav>
                                      </p:tavLst>
                                    </p:anim>
                                    <p:anim calcmode="lin" valueType="num">
                                      <p:cBhvr additive="base">
                                        <p:cTn id="77" dur="500" fill="hold"/>
                                        <p:tgtEl>
                                          <p:spTgt spid="302"/>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307"/>
                                        </p:tgtEl>
                                        <p:attrNameLst>
                                          <p:attrName>style.visibility</p:attrName>
                                        </p:attrNameLst>
                                      </p:cBhvr>
                                      <p:to>
                                        <p:strVal val="visible"/>
                                      </p:to>
                                    </p:set>
                                    <p:anim calcmode="lin" valueType="num">
                                      <p:cBhvr additive="base">
                                        <p:cTn id="82" dur="500" fill="hold"/>
                                        <p:tgtEl>
                                          <p:spTgt spid="307"/>
                                        </p:tgtEl>
                                        <p:attrNameLst>
                                          <p:attrName>ppt_x</p:attrName>
                                        </p:attrNameLst>
                                      </p:cBhvr>
                                      <p:tavLst>
                                        <p:tav tm="0">
                                          <p:val>
                                            <p:strVal val="#ppt_x"/>
                                          </p:val>
                                        </p:tav>
                                        <p:tav tm="100000">
                                          <p:val>
                                            <p:strVal val="#ppt_x"/>
                                          </p:val>
                                        </p:tav>
                                      </p:tavLst>
                                    </p:anim>
                                    <p:anim calcmode="lin" valueType="num">
                                      <p:cBhvr additive="base">
                                        <p:cTn id="83" dur="500" fill="hold"/>
                                        <p:tgtEl>
                                          <p:spTgt spid="3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bldLvl="0" animBg="1" autoUpdateAnimBg="0"/>
      <p:bldP spid="293" grpId="0" animBg="1" autoUpdateAnimBg="0"/>
      <p:bldP spid="294" grpId="0" animBg="1" autoUpdateAnimBg="0"/>
      <p:bldP spid="300" grpId="0" animBg="1" autoUpdateAnimBg="0"/>
      <p:bldP spid="301" grpId="0" bldLvl="0" animBg="1" autoUpdateAnimBg="0"/>
      <p:bldP spid="312"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 name="Group 2">
            <a:extLst>
              <a:ext uri="{FF2B5EF4-FFF2-40B4-BE49-F238E27FC236}">
                <a16:creationId xmlns:a16="http://schemas.microsoft.com/office/drawing/2014/main" id="{DF74BFD2-3CB2-BC42-8345-0A5DF9A9196C}"/>
              </a:ext>
            </a:extLst>
          </p:cNvPr>
          <p:cNvGrpSpPr>
            <a:grpSpLocks/>
          </p:cNvGrpSpPr>
          <p:nvPr/>
        </p:nvGrpSpPr>
        <p:grpSpPr bwMode="auto">
          <a:xfrm>
            <a:off x="7543800" y="3841452"/>
            <a:ext cx="1066800" cy="1765300"/>
            <a:chOff x="0" y="0"/>
            <a:chExt cx="672" cy="1112"/>
          </a:xfrm>
        </p:grpSpPr>
        <p:sp>
          <p:nvSpPr>
            <p:cNvPr id="247" name="Line 3">
              <a:extLst>
                <a:ext uri="{FF2B5EF4-FFF2-40B4-BE49-F238E27FC236}">
                  <a16:creationId xmlns:a16="http://schemas.microsoft.com/office/drawing/2014/main" id="{3B83C313-C968-5445-A18F-848CB8623DCA}"/>
                </a:ext>
              </a:extLst>
            </p:cNvPr>
            <p:cNvSpPr>
              <a:spLocks noChangeShapeType="1"/>
            </p:cNvSpPr>
            <p:nvPr/>
          </p:nvSpPr>
          <p:spPr bwMode="auto">
            <a:xfrm>
              <a:off x="40" y="152"/>
              <a:ext cx="226"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48" name="Rectangle 4">
              <a:extLst>
                <a:ext uri="{FF2B5EF4-FFF2-40B4-BE49-F238E27FC236}">
                  <a16:creationId xmlns:a16="http://schemas.microsoft.com/office/drawing/2014/main" id="{BC4F1120-8871-7844-BDFC-211715DACD9A}"/>
                </a:ext>
              </a:extLst>
            </p:cNvPr>
            <p:cNvSpPr>
              <a:spLocks noChangeArrowheads="1"/>
            </p:cNvSpPr>
            <p:nvPr/>
          </p:nvSpPr>
          <p:spPr bwMode="auto">
            <a:xfrm>
              <a:off x="266" y="0"/>
              <a:ext cx="254" cy="29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49" name="Line 5">
              <a:extLst>
                <a:ext uri="{FF2B5EF4-FFF2-40B4-BE49-F238E27FC236}">
                  <a16:creationId xmlns:a16="http://schemas.microsoft.com/office/drawing/2014/main" id="{E45E740C-3F19-8545-BD4E-FCE3F69E46CF}"/>
                </a:ext>
              </a:extLst>
            </p:cNvPr>
            <p:cNvSpPr>
              <a:spLocks noChangeShapeType="1"/>
            </p:cNvSpPr>
            <p:nvPr/>
          </p:nvSpPr>
          <p:spPr bwMode="auto">
            <a:xfrm flipV="1">
              <a:off x="520" y="152"/>
              <a:ext cx="152"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0" name="Line 6">
              <a:extLst>
                <a:ext uri="{FF2B5EF4-FFF2-40B4-BE49-F238E27FC236}">
                  <a16:creationId xmlns:a16="http://schemas.microsoft.com/office/drawing/2014/main" id="{FAE0C813-CB4A-A743-B22C-972668F3E0D0}"/>
                </a:ext>
              </a:extLst>
            </p:cNvPr>
            <p:cNvSpPr>
              <a:spLocks noChangeShapeType="1"/>
            </p:cNvSpPr>
            <p:nvPr/>
          </p:nvSpPr>
          <p:spPr bwMode="auto">
            <a:xfrm>
              <a:off x="664" y="152"/>
              <a:ext cx="0" cy="81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1" name="Text Box 7">
              <a:extLst>
                <a:ext uri="{FF2B5EF4-FFF2-40B4-BE49-F238E27FC236}">
                  <a16:creationId xmlns:a16="http://schemas.microsoft.com/office/drawing/2014/main" id="{DC649C37-5CC6-524D-AD6A-D003A248612A}"/>
                </a:ext>
              </a:extLst>
            </p:cNvPr>
            <p:cNvSpPr txBox="1">
              <a:spLocks noChangeArrowheads="1"/>
            </p:cNvSpPr>
            <p:nvPr/>
          </p:nvSpPr>
          <p:spPr bwMode="auto">
            <a:xfrm>
              <a:off x="232" y="824"/>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252" name="Text Box 8">
              <a:extLst>
                <a:ext uri="{FF2B5EF4-FFF2-40B4-BE49-F238E27FC236}">
                  <a16:creationId xmlns:a16="http://schemas.microsoft.com/office/drawing/2014/main" id="{2CB872A0-DB90-B440-A598-AFCC33C7E775}"/>
                </a:ext>
              </a:extLst>
            </p:cNvPr>
            <p:cNvSpPr txBox="1">
              <a:spLocks noChangeArrowheads="1"/>
            </p:cNvSpPr>
            <p:nvPr/>
          </p:nvSpPr>
          <p:spPr bwMode="auto">
            <a:xfrm>
              <a:off x="232" y="55"/>
              <a:ext cx="34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6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KM</a:t>
              </a:r>
            </a:p>
          </p:txBody>
        </p:sp>
        <p:sp>
          <p:nvSpPr>
            <p:cNvPr id="253" name="Line 9">
              <a:extLst>
                <a:ext uri="{FF2B5EF4-FFF2-40B4-BE49-F238E27FC236}">
                  <a16:creationId xmlns:a16="http://schemas.microsoft.com/office/drawing/2014/main" id="{FF2FAD92-03BD-A142-ACF2-FE1C6D7CA925}"/>
                </a:ext>
              </a:extLst>
            </p:cNvPr>
            <p:cNvSpPr>
              <a:spLocks noChangeShapeType="1"/>
            </p:cNvSpPr>
            <p:nvPr/>
          </p:nvSpPr>
          <p:spPr bwMode="auto">
            <a:xfrm>
              <a:off x="424" y="96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4" name="Line 10">
              <a:extLst>
                <a:ext uri="{FF2B5EF4-FFF2-40B4-BE49-F238E27FC236}">
                  <a16:creationId xmlns:a16="http://schemas.microsoft.com/office/drawing/2014/main" id="{6B680857-76DD-7042-9E1D-E480C63AD927}"/>
                </a:ext>
              </a:extLst>
            </p:cNvPr>
            <p:cNvSpPr>
              <a:spLocks noChangeShapeType="1"/>
            </p:cNvSpPr>
            <p:nvPr/>
          </p:nvSpPr>
          <p:spPr bwMode="auto">
            <a:xfrm>
              <a:off x="0" y="96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55" name="AutoShape 11">
            <a:extLst>
              <a:ext uri="{FF2B5EF4-FFF2-40B4-BE49-F238E27FC236}">
                <a16:creationId xmlns:a16="http://schemas.microsoft.com/office/drawing/2014/main" id="{9169582F-C245-1446-9CCC-AE3F04AF7C13}"/>
              </a:ext>
            </a:extLst>
          </p:cNvPr>
          <p:cNvSpPr>
            <a:spLocks noChangeArrowheads="1"/>
          </p:cNvSpPr>
          <p:nvPr/>
        </p:nvSpPr>
        <p:spPr bwMode="auto">
          <a:xfrm>
            <a:off x="4495800" y="2787352"/>
            <a:ext cx="1524000" cy="457200"/>
          </a:xfrm>
          <a:prstGeom prst="wedgeRoundRectCallout">
            <a:avLst>
              <a:gd name="adj1" fmla="val 47708"/>
              <a:gd name="adj2" fmla="val 223264"/>
              <a:gd name="adj3" fmla="val 16667"/>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线圈通电</a:t>
            </a:r>
          </a:p>
        </p:txBody>
      </p:sp>
      <p:sp>
        <p:nvSpPr>
          <p:cNvPr id="256" name="AutoShape 12">
            <a:extLst>
              <a:ext uri="{FF2B5EF4-FFF2-40B4-BE49-F238E27FC236}">
                <a16:creationId xmlns:a16="http://schemas.microsoft.com/office/drawing/2014/main" id="{25610887-48DB-2340-833A-59441B25E32D}"/>
              </a:ext>
            </a:extLst>
          </p:cNvPr>
          <p:cNvSpPr>
            <a:spLocks noChangeArrowheads="1"/>
          </p:cNvSpPr>
          <p:nvPr/>
        </p:nvSpPr>
        <p:spPr bwMode="auto">
          <a:xfrm>
            <a:off x="76200" y="3092152"/>
            <a:ext cx="1447800" cy="533400"/>
          </a:xfrm>
          <a:prstGeom prst="wedgeRoundRectCallout">
            <a:avLst>
              <a:gd name="adj1" fmla="val 37389"/>
              <a:gd name="adj2" fmla="val 165181"/>
              <a:gd name="adj3" fmla="val 16667"/>
            </a:avLst>
          </a:prstGeom>
          <a:solidFill>
            <a:srgbClr val="FFFFFF"/>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1</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闭合</a:t>
            </a:r>
          </a:p>
        </p:txBody>
      </p:sp>
      <p:sp>
        <p:nvSpPr>
          <p:cNvPr id="257" name="AutoShape 13">
            <a:extLst>
              <a:ext uri="{FF2B5EF4-FFF2-40B4-BE49-F238E27FC236}">
                <a16:creationId xmlns:a16="http://schemas.microsoft.com/office/drawing/2014/main" id="{27593B85-2482-6F42-A5E4-E4DC7116CDEC}"/>
              </a:ext>
            </a:extLst>
          </p:cNvPr>
          <p:cNvSpPr>
            <a:spLocks noChangeArrowheads="1"/>
          </p:cNvSpPr>
          <p:nvPr/>
        </p:nvSpPr>
        <p:spPr bwMode="auto">
          <a:xfrm>
            <a:off x="1752600" y="2634952"/>
            <a:ext cx="1219200" cy="838200"/>
          </a:xfrm>
          <a:prstGeom prst="wedgeRoundRectCallout">
            <a:avLst>
              <a:gd name="adj1" fmla="val 127736"/>
              <a:gd name="adj2" fmla="val 124810"/>
              <a:gd name="adj3" fmla="val 16667"/>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闭合</a:t>
            </a:r>
          </a:p>
        </p:txBody>
      </p:sp>
      <p:sp>
        <p:nvSpPr>
          <p:cNvPr id="258" name="AutoShape 14">
            <a:extLst>
              <a:ext uri="{FF2B5EF4-FFF2-40B4-BE49-F238E27FC236}">
                <a16:creationId xmlns:a16="http://schemas.microsoft.com/office/drawing/2014/main" id="{02DE80E7-BC32-1B43-BCAB-498187EF1E7C}"/>
              </a:ext>
            </a:extLst>
          </p:cNvPr>
          <p:cNvSpPr>
            <a:spLocks noChangeArrowheads="1"/>
          </p:cNvSpPr>
          <p:nvPr/>
        </p:nvSpPr>
        <p:spPr bwMode="auto">
          <a:xfrm>
            <a:off x="6400800" y="2863552"/>
            <a:ext cx="1524000" cy="457200"/>
          </a:xfrm>
          <a:prstGeom prst="wedgeRoundRectCallout">
            <a:avLst>
              <a:gd name="adj1" fmla="val -8958"/>
              <a:gd name="adj2" fmla="val 328819"/>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接点闭合</a:t>
            </a:r>
          </a:p>
        </p:txBody>
      </p:sp>
      <p:sp>
        <p:nvSpPr>
          <p:cNvPr id="259" name="Rectangle 15">
            <a:extLst>
              <a:ext uri="{FF2B5EF4-FFF2-40B4-BE49-F238E27FC236}">
                <a16:creationId xmlns:a16="http://schemas.microsoft.com/office/drawing/2014/main" id="{CA6AB90B-5FDB-9D41-9D93-773DD326EE5B}"/>
              </a:ext>
            </a:extLst>
          </p:cNvPr>
          <p:cNvSpPr>
            <a:spLocks noChangeArrowheads="1"/>
          </p:cNvSpPr>
          <p:nvPr/>
        </p:nvSpPr>
        <p:spPr bwMode="auto">
          <a:xfrm>
            <a:off x="7086600" y="4082752"/>
            <a:ext cx="1524000" cy="12954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nvGrpSpPr>
          <p:cNvPr id="260" name="Group 16">
            <a:extLst>
              <a:ext uri="{FF2B5EF4-FFF2-40B4-BE49-F238E27FC236}">
                <a16:creationId xmlns:a16="http://schemas.microsoft.com/office/drawing/2014/main" id="{C92F9220-4CC8-5E4F-B5BC-EA1BA3E1D4A4}"/>
              </a:ext>
            </a:extLst>
          </p:cNvPr>
          <p:cNvGrpSpPr>
            <a:grpSpLocks/>
          </p:cNvGrpSpPr>
          <p:nvPr/>
        </p:nvGrpSpPr>
        <p:grpSpPr bwMode="auto">
          <a:xfrm>
            <a:off x="3276600" y="548977"/>
            <a:ext cx="1371600" cy="2605088"/>
            <a:chOff x="0" y="0"/>
            <a:chExt cx="722" cy="1520"/>
          </a:xfrm>
        </p:grpSpPr>
        <p:grpSp>
          <p:nvGrpSpPr>
            <p:cNvPr id="261" name="Group 17">
              <a:extLst>
                <a:ext uri="{FF2B5EF4-FFF2-40B4-BE49-F238E27FC236}">
                  <a16:creationId xmlns:a16="http://schemas.microsoft.com/office/drawing/2014/main" id="{BFB3E8C0-297A-044C-B482-7676522C48E6}"/>
                </a:ext>
              </a:extLst>
            </p:cNvPr>
            <p:cNvGrpSpPr>
              <a:grpSpLocks/>
            </p:cNvGrpSpPr>
            <p:nvPr/>
          </p:nvGrpSpPr>
          <p:grpSpPr bwMode="auto">
            <a:xfrm>
              <a:off x="0" y="272"/>
              <a:ext cx="722" cy="1248"/>
              <a:chOff x="0" y="0"/>
              <a:chExt cx="722" cy="1248"/>
            </a:xfrm>
          </p:grpSpPr>
          <p:sp>
            <p:nvSpPr>
              <p:cNvPr id="278" name="Text Box 18">
                <a:extLst>
                  <a:ext uri="{FF2B5EF4-FFF2-40B4-BE49-F238E27FC236}">
                    <a16:creationId xmlns:a16="http://schemas.microsoft.com/office/drawing/2014/main" id="{4A1708B5-31A2-D04C-8DCB-F76D5F61D3A9}"/>
                  </a:ext>
                </a:extLst>
              </p:cNvPr>
              <p:cNvSpPr txBox="1">
                <a:spLocks noChangeArrowheads="1"/>
              </p:cNvSpPr>
              <p:nvPr/>
            </p:nvSpPr>
            <p:spPr bwMode="auto">
              <a:xfrm>
                <a:off x="297" y="268"/>
                <a:ext cx="425"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grpSp>
            <p:nvGrpSpPr>
              <p:cNvPr id="279" name="Group 19">
                <a:extLst>
                  <a:ext uri="{FF2B5EF4-FFF2-40B4-BE49-F238E27FC236}">
                    <a16:creationId xmlns:a16="http://schemas.microsoft.com/office/drawing/2014/main" id="{DC03BB3E-A735-584F-A045-F6EF862F3B6F}"/>
                  </a:ext>
                </a:extLst>
              </p:cNvPr>
              <p:cNvGrpSpPr>
                <a:grpSpLocks/>
              </p:cNvGrpSpPr>
              <p:nvPr/>
            </p:nvGrpSpPr>
            <p:grpSpPr bwMode="auto">
              <a:xfrm>
                <a:off x="0" y="0"/>
                <a:ext cx="678" cy="1248"/>
                <a:chOff x="0" y="0"/>
                <a:chExt cx="678" cy="1248"/>
              </a:xfrm>
            </p:grpSpPr>
            <p:grpSp>
              <p:nvGrpSpPr>
                <p:cNvPr id="280" name="Group 20">
                  <a:extLst>
                    <a:ext uri="{FF2B5EF4-FFF2-40B4-BE49-F238E27FC236}">
                      <a16:creationId xmlns:a16="http://schemas.microsoft.com/office/drawing/2014/main" id="{BAFD3D98-C295-2944-AB00-F9B54FFC1CAA}"/>
                    </a:ext>
                  </a:extLst>
                </p:cNvPr>
                <p:cNvGrpSpPr>
                  <a:grpSpLocks/>
                </p:cNvGrpSpPr>
                <p:nvPr/>
              </p:nvGrpSpPr>
              <p:grpSpPr bwMode="auto">
                <a:xfrm>
                  <a:off x="88" y="191"/>
                  <a:ext cx="178" cy="144"/>
                  <a:chOff x="0" y="0"/>
                  <a:chExt cx="288" cy="240"/>
                </a:xfrm>
              </p:grpSpPr>
              <p:sp>
                <p:nvSpPr>
                  <p:cNvPr id="328" name="Line 21">
                    <a:extLst>
                      <a:ext uri="{FF2B5EF4-FFF2-40B4-BE49-F238E27FC236}">
                        <a16:creationId xmlns:a16="http://schemas.microsoft.com/office/drawing/2014/main" id="{055F8E16-4C72-B845-9C6D-708E7C3BAFB9}"/>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9" name="Line 22">
                    <a:extLst>
                      <a:ext uri="{FF2B5EF4-FFF2-40B4-BE49-F238E27FC236}">
                        <a16:creationId xmlns:a16="http://schemas.microsoft.com/office/drawing/2014/main" id="{844C4855-0C5F-9046-8E0F-5671327C502D}"/>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30" name="Line 23">
                    <a:extLst>
                      <a:ext uri="{FF2B5EF4-FFF2-40B4-BE49-F238E27FC236}">
                        <a16:creationId xmlns:a16="http://schemas.microsoft.com/office/drawing/2014/main" id="{8DEF883A-6038-B348-9A48-1F1E4BBEA7D0}"/>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81" name="Group 24">
                  <a:extLst>
                    <a:ext uri="{FF2B5EF4-FFF2-40B4-BE49-F238E27FC236}">
                      <a16:creationId xmlns:a16="http://schemas.microsoft.com/office/drawing/2014/main" id="{4E326787-C768-404E-8D36-056F5E591E0D}"/>
                    </a:ext>
                  </a:extLst>
                </p:cNvPr>
                <p:cNvGrpSpPr>
                  <a:grpSpLocks/>
                </p:cNvGrpSpPr>
                <p:nvPr/>
              </p:nvGrpSpPr>
              <p:grpSpPr bwMode="auto">
                <a:xfrm>
                  <a:off x="59" y="0"/>
                  <a:ext cx="619" cy="272"/>
                  <a:chOff x="0" y="0"/>
                  <a:chExt cx="1008" cy="656"/>
                </a:xfrm>
              </p:grpSpPr>
              <p:grpSp>
                <p:nvGrpSpPr>
                  <p:cNvPr id="317" name="Group 25">
                    <a:extLst>
                      <a:ext uri="{FF2B5EF4-FFF2-40B4-BE49-F238E27FC236}">
                        <a16:creationId xmlns:a16="http://schemas.microsoft.com/office/drawing/2014/main" id="{D00B94F1-D438-1A4B-8501-D1109FE1359A}"/>
                      </a:ext>
                    </a:extLst>
                  </p:cNvPr>
                  <p:cNvGrpSpPr>
                    <a:grpSpLocks/>
                  </p:cNvGrpSpPr>
                  <p:nvPr/>
                </p:nvGrpSpPr>
                <p:grpSpPr bwMode="auto">
                  <a:xfrm>
                    <a:off x="0" y="0"/>
                    <a:ext cx="384" cy="480"/>
                    <a:chOff x="0" y="0"/>
                    <a:chExt cx="384" cy="480"/>
                  </a:xfrm>
                </p:grpSpPr>
                <p:grpSp>
                  <p:nvGrpSpPr>
                    <p:cNvPr id="319" name="Group 26">
                      <a:extLst>
                        <a:ext uri="{FF2B5EF4-FFF2-40B4-BE49-F238E27FC236}">
                          <a16:creationId xmlns:a16="http://schemas.microsoft.com/office/drawing/2014/main" id="{1E5ACDF8-042D-CF48-BE2E-EC83B24A0276}"/>
                        </a:ext>
                      </a:extLst>
                    </p:cNvPr>
                    <p:cNvGrpSpPr>
                      <a:grpSpLocks/>
                    </p:cNvGrpSpPr>
                    <p:nvPr/>
                  </p:nvGrpSpPr>
                  <p:grpSpPr bwMode="auto">
                    <a:xfrm>
                      <a:off x="0" y="0"/>
                      <a:ext cx="96" cy="480"/>
                      <a:chOff x="0" y="0"/>
                      <a:chExt cx="96" cy="480"/>
                    </a:xfrm>
                  </p:grpSpPr>
                  <p:sp>
                    <p:nvSpPr>
                      <p:cNvPr id="326" name="Line 27">
                        <a:extLst>
                          <a:ext uri="{FF2B5EF4-FFF2-40B4-BE49-F238E27FC236}">
                            <a16:creationId xmlns:a16="http://schemas.microsoft.com/office/drawing/2014/main" id="{7D32E729-8973-454D-B031-C512FDACF584}"/>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7" name="Rectangle 28">
                        <a:extLst>
                          <a:ext uri="{FF2B5EF4-FFF2-40B4-BE49-F238E27FC236}">
                            <a16:creationId xmlns:a16="http://schemas.microsoft.com/office/drawing/2014/main" id="{E1CEA78C-A335-714C-91CB-3E23662CF650}"/>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320" name="Group 29">
                      <a:extLst>
                        <a:ext uri="{FF2B5EF4-FFF2-40B4-BE49-F238E27FC236}">
                          <a16:creationId xmlns:a16="http://schemas.microsoft.com/office/drawing/2014/main" id="{35B765AA-2A65-9E40-9A44-C2681FBAAA28}"/>
                        </a:ext>
                      </a:extLst>
                    </p:cNvPr>
                    <p:cNvGrpSpPr>
                      <a:grpSpLocks/>
                    </p:cNvGrpSpPr>
                    <p:nvPr/>
                  </p:nvGrpSpPr>
                  <p:grpSpPr bwMode="auto">
                    <a:xfrm>
                      <a:off x="144" y="0"/>
                      <a:ext cx="96" cy="480"/>
                      <a:chOff x="0" y="0"/>
                      <a:chExt cx="96" cy="480"/>
                    </a:xfrm>
                  </p:grpSpPr>
                  <p:sp>
                    <p:nvSpPr>
                      <p:cNvPr id="324" name="Line 30">
                        <a:extLst>
                          <a:ext uri="{FF2B5EF4-FFF2-40B4-BE49-F238E27FC236}">
                            <a16:creationId xmlns:a16="http://schemas.microsoft.com/office/drawing/2014/main" id="{120210E8-9675-6C49-B6B0-7FE6772CA991}"/>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5" name="Rectangle 31">
                        <a:extLst>
                          <a:ext uri="{FF2B5EF4-FFF2-40B4-BE49-F238E27FC236}">
                            <a16:creationId xmlns:a16="http://schemas.microsoft.com/office/drawing/2014/main" id="{4F45D705-3167-F54B-BD95-B58B0AAF1BED}"/>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321" name="Group 32">
                      <a:extLst>
                        <a:ext uri="{FF2B5EF4-FFF2-40B4-BE49-F238E27FC236}">
                          <a16:creationId xmlns:a16="http://schemas.microsoft.com/office/drawing/2014/main" id="{7312047A-D6C2-4D48-AAAE-EDDB7BFF1AAE}"/>
                        </a:ext>
                      </a:extLst>
                    </p:cNvPr>
                    <p:cNvGrpSpPr>
                      <a:grpSpLocks/>
                    </p:cNvGrpSpPr>
                    <p:nvPr/>
                  </p:nvGrpSpPr>
                  <p:grpSpPr bwMode="auto">
                    <a:xfrm>
                      <a:off x="288" y="0"/>
                      <a:ext cx="96" cy="480"/>
                      <a:chOff x="0" y="0"/>
                      <a:chExt cx="96" cy="480"/>
                    </a:xfrm>
                  </p:grpSpPr>
                  <p:sp>
                    <p:nvSpPr>
                      <p:cNvPr id="322" name="Line 33">
                        <a:extLst>
                          <a:ext uri="{FF2B5EF4-FFF2-40B4-BE49-F238E27FC236}">
                            <a16:creationId xmlns:a16="http://schemas.microsoft.com/office/drawing/2014/main" id="{767717CE-9A8E-674B-A8BD-C7F605F5786D}"/>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3" name="Rectangle 34">
                        <a:extLst>
                          <a:ext uri="{FF2B5EF4-FFF2-40B4-BE49-F238E27FC236}">
                            <a16:creationId xmlns:a16="http://schemas.microsoft.com/office/drawing/2014/main" id="{E9370D4B-BD10-6444-A936-0A89528345DF}"/>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sp>
                <p:nvSpPr>
                  <p:cNvPr id="318" name="Text Box 35">
                    <a:extLst>
                      <a:ext uri="{FF2B5EF4-FFF2-40B4-BE49-F238E27FC236}">
                        <a16:creationId xmlns:a16="http://schemas.microsoft.com/office/drawing/2014/main" id="{A0FC418E-681C-904E-BDBD-BBF80BF06F53}"/>
                      </a:ext>
                    </a:extLst>
                  </p:cNvPr>
                  <p:cNvSpPr txBox="1">
                    <a:spLocks noChangeArrowheads="1"/>
                  </p:cNvSpPr>
                  <p:nvPr/>
                </p:nvSpPr>
                <p:spPr bwMode="auto">
                  <a:xfrm>
                    <a:off x="432" y="97"/>
                    <a:ext cx="576" cy="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FU</a:t>
                    </a:r>
                  </a:p>
                </p:txBody>
              </p:sp>
            </p:grpSp>
            <p:grpSp>
              <p:nvGrpSpPr>
                <p:cNvPr id="282" name="Group 36">
                  <a:extLst>
                    <a:ext uri="{FF2B5EF4-FFF2-40B4-BE49-F238E27FC236}">
                      <a16:creationId xmlns:a16="http://schemas.microsoft.com/office/drawing/2014/main" id="{CEB01A16-9B9A-7A46-B112-EAD5A31AA246}"/>
                    </a:ext>
                  </a:extLst>
                </p:cNvPr>
                <p:cNvGrpSpPr>
                  <a:grpSpLocks/>
                </p:cNvGrpSpPr>
                <p:nvPr/>
              </p:nvGrpSpPr>
              <p:grpSpPr bwMode="auto">
                <a:xfrm>
                  <a:off x="29" y="306"/>
                  <a:ext cx="237" cy="144"/>
                  <a:chOff x="0" y="0"/>
                  <a:chExt cx="384" cy="240"/>
                </a:xfrm>
              </p:grpSpPr>
              <p:sp>
                <p:nvSpPr>
                  <p:cNvPr id="310" name="Line 37">
                    <a:extLst>
                      <a:ext uri="{FF2B5EF4-FFF2-40B4-BE49-F238E27FC236}">
                        <a16:creationId xmlns:a16="http://schemas.microsoft.com/office/drawing/2014/main" id="{F657F65A-7F30-3943-9C95-D55246E7AE51}"/>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1" name="Line 38">
                    <a:extLst>
                      <a:ext uri="{FF2B5EF4-FFF2-40B4-BE49-F238E27FC236}">
                        <a16:creationId xmlns:a16="http://schemas.microsoft.com/office/drawing/2014/main" id="{CB17AFE0-EC85-CA45-8CD8-4D609B18386F}"/>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2" name="Line 39">
                    <a:extLst>
                      <a:ext uri="{FF2B5EF4-FFF2-40B4-BE49-F238E27FC236}">
                        <a16:creationId xmlns:a16="http://schemas.microsoft.com/office/drawing/2014/main" id="{A181EADC-076F-3140-BF38-BEB4C2570B25}"/>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3" name="Line 40">
                    <a:extLst>
                      <a:ext uri="{FF2B5EF4-FFF2-40B4-BE49-F238E27FC236}">
                        <a16:creationId xmlns:a16="http://schemas.microsoft.com/office/drawing/2014/main" id="{5EC4129C-84B0-274D-BC81-23321ED8DF03}"/>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4" name="AutoShape 41">
                    <a:extLst>
                      <a:ext uri="{FF2B5EF4-FFF2-40B4-BE49-F238E27FC236}">
                        <a16:creationId xmlns:a16="http://schemas.microsoft.com/office/drawing/2014/main" id="{24467EF8-7ABB-4C48-8E73-BB19D7889CCD}"/>
                      </a:ext>
                    </a:extLst>
                  </p:cNvPr>
                  <p:cNvSpPr>
                    <a:spLocks noChangeArrowheads="1"/>
                  </p:cNvSpPr>
                  <p:nvPr/>
                </p:nvSpPr>
                <p:spPr bwMode="auto">
                  <a:xfrm flipH="1">
                    <a:off x="48"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15" name="AutoShape 42">
                    <a:extLst>
                      <a:ext uri="{FF2B5EF4-FFF2-40B4-BE49-F238E27FC236}">
                        <a16:creationId xmlns:a16="http://schemas.microsoft.com/office/drawing/2014/main" id="{7A6C6789-5869-B44D-88D0-2AAF36CFFE90}"/>
                      </a:ext>
                    </a:extLst>
                  </p:cNvPr>
                  <p:cNvSpPr>
                    <a:spLocks noChangeArrowheads="1"/>
                  </p:cNvSpPr>
                  <p:nvPr/>
                </p:nvSpPr>
                <p:spPr bwMode="auto">
                  <a:xfrm flipH="1">
                    <a:off x="192"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16" name="AutoShape 43">
                    <a:extLst>
                      <a:ext uri="{FF2B5EF4-FFF2-40B4-BE49-F238E27FC236}">
                        <a16:creationId xmlns:a16="http://schemas.microsoft.com/office/drawing/2014/main" id="{3DEA4C1C-230C-5041-84F3-2ECA452F308F}"/>
                      </a:ext>
                    </a:extLst>
                  </p:cNvPr>
                  <p:cNvSpPr>
                    <a:spLocks noChangeArrowheads="1"/>
                  </p:cNvSpPr>
                  <p:nvPr/>
                </p:nvSpPr>
                <p:spPr bwMode="auto">
                  <a:xfrm flipH="1">
                    <a:off x="336"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283" name="Group 44">
                  <a:extLst>
                    <a:ext uri="{FF2B5EF4-FFF2-40B4-BE49-F238E27FC236}">
                      <a16:creationId xmlns:a16="http://schemas.microsoft.com/office/drawing/2014/main" id="{74DBEDE7-0A60-0E4F-B0B4-0D0532D8E929}"/>
                    </a:ext>
                  </a:extLst>
                </p:cNvPr>
                <p:cNvGrpSpPr>
                  <a:grpSpLocks/>
                </p:cNvGrpSpPr>
                <p:nvPr/>
              </p:nvGrpSpPr>
              <p:grpSpPr bwMode="auto">
                <a:xfrm>
                  <a:off x="88" y="450"/>
                  <a:ext cx="178" cy="145"/>
                  <a:chOff x="0" y="0"/>
                  <a:chExt cx="288" cy="240"/>
                </a:xfrm>
              </p:grpSpPr>
              <p:sp>
                <p:nvSpPr>
                  <p:cNvPr id="307" name="Line 45">
                    <a:extLst>
                      <a:ext uri="{FF2B5EF4-FFF2-40B4-BE49-F238E27FC236}">
                        <a16:creationId xmlns:a16="http://schemas.microsoft.com/office/drawing/2014/main" id="{ACE22A2D-9041-C045-8EFD-0DADFACDCE7A}"/>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8" name="Line 46">
                    <a:extLst>
                      <a:ext uri="{FF2B5EF4-FFF2-40B4-BE49-F238E27FC236}">
                        <a16:creationId xmlns:a16="http://schemas.microsoft.com/office/drawing/2014/main" id="{92CF36FA-BED8-DA46-9BA6-94D9F6AD158C}"/>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9" name="Line 47">
                    <a:extLst>
                      <a:ext uri="{FF2B5EF4-FFF2-40B4-BE49-F238E27FC236}">
                        <a16:creationId xmlns:a16="http://schemas.microsoft.com/office/drawing/2014/main" id="{329D8A7C-D87C-EC40-82EC-D4BB3B2B500C}"/>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84" name="Group 48">
                  <a:extLst>
                    <a:ext uri="{FF2B5EF4-FFF2-40B4-BE49-F238E27FC236}">
                      <a16:creationId xmlns:a16="http://schemas.microsoft.com/office/drawing/2014/main" id="{E2A310BE-C874-FC43-8A89-31FFADD8FE09}"/>
                    </a:ext>
                  </a:extLst>
                </p:cNvPr>
                <p:cNvGrpSpPr>
                  <a:grpSpLocks/>
                </p:cNvGrpSpPr>
                <p:nvPr/>
              </p:nvGrpSpPr>
              <p:grpSpPr bwMode="auto">
                <a:xfrm>
                  <a:off x="29" y="595"/>
                  <a:ext cx="237" cy="144"/>
                  <a:chOff x="0" y="0"/>
                  <a:chExt cx="384" cy="240"/>
                </a:xfrm>
              </p:grpSpPr>
              <p:grpSp>
                <p:nvGrpSpPr>
                  <p:cNvPr id="292" name="Group 49">
                    <a:extLst>
                      <a:ext uri="{FF2B5EF4-FFF2-40B4-BE49-F238E27FC236}">
                        <a16:creationId xmlns:a16="http://schemas.microsoft.com/office/drawing/2014/main" id="{E69A1951-0F21-AE4C-AB67-2F382189D480}"/>
                      </a:ext>
                    </a:extLst>
                  </p:cNvPr>
                  <p:cNvGrpSpPr>
                    <a:grpSpLocks/>
                  </p:cNvGrpSpPr>
                  <p:nvPr/>
                </p:nvGrpSpPr>
                <p:grpSpPr bwMode="auto">
                  <a:xfrm>
                    <a:off x="0" y="0"/>
                    <a:ext cx="96" cy="240"/>
                    <a:chOff x="0" y="0"/>
                    <a:chExt cx="96" cy="240"/>
                  </a:xfrm>
                </p:grpSpPr>
                <p:sp>
                  <p:nvSpPr>
                    <p:cNvPr id="303" name="Line 50">
                      <a:extLst>
                        <a:ext uri="{FF2B5EF4-FFF2-40B4-BE49-F238E27FC236}">
                          <a16:creationId xmlns:a16="http://schemas.microsoft.com/office/drawing/2014/main" id="{4C91B6E5-EDF3-B240-8DFF-15F4E6A650D2}"/>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4" name="Line 51">
                      <a:extLst>
                        <a:ext uri="{FF2B5EF4-FFF2-40B4-BE49-F238E27FC236}">
                          <a16:creationId xmlns:a16="http://schemas.microsoft.com/office/drawing/2014/main" id="{D507245B-E1CB-1946-9303-648A966378A5}"/>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5" name="Line 52">
                      <a:extLst>
                        <a:ext uri="{FF2B5EF4-FFF2-40B4-BE49-F238E27FC236}">
                          <a16:creationId xmlns:a16="http://schemas.microsoft.com/office/drawing/2014/main" id="{178980CA-08FE-634B-A317-4FCBCFE21AF1}"/>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6" name="Line 53">
                      <a:extLst>
                        <a:ext uri="{FF2B5EF4-FFF2-40B4-BE49-F238E27FC236}">
                          <a16:creationId xmlns:a16="http://schemas.microsoft.com/office/drawing/2014/main" id="{DCC7D0A5-F7F2-E34D-BBE8-F9743B4B3BA7}"/>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93" name="Group 54">
                    <a:extLst>
                      <a:ext uri="{FF2B5EF4-FFF2-40B4-BE49-F238E27FC236}">
                        <a16:creationId xmlns:a16="http://schemas.microsoft.com/office/drawing/2014/main" id="{5117D1F3-76E4-9B4C-B477-6A14D3F8DAD7}"/>
                      </a:ext>
                    </a:extLst>
                  </p:cNvPr>
                  <p:cNvGrpSpPr>
                    <a:grpSpLocks/>
                  </p:cNvGrpSpPr>
                  <p:nvPr/>
                </p:nvGrpSpPr>
                <p:grpSpPr bwMode="auto">
                  <a:xfrm>
                    <a:off x="144" y="0"/>
                    <a:ext cx="96" cy="240"/>
                    <a:chOff x="0" y="0"/>
                    <a:chExt cx="96" cy="240"/>
                  </a:xfrm>
                </p:grpSpPr>
                <p:sp>
                  <p:nvSpPr>
                    <p:cNvPr id="299" name="Line 55">
                      <a:extLst>
                        <a:ext uri="{FF2B5EF4-FFF2-40B4-BE49-F238E27FC236}">
                          <a16:creationId xmlns:a16="http://schemas.microsoft.com/office/drawing/2014/main" id="{80723428-01D3-AA45-BC8C-889264506DA5}"/>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0" name="Line 56">
                      <a:extLst>
                        <a:ext uri="{FF2B5EF4-FFF2-40B4-BE49-F238E27FC236}">
                          <a16:creationId xmlns:a16="http://schemas.microsoft.com/office/drawing/2014/main" id="{3549E780-255E-3B40-97F2-FEE29DE2755C}"/>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1" name="Line 57">
                      <a:extLst>
                        <a:ext uri="{FF2B5EF4-FFF2-40B4-BE49-F238E27FC236}">
                          <a16:creationId xmlns:a16="http://schemas.microsoft.com/office/drawing/2014/main" id="{91AF8816-8F1D-A14C-A96E-E940BC27701C}"/>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2" name="Line 58">
                      <a:extLst>
                        <a:ext uri="{FF2B5EF4-FFF2-40B4-BE49-F238E27FC236}">
                          <a16:creationId xmlns:a16="http://schemas.microsoft.com/office/drawing/2014/main" id="{576D50C9-2A57-0643-8BF2-8173573A1A13}"/>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94" name="Group 59">
                    <a:extLst>
                      <a:ext uri="{FF2B5EF4-FFF2-40B4-BE49-F238E27FC236}">
                        <a16:creationId xmlns:a16="http://schemas.microsoft.com/office/drawing/2014/main" id="{CFE6D6DF-6A02-9A46-A702-77D2D92D7CEA}"/>
                      </a:ext>
                    </a:extLst>
                  </p:cNvPr>
                  <p:cNvGrpSpPr>
                    <a:grpSpLocks/>
                  </p:cNvGrpSpPr>
                  <p:nvPr/>
                </p:nvGrpSpPr>
                <p:grpSpPr bwMode="auto">
                  <a:xfrm>
                    <a:off x="288" y="0"/>
                    <a:ext cx="96" cy="240"/>
                    <a:chOff x="0" y="0"/>
                    <a:chExt cx="96" cy="240"/>
                  </a:xfrm>
                </p:grpSpPr>
                <p:sp>
                  <p:nvSpPr>
                    <p:cNvPr id="295" name="Line 60">
                      <a:extLst>
                        <a:ext uri="{FF2B5EF4-FFF2-40B4-BE49-F238E27FC236}">
                          <a16:creationId xmlns:a16="http://schemas.microsoft.com/office/drawing/2014/main" id="{0FA681F2-BA34-374F-94E2-E64D8BFB910A}"/>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6" name="Line 61">
                      <a:extLst>
                        <a:ext uri="{FF2B5EF4-FFF2-40B4-BE49-F238E27FC236}">
                          <a16:creationId xmlns:a16="http://schemas.microsoft.com/office/drawing/2014/main" id="{F3613ED1-BC3B-0141-9816-DDBC05CD5889}"/>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7" name="Line 62">
                      <a:extLst>
                        <a:ext uri="{FF2B5EF4-FFF2-40B4-BE49-F238E27FC236}">
                          <a16:creationId xmlns:a16="http://schemas.microsoft.com/office/drawing/2014/main" id="{89386619-BBE2-C94C-B73D-39417510EAA1}"/>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8" name="Line 63">
                      <a:extLst>
                        <a:ext uri="{FF2B5EF4-FFF2-40B4-BE49-F238E27FC236}">
                          <a16:creationId xmlns:a16="http://schemas.microsoft.com/office/drawing/2014/main" id="{478B7FD3-065D-FA4B-B383-13EB633EB4AC}"/>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285" name="Text Box 64">
                  <a:extLst>
                    <a:ext uri="{FF2B5EF4-FFF2-40B4-BE49-F238E27FC236}">
                      <a16:creationId xmlns:a16="http://schemas.microsoft.com/office/drawing/2014/main" id="{C53A2756-3134-854F-98E4-FF23D0CF7241}"/>
                    </a:ext>
                  </a:extLst>
                </p:cNvPr>
                <p:cNvSpPr txBox="1">
                  <a:spLocks noChangeArrowheads="1"/>
                </p:cNvSpPr>
                <p:nvPr/>
              </p:nvSpPr>
              <p:spPr bwMode="auto">
                <a:xfrm>
                  <a:off x="266" y="526"/>
                  <a:ext cx="38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KH</a:t>
                  </a:r>
                </a:p>
              </p:txBody>
            </p:sp>
            <p:grpSp>
              <p:nvGrpSpPr>
                <p:cNvPr id="286" name="Group 65">
                  <a:extLst>
                    <a:ext uri="{FF2B5EF4-FFF2-40B4-BE49-F238E27FC236}">
                      <a16:creationId xmlns:a16="http://schemas.microsoft.com/office/drawing/2014/main" id="{5A7CB2CE-C874-8C44-8AF6-BFA0D36E3817}"/>
                    </a:ext>
                  </a:extLst>
                </p:cNvPr>
                <p:cNvGrpSpPr>
                  <a:grpSpLocks/>
                </p:cNvGrpSpPr>
                <p:nvPr/>
              </p:nvGrpSpPr>
              <p:grpSpPr bwMode="auto">
                <a:xfrm>
                  <a:off x="88" y="739"/>
                  <a:ext cx="178" cy="172"/>
                  <a:chOff x="0" y="0"/>
                  <a:chExt cx="288" cy="288"/>
                </a:xfrm>
              </p:grpSpPr>
              <p:sp>
                <p:nvSpPr>
                  <p:cNvPr id="289" name="Line 66">
                    <a:extLst>
                      <a:ext uri="{FF2B5EF4-FFF2-40B4-BE49-F238E27FC236}">
                        <a16:creationId xmlns:a16="http://schemas.microsoft.com/office/drawing/2014/main" id="{8C275437-32BF-6748-BB6C-B44D0588E854}"/>
                      </a:ext>
                    </a:extLst>
                  </p:cNvPr>
                  <p:cNvSpPr>
                    <a:spLocks noChangeShapeType="1"/>
                  </p:cNvSpPr>
                  <p:nvPr/>
                </p:nvSpPr>
                <p:spPr bwMode="auto">
                  <a:xfrm>
                    <a:off x="0"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0" name="Line 67">
                    <a:extLst>
                      <a:ext uri="{FF2B5EF4-FFF2-40B4-BE49-F238E27FC236}">
                        <a16:creationId xmlns:a16="http://schemas.microsoft.com/office/drawing/2014/main" id="{426D4D97-7EC6-3E4F-BA3C-9EEA55FF42C7}"/>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1" name="Line 68">
                    <a:extLst>
                      <a:ext uri="{FF2B5EF4-FFF2-40B4-BE49-F238E27FC236}">
                        <a16:creationId xmlns:a16="http://schemas.microsoft.com/office/drawing/2014/main" id="{A1393762-A4E7-764D-B1F2-F1BBFC7E244D}"/>
                      </a:ext>
                    </a:extLst>
                  </p:cNvPr>
                  <p:cNvSpPr>
                    <a:spLocks noChangeShapeType="1"/>
                  </p:cNvSpPr>
                  <p:nvPr/>
                </p:nvSpPr>
                <p:spPr bwMode="auto">
                  <a:xfrm>
                    <a:off x="288"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87" name="Oval 69">
                  <a:extLst>
                    <a:ext uri="{FF2B5EF4-FFF2-40B4-BE49-F238E27FC236}">
                      <a16:creationId xmlns:a16="http://schemas.microsoft.com/office/drawing/2014/main" id="{A0B4E514-C3DE-5C4A-A21B-28A111A02C20}"/>
                    </a:ext>
                  </a:extLst>
                </p:cNvPr>
                <p:cNvSpPr>
                  <a:spLocks noChangeArrowheads="1"/>
                </p:cNvSpPr>
                <p:nvPr/>
              </p:nvSpPr>
              <p:spPr bwMode="auto">
                <a:xfrm>
                  <a:off x="0" y="882"/>
                  <a:ext cx="324" cy="317"/>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88" name="Text Box 70">
                  <a:extLst>
                    <a:ext uri="{FF2B5EF4-FFF2-40B4-BE49-F238E27FC236}">
                      <a16:creationId xmlns:a16="http://schemas.microsoft.com/office/drawing/2014/main" id="{66A74E88-3F64-3F4E-A65E-2616F39F82B9}"/>
                    </a:ext>
                  </a:extLst>
                </p:cNvPr>
                <p:cNvSpPr txBox="1">
                  <a:spLocks noChangeArrowheads="1"/>
                </p:cNvSpPr>
                <p:nvPr/>
              </p:nvSpPr>
              <p:spPr bwMode="auto">
                <a:xfrm>
                  <a:off x="0" y="874"/>
                  <a:ext cx="40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3 ~ </a:t>
                  </a:r>
                </a:p>
              </p:txBody>
            </p:sp>
          </p:grpSp>
        </p:grpSp>
        <p:grpSp>
          <p:nvGrpSpPr>
            <p:cNvPr id="262" name="Group 71">
              <a:extLst>
                <a:ext uri="{FF2B5EF4-FFF2-40B4-BE49-F238E27FC236}">
                  <a16:creationId xmlns:a16="http://schemas.microsoft.com/office/drawing/2014/main" id="{FA926DBE-5FA2-E04D-A804-CEFFD73D4DD4}"/>
                </a:ext>
              </a:extLst>
            </p:cNvPr>
            <p:cNvGrpSpPr>
              <a:grpSpLocks/>
            </p:cNvGrpSpPr>
            <p:nvPr/>
          </p:nvGrpSpPr>
          <p:grpSpPr bwMode="auto">
            <a:xfrm>
              <a:off x="29" y="0"/>
              <a:ext cx="442" cy="298"/>
              <a:chOff x="0" y="0"/>
              <a:chExt cx="442" cy="499"/>
            </a:xfrm>
          </p:grpSpPr>
          <p:grpSp>
            <p:nvGrpSpPr>
              <p:cNvPr id="263" name="Group 72">
                <a:extLst>
                  <a:ext uri="{FF2B5EF4-FFF2-40B4-BE49-F238E27FC236}">
                    <a16:creationId xmlns:a16="http://schemas.microsoft.com/office/drawing/2014/main" id="{58DE8B85-6766-DE46-870F-225949610FB4}"/>
                  </a:ext>
                </a:extLst>
              </p:cNvPr>
              <p:cNvGrpSpPr>
                <a:grpSpLocks/>
              </p:cNvGrpSpPr>
              <p:nvPr/>
            </p:nvGrpSpPr>
            <p:grpSpPr bwMode="auto">
              <a:xfrm>
                <a:off x="0" y="173"/>
                <a:ext cx="442" cy="326"/>
                <a:chOff x="0" y="0"/>
                <a:chExt cx="720" cy="546"/>
              </a:xfrm>
            </p:grpSpPr>
            <p:grpSp>
              <p:nvGrpSpPr>
                <p:cNvPr id="272" name="Group 73">
                  <a:extLst>
                    <a:ext uri="{FF2B5EF4-FFF2-40B4-BE49-F238E27FC236}">
                      <a16:creationId xmlns:a16="http://schemas.microsoft.com/office/drawing/2014/main" id="{B61879E1-18E7-5149-9003-8A8AFC2D4622}"/>
                    </a:ext>
                  </a:extLst>
                </p:cNvPr>
                <p:cNvGrpSpPr>
                  <a:grpSpLocks/>
                </p:cNvGrpSpPr>
                <p:nvPr/>
              </p:nvGrpSpPr>
              <p:grpSpPr bwMode="auto">
                <a:xfrm>
                  <a:off x="0" y="0"/>
                  <a:ext cx="384" cy="240"/>
                  <a:chOff x="0" y="0"/>
                  <a:chExt cx="384" cy="240"/>
                </a:xfrm>
              </p:grpSpPr>
              <p:sp>
                <p:nvSpPr>
                  <p:cNvPr id="274" name="Line 74">
                    <a:extLst>
                      <a:ext uri="{FF2B5EF4-FFF2-40B4-BE49-F238E27FC236}">
                        <a16:creationId xmlns:a16="http://schemas.microsoft.com/office/drawing/2014/main" id="{B488C9C5-2D45-1946-9D58-67034C9312D4}"/>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5" name="Line 75">
                    <a:extLst>
                      <a:ext uri="{FF2B5EF4-FFF2-40B4-BE49-F238E27FC236}">
                        <a16:creationId xmlns:a16="http://schemas.microsoft.com/office/drawing/2014/main" id="{630FE673-F420-4746-8BF8-70B15BBDFA30}"/>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6" name="Line 76">
                    <a:extLst>
                      <a:ext uri="{FF2B5EF4-FFF2-40B4-BE49-F238E27FC236}">
                        <a16:creationId xmlns:a16="http://schemas.microsoft.com/office/drawing/2014/main" id="{AD0D320F-95F1-DF4D-B52F-2644A88A9BAC}"/>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7" name="Line 77">
                    <a:extLst>
                      <a:ext uri="{FF2B5EF4-FFF2-40B4-BE49-F238E27FC236}">
                        <a16:creationId xmlns:a16="http://schemas.microsoft.com/office/drawing/2014/main" id="{C545451E-10E6-7341-90F1-E79CCC0BE7EC}"/>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73" name="Text Box 78">
                  <a:extLst>
                    <a:ext uri="{FF2B5EF4-FFF2-40B4-BE49-F238E27FC236}">
                      <a16:creationId xmlns:a16="http://schemas.microsoft.com/office/drawing/2014/main" id="{D4F3C70D-4111-9E48-88D8-0C7608C40937}"/>
                    </a:ext>
                  </a:extLst>
                </p:cNvPr>
                <p:cNvSpPr txBox="1">
                  <a:spLocks noChangeArrowheads="1"/>
                </p:cNvSpPr>
                <p:nvPr/>
              </p:nvSpPr>
              <p:spPr bwMode="auto">
                <a:xfrm>
                  <a:off x="433" y="47"/>
                  <a:ext cx="28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Q</a:t>
                  </a:r>
                </a:p>
              </p:txBody>
            </p:sp>
          </p:grpSp>
          <p:grpSp>
            <p:nvGrpSpPr>
              <p:cNvPr id="264" name="Group 79">
                <a:extLst>
                  <a:ext uri="{FF2B5EF4-FFF2-40B4-BE49-F238E27FC236}">
                    <a16:creationId xmlns:a16="http://schemas.microsoft.com/office/drawing/2014/main" id="{5D637E3A-9792-6D4F-BDB1-31B6C2FFB21D}"/>
                  </a:ext>
                </a:extLst>
              </p:cNvPr>
              <p:cNvGrpSpPr>
                <a:grpSpLocks/>
              </p:cNvGrpSpPr>
              <p:nvPr/>
            </p:nvGrpSpPr>
            <p:grpSpPr bwMode="auto">
              <a:xfrm>
                <a:off x="59" y="317"/>
                <a:ext cx="178" cy="143"/>
                <a:chOff x="0" y="0"/>
                <a:chExt cx="288" cy="240"/>
              </a:xfrm>
            </p:grpSpPr>
            <p:sp>
              <p:nvSpPr>
                <p:cNvPr id="269" name="Line 80">
                  <a:extLst>
                    <a:ext uri="{FF2B5EF4-FFF2-40B4-BE49-F238E27FC236}">
                      <a16:creationId xmlns:a16="http://schemas.microsoft.com/office/drawing/2014/main" id="{19EB233B-4D93-4246-817F-DD2EAFEFFEBA}"/>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0" name="Line 81">
                  <a:extLst>
                    <a:ext uri="{FF2B5EF4-FFF2-40B4-BE49-F238E27FC236}">
                      <a16:creationId xmlns:a16="http://schemas.microsoft.com/office/drawing/2014/main" id="{9B215462-0FE5-964E-9F6F-A62C17AE422C}"/>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1" name="Line 82">
                  <a:extLst>
                    <a:ext uri="{FF2B5EF4-FFF2-40B4-BE49-F238E27FC236}">
                      <a16:creationId xmlns:a16="http://schemas.microsoft.com/office/drawing/2014/main" id="{F2B10DE4-EF7C-884B-A91C-0E55D3D5EE76}"/>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65" name="Group 83">
                <a:extLst>
                  <a:ext uri="{FF2B5EF4-FFF2-40B4-BE49-F238E27FC236}">
                    <a16:creationId xmlns:a16="http://schemas.microsoft.com/office/drawing/2014/main" id="{66A627BC-A013-9C48-8002-8F51595FA1B5}"/>
                  </a:ext>
                </a:extLst>
              </p:cNvPr>
              <p:cNvGrpSpPr>
                <a:grpSpLocks/>
              </p:cNvGrpSpPr>
              <p:nvPr/>
            </p:nvGrpSpPr>
            <p:grpSpPr bwMode="auto">
              <a:xfrm>
                <a:off x="59" y="0"/>
                <a:ext cx="177" cy="173"/>
                <a:chOff x="0" y="0"/>
                <a:chExt cx="288" cy="240"/>
              </a:xfrm>
            </p:grpSpPr>
            <p:sp>
              <p:nvSpPr>
                <p:cNvPr id="266" name="Line 84">
                  <a:extLst>
                    <a:ext uri="{FF2B5EF4-FFF2-40B4-BE49-F238E27FC236}">
                      <a16:creationId xmlns:a16="http://schemas.microsoft.com/office/drawing/2014/main" id="{8AB645E9-290C-F242-9392-A5717E30254B}"/>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7" name="Line 85">
                  <a:extLst>
                    <a:ext uri="{FF2B5EF4-FFF2-40B4-BE49-F238E27FC236}">
                      <a16:creationId xmlns:a16="http://schemas.microsoft.com/office/drawing/2014/main" id="{5CDB37EA-E834-7E46-9D75-1AD7D2676368}"/>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8" name="Line 86">
                  <a:extLst>
                    <a:ext uri="{FF2B5EF4-FFF2-40B4-BE49-F238E27FC236}">
                      <a16:creationId xmlns:a16="http://schemas.microsoft.com/office/drawing/2014/main" id="{F75C51DD-1428-2B42-A97A-48CFAE66B905}"/>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grpSp>
        <p:nvGrpSpPr>
          <p:cNvPr id="331" name="Group 87">
            <a:extLst>
              <a:ext uri="{FF2B5EF4-FFF2-40B4-BE49-F238E27FC236}">
                <a16:creationId xmlns:a16="http://schemas.microsoft.com/office/drawing/2014/main" id="{619401E4-9418-CB4E-936C-C8CEB23C5469}"/>
              </a:ext>
            </a:extLst>
          </p:cNvPr>
          <p:cNvGrpSpPr>
            <a:grpSpLocks/>
          </p:cNvGrpSpPr>
          <p:nvPr/>
        </p:nvGrpSpPr>
        <p:grpSpPr bwMode="auto">
          <a:xfrm>
            <a:off x="7543800" y="2025352"/>
            <a:ext cx="1524000" cy="457200"/>
            <a:chOff x="0" y="0"/>
            <a:chExt cx="960" cy="288"/>
          </a:xfrm>
        </p:grpSpPr>
        <p:sp>
          <p:nvSpPr>
            <p:cNvPr id="332" name="AutoShape 88">
              <a:extLst>
                <a:ext uri="{FF2B5EF4-FFF2-40B4-BE49-F238E27FC236}">
                  <a16:creationId xmlns:a16="http://schemas.microsoft.com/office/drawing/2014/main" id="{0F63773E-BBBE-984E-ABCF-219D6854D620}"/>
                </a:ext>
              </a:extLst>
            </p:cNvPr>
            <p:cNvSpPr>
              <a:spLocks noChangeArrowheads="1"/>
            </p:cNvSpPr>
            <p:nvPr/>
          </p:nvSpPr>
          <p:spPr bwMode="auto">
            <a:xfrm>
              <a:off x="0" y="0"/>
              <a:ext cx="960" cy="288"/>
            </a:xfrm>
            <a:prstGeom prst="wedgeRoundRectCallout">
              <a:avLst>
                <a:gd name="adj1" fmla="val -71565"/>
                <a:gd name="adj2" fmla="val -271181"/>
                <a:gd name="adj3" fmla="val 16667"/>
              </a:avLst>
            </a:prstGeom>
            <a:solidFill>
              <a:srgbClr val="FFFF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KM</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通电</a:t>
              </a:r>
            </a:p>
          </p:txBody>
        </p:sp>
        <p:sp>
          <p:nvSpPr>
            <p:cNvPr id="333" name="AutoShape 89">
              <a:extLst>
                <a:ext uri="{FF2B5EF4-FFF2-40B4-BE49-F238E27FC236}">
                  <a16:creationId xmlns:a16="http://schemas.microsoft.com/office/drawing/2014/main" id="{F1F36F33-7A70-8248-9681-F78A8258E485}"/>
                </a:ext>
              </a:extLst>
            </p:cNvPr>
            <p:cNvSpPr>
              <a:spLocks noChangeArrowheads="1"/>
            </p:cNvSpPr>
            <p:nvPr/>
          </p:nvSpPr>
          <p:spPr bwMode="auto">
            <a:xfrm>
              <a:off x="0" y="0"/>
              <a:ext cx="960" cy="288"/>
            </a:xfrm>
            <a:prstGeom prst="wedgeRoundRectCallout">
              <a:avLst>
                <a:gd name="adj1" fmla="val -4894"/>
                <a:gd name="adj2" fmla="val 362153"/>
                <a:gd name="adj3" fmla="val 16667"/>
              </a:avLst>
            </a:prstGeom>
            <a:solidFill>
              <a:srgbClr val="FFFF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KM</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通电</a:t>
              </a:r>
            </a:p>
          </p:txBody>
        </p:sp>
      </p:grpSp>
      <p:sp>
        <p:nvSpPr>
          <p:cNvPr id="334" name="AutoShape 90">
            <a:extLst>
              <a:ext uri="{FF2B5EF4-FFF2-40B4-BE49-F238E27FC236}">
                <a16:creationId xmlns:a16="http://schemas.microsoft.com/office/drawing/2014/main" id="{F1139AA6-165B-F341-BB63-6CB969159BA0}"/>
              </a:ext>
            </a:extLst>
          </p:cNvPr>
          <p:cNvSpPr>
            <a:spLocks noChangeArrowheads="1"/>
          </p:cNvSpPr>
          <p:nvPr/>
        </p:nvSpPr>
        <p:spPr bwMode="auto">
          <a:xfrm>
            <a:off x="381000" y="501352"/>
            <a:ext cx="1676400" cy="533400"/>
          </a:xfrm>
          <a:prstGeom prst="wedgeRoundRectCallout">
            <a:avLst>
              <a:gd name="adj1" fmla="val 123958"/>
              <a:gd name="adj2" fmla="val 158037"/>
              <a:gd name="adj3" fmla="val 16667"/>
            </a:avLst>
          </a:prstGeom>
          <a:solidFill>
            <a:srgbClr val="FFFFFF"/>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触点闭合</a:t>
            </a:r>
          </a:p>
        </p:txBody>
      </p:sp>
      <p:sp>
        <p:nvSpPr>
          <p:cNvPr id="335" name="AutoShape 91">
            <a:extLst>
              <a:ext uri="{FF2B5EF4-FFF2-40B4-BE49-F238E27FC236}">
                <a16:creationId xmlns:a16="http://schemas.microsoft.com/office/drawing/2014/main" id="{C5CAE046-2FB0-AB44-8D94-A24A139545E1}"/>
              </a:ext>
            </a:extLst>
          </p:cNvPr>
          <p:cNvSpPr>
            <a:spLocks noChangeArrowheads="1"/>
          </p:cNvSpPr>
          <p:nvPr/>
        </p:nvSpPr>
        <p:spPr bwMode="auto">
          <a:xfrm>
            <a:off x="381000" y="1491952"/>
            <a:ext cx="1676400" cy="533400"/>
          </a:xfrm>
          <a:prstGeom prst="wedgeRoundRectCallout">
            <a:avLst>
              <a:gd name="adj1" fmla="val 131532"/>
              <a:gd name="adj2" fmla="val 191370"/>
              <a:gd name="adj3" fmla="val 16667"/>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电动机转</a:t>
            </a:r>
          </a:p>
        </p:txBody>
      </p:sp>
      <p:sp>
        <p:nvSpPr>
          <p:cNvPr id="336" name="AutoShape 92">
            <a:extLst>
              <a:ext uri="{FF2B5EF4-FFF2-40B4-BE49-F238E27FC236}">
                <a16:creationId xmlns:a16="http://schemas.microsoft.com/office/drawing/2014/main" id="{E717D0F6-14E3-6A48-922A-124AB85D3622}"/>
              </a:ext>
            </a:extLst>
          </p:cNvPr>
          <p:cNvSpPr>
            <a:spLocks noChangeArrowheads="1"/>
          </p:cNvSpPr>
          <p:nvPr/>
        </p:nvSpPr>
        <p:spPr bwMode="auto">
          <a:xfrm>
            <a:off x="4724400" y="5149552"/>
            <a:ext cx="1524000" cy="457200"/>
          </a:xfrm>
          <a:prstGeom prst="wedgeRoundRectCallout">
            <a:avLst>
              <a:gd name="adj1" fmla="val -95625"/>
              <a:gd name="adj2" fmla="val -98958"/>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触点闭合</a:t>
            </a:r>
          </a:p>
        </p:txBody>
      </p:sp>
      <p:grpSp>
        <p:nvGrpSpPr>
          <p:cNvPr id="337" name="Group 94">
            <a:extLst>
              <a:ext uri="{FF2B5EF4-FFF2-40B4-BE49-F238E27FC236}">
                <a16:creationId xmlns:a16="http://schemas.microsoft.com/office/drawing/2014/main" id="{7560098E-77B5-F043-8907-A375BA618592}"/>
              </a:ext>
            </a:extLst>
          </p:cNvPr>
          <p:cNvGrpSpPr>
            <a:grpSpLocks/>
          </p:cNvGrpSpPr>
          <p:nvPr/>
        </p:nvGrpSpPr>
        <p:grpSpPr bwMode="auto">
          <a:xfrm>
            <a:off x="1828800" y="3625552"/>
            <a:ext cx="6083300" cy="2971800"/>
            <a:chOff x="0" y="0"/>
            <a:chExt cx="3832" cy="1872"/>
          </a:xfrm>
        </p:grpSpPr>
        <p:sp>
          <p:nvSpPr>
            <p:cNvPr id="338" name="Rectangle 95">
              <a:extLst>
                <a:ext uri="{FF2B5EF4-FFF2-40B4-BE49-F238E27FC236}">
                  <a16:creationId xmlns:a16="http://schemas.microsoft.com/office/drawing/2014/main" id="{25BE4C63-2B3A-B446-A3F3-97AA2023BAC3}"/>
                </a:ext>
              </a:extLst>
            </p:cNvPr>
            <p:cNvSpPr>
              <a:spLocks noChangeArrowheads="1"/>
            </p:cNvSpPr>
            <p:nvPr/>
          </p:nvSpPr>
          <p:spPr bwMode="auto">
            <a:xfrm>
              <a:off x="48" y="0"/>
              <a:ext cx="3552" cy="1872"/>
            </a:xfrm>
            <a:prstGeom prst="rect">
              <a:avLst/>
            </a:prstGeom>
            <a:noFill/>
            <a:ln w="38100">
              <a:solidFill>
                <a:srgbClr val="003162"/>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39" name="Text Box 96">
              <a:extLst>
                <a:ext uri="{FF2B5EF4-FFF2-40B4-BE49-F238E27FC236}">
                  <a16:creationId xmlns:a16="http://schemas.microsoft.com/office/drawing/2014/main" id="{2EC7A86D-27C1-3140-B047-943C93A2DE34}"/>
                </a:ext>
              </a:extLst>
            </p:cNvPr>
            <p:cNvSpPr txBox="1">
              <a:spLocks noChangeArrowheads="1"/>
            </p:cNvSpPr>
            <p:nvPr/>
          </p:nvSpPr>
          <p:spPr bwMode="auto">
            <a:xfrm>
              <a:off x="2002" y="1344"/>
              <a:ext cx="7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PLC</a:t>
              </a:r>
            </a:p>
          </p:txBody>
        </p:sp>
        <p:sp>
          <p:nvSpPr>
            <p:cNvPr id="340" name="Oval 97">
              <a:extLst>
                <a:ext uri="{FF2B5EF4-FFF2-40B4-BE49-F238E27FC236}">
                  <a16:creationId xmlns:a16="http://schemas.microsoft.com/office/drawing/2014/main" id="{C41534A2-7FEC-4147-8A18-539DE79C50AE}"/>
                </a:ext>
              </a:extLst>
            </p:cNvPr>
            <p:cNvSpPr>
              <a:spLocks noChangeArrowheads="1"/>
            </p:cNvSpPr>
            <p:nvPr/>
          </p:nvSpPr>
          <p:spPr bwMode="auto">
            <a:xfrm>
              <a:off x="0" y="1584"/>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1" name="Oval 98">
              <a:extLst>
                <a:ext uri="{FF2B5EF4-FFF2-40B4-BE49-F238E27FC236}">
                  <a16:creationId xmlns:a16="http://schemas.microsoft.com/office/drawing/2014/main" id="{3D6F9016-7FD3-394E-95DD-C2279B287D1B}"/>
                </a:ext>
              </a:extLst>
            </p:cNvPr>
            <p:cNvSpPr>
              <a:spLocks noChangeArrowheads="1"/>
            </p:cNvSpPr>
            <p:nvPr/>
          </p:nvSpPr>
          <p:spPr bwMode="auto">
            <a:xfrm>
              <a:off x="0" y="1104"/>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2" name="Oval 99">
              <a:extLst>
                <a:ext uri="{FF2B5EF4-FFF2-40B4-BE49-F238E27FC236}">
                  <a16:creationId xmlns:a16="http://schemas.microsoft.com/office/drawing/2014/main" id="{929E37B5-A084-0448-8E56-7DD582189928}"/>
                </a:ext>
              </a:extLst>
            </p:cNvPr>
            <p:cNvSpPr>
              <a:spLocks noChangeArrowheads="1"/>
            </p:cNvSpPr>
            <p:nvPr/>
          </p:nvSpPr>
          <p:spPr bwMode="auto">
            <a:xfrm>
              <a:off x="0" y="288"/>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3" name="Text Box 100">
              <a:extLst>
                <a:ext uri="{FF2B5EF4-FFF2-40B4-BE49-F238E27FC236}">
                  <a16:creationId xmlns:a16="http://schemas.microsoft.com/office/drawing/2014/main" id="{8873D656-537B-6646-9DE1-A0943903FA92}"/>
                </a:ext>
              </a:extLst>
            </p:cNvPr>
            <p:cNvSpPr txBox="1">
              <a:spLocks noChangeArrowheads="1"/>
            </p:cNvSpPr>
            <p:nvPr/>
          </p:nvSpPr>
          <p:spPr bwMode="auto">
            <a:xfrm>
              <a:off x="48" y="1440"/>
              <a:ext cx="734"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sp>
          <p:nvSpPr>
            <p:cNvPr id="344" name="Oval 101">
              <a:extLst>
                <a:ext uri="{FF2B5EF4-FFF2-40B4-BE49-F238E27FC236}">
                  <a16:creationId xmlns:a16="http://schemas.microsoft.com/office/drawing/2014/main" id="{2231AC76-9D08-0B48-B315-517BF835B39D}"/>
                </a:ext>
              </a:extLst>
            </p:cNvPr>
            <p:cNvSpPr>
              <a:spLocks noChangeArrowheads="1"/>
            </p:cNvSpPr>
            <p:nvPr/>
          </p:nvSpPr>
          <p:spPr bwMode="auto">
            <a:xfrm>
              <a:off x="0" y="672"/>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5" name="Line 102">
              <a:extLst>
                <a:ext uri="{FF2B5EF4-FFF2-40B4-BE49-F238E27FC236}">
                  <a16:creationId xmlns:a16="http://schemas.microsoft.com/office/drawing/2014/main" id="{75872DC3-B6D1-3E42-AB1F-9C10FF5DABAC}"/>
                </a:ext>
              </a:extLst>
            </p:cNvPr>
            <p:cNvSpPr>
              <a:spLocks noChangeShapeType="1"/>
            </p:cNvSpPr>
            <p:nvPr/>
          </p:nvSpPr>
          <p:spPr bwMode="auto">
            <a:xfrm>
              <a:off x="96" y="336"/>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6" name="Text Box 103">
              <a:extLst>
                <a:ext uri="{FF2B5EF4-FFF2-40B4-BE49-F238E27FC236}">
                  <a16:creationId xmlns:a16="http://schemas.microsoft.com/office/drawing/2014/main" id="{7FC82B58-4E3C-364F-AB32-2C377507BA05}"/>
                </a:ext>
              </a:extLst>
            </p:cNvPr>
            <p:cNvSpPr txBox="1">
              <a:spLocks noChangeArrowheads="1"/>
            </p:cNvSpPr>
            <p:nvPr/>
          </p:nvSpPr>
          <p:spPr bwMode="auto">
            <a:xfrm>
              <a:off x="48" y="104"/>
              <a:ext cx="576"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347" name="Line 104">
              <a:extLst>
                <a:ext uri="{FF2B5EF4-FFF2-40B4-BE49-F238E27FC236}">
                  <a16:creationId xmlns:a16="http://schemas.microsoft.com/office/drawing/2014/main" id="{E25D29D0-5CD1-4944-AAA0-39EE347E4ED2}"/>
                </a:ext>
              </a:extLst>
            </p:cNvPr>
            <p:cNvSpPr>
              <a:spLocks noChangeShapeType="1"/>
            </p:cNvSpPr>
            <p:nvPr/>
          </p:nvSpPr>
          <p:spPr bwMode="auto">
            <a:xfrm>
              <a:off x="816" y="336"/>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8" name="Rectangle 105">
              <a:extLst>
                <a:ext uri="{FF2B5EF4-FFF2-40B4-BE49-F238E27FC236}">
                  <a16:creationId xmlns:a16="http://schemas.microsoft.com/office/drawing/2014/main" id="{CB24006B-5D4B-2D4C-BC48-4EDFEE7D7951}"/>
                </a:ext>
              </a:extLst>
            </p:cNvPr>
            <p:cNvSpPr>
              <a:spLocks noChangeArrowheads="1"/>
            </p:cNvSpPr>
            <p:nvPr/>
          </p:nvSpPr>
          <p:spPr bwMode="auto">
            <a:xfrm>
              <a:off x="432" y="240"/>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9" name="Line 106">
              <a:extLst>
                <a:ext uri="{FF2B5EF4-FFF2-40B4-BE49-F238E27FC236}">
                  <a16:creationId xmlns:a16="http://schemas.microsoft.com/office/drawing/2014/main" id="{304B7399-CB32-DB4B-924D-53D1BA2BFA5A}"/>
                </a:ext>
              </a:extLst>
            </p:cNvPr>
            <p:cNvSpPr>
              <a:spLocks noChangeShapeType="1"/>
            </p:cNvSpPr>
            <p:nvPr/>
          </p:nvSpPr>
          <p:spPr bwMode="auto">
            <a:xfrm>
              <a:off x="96" y="720"/>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0" name="Text Box 107">
              <a:extLst>
                <a:ext uri="{FF2B5EF4-FFF2-40B4-BE49-F238E27FC236}">
                  <a16:creationId xmlns:a16="http://schemas.microsoft.com/office/drawing/2014/main" id="{60CA5746-8B33-0348-8DA3-70269FEF3B0F}"/>
                </a:ext>
              </a:extLst>
            </p:cNvPr>
            <p:cNvSpPr txBox="1">
              <a:spLocks noChangeArrowheads="1"/>
            </p:cNvSpPr>
            <p:nvPr/>
          </p:nvSpPr>
          <p:spPr bwMode="auto">
            <a:xfrm>
              <a:off x="0" y="480"/>
              <a:ext cx="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351" name="Line 108">
              <a:extLst>
                <a:ext uri="{FF2B5EF4-FFF2-40B4-BE49-F238E27FC236}">
                  <a16:creationId xmlns:a16="http://schemas.microsoft.com/office/drawing/2014/main" id="{F12A8D81-9854-5A4D-AC4E-7EA65EA0CA78}"/>
                </a:ext>
              </a:extLst>
            </p:cNvPr>
            <p:cNvSpPr>
              <a:spLocks noChangeShapeType="1"/>
            </p:cNvSpPr>
            <p:nvPr/>
          </p:nvSpPr>
          <p:spPr bwMode="auto">
            <a:xfrm>
              <a:off x="816" y="72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2" name="Line 109">
              <a:extLst>
                <a:ext uri="{FF2B5EF4-FFF2-40B4-BE49-F238E27FC236}">
                  <a16:creationId xmlns:a16="http://schemas.microsoft.com/office/drawing/2014/main" id="{7C4C7950-AFDA-0444-9A2D-1879595E1E4D}"/>
                </a:ext>
              </a:extLst>
            </p:cNvPr>
            <p:cNvSpPr>
              <a:spLocks noChangeShapeType="1"/>
            </p:cNvSpPr>
            <p:nvPr/>
          </p:nvSpPr>
          <p:spPr bwMode="auto">
            <a:xfrm>
              <a:off x="96" y="1152"/>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3" name="Text Box 110">
              <a:extLst>
                <a:ext uri="{FF2B5EF4-FFF2-40B4-BE49-F238E27FC236}">
                  <a16:creationId xmlns:a16="http://schemas.microsoft.com/office/drawing/2014/main" id="{668BF7D0-5241-9E44-97F1-8B32BECED07F}"/>
                </a:ext>
              </a:extLst>
            </p:cNvPr>
            <p:cNvSpPr txBox="1">
              <a:spLocks noChangeArrowheads="1"/>
            </p:cNvSpPr>
            <p:nvPr/>
          </p:nvSpPr>
          <p:spPr bwMode="auto">
            <a:xfrm>
              <a:off x="0" y="921"/>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354" name="Line 111">
              <a:extLst>
                <a:ext uri="{FF2B5EF4-FFF2-40B4-BE49-F238E27FC236}">
                  <a16:creationId xmlns:a16="http://schemas.microsoft.com/office/drawing/2014/main" id="{A6449C20-8CDF-6A4C-80A8-46990AE7CF29}"/>
                </a:ext>
              </a:extLst>
            </p:cNvPr>
            <p:cNvSpPr>
              <a:spLocks noChangeShapeType="1"/>
            </p:cNvSpPr>
            <p:nvPr/>
          </p:nvSpPr>
          <p:spPr bwMode="auto">
            <a:xfrm>
              <a:off x="816" y="1152"/>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5" name="Line 112">
              <a:extLst>
                <a:ext uri="{FF2B5EF4-FFF2-40B4-BE49-F238E27FC236}">
                  <a16:creationId xmlns:a16="http://schemas.microsoft.com/office/drawing/2014/main" id="{DE5EA01A-2A05-D84F-8EC1-A10223B95C5F}"/>
                </a:ext>
              </a:extLst>
            </p:cNvPr>
            <p:cNvSpPr>
              <a:spLocks noChangeShapeType="1"/>
            </p:cNvSpPr>
            <p:nvPr/>
          </p:nvSpPr>
          <p:spPr bwMode="auto">
            <a:xfrm>
              <a:off x="960" y="336"/>
              <a:ext cx="0" cy="96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6" name="Line 113">
              <a:extLst>
                <a:ext uri="{FF2B5EF4-FFF2-40B4-BE49-F238E27FC236}">
                  <a16:creationId xmlns:a16="http://schemas.microsoft.com/office/drawing/2014/main" id="{1CA36902-FB44-9845-81D2-8E3AADF96F60}"/>
                </a:ext>
              </a:extLst>
            </p:cNvPr>
            <p:cNvSpPr>
              <a:spLocks noChangeShapeType="1"/>
            </p:cNvSpPr>
            <p:nvPr/>
          </p:nvSpPr>
          <p:spPr bwMode="auto">
            <a:xfrm>
              <a:off x="96" y="1632"/>
              <a:ext cx="86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7" name="Line 114">
              <a:extLst>
                <a:ext uri="{FF2B5EF4-FFF2-40B4-BE49-F238E27FC236}">
                  <a16:creationId xmlns:a16="http://schemas.microsoft.com/office/drawing/2014/main" id="{F758AB0E-880B-9447-9092-95D93A6AB1DE}"/>
                </a:ext>
              </a:extLst>
            </p:cNvPr>
            <p:cNvSpPr>
              <a:spLocks noChangeShapeType="1"/>
            </p:cNvSpPr>
            <p:nvPr/>
          </p:nvSpPr>
          <p:spPr bwMode="auto">
            <a:xfrm>
              <a:off x="960" y="144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8" name="Text Box 115">
              <a:extLst>
                <a:ext uri="{FF2B5EF4-FFF2-40B4-BE49-F238E27FC236}">
                  <a16:creationId xmlns:a16="http://schemas.microsoft.com/office/drawing/2014/main" id="{72BF8155-B1EA-3342-BF3D-3004A771A2D5}"/>
                </a:ext>
              </a:extLst>
            </p:cNvPr>
            <p:cNvSpPr txBox="1">
              <a:spLocks noChangeArrowheads="1"/>
            </p:cNvSpPr>
            <p:nvPr/>
          </p:nvSpPr>
          <p:spPr bwMode="auto">
            <a:xfrm>
              <a:off x="816" y="120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grpSp>
          <p:nvGrpSpPr>
            <p:cNvPr id="359" name="Group 116">
              <a:extLst>
                <a:ext uri="{FF2B5EF4-FFF2-40B4-BE49-F238E27FC236}">
                  <a16:creationId xmlns:a16="http://schemas.microsoft.com/office/drawing/2014/main" id="{19FB6596-F17B-1444-B8BB-B8B8407FF9D6}"/>
                </a:ext>
              </a:extLst>
            </p:cNvPr>
            <p:cNvGrpSpPr>
              <a:grpSpLocks/>
            </p:cNvGrpSpPr>
            <p:nvPr/>
          </p:nvGrpSpPr>
          <p:grpSpPr bwMode="auto">
            <a:xfrm>
              <a:off x="1152" y="144"/>
              <a:ext cx="1920" cy="1104"/>
              <a:chOff x="0" y="0"/>
              <a:chExt cx="1920" cy="1104"/>
            </a:xfrm>
          </p:grpSpPr>
          <p:sp>
            <p:nvSpPr>
              <p:cNvPr id="372" name="Line 117">
                <a:extLst>
                  <a:ext uri="{FF2B5EF4-FFF2-40B4-BE49-F238E27FC236}">
                    <a16:creationId xmlns:a16="http://schemas.microsoft.com/office/drawing/2014/main" id="{09889FC7-F435-5541-97C3-798A6E4C7727}"/>
                  </a:ext>
                </a:extLst>
              </p:cNvPr>
              <p:cNvSpPr>
                <a:spLocks noChangeShapeType="1"/>
              </p:cNvSpPr>
              <p:nvPr/>
            </p:nvSpPr>
            <p:spPr bwMode="auto">
              <a:xfrm>
                <a:off x="0" y="144"/>
                <a:ext cx="0" cy="96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73" name="Group 118">
                <a:extLst>
                  <a:ext uri="{FF2B5EF4-FFF2-40B4-BE49-F238E27FC236}">
                    <a16:creationId xmlns:a16="http://schemas.microsoft.com/office/drawing/2014/main" id="{744BADE3-F13A-BD4F-BAAA-16C0F203C8EA}"/>
                  </a:ext>
                </a:extLst>
              </p:cNvPr>
              <p:cNvGrpSpPr>
                <a:grpSpLocks/>
              </p:cNvGrpSpPr>
              <p:nvPr/>
            </p:nvGrpSpPr>
            <p:grpSpPr bwMode="auto">
              <a:xfrm>
                <a:off x="768" y="192"/>
                <a:ext cx="432" cy="192"/>
                <a:chOff x="0" y="0"/>
                <a:chExt cx="432" cy="192"/>
              </a:xfrm>
            </p:grpSpPr>
            <p:grpSp>
              <p:nvGrpSpPr>
                <p:cNvPr id="399" name="Group 119">
                  <a:extLst>
                    <a:ext uri="{FF2B5EF4-FFF2-40B4-BE49-F238E27FC236}">
                      <a16:creationId xmlns:a16="http://schemas.microsoft.com/office/drawing/2014/main" id="{B92C581C-5CBC-2545-863D-A99294F8DA56}"/>
                    </a:ext>
                  </a:extLst>
                </p:cNvPr>
                <p:cNvGrpSpPr>
                  <a:grpSpLocks/>
                </p:cNvGrpSpPr>
                <p:nvPr/>
              </p:nvGrpSpPr>
              <p:grpSpPr bwMode="auto">
                <a:xfrm>
                  <a:off x="0" y="0"/>
                  <a:ext cx="432" cy="192"/>
                  <a:chOff x="0" y="0"/>
                  <a:chExt cx="432" cy="192"/>
                </a:xfrm>
              </p:grpSpPr>
              <p:sp>
                <p:nvSpPr>
                  <p:cNvPr id="401" name="Line 120">
                    <a:extLst>
                      <a:ext uri="{FF2B5EF4-FFF2-40B4-BE49-F238E27FC236}">
                        <a16:creationId xmlns:a16="http://schemas.microsoft.com/office/drawing/2014/main" id="{DD2926BA-67DF-DB4D-816D-8983ACFACF8C}"/>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2" name="Line 121">
                    <a:extLst>
                      <a:ext uri="{FF2B5EF4-FFF2-40B4-BE49-F238E27FC236}">
                        <a16:creationId xmlns:a16="http://schemas.microsoft.com/office/drawing/2014/main" id="{7300F7A3-8852-5541-B759-C5CA57D6BF97}"/>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3" name="Line 122">
                    <a:extLst>
                      <a:ext uri="{FF2B5EF4-FFF2-40B4-BE49-F238E27FC236}">
                        <a16:creationId xmlns:a16="http://schemas.microsoft.com/office/drawing/2014/main" id="{3177F62C-884D-654A-8709-8834BC024ACF}"/>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4" name="Line 123">
                    <a:extLst>
                      <a:ext uri="{FF2B5EF4-FFF2-40B4-BE49-F238E27FC236}">
                        <a16:creationId xmlns:a16="http://schemas.microsoft.com/office/drawing/2014/main" id="{A73E210A-240E-E64F-8C0E-060318EEDE6F}"/>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00" name="Line 124">
                  <a:extLst>
                    <a:ext uri="{FF2B5EF4-FFF2-40B4-BE49-F238E27FC236}">
                      <a16:creationId xmlns:a16="http://schemas.microsoft.com/office/drawing/2014/main" id="{17F84B09-42BC-0D48-9DD6-582E0999F88D}"/>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74" name="Group 125">
                <a:extLst>
                  <a:ext uri="{FF2B5EF4-FFF2-40B4-BE49-F238E27FC236}">
                    <a16:creationId xmlns:a16="http://schemas.microsoft.com/office/drawing/2014/main" id="{FB05B403-16D4-714D-9EF8-C55E6A080831}"/>
                  </a:ext>
                </a:extLst>
              </p:cNvPr>
              <p:cNvGrpSpPr>
                <a:grpSpLocks/>
              </p:cNvGrpSpPr>
              <p:nvPr/>
            </p:nvGrpSpPr>
            <p:grpSpPr bwMode="auto">
              <a:xfrm>
                <a:off x="0" y="192"/>
                <a:ext cx="432" cy="192"/>
                <a:chOff x="0" y="0"/>
                <a:chExt cx="432" cy="192"/>
              </a:xfrm>
            </p:grpSpPr>
            <p:sp>
              <p:nvSpPr>
                <p:cNvPr id="395" name="Line 126">
                  <a:extLst>
                    <a:ext uri="{FF2B5EF4-FFF2-40B4-BE49-F238E27FC236}">
                      <a16:creationId xmlns:a16="http://schemas.microsoft.com/office/drawing/2014/main" id="{8689B0DC-9E64-974D-A677-BD30FD249FA7}"/>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6" name="Line 127">
                  <a:extLst>
                    <a:ext uri="{FF2B5EF4-FFF2-40B4-BE49-F238E27FC236}">
                      <a16:creationId xmlns:a16="http://schemas.microsoft.com/office/drawing/2014/main" id="{5495E110-239C-1740-BB5B-7C360396B469}"/>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7" name="Line 128">
                  <a:extLst>
                    <a:ext uri="{FF2B5EF4-FFF2-40B4-BE49-F238E27FC236}">
                      <a16:creationId xmlns:a16="http://schemas.microsoft.com/office/drawing/2014/main" id="{9B47899B-3987-C445-94DB-2400585DA958}"/>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8" name="Line 129">
                  <a:extLst>
                    <a:ext uri="{FF2B5EF4-FFF2-40B4-BE49-F238E27FC236}">
                      <a16:creationId xmlns:a16="http://schemas.microsoft.com/office/drawing/2014/main" id="{B238A038-483E-4D46-A58C-990B0ECA6EBC}"/>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75" name="Oval 130">
                <a:extLst>
                  <a:ext uri="{FF2B5EF4-FFF2-40B4-BE49-F238E27FC236}">
                    <a16:creationId xmlns:a16="http://schemas.microsoft.com/office/drawing/2014/main" id="{A300A729-E1DC-7D4B-A0A8-5FFC69D3DB76}"/>
                  </a:ext>
                </a:extLst>
              </p:cNvPr>
              <p:cNvSpPr>
                <a:spLocks noChangeArrowheads="1"/>
              </p:cNvSpPr>
              <p:nvPr/>
            </p:nvSpPr>
            <p:spPr bwMode="auto">
              <a:xfrm>
                <a:off x="1344" y="144"/>
                <a:ext cx="432" cy="240"/>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76" name="Line 131">
                <a:extLst>
                  <a:ext uri="{FF2B5EF4-FFF2-40B4-BE49-F238E27FC236}">
                    <a16:creationId xmlns:a16="http://schemas.microsoft.com/office/drawing/2014/main" id="{D370E649-7549-5B42-921F-46BED197F4F7}"/>
                  </a:ext>
                </a:extLst>
              </p:cNvPr>
              <p:cNvSpPr>
                <a:spLocks noChangeShapeType="1"/>
              </p:cNvSpPr>
              <p:nvPr/>
            </p:nvSpPr>
            <p:spPr bwMode="auto">
              <a:xfrm>
                <a:off x="1056" y="288"/>
                <a:ext cx="28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77" name="Group 132">
                <a:extLst>
                  <a:ext uri="{FF2B5EF4-FFF2-40B4-BE49-F238E27FC236}">
                    <a16:creationId xmlns:a16="http://schemas.microsoft.com/office/drawing/2014/main" id="{5F782E34-A5AB-9945-B778-C081B38CE0D5}"/>
                  </a:ext>
                </a:extLst>
              </p:cNvPr>
              <p:cNvGrpSpPr>
                <a:grpSpLocks/>
              </p:cNvGrpSpPr>
              <p:nvPr/>
            </p:nvGrpSpPr>
            <p:grpSpPr bwMode="auto">
              <a:xfrm>
                <a:off x="0" y="576"/>
                <a:ext cx="432" cy="192"/>
                <a:chOff x="0" y="0"/>
                <a:chExt cx="432" cy="192"/>
              </a:xfrm>
            </p:grpSpPr>
            <p:sp>
              <p:nvSpPr>
                <p:cNvPr id="391" name="Line 133">
                  <a:extLst>
                    <a:ext uri="{FF2B5EF4-FFF2-40B4-BE49-F238E27FC236}">
                      <a16:creationId xmlns:a16="http://schemas.microsoft.com/office/drawing/2014/main" id="{C9529E6A-3738-BC4C-B61D-1FB76550763A}"/>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2" name="Line 134">
                  <a:extLst>
                    <a:ext uri="{FF2B5EF4-FFF2-40B4-BE49-F238E27FC236}">
                      <a16:creationId xmlns:a16="http://schemas.microsoft.com/office/drawing/2014/main" id="{67702455-90B6-B040-8812-70EE80CFF6C7}"/>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3" name="Line 135">
                  <a:extLst>
                    <a:ext uri="{FF2B5EF4-FFF2-40B4-BE49-F238E27FC236}">
                      <a16:creationId xmlns:a16="http://schemas.microsoft.com/office/drawing/2014/main" id="{367ACE8A-65D3-6A44-9A87-2ECE10475434}"/>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4" name="Line 136">
                  <a:extLst>
                    <a:ext uri="{FF2B5EF4-FFF2-40B4-BE49-F238E27FC236}">
                      <a16:creationId xmlns:a16="http://schemas.microsoft.com/office/drawing/2014/main" id="{1B321BE8-F221-6240-A430-5751F5AA0E59}"/>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78" name="Group 137">
                <a:extLst>
                  <a:ext uri="{FF2B5EF4-FFF2-40B4-BE49-F238E27FC236}">
                    <a16:creationId xmlns:a16="http://schemas.microsoft.com/office/drawing/2014/main" id="{5B5A5823-3046-2A46-9A6E-735507255260}"/>
                  </a:ext>
                </a:extLst>
              </p:cNvPr>
              <p:cNvGrpSpPr>
                <a:grpSpLocks/>
              </p:cNvGrpSpPr>
              <p:nvPr/>
            </p:nvGrpSpPr>
            <p:grpSpPr bwMode="auto">
              <a:xfrm>
                <a:off x="432" y="192"/>
                <a:ext cx="432" cy="192"/>
                <a:chOff x="0" y="0"/>
                <a:chExt cx="432" cy="192"/>
              </a:xfrm>
            </p:grpSpPr>
            <p:grpSp>
              <p:nvGrpSpPr>
                <p:cNvPr id="385" name="Group 138">
                  <a:extLst>
                    <a:ext uri="{FF2B5EF4-FFF2-40B4-BE49-F238E27FC236}">
                      <a16:creationId xmlns:a16="http://schemas.microsoft.com/office/drawing/2014/main" id="{A3456774-55B8-6A43-BBE2-59803693E1D9}"/>
                    </a:ext>
                  </a:extLst>
                </p:cNvPr>
                <p:cNvGrpSpPr>
                  <a:grpSpLocks/>
                </p:cNvGrpSpPr>
                <p:nvPr/>
              </p:nvGrpSpPr>
              <p:grpSpPr bwMode="auto">
                <a:xfrm>
                  <a:off x="0" y="0"/>
                  <a:ext cx="432" cy="192"/>
                  <a:chOff x="0" y="0"/>
                  <a:chExt cx="432" cy="192"/>
                </a:xfrm>
              </p:grpSpPr>
              <p:sp>
                <p:nvSpPr>
                  <p:cNvPr id="387" name="Line 139">
                    <a:extLst>
                      <a:ext uri="{FF2B5EF4-FFF2-40B4-BE49-F238E27FC236}">
                        <a16:creationId xmlns:a16="http://schemas.microsoft.com/office/drawing/2014/main" id="{5AD63368-DFA3-D546-96C5-EC6F9B18E739}"/>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8" name="Line 140">
                    <a:extLst>
                      <a:ext uri="{FF2B5EF4-FFF2-40B4-BE49-F238E27FC236}">
                        <a16:creationId xmlns:a16="http://schemas.microsoft.com/office/drawing/2014/main" id="{CFC4331F-C06E-F94E-A975-9139D3FD33A9}"/>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9" name="Line 141">
                    <a:extLst>
                      <a:ext uri="{FF2B5EF4-FFF2-40B4-BE49-F238E27FC236}">
                        <a16:creationId xmlns:a16="http://schemas.microsoft.com/office/drawing/2014/main" id="{01F6AD99-500A-194B-A0DC-7862D531A0A0}"/>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0" name="Line 142">
                    <a:extLst>
                      <a:ext uri="{FF2B5EF4-FFF2-40B4-BE49-F238E27FC236}">
                        <a16:creationId xmlns:a16="http://schemas.microsoft.com/office/drawing/2014/main" id="{CD8E73C8-F7E8-EC49-95E9-F3A87A424C65}"/>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86" name="Line 143">
                  <a:extLst>
                    <a:ext uri="{FF2B5EF4-FFF2-40B4-BE49-F238E27FC236}">
                      <a16:creationId xmlns:a16="http://schemas.microsoft.com/office/drawing/2014/main" id="{3819451A-984D-7A44-8B26-54BBB60BBAA4}"/>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79" name="Line 144">
                <a:extLst>
                  <a:ext uri="{FF2B5EF4-FFF2-40B4-BE49-F238E27FC236}">
                    <a16:creationId xmlns:a16="http://schemas.microsoft.com/office/drawing/2014/main" id="{9FD7123E-8353-7B4D-8FCB-B1F7DB417B66}"/>
                  </a:ext>
                </a:extLst>
              </p:cNvPr>
              <p:cNvSpPr>
                <a:spLocks noChangeShapeType="1"/>
              </p:cNvSpPr>
              <p:nvPr/>
            </p:nvSpPr>
            <p:spPr bwMode="auto">
              <a:xfrm flipV="1">
                <a:off x="432" y="288"/>
                <a:ext cx="0" cy="38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0" name="Text Box 145">
                <a:extLst>
                  <a:ext uri="{FF2B5EF4-FFF2-40B4-BE49-F238E27FC236}">
                    <a16:creationId xmlns:a16="http://schemas.microsoft.com/office/drawing/2014/main" id="{963ECB1D-1AC3-6D41-BE96-DA211587290D}"/>
                  </a:ext>
                </a:extLst>
              </p:cNvPr>
              <p:cNvSpPr txBox="1">
                <a:spLocks noChangeArrowheads="1"/>
              </p:cNvSpPr>
              <p:nvPr/>
            </p:nvSpPr>
            <p:spPr bwMode="auto">
              <a:xfrm>
                <a:off x="0" y="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381" name="Text Box 146">
                <a:extLst>
                  <a:ext uri="{FF2B5EF4-FFF2-40B4-BE49-F238E27FC236}">
                    <a16:creationId xmlns:a16="http://schemas.microsoft.com/office/drawing/2014/main" id="{BDA6D79F-FA23-1C41-8A72-C0ECC1DC7790}"/>
                  </a:ext>
                </a:extLst>
              </p:cNvPr>
              <p:cNvSpPr txBox="1">
                <a:spLocks noChangeArrowheads="1"/>
              </p:cNvSpPr>
              <p:nvPr/>
            </p:nvSpPr>
            <p:spPr bwMode="auto">
              <a:xfrm>
                <a:off x="0" y="393"/>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382" name="Text Box 147">
                <a:extLst>
                  <a:ext uri="{FF2B5EF4-FFF2-40B4-BE49-F238E27FC236}">
                    <a16:creationId xmlns:a16="http://schemas.microsoft.com/office/drawing/2014/main" id="{06DCD06A-2B70-D445-AD3C-CB8CAA1FA813}"/>
                  </a:ext>
                </a:extLst>
              </p:cNvPr>
              <p:cNvSpPr txBox="1">
                <a:spLocks noChangeArrowheads="1"/>
              </p:cNvSpPr>
              <p:nvPr/>
            </p:nvSpPr>
            <p:spPr bwMode="auto">
              <a:xfrm>
                <a:off x="480" y="9"/>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383" name="Text Box 148">
                <a:extLst>
                  <a:ext uri="{FF2B5EF4-FFF2-40B4-BE49-F238E27FC236}">
                    <a16:creationId xmlns:a16="http://schemas.microsoft.com/office/drawing/2014/main" id="{8DA838B3-4FBF-2C49-8138-0F2A41F38414}"/>
                  </a:ext>
                </a:extLst>
              </p:cNvPr>
              <p:cNvSpPr txBox="1">
                <a:spLocks noChangeArrowheads="1"/>
              </p:cNvSpPr>
              <p:nvPr/>
            </p:nvSpPr>
            <p:spPr bwMode="auto">
              <a:xfrm>
                <a:off x="960" y="0"/>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384" name="Text Box 149">
                <a:extLst>
                  <a:ext uri="{FF2B5EF4-FFF2-40B4-BE49-F238E27FC236}">
                    <a16:creationId xmlns:a16="http://schemas.microsoft.com/office/drawing/2014/main" id="{C327736E-6F8F-6E43-A346-3863A5089377}"/>
                  </a:ext>
                </a:extLst>
              </p:cNvPr>
              <p:cNvSpPr txBox="1">
                <a:spLocks noChangeArrowheads="1"/>
              </p:cNvSpPr>
              <p:nvPr/>
            </p:nvSpPr>
            <p:spPr bwMode="auto">
              <a:xfrm>
                <a:off x="1344" y="144"/>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grpSp>
        <p:sp>
          <p:nvSpPr>
            <p:cNvPr id="360" name="Line 150">
              <a:extLst>
                <a:ext uri="{FF2B5EF4-FFF2-40B4-BE49-F238E27FC236}">
                  <a16:creationId xmlns:a16="http://schemas.microsoft.com/office/drawing/2014/main" id="{A5390E14-0269-4044-A863-F48790BFAC8B}"/>
                </a:ext>
              </a:extLst>
            </p:cNvPr>
            <p:cNvSpPr>
              <a:spLocks noChangeShapeType="1"/>
            </p:cNvSpPr>
            <p:nvPr/>
          </p:nvSpPr>
          <p:spPr bwMode="auto">
            <a:xfrm>
              <a:off x="3592" y="1104"/>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1" name="Oval 151">
              <a:extLst>
                <a:ext uri="{FF2B5EF4-FFF2-40B4-BE49-F238E27FC236}">
                  <a16:creationId xmlns:a16="http://schemas.microsoft.com/office/drawing/2014/main" id="{A82721EC-6061-3241-BEF8-5762F80A2EBE}"/>
                </a:ext>
              </a:extLst>
            </p:cNvPr>
            <p:cNvSpPr>
              <a:spLocks noChangeArrowheads="1"/>
            </p:cNvSpPr>
            <p:nvPr/>
          </p:nvSpPr>
          <p:spPr bwMode="auto">
            <a:xfrm>
              <a:off x="3544" y="240"/>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62" name="Oval 152">
              <a:extLst>
                <a:ext uri="{FF2B5EF4-FFF2-40B4-BE49-F238E27FC236}">
                  <a16:creationId xmlns:a16="http://schemas.microsoft.com/office/drawing/2014/main" id="{172D7CC9-05D2-F241-887F-D1CE21D05F44}"/>
                </a:ext>
              </a:extLst>
            </p:cNvPr>
            <p:cNvSpPr>
              <a:spLocks noChangeArrowheads="1"/>
            </p:cNvSpPr>
            <p:nvPr/>
          </p:nvSpPr>
          <p:spPr bwMode="auto">
            <a:xfrm>
              <a:off x="3544" y="1056"/>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63" name="Text Box 153">
              <a:extLst>
                <a:ext uri="{FF2B5EF4-FFF2-40B4-BE49-F238E27FC236}">
                  <a16:creationId xmlns:a16="http://schemas.microsoft.com/office/drawing/2014/main" id="{7C2D7698-838A-EE45-873F-D3864BCC92AF}"/>
                </a:ext>
              </a:extLst>
            </p:cNvPr>
            <p:cNvSpPr txBox="1">
              <a:spLocks noChangeArrowheads="1"/>
            </p:cNvSpPr>
            <p:nvPr/>
          </p:nvSpPr>
          <p:spPr bwMode="auto">
            <a:xfrm>
              <a:off x="3120" y="1112"/>
              <a:ext cx="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sp>
          <p:nvSpPr>
            <p:cNvPr id="364" name="Line 154">
              <a:extLst>
                <a:ext uri="{FF2B5EF4-FFF2-40B4-BE49-F238E27FC236}">
                  <a16:creationId xmlns:a16="http://schemas.microsoft.com/office/drawing/2014/main" id="{69A68FBE-9114-7F47-B59D-B021260362E9}"/>
                </a:ext>
              </a:extLst>
            </p:cNvPr>
            <p:cNvSpPr>
              <a:spLocks noChangeShapeType="1"/>
            </p:cNvSpPr>
            <p:nvPr/>
          </p:nvSpPr>
          <p:spPr bwMode="auto">
            <a:xfrm>
              <a:off x="3312" y="288"/>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5" name="Line 155">
              <a:extLst>
                <a:ext uri="{FF2B5EF4-FFF2-40B4-BE49-F238E27FC236}">
                  <a16:creationId xmlns:a16="http://schemas.microsoft.com/office/drawing/2014/main" id="{3BD42D50-06D3-B64E-BE70-889109300FFC}"/>
                </a:ext>
              </a:extLst>
            </p:cNvPr>
            <p:cNvSpPr>
              <a:spLocks noChangeShapeType="1"/>
            </p:cNvSpPr>
            <p:nvPr/>
          </p:nvSpPr>
          <p:spPr bwMode="auto">
            <a:xfrm flipH="1">
              <a:off x="3312" y="28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6" name="Line 156">
              <a:extLst>
                <a:ext uri="{FF2B5EF4-FFF2-40B4-BE49-F238E27FC236}">
                  <a16:creationId xmlns:a16="http://schemas.microsoft.com/office/drawing/2014/main" id="{B4C3C4FC-F7F9-804E-B753-4DAAA786529C}"/>
                </a:ext>
              </a:extLst>
            </p:cNvPr>
            <p:cNvSpPr>
              <a:spLocks noChangeShapeType="1"/>
            </p:cNvSpPr>
            <p:nvPr/>
          </p:nvSpPr>
          <p:spPr bwMode="auto">
            <a:xfrm>
              <a:off x="3312" y="816"/>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7" name="Line 157">
              <a:extLst>
                <a:ext uri="{FF2B5EF4-FFF2-40B4-BE49-F238E27FC236}">
                  <a16:creationId xmlns:a16="http://schemas.microsoft.com/office/drawing/2014/main" id="{2F3D9598-0FA5-9441-BF11-B0A4CC5D5374}"/>
                </a:ext>
              </a:extLst>
            </p:cNvPr>
            <p:cNvSpPr>
              <a:spLocks noChangeShapeType="1"/>
            </p:cNvSpPr>
            <p:nvPr/>
          </p:nvSpPr>
          <p:spPr bwMode="auto">
            <a:xfrm flipH="1">
              <a:off x="3312" y="1104"/>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8" name="Line 158">
              <a:extLst>
                <a:ext uri="{FF2B5EF4-FFF2-40B4-BE49-F238E27FC236}">
                  <a16:creationId xmlns:a16="http://schemas.microsoft.com/office/drawing/2014/main" id="{FE7264B5-8633-4347-8891-1FA202C91E01}"/>
                </a:ext>
              </a:extLst>
            </p:cNvPr>
            <p:cNvSpPr>
              <a:spLocks noChangeShapeType="1"/>
            </p:cNvSpPr>
            <p:nvPr/>
          </p:nvSpPr>
          <p:spPr bwMode="auto">
            <a:xfrm flipH="1" flipV="1">
              <a:off x="3216" y="576"/>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9" name="Text Box 159">
              <a:extLst>
                <a:ext uri="{FF2B5EF4-FFF2-40B4-BE49-F238E27FC236}">
                  <a16:creationId xmlns:a16="http://schemas.microsoft.com/office/drawing/2014/main" id="{B19900B0-D438-324C-B0A5-92C87AFAA535}"/>
                </a:ext>
              </a:extLst>
            </p:cNvPr>
            <p:cNvSpPr txBox="1">
              <a:spLocks noChangeArrowheads="1"/>
            </p:cNvSpPr>
            <p:nvPr/>
          </p:nvSpPr>
          <p:spPr bwMode="auto">
            <a:xfrm>
              <a:off x="3168" y="4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370" name="Rectangle 160">
              <a:extLst>
                <a:ext uri="{FF2B5EF4-FFF2-40B4-BE49-F238E27FC236}">
                  <a16:creationId xmlns:a16="http://schemas.microsoft.com/office/drawing/2014/main" id="{1301E960-4779-9E48-B79D-92A49E104FCB}"/>
                </a:ext>
              </a:extLst>
            </p:cNvPr>
            <p:cNvSpPr>
              <a:spLocks noChangeArrowheads="1"/>
            </p:cNvSpPr>
            <p:nvPr/>
          </p:nvSpPr>
          <p:spPr bwMode="auto">
            <a:xfrm>
              <a:off x="432" y="624"/>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71" name="Rectangle 161">
              <a:extLst>
                <a:ext uri="{FF2B5EF4-FFF2-40B4-BE49-F238E27FC236}">
                  <a16:creationId xmlns:a16="http://schemas.microsoft.com/office/drawing/2014/main" id="{5718A8E8-ACDD-9849-BFBC-03F8C5D1230F}"/>
                </a:ext>
              </a:extLst>
            </p:cNvPr>
            <p:cNvSpPr>
              <a:spLocks noChangeArrowheads="1"/>
            </p:cNvSpPr>
            <p:nvPr/>
          </p:nvSpPr>
          <p:spPr bwMode="auto">
            <a:xfrm>
              <a:off x="432" y="1056"/>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sp>
        <p:nvSpPr>
          <p:cNvPr id="405" name="Rectangle 162">
            <a:extLst>
              <a:ext uri="{FF2B5EF4-FFF2-40B4-BE49-F238E27FC236}">
                <a16:creationId xmlns:a16="http://schemas.microsoft.com/office/drawing/2014/main" id="{386D8578-FBED-6C49-8769-41FEEA66B638}"/>
              </a:ext>
            </a:extLst>
          </p:cNvPr>
          <p:cNvSpPr>
            <a:spLocks noChangeArrowheads="1"/>
          </p:cNvSpPr>
          <p:nvPr/>
        </p:nvSpPr>
        <p:spPr bwMode="auto">
          <a:xfrm>
            <a:off x="838200" y="4158952"/>
            <a:ext cx="2514600" cy="20574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nvGrpSpPr>
          <p:cNvPr id="406" name="Group 163">
            <a:extLst>
              <a:ext uri="{FF2B5EF4-FFF2-40B4-BE49-F238E27FC236}">
                <a16:creationId xmlns:a16="http://schemas.microsoft.com/office/drawing/2014/main" id="{24E29E73-CD0C-7645-9E38-E727422E8B15}"/>
              </a:ext>
            </a:extLst>
          </p:cNvPr>
          <p:cNvGrpSpPr>
            <a:grpSpLocks/>
          </p:cNvGrpSpPr>
          <p:nvPr/>
        </p:nvGrpSpPr>
        <p:grpSpPr bwMode="auto">
          <a:xfrm>
            <a:off x="838200" y="4158952"/>
            <a:ext cx="1066800" cy="2286000"/>
            <a:chOff x="0" y="0"/>
            <a:chExt cx="672" cy="1440"/>
          </a:xfrm>
        </p:grpSpPr>
        <p:sp>
          <p:nvSpPr>
            <p:cNvPr id="407" name="Line 164">
              <a:extLst>
                <a:ext uri="{FF2B5EF4-FFF2-40B4-BE49-F238E27FC236}">
                  <a16:creationId xmlns:a16="http://schemas.microsoft.com/office/drawing/2014/main" id="{36A6A9DE-5E8A-AB41-B2A7-6845DEB34CAD}"/>
                </a:ext>
              </a:extLst>
            </p:cNvPr>
            <p:cNvSpPr>
              <a:spLocks noChangeShapeType="1"/>
            </p:cNvSpPr>
            <p:nvPr/>
          </p:nvSpPr>
          <p:spPr bwMode="auto">
            <a:xfrm>
              <a:off x="367" y="1304"/>
              <a:ext cx="29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08" name="Group 165">
              <a:extLst>
                <a:ext uri="{FF2B5EF4-FFF2-40B4-BE49-F238E27FC236}">
                  <a16:creationId xmlns:a16="http://schemas.microsoft.com/office/drawing/2014/main" id="{37C6A9AB-C209-EC4A-AE53-E1432D62C994}"/>
                </a:ext>
              </a:extLst>
            </p:cNvPr>
            <p:cNvGrpSpPr>
              <a:grpSpLocks/>
            </p:cNvGrpSpPr>
            <p:nvPr/>
          </p:nvGrpSpPr>
          <p:grpSpPr bwMode="auto">
            <a:xfrm>
              <a:off x="0" y="4"/>
              <a:ext cx="653" cy="188"/>
              <a:chOff x="0" y="0"/>
              <a:chExt cx="653" cy="188"/>
            </a:xfrm>
          </p:grpSpPr>
          <p:sp>
            <p:nvSpPr>
              <p:cNvPr id="430" name="Line 166">
                <a:extLst>
                  <a:ext uri="{FF2B5EF4-FFF2-40B4-BE49-F238E27FC236}">
                    <a16:creationId xmlns:a16="http://schemas.microsoft.com/office/drawing/2014/main" id="{4BE96309-BE92-E447-B75D-24EA5568D81D}"/>
                  </a:ext>
                </a:extLst>
              </p:cNvPr>
              <p:cNvSpPr>
                <a:spLocks noChangeShapeType="1"/>
              </p:cNvSpPr>
              <p:nvPr/>
            </p:nvSpPr>
            <p:spPr bwMode="auto">
              <a:xfrm>
                <a:off x="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1" name="Line 167">
                <a:extLst>
                  <a:ext uri="{FF2B5EF4-FFF2-40B4-BE49-F238E27FC236}">
                    <a16:creationId xmlns:a16="http://schemas.microsoft.com/office/drawing/2014/main" id="{E25831E7-EA24-4049-9CA2-AC0D13547029}"/>
                  </a:ext>
                </a:extLst>
              </p:cNvPr>
              <p:cNvSpPr>
                <a:spLocks noChangeShapeType="1"/>
              </p:cNvSpPr>
              <p:nvPr/>
            </p:nvSpPr>
            <p:spPr bwMode="auto">
              <a:xfrm flipV="1">
                <a:off x="187" y="0"/>
                <a:ext cx="233" cy="9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2" name="Line 168">
                <a:extLst>
                  <a:ext uri="{FF2B5EF4-FFF2-40B4-BE49-F238E27FC236}">
                    <a16:creationId xmlns:a16="http://schemas.microsoft.com/office/drawing/2014/main" id="{425F909F-2270-024E-8C7C-3BA703AC3932}"/>
                  </a:ext>
                </a:extLst>
              </p:cNvPr>
              <p:cNvSpPr>
                <a:spLocks noChangeShapeType="1"/>
              </p:cNvSpPr>
              <p:nvPr/>
            </p:nvSpPr>
            <p:spPr bwMode="auto">
              <a:xfrm>
                <a:off x="42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33" name="Group 169">
                <a:extLst>
                  <a:ext uri="{FF2B5EF4-FFF2-40B4-BE49-F238E27FC236}">
                    <a16:creationId xmlns:a16="http://schemas.microsoft.com/office/drawing/2014/main" id="{B03B3920-1B1A-6144-ABC2-E7F3152C56C4}"/>
                  </a:ext>
                </a:extLst>
              </p:cNvPr>
              <p:cNvGrpSpPr>
                <a:grpSpLocks/>
              </p:cNvGrpSpPr>
              <p:nvPr/>
            </p:nvGrpSpPr>
            <p:grpSpPr bwMode="auto">
              <a:xfrm>
                <a:off x="280" y="47"/>
                <a:ext cx="93" cy="141"/>
                <a:chOff x="0" y="0"/>
                <a:chExt cx="93" cy="141"/>
              </a:xfrm>
            </p:grpSpPr>
            <p:sp>
              <p:nvSpPr>
                <p:cNvPr id="434" name="Line 170">
                  <a:extLst>
                    <a:ext uri="{FF2B5EF4-FFF2-40B4-BE49-F238E27FC236}">
                      <a16:creationId xmlns:a16="http://schemas.microsoft.com/office/drawing/2014/main" id="{1528F7C1-C304-7E49-9CAF-2E54AA7CBBF7}"/>
                    </a:ext>
                  </a:extLst>
                </p:cNvPr>
                <p:cNvSpPr>
                  <a:spLocks noChangeShapeType="1"/>
                </p:cNvSpPr>
                <p:nvPr/>
              </p:nvSpPr>
              <p:spPr bwMode="auto">
                <a:xfrm>
                  <a:off x="47" y="0"/>
                  <a:ext cx="0" cy="141"/>
                </a:xfrm>
                <a:prstGeom prst="line">
                  <a:avLst/>
                </a:prstGeom>
                <a:noFill/>
                <a:ln w="28575">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5" name="Line 171">
                  <a:extLst>
                    <a:ext uri="{FF2B5EF4-FFF2-40B4-BE49-F238E27FC236}">
                      <a16:creationId xmlns:a16="http://schemas.microsoft.com/office/drawing/2014/main" id="{B0D1D806-D6BC-C248-B1E6-55248A019198}"/>
                    </a:ext>
                  </a:extLst>
                </p:cNvPr>
                <p:cNvSpPr>
                  <a:spLocks noChangeShapeType="1"/>
                </p:cNvSpPr>
                <p:nvPr/>
              </p:nvSpPr>
              <p:spPr bwMode="auto">
                <a:xfrm>
                  <a:off x="0"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6" name="Line 172">
                  <a:extLst>
                    <a:ext uri="{FF2B5EF4-FFF2-40B4-BE49-F238E27FC236}">
                      <a16:creationId xmlns:a16="http://schemas.microsoft.com/office/drawing/2014/main" id="{F2FC0C5F-35BF-E345-BBAC-BF569ADCCDD0}"/>
                    </a:ext>
                  </a:extLst>
                </p:cNvPr>
                <p:cNvSpPr>
                  <a:spLocks noChangeShapeType="1"/>
                </p:cNvSpPr>
                <p:nvPr/>
              </p:nvSpPr>
              <p:spPr bwMode="auto">
                <a:xfrm>
                  <a:off x="93"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7" name="Line 173">
                  <a:extLst>
                    <a:ext uri="{FF2B5EF4-FFF2-40B4-BE49-F238E27FC236}">
                      <a16:creationId xmlns:a16="http://schemas.microsoft.com/office/drawing/2014/main" id="{CFD3607D-9191-8048-A704-E00868ED0F3A}"/>
                    </a:ext>
                  </a:extLst>
                </p:cNvPr>
                <p:cNvSpPr>
                  <a:spLocks noChangeShapeType="1"/>
                </p:cNvSpPr>
                <p:nvPr/>
              </p:nvSpPr>
              <p:spPr bwMode="auto">
                <a:xfrm>
                  <a:off x="0" y="141"/>
                  <a:ext cx="9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409" name="Text Box 174">
              <a:extLst>
                <a:ext uri="{FF2B5EF4-FFF2-40B4-BE49-F238E27FC236}">
                  <a16:creationId xmlns:a16="http://schemas.microsoft.com/office/drawing/2014/main" id="{C4109587-7E84-FE47-81AE-16BD9795799B}"/>
                </a:ext>
              </a:extLst>
            </p:cNvPr>
            <p:cNvSpPr txBox="1">
              <a:spLocks noChangeArrowheads="1"/>
            </p:cNvSpPr>
            <p:nvPr/>
          </p:nvSpPr>
          <p:spPr bwMode="auto">
            <a:xfrm>
              <a:off x="163" y="153"/>
              <a:ext cx="3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9211C"/>
                  </a:solidFill>
                  <a:effectLst/>
                  <a:uLnTx/>
                  <a:uFillTx/>
                  <a:latin typeface="Arial" panose="020B0604020202020204" pitchFamily="34" charset="0"/>
                  <a:ea typeface="宋体" panose="02010600030101010101" pitchFamily="2" charset="-122"/>
                </a:rPr>
                <a:t>2</a:t>
              </a:r>
            </a:p>
          </p:txBody>
        </p:sp>
        <p:sp>
          <p:nvSpPr>
            <p:cNvPr id="410" name="Text Box 175">
              <a:extLst>
                <a:ext uri="{FF2B5EF4-FFF2-40B4-BE49-F238E27FC236}">
                  <a16:creationId xmlns:a16="http://schemas.microsoft.com/office/drawing/2014/main" id="{6373C716-7F7F-B449-9883-0DE719461CA1}"/>
                </a:ext>
              </a:extLst>
            </p:cNvPr>
            <p:cNvSpPr txBox="1">
              <a:spLocks noChangeArrowheads="1"/>
            </p:cNvSpPr>
            <p:nvPr/>
          </p:nvSpPr>
          <p:spPr bwMode="auto">
            <a:xfrm>
              <a:off x="192" y="624"/>
              <a:ext cx="3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ST</a:t>
              </a:r>
            </a:p>
          </p:txBody>
        </p:sp>
        <p:sp>
          <p:nvSpPr>
            <p:cNvPr id="411" name="Line 176">
              <a:extLst>
                <a:ext uri="{FF2B5EF4-FFF2-40B4-BE49-F238E27FC236}">
                  <a16:creationId xmlns:a16="http://schemas.microsoft.com/office/drawing/2014/main" id="{56BCE20F-3999-024D-B23C-ED14C69D3320}"/>
                </a:ext>
              </a:extLst>
            </p:cNvPr>
            <p:cNvSpPr>
              <a:spLocks noChangeShapeType="1"/>
            </p:cNvSpPr>
            <p:nvPr/>
          </p:nvSpPr>
          <p:spPr bwMode="auto">
            <a:xfrm>
              <a:off x="8" y="818"/>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2" name="Line 177">
              <a:extLst>
                <a:ext uri="{FF2B5EF4-FFF2-40B4-BE49-F238E27FC236}">
                  <a16:creationId xmlns:a16="http://schemas.microsoft.com/office/drawing/2014/main" id="{480600A9-6431-E44F-8F86-4EC17CCB72D3}"/>
                </a:ext>
              </a:extLst>
            </p:cNvPr>
            <p:cNvSpPr>
              <a:spLocks noChangeShapeType="1"/>
            </p:cNvSpPr>
            <p:nvPr/>
          </p:nvSpPr>
          <p:spPr bwMode="auto">
            <a:xfrm>
              <a:off x="432" y="816"/>
              <a:ext cx="0" cy="87"/>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3" name="Line 178">
              <a:extLst>
                <a:ext uri="{FF2B5EF4-FFF2-40B4-BE49-F238E27FC236}">
                  <a16:creationId xmlns:a16="http://schemas.microsoft.com/office/drawing/2014/main" id="{75C749A4-E644-D847-BFA2-E66159898236}"/>
                </a:ext>
              </a:extLst>
            </p:cNvPr>
            <p:cNvSpPr>
              <a:spLocks noChangeShapeType="1"/>
            </p:cNvSpPr>
            <p:nvPr/>
          </p:nvSpPr>
          <p:spPr bwMode="auto">
            <a:xfrm flipV="1">
              <a:off x="192" y="818"/>
              <a:ext cx="236" cy="13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4" name="Line 179">
              <a:extLst>
                <a:ext uri="{FF2B5EF4-FFF2-40B4-BE49-F238E27FC236}">
                  <a16:creationId xmlns:a16="http://schemas.microsoft.com/office/drawing/2014/main" id="{224A0E14-1440-F84F-8255-AFEC6E4CDE6F}"/>
                </a:ext>
              </a:extLst>
            </p:cNvPr>
            <p:cNvSpPr>
              <a:spLocks noChangeShapeType="1"/>
            </p:cNvSpPr>
            <p:nvPr/>
          </p:nvSpPr>
          <p:spPr bwMode="auto">
            <a:xfrm>
              <a:off x="428" y="818"/>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5" name="Line 180">
              <a:extLst>
                <a:ext uri="{FF2B5EF4-FFF2-40B4-BE49-F238E27FC236}">
                  <a16:creationId xmlns:a16="http://schemas.microsoft.com/office/drawing/2014/main" id="{6428CA36-DC49-E848-9093-43C12B0891B5}"/>
                </a:ext>
              </a:extLst>
            </p:cNvPr>
            <p:cNvSpPr>
              <a:spLocks noChangeShapeType="1"/>
            </p:cNvSpPr>
            <p:nvPr/>
          </p:nvSpPr>
          <p:spPr bwMode="auto">
            <a:xfrm>
              <a:off x="0" y="0"/>
              <a:ext cx="0" cy="130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16" name="Group 181">
              <a:extLst>
                <a:ext uri="{FF2B5EF4-FFF2-40B4-BE49-F238E27FC236}">
                  <a16:creationId xmlns:a16="http://schemas.microsoft.com/office/drawing/2014/main" id="{6F82CE5C-A98E-2042-90BB-4AC44086D26D}"/>
                </a:ext>
              </a:extLst>
            </p:cNvPr>
            <p:cNvGrpSpPr>
              <a:grpSpLocks/>
            </p:cNvGrpSpPr>
            <p:nvPr/>
          </p:nvGrpSpPr>
          <p:grpSpPr bwMode="auto">
            <a:xfrm flipH="1">
              <a:off x="294" y="1170"/>
              <a:ext cx="73" cy="270"/>
              <a:chOff x="0" y="0"/>
              <a:chExt cx="48" cy="192"/>
            </a:xfrm>
          </p:grpSpPr>
          <p:sp>
            <p:nvSpPr>
              <p:cNvPr id="428" name="Line 182">
                <a:extLst>
                  <a:ext uri="{FF2B5EF4-FFF2-40B4-BE49-F238E27FC236}">
                    <a16:creationId xmlns:a16="http://schemas.microsoft.com/office/drawing/2014/main" id="{2EBD6A4C-61FC-D345-844A-D35BCAF8BEC4}"/>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9" name="Line 183">
                <a:extLst>
                  <a:ext uri="{FF2B5EF4-FFF2-40B4-BE49-F238E27FC236}">
                    <a16:creationId xmlns:a16="http://schemas.microsoft.com/office/drawing/2014/main" id="{4C86E557-B5AD-0947-A3CC-31577AFFA803}"/>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17" name="Line 184">
              <a:extLst>
                <a:ext uri="{FF2B5EF4-FFF2-40B4-BE49-F238E27FC236}">
                  <a16:creationId xmlns:a16="http://schemas.microsoft.com/office/drawing/2014/main" id="{6F8BAE82-9E52-5E45-8D2A-646298F2E1EB}"/>
                </a:ext>
              </a:extLst>
            </p:cNvPr>
            <p:cNvSpPr>
              <a:spLocks noChangeShapeType="1"/>
            </p:cNvSpPr>
            <p:nvPr/>
          </p:nvSpPr>
          <p:spPr bwMode="auto">
            <a:xfrm>
              <a:off x="0" y="1304"/>
              <a:ext cx="29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8" name="Line 185">
              <a:extLst>
                <a:ext uri="{FF2B5EF4-FFF2-40B4-BE49-F238E27FC236}">
                  <a16:creationId xmlns:a16="http://schemas.microsoft.com/office/drawing/2014/main" id="{7B806E4F-5530-9846-B441-578E50CA2CE9}"/>
                </a:ext>
              </a:extLst>
            </p:cNvPr>
            <p:cNvSpPr>
              <a:spLocks noChangeShapeType="1"/>
            </p:cNvSpPr>
            <p:nvPr/>
          </p:nvSpPr>
          <p:spPr bwMode="auto">
            <a:xfrm>
              <a:off x="288" y="903"/>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19" name="Group 186">
              <a:extLst>
                <a:ext uri="{FF2B5EF4-FFF2-40B4-BE49-F238E27FC236}">
                  <a16:creationId xmlns:a16="http://schemas.microsoft.com/office/drawing/2014/main" id="{CF2341D4-26C6-4F4E-AA91-EF635F3395CD}"/>
                </a:ext>
              </a:extLst>
            </p:cNvPr>
            <p:cNvGrpSpPr>
              <a:grpSpLocks/>
            </p:cNvGrpSpPr>
            <p:nvPr/>
          </p:nvGrpSpPr>
          <p:grpSpPr bwMode="auto">
            <a:xfrm>
              <a:off x="19" y="388"/>
              <a:ext cx="653" cy="188"/>
              <a:chOff x="0" y="0"/>
              <a:chExt cx="653" cy="188"/>
            </a:xfrm>
          </p:grpSpPr>
          <p:sp>
            <p:nvSpPr>
              <p:cNvPr id="420" name="Line 187">
                <a:extLst>
                  <a:ext uri="{FF2B5EF4-FFF2-40B4-BE49-F238E27FC236}">
                    <a16:creationId xmlns:a16="http://schemas.microsoft.com/office/drawing/2014/main" id="{B6A9ADF1-7838-E442-92C7-7D9D6313BD19}"/>
                  </a:ext>
                </a:extLst>
              </p:cNvPr>
              <p:cNvSpPr>
                <a:spLocks noChangeShapeType="1"/>
              </p:cNvSpPr>
              <p:nvPr/>
            </p:nvSpPr>
            <p:spPr bwMode="auto">
              <a:xfrm>
                <a:off x="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1" name="Line 188">
                <a:extLst>
                  <a:ext uri="{FF2B5EF4-FFF2-40B4-BE49-F238E27FC236}">
                    <a16:creationId xmlns:a16="http://schemas.microsoft.com/office/drawing/2014/main" id="{E535EE70-73A8-884C-B6BC-D17C878B343E}"/>
                  </a:ext>
                </a:extLst>
              </p:cNvPr>
              <p:cNvSpPr>
                <a:spLocks noChangeShapeType="1"/>
              </p:cNvSpPr>
              <p:nvPr/>
            </p:nvSpPr>
            <p:spPr bwMode="auto">
              <a:xfrm flipV="1">
                <a:off x="187" y="0"/>
                <a:ext cx="233" cy="9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2" name="Line 189">
                <a:extLst>
                  <a:ext uri="{FF2B5EF4-FFF2-40B4-BE49-F238E27FC236}">
                    <a16:creationId xmlns:a16="http://schemas.microsoft.com/office/drawing/2014/main" id="{2AFA166B-5473-DD47-9958-EA8F8D0D8F5B}"/>
                  </a:ext>
                </a:extLst>
              </p:cNvPr>
              <p:cNvSpPr>
                <a:spLocks noChangeShapeType="1"/>
              </p:cNvSpPr>
              <p:nvPr/>
            </p:nvSpPr>
            <p:spPr bwMode="auto">
              <a:xfrm>
                <a:off x="42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23" name="Group 190">
                <a:extLst>
                  <a:ext uri="{FF2B5EF4-FFF2-40B4-BE49-F238E27FC236}">
                    <a16:creationId xmlns:a16="http://schemas.microsoft.com/office/drawing/2014/main" id="{D708579C-F28A-FA42-BCCE-F8510BDCBB31}"/>
                  </a:ext>
                </a:extLst>
              </p:cNvPr>
              <p:cNvGrpSpPr>
                <a:grpSpLocks/>
              </p:cNvGrpSpPr>
              <p:nvPr/>
            </p:nvGrpSpPr>
            <p:grpSpPr bwMode="auto">
              <a:xfrm>
                <a:off x="280" y="47"/>
                <a:ext cx="93" cy="141"/>
                <a:chOff x="0" y="0"/>
                <a:chExt cx="93" cy="141"/>
              </a:xfrm>
            </p:grpSpPr>
            <p:sp>
              <p:nvSpPr>
                <p:cNvPr id="424" name="Line 191">
                  <a:extLst>
                    <a:ext uri="{FF2B5EF4-FFF2-40B4-BE49-F238E27FC236}">
                      <a16:creationId xmlns:a16="http://schemas.microsoft.com/office/drawing/2014/main" id="{67C63F89-CCE2-EB44-A86E-2B1CB963E011}"/>
                    </a:ext>
                  </a:extLst>
                </p:cNvPr>
                <p:cNvSpPr>
                  <a:spLocks noChangeShapeType="1"/>
                </p:cNvSpPr>
                <p:nvPr/>
              </p:nvSpPr>
              <p:spPr bwMode="auto">
                <a:xfrm>
                  <a:off x="47" y="0"/>
                  <a:ext cx="0" cy="141"/>
                </a:xfrm>
                <a:prstGeom prst="line">
                  <a:avLst/>
                </a:prstGeom>
                <a:noFill/>
                <a:ln w="28575">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5" name="Line 192">
                  <a:extLst>
                    <a:ext uri="{FF2B5EF4-FFF2-40B4-BE49-F238E27FC236}">
                      <a16:creationId xmlns:a16="http://schemas.microsoft.com/office/drawing/2014/main" id="{E452EF61-434C-2243-ADE9-17351FE4B2A2}"/>
                    </a:ext>
                  </a:extLst>
                </p:cNvPr>
                <p:cNvSpPr>
                  <a:spLocks noChangeShapeType="1"/>
                </p:cNvSpPr>
                <p:nvPr/>
              </p:nvSpPr>
              <p:spPr bwMode="auto">
                <a:xfrm>
                  <a:off x="0"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6" name="Line 193">
                  <a:extLst>
                    <a:ext uri="{FF2B5EF4-FFF2-40B4-BE49-F238E27FC236}">
                      <a16:creationId xmlns:a16="http://schemas.microsoft.com/office/drawing/2014/main" id="{F7DA4459-FAEA-554C-B5D2-CB9C4861CC57}"/>
                    </a:ext>
                  </a:extLst>
                </p:cNvPr>
                <p:cNvSpPr>
                  <a:spLocks noChangeShapeType="1"/>
                </p:cNvSpPr>
                <p:nvPr/>
              </p:nvSpPr>
              <p:spPr bwMode="auto">
                <a:xfrm>
                  <a:off x="93"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7" name="Line 194">
                  <a:extLst>
                    <a:ext uri="{FF2B5EF4-FFF2-40B4-BE49-F238E27FC236}">
                      <a16:creationId xmlns:a16="http://schemas.microsoft.com/office/drawing/2014/main" id="{948757CA-3E1D-C842-BAF4-64E0540AABDD}"/>
                    </a:ext>
                  </a:extLst>
                </p:cNvPr>
                <p:cNvSpPr>
                  <a:spLocks noChangeShapeType="1"/>
                </p:cNvSpPr>
                <p:nvPr/>
              </p:nvSpPr>
              <p:spPr bwMode="auto">
                <a:xfrm>
                  <a:off x="0" y="141"/>
                  <a:ext cx="9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grpSp>
        <p:nvGrpSpPr>
          <p:cNvPr id="438" name="Group 196">
            <a:extLst>
              <a:ext uri="{FF2B5EF4-FFF2-40B4-BE49-F238E27FC236}">
                <a16:creationId xmlns:a16="http://schemas.microsoft.com/office/drawing/2014/main" id="{5F97783E-B292-5B4D-A091-2BB5E914E9F5}"/>
              </a:ext>
            </a:extLst>
          </p:cNvPr>
          <p:cNvGrpSpPr>
            <a:grpSpLocks/>
          </p:cNvGrpSpPr>
          <p:nvPr/>
        </p:nvGrpSpPr>
        <p:grpSpPr bwMode="auto">
          <a:xfrm>
            <a:off x="4724400" y="348952"/>
            <a:ext cx="2971800" cy="2057400"/>
            <a:chOff x="0" y="0"/>
            <a:chExt cx="1872" cy="1296"/>
          </a:xfrm>
        </p:grpSpPr>
        <p:grpSp>
          <p:nvGrpSpPr>
            <p:cNvPr id="439" name="Group 197">
              <a:extLst>
                <a:ext uri="{FF2B5EF4-FFF2-40B4-BE49-F238E27FC236}">
                  <a16:creationId xmlns:a16="http://schemas.microsoft.com/office/drawing/2014/main" id="{92520EC8-A5DF-4540-9B12-510A6F51BEE5}"/>
                </a:ext>
              </a:extLst>
            </p:cNvPr>
            <p:cNvGrpSpPr>
              <a:grpSpLocks/>
            </p:cNvGrpSpPr>
            <p:nvPr/>
          </p:nvGrpSpPr>
          <p:grpSpPr bwMode="auto">
            <a:xfrm>
              <a:off x="0" y="0"/>
              <a:ext cx="1872" cy="1296"/>
              <a:chOff x="0" y="0"/>
              <a:chExt cx="1872" cy="1296"/>
            </a:xfrm>
          </p:grpSpPr>
          <p:sp>
            <p:nvSpPr>
              <p:cNvPr id="441" name="Rectangle 198">
                <a:extLst>
                  <a:ext uri="{FF2B5EF4-FFF2-40B4-BE49-F238E27FC236}">
                    <a16:creationId xmlns:a16="http://schemas.microsoft.com/office/drawing/2014/main" id="{6E2107A8-CC49-AF41-94B4-F0512F66502A}"/>
                  </a:ext>
                </a:extLst>
              </p:cNvPr>
              <p:cNvSpPr>
                <a:spLocks noChangeArrowheads="1"/>
              </p:cNvSpPr>
              <p:nvPr/>
            </p:nvSpPr>
            <p:spPr bwMode="auto">
              <a:xfrm>
                <a:off x="387" y="245"/>
                <a:ext cx="909" cy="1051"/>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42" name="Text Box 199">
                <a:extLst>
                  <a:ext uri="{FF2B5EF4-FFF2-40B4-BE49-F238E27FC236}">
                    <a16:creationId xmlns:a16="http://schemas.microsoft.com/office/drawing/2014/main" id="{4619AA5A-8415-8844-AD08-903FF7581FFC}"/>
                  </a:ext>
                </a:extLst>
              </p:cNvPr>
              <p:cNvSpPr txBox="1">
                <a:spLocks noChangeArrowheads="1"/>
              </p:cNvSpPr>
              <p:nvPr/>
            </p:nvSpPr>
            <p:spPr bwMode="auto">
              <a:xfrm>
                <a:off x="864" y="594"/>
                <a:ext cx="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PLC</a:t>
                </a:r>
              </a:p>
            </p:txBody>
          </p:sp>
          <p:sp>
            <p:nvSpPr>
              <p:cNvPr id="443" name="Line 200">
                <a:extLst>
                  <a:ext uri="{FF2B5EF4-FFF2-40B4-BE49-F238E27FC236}">
                    <a16:creationId xmlns:a16="http://schemas.microsoft.com/office/drawing/2014/main" id="{29169053-15C0-774E-ADE7-9315514B8EFA}"/>
                  </a:ext>
                </a:extLst>
              </p:cNvPr>
              <p:cNvSpPr>
                <a:spLocks noChangeShapeType="1"/>
              </p:cNvSpPr>
              <p:nvPr/>
            </p:nvSpPr>
            <p:spPr bwMode="auto">
              <a:xfrm>
                <a:off x="1293" y="333"/>
                <a:ext cx="195"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4" name="Rectangle 201">
                <a:extLst>
                  <a:ext uri="{FF2B5EF4-FFF2-40B4-BE49-F238E27FC236}">
                    <a16:creationId xmlns:a16="http://schemas.microsoft.com/office/drawing/2014/main" id="{15D757B5-B40C-694A-BAAB-5592D0B2C28F}"/>
                  </a:ext>
                </a:extLst>
              </p:cNvPr>
              <p:cNvSpPr>
                <a:spLocks noChangeArrowheads="1"/>
              </p:cNvSpPr>
              <p:nvPr/>
            </p:nvSpPr>
            <p:spPr bwMode="auto">
              <a:xfrm>
                <a:off x="1488" y="201"/>
                <a:ext cx="181" cy="263"/>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45" name="Line 202">
                <a:extLst>
                  <a:ext uri="{FF2B5EF4-FFF2-40B4-BE49-F238E27FC236}">
                    <a16:creationId xmlns:a16="http://schemas.microsoft.com/office/drawing/2014/main" id="{9E6F96A8-1ACF-F34E-A61F-E2144E160223}"/>
                  </a:ext>
                </a:extLst>
              </p:cNvPr>
              <p:cNvSpPr>
                <a:spLocks noChangeShapeType="1"/>
              </p:cNvSpPr>
              <p:nvPr/>
            </p:nvSpPr>
            <p:spPr bwMode="auto">
              <a:xfrm>
                <a:off x="1680" y="333"/>
                <a:ext cx="192"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6" name="Line 203">
                <a:extLst>
                  <a:ext uri="{FF2B5EF4-FFF2-40B4-BE49-F238E27FC236}">
                    <a16:creationId xmlns:a16="http://schemas.microsoft.com/office/drawing/2014/main" id="{FD479C43-1D18-0142-B8D7-40C377541433}"/>
                  </a:ext>
                </a:extLst>
              </p:cNvPr>
              <p:cNvSpPr>
                <a:spLocks noChangeShapeType="1"/>
              </p:cNvSpPr>
              <p:nvPr/>
            </p:nvSpPr>
            <p:spPr bwMode="auto">
              <a:xfrm>
                <a:off x="1872" y="333"/>
                <a:ext cx="0" cy="67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7" name="Text Box 204">
                <a:extLst>
                  <a:ext uri="{FF2B5EF4-FFF2-40B4-BE49-F238E27FC236}">
                    <a16:creationId xmlns:a16="http://schemas.microsoft.com/office/drawing/2014/main" id="{F09304B8-9D71-5E4C-A24F-BD119642B36D}"/>
                  </a:ext>
                </a:extLst>
              </p:cNvPr>
              <p:cNvSpPr txBox="1">
                <a:spLocks noChangeArrowheads="1"/>
              </p:cNvSpPr>
              <p:nvPr/>
            </p:nvSpPr>
            <p:spPr bwMode="auto">
              <a:xfrm>
                <a:off x="1488" y="864"/>
                <a:ext cx="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448" name="Line 205">
                <a:extLst>
                  <a:ext uri="{FF2B5EF4-FFF2-40B4-BE49-F238E27FC236}">
                    <a16:creationId xmlns:a16="http://schemas.microsoft.com/office/drawing/2014/main" id="{8AA9655C-F91F-7C4F-A02F-1D0297184944}"/>
                  </a:ext>
                </a:extLst>
              </p:cNvPr>
              <p:cNvSpPr>
                <a:spLocks noChangeShapeType="1"/>
              </p:cNvSpPr>
              <p:nvPr/>
            </p:nvSpPr>
            <p:spPr bwMode="auto">
              <a:xfrm>
                <a:off x="226" y="1208"/>
                <a:ext cx="181"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9" name="Text Box 206">
                <a:extLst>
                  <a:ext uri="{FF2B5EF4-FFF2-40B4-BE49-F238E27FC236}">
                    <a16:creationId xmlns:a16="http://schemas.microsoft.com/office/drawing/2014/main" id="{2396146C-93CF-3747-9A82-B010700E5407}"/>
                  </a:ext>
                </a:extLst>
              </p:cNvPr>
              <p:cNvSpPr txBox="1">
                <a:spLocks noChangeArrowheads="1"/>
              </p:cNvSpPr>
              <p:nvPr/>
            </p:nvSpPr>
            <p:spPr bwMode="auto">
              <a:xfrm>
                <a:off x="48" y="124"/>
                <a:ext cx="3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1</a:t>
                </a:r>
              </a:p>
            </p:txBody>
          </p:sp>
          <p:grpSp>
            <p:nvGrpSpPr>
              <p:cNvPr id="450" name="Group 207">
                <a:extLst>
                  <a:ext uri="{FF2B5EF4-FFF2-40B4-BE49-F238E27FC236}">
                    <a16:creationId xmlns:a16="http://schemas.microsoft.com/office/drawing/2014/main" id="{90FF2107-8330-AE4C-9E31-284CFB138A57}"/>
                  </a:ext>
                </a:extLst>
              </p:cNvPr>
              <p:cNvGrpSpPr>
                <a:grpSpLocks/>
              </p:cNvGrpSpPr>
              <p:nvPr/>
            </p:nvGrpSpPr>
            <p:grpSpPr bwMode="auto">
              <a:xfrm>
                <a:off x="0" y="342"/>
                <a:ext cx="402" cy="122"/>
                <a:chOff x="0" y="0"/>
                <a:chExt cx="672" cy="192"/>
              </a:xfrm>
            </p:grpSpPr>
            <p:sp>
              <p:nvSpPr>
                <p:cNvPr id="481" name="Line 208">
                  <a:extLst>
                    <a:ext uri="{FF2B5EF4-FFF2-40B4-BE49-F238E27FC236}">
                      <a16:creationId xmlns:a16="http://schemas.microsoft.com/office/drawing/2014/main" id="{B066EE85-4917-5B48-9209-A777CAF9B6C8}"/>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2" name="Line 209">
                  <a:extLst>
                    <a:ext uri="{FF2B5EF4-FFF2-40B4-BE49-F238E27FC236}">
                      <a16:creationId xmlns:a16="http://schemas.microsoft.com/office/drawing/2014/main" id="{E6D70CDE-4760-2549-BB6E-1A7B996EC240}"/>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3" name="Line 210">
                  <a:extLst>
                    <a:ext uri="{FF2B5EF4-FFF2-40B4-BE49-F238E27FC236}">
                      <a16:creationId xmlns:a16="http://schemas.microsoft.com/office/drawing/2014/main" id="{8854C653-8D19-C840-8883-773F421022F8}"/>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84" name="Group 211">
                  <a:extLst>
                    <a:ext uri="{FF2B5EF4-FFF2-40B4-BE49-F238E27FC236}">
                      <a16:creationId xmlns:a16="http://schemas.microsoft.com/office/drawing/2014/main" id="{4E391823-658F-A348-8CC9-E428AA2FE33E}"/>
                    </a:ext>
                  </a:extLst>
                </p:cNvPr>
                <p:cNvGrpSpPr>
                  <a:grpSpLocks/>
                </p:cNvGrpSpPr>
                <p:nvPr/>
              </p:nvGrpSpPr>
              <p:grpSpPr bwMode="auto">
                <a:xfrm>
                  <a:off x="288" y="48"/>
                  <a:ext cx="96" cy="144"/>
                  <a:chOff x="0" y="0"/>
                  <a:chExt cx="96" cy="192"/>
                </a:xfrm>
              </p:grpSpPr>
              <p:sp>
                <p:nvSpPr>
                  <p:cNvPr id="485" name="Line 212">
                    <a:extLst>
                      <a:ext uri="{FF2B5EF4-FFF2-40B4-BE49-F238E27FC236}">
                        <a16:creationId xmlns:a16="http://schemas.microsoft.com/office/drawing/2014/main" id="{725EBE78-E65C-0F43-9815-67B27CC4C0EF}"/>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6" name="Line 213">
                    <a:extLst>
                      <a:ext uri="{FF2B5EF4-FFF2-40B4-BE49-F238E27FC236}">
                        <a16:creationId xmlns:a16="http://schemas.microsoft.com/office/drawing/2014/main" id="{936F0047-0939-9549-B821-376F8B4744FD}"/>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7" name="Line 214">
                    <a:extLst>
                      <a:ext uri="{FF2B5EF4-FFF2-40B4-BE49-F238E27FC236}">
                        <a16:creationId xmlns:a16="http://schemas.microsoft.com/office/drawing/2014/main" id="{BCD31A22-5C86-4241-B52A-7A8B4BF407CC}"/>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8" name="Line 215">
                    <a:extLst>
                      <a:ext uri="{FF2B5EF4-FFF2-40B4-BE49-F238E27FC236}">
                        <a16:creationId xmlns:a16="http://schemas.microsoft.com/office/drawing/2014/main" id="{6B9E3770-CAC8-8849-8FDC-C4E84895CB6F}"/>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451" name="Text Box 216">
                <a:extLst>
                  <a:ext uri="{FF2B5EF4-FFF2-40B4-BE49-F238E27FC236}">
                    <a16:creationId xmlns:a16="http://schemas.microsoft.com/office/drawing/2014/main" id="{05314550-2765-BF44-A938-2114796015BE}"/>
                  </a:ext>
                </a:extLst>
              </p:cNvPr>
              <p:cNvSpPr txBox="1">
                <a:spLocks noChangeArrowheads="1"/>
              </p:cNvSpPr>
              <p:nvPr/>
            </p:nvSpPr>
            <p:spPr bwMode="auto">
              <a:xfrm>
                <a:off x="48" y="421"/>
                <a:ext cx="3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2</a:t>
                </a:r>
              </a:p>
            </p:txBody>
          </p:sp>
          <p:sp>
            <p:nvSpPr>
              <p:cNvPr id="452" name="Text Box 217">
                <a:extLst>
                  <a:ext uri="{FF2B5EF4-FFF2-40B4-BE49-F238E27FC236}">
                    <a16:creationId xmlns:a16="http://schemas.microsoft.com/office/drawing/2014/main" id="{48D1C078-558E-ED4E-96F5-ECDCB02A0405}"/>
                  </a:ext>
                </a:extLst>
              </p:cNvPr>
              <p:cNvSpPr txBox="1">
                <a:spLocks noChangeArrowheads="1"/>
              </p:cNvSpPr>
              <p:nvPr/>
            </p:nvSpPr>
            <p:spPr bwMode="auto">
              <a:xfrm>
                <a:off x="1444" y="0"/>
                <a:ext cx="3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sp>
            <p:nvSpPr>
              <p:cNvPr id="453" name="Text Box 218">
                <a:extLst>
                  <a:ext uri="{FF2B5EF4-FFF2-40B4-BE49-F238E27FC236}">
                    <a16:creationId xmlns:a16="http://schemas.microsoft.com/office/drawing/2014/main" id="{093C54B0-F598-8C48-B16E-378BDD4C0AB3}"/>
                  </a:ext>
                </a:extLst>
              </p:cNvPr>
              <p:cNvSpPr txBox="1">
                <a:spLocks noChangeArrowheads="1"/>
              </p:cNvSpPr>
              <p:nvPr/>
            </p:nvSpPr>
            <p:spPr bwMode="auto">
              <a:xfrm>
                <a:off x="48" y="748"/>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ST</a:t>
                </a:r>
              </a:p>
            </p:txBody>
          </p:sp>
          <p:sp>
            <p:nvSpPr>
              <p:cNvPr id="454" name="Line 219">
                <a:extLst>
                  <a:ext uri="{FF2B5EF4-FFF2-40B4-BE49-F238E27FC236}">
                    <a16:creationId xmlns:a16="http://schemas.microsoft.com/office/drawing/2014/main" id="{4E22FF04-2F64-5A48-86F7-C5AB51E7B75E}"/>
                  </a:ext>
                </a:extLst>
              </p:cNvPr>
              <p:cNvSpPr>
                <a:spLocks noChangeShapeType="1"/>
              </p:cNvSpPr>
              <p:nvPr/>
            </p:nvSpPr>
            <p:spPr bwMode="auto">
              <a:xfrm>
                <a:off x="0" y="333"/>
                <a:ext cx="0" cy="87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55" name="Group 220">
                <a:extLst>
                  <a:ext uri="{FF2B5EF4-FFF2-40B4-BE49-F238E27FC236}">
                    <a16:creationId xmlns:a16="http://schemas.microsoft.com/office/drawing/2014/main" id="{E0D99F3B-B723-6E41-9E60-EB13BCEE15FE}"/>
                  </a:ext>
                </a:extLst>
              </p:cNvPr>
              <p:cNvGrpSpPr>
                <a:grpSpLocks/>
              </p:cNvGrpSpPr>
              <p:nvPr/>
            </p:nvGrpSpPr>
            <p:grpSpPr bwMode="auto">
              <a:xfrm flipH="1">
                <a:off x="181" y="1121"/>
                <a:ext cx="45" cy="175"/>
                <a:chOff x="0" y="0"/>
                <a:chExt cx="48" cy="192"/>
              </a:xfrm>
            </p:grpSpPr>
            <p:sp>
              <p:nvSpPr>
                <p:cNvPr id="479" name="Line 221">
                  <a:extLst>
                    <a:ext uri="{FF2B5EF4-FFF2-40B4-BE49-F238E27FC236}">
                      <a16:creationId xmlns:a16="http://schemas.microsoft.com/office/drawing/2014/main" id="{59C5936F-D854-BD4F-8016-E4520CBD2E4C}"/>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0" name="Line 222">
                  <a:extLst>
                    <a:ext uri="{FF2B5EF4-FFF2-40B4-BE49-F238E27FC236}">
                      <a16:creationId xmlns:a16="http://schemas.microsoft.com/office/drawing/2014/main" id="{3318C077-0DA9-7E45-BE51-7DFB867CF319}"/>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56" name="Line 223">
                <a:extLst>
                  <a:ext uri="{FF2B5EF4-FFF2-40B4-BE49-F238E27FC236}">
                    <a16:creationId xmlns:a16="http://schemas.microsoft.com/office/drawing/2014/main" id="{6D9058B6-A2EF-BF48-92C0-251083A234D3}"/>
                  </a:ext>
                </a:extLst>
              </p:cNvPr>
              <p:cNvSpPr>
                <a:spLocks noChangeShapeType="1"/>
              </p:cNvSpPr>
              <p:nvPr/>
            </p:nvSpPr>
            <p:spPr bwMode="auto">
              <a:xfrm>
                <a:off x="0" y="1208"/>
                <a:ext cx="181"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57" name="Group 224">
                <a:extLst>
                  <a:ext uri="{FF2B5EF4-FFF2-40B4-BE49-F238E27FC236}">
                    <a16:creationId xmlns:a16="http://schemas.microsoft.com/office/drawing/2014/main" id="{70547773-78EA-AB4B-9AAF-F28A04DBA273}"/>
                  </a:ext>
                </a:extLst>
              </p:cNvPr>
              <p:cNvGrpSpPr>
                <a:grpSpLocks/>
              </p:cNvGrpSpPr>
              <p:nvPr/>
            </p:nvGrpSpPr>
            <p:grpSpPr bwMode="auto">
              <a:xfrm>
                <a:off x="0" y="624"/>
                <a:ext cx="402" cy="122"/>
                <a:chOff x="0" y="0"/>
                <a:chExt cx="672" cy="192"/>
              </a:xfrm>
            </p:grpSpPr>
            <p:sp>
              <p:nvSpPr>
                <p:cNvPr id="471" name="Line 225">
                  <a:extLst>
                    <a:ext uri="{FF2B5EF4-FFF2-40B4-BE49-F238E27FC236}">
                      <a16:creationId xmlns:a16="http://schemas.microsoft.com/office/drawing/2014/main" id="{0E83896B-AB31-8841-8E1E-C04FB7911874}"/>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2" name="Line 226">
                  <a:extLst>
                    <a:ext uri="{FF2B5EF4-FFF2-40B4-BE49-F238E27FC236}">
                      <a16:creationId xmlns:a16="http://schemas.microsoft.com/office/drawing/2014/main" id="{64CABA01-E699-6041-B57C-55D1BA5AB37D}"/>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3" name="Line 227">
                  <a:extLst>
                    <a:ext uri="{FF2B5EF4-FFF2-40B4-BE49-F238E27FC236}">
                      <a16:creationId xmlns:a16="http://schemas.microsoft.com/office/drawing/2014/main" id="{37C7A0CA-3179-434E-B91B-AE815BAF7C7B}"/>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74" name="Group 228">
                  <a:extLst>
                    <a:ext uri="{FF2B5EF4-FFF2-40B4-BE49-F238E27FC236}">
                      <a16:creationId xmlns:a16="http://schemas.microsoft.com/office/drawing/2014/main" id="{4204FCA9-ACA8-9349-B538-DF7E61B88D67}"/>
                    </a:ext>
                  </a:extLst>
                </p:cNvPr>
                <p:cNvGrpSpPr>
                  <a:grpSpLocks/>
                </p:cNvGrpSpPr>
                <p:nvPr/>
              </p:nvGrpSpPr>
              <p:grpSpPr bwMode="auto">
                <a:xfrm>
                  <a:off x="288" y="48"/>
                  <a:ext cx="96" cy="144"/>
                  <a:chOff x="0" y="0"/>
                  <a:chExt cx="96" cy="192"/>
                </a:xfrm>
              </p:grpSpPr>
              <p:sp>
                <p:nvSpPr>
                  <p:cNvPr id="475" name="Line 229">
                    <a:extLst>
                      <a:ext uri="{FF2B5EF4-FFF2-40B4-BE49-F238E27FC236}">
                        <a16:creationId xmlns:a16="http://schemas.microsoft.com/office/drawing/2014/main" id="{0F03C29C-04D1-1946-A58F-274D5A9AFC35}"/>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6" name="Line 230">
                    <a:extLst>
                      <a:ext uri="{FF2B5EF4-FFF2-40B4-BE49-F238E27FC236}">
                        <a16:creationId xmlns:a16="http://schemas.microsoft.com/office/drawing/2014/main" id="{61A657CD-9526-F64C-9D1F-0360A505702A}"/>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7" name="Line 231">
                    <a:extLst>
                      <a:ext uri="{FF2B5EF4-FFF2-40B4-BE49-F238E27FC236}">
                        <a16:creationId xmlns:a16="http://schemas.microsoft.com/office/drawing/2014/main" id="{E962B5FF-D06D-7648-8854-93CF2F4701BA}"/>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8" name="Line 232">
                    <a:extLst>
                      <a:ext uri="{FF2B5EF4-FFF2-40B4-BE49-F238E27FC236}">
                        <a16:creationId xmlns:a16="http://schemas.microsoft.com/office/drawing/2014/main" id="{655D1038-9CFC-514F-BD1C-1EE1281698D9}"/>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nvGrpSpPr>
              <p:cNvPr id="458" name="Group 233">
                <a:extLst>
                  <a:ext uri="{FF2B5EF4-FFF2-40B4-BE49-F238E27FC236}">
                    <a16:creationId xmlns:a16="http://schemas.microsoft.com/office/drawing/2014/main" id="{0238B8B0-49E8-184E-8B3F-55FCA096C5D8}"/>
                  </a:ext>
                </a:extLst>
              </p:cNvPr>
              <p:cNvGrpSpPr>
                <a:grpSpLocks/>
              </p:cNvGrpSpPr>
              <p:nvPr/>
            </p:nvGrpSpPr>
            <p:grpSpPr bwMode="auto">
              <a:xfrm>
                <a:off x="0" y="960"/>
                <a:ext cx="402" cy="61"/>
                <a:chOff x="0" y="0"/>
                <a:chExt cx="402" cy="61"/>
              </a:xfrm>
            </p:grpSpPr>
            <p:sp>
              <p:nvSpPr>
                <p:cNvPr id="466" name="Line 234">
                  <a:extLst>
                    <a:ext uri="{FF2B5EF4-FFF2-40B4-BE49-F238E27FC236}">
                      <a16:creationId xmlns:a16="http://schemas.microsoft.com/office/drawing/2014/main" id="{FDE2A71D-57E4-F74A-B13E-4FA59A86E7C5}"/>
                    </a:ext>
                  </a:extLst>
                </p:cNvPr>
                <p:cNvSpPr>
                  <a:spLocks noChangeShapeType="1"/>
                </p:cNvSpPr>
                <p:nvPr/>
              </p:nvSpPr>
              <p:spPr bwMode="auto">
                <a:xfrm>
                  <a:off x="0" y="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7" name="Line 235">
                  <a:extLst>
                    <a:ext uri="{FF2B5EF4-FFF2-40B4-BE49-F238E27FC236}">
                      <a16:creationId xmlns:a16="http://schemas.microsoft.com/office/drawing/2014/main" id="{C20FF850-06B7-AA46-9CBF-E01C5F0AB427}"/>
                    </a:ext>
                  </a:extLst>
                </p:cNvPr>
                <p:cNvSpPr>
                  <a:spLocks noChangeShapeType="1"/>
                </p:cNvSpPr>
                <p:nvPr/>
              </p:nvSpPr>
              <p:spPr bwMode="auto">
                <a:xfrm flipV="1">
                  <a:off x="115" y="0"/>
                  <a:ext cx="143" cy="61"/>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8" name="Line 236">
                  <a:extLst>
                    <a:ext uri="{FF2B5EF4-FFF2-40B4-BE49-F238E27FC236}">
                      <a16:creationId xmlns:a16="http://schemas.microsoft.com/office/drawing/2014/main" id="{B5276C03-0E0E-DB4D-B24D-15CB750B4183}"/>
                    </a:ext>
                  </a:extLst>
                </p:cNvPr>
                <p:cNvSpPr>
                  <a:spLocks noChangeShapeType="1"/>
                </p:cNvSpPr>
                <p:nvPr/>
              </p:nvSpPr>
              <p:spPr bwMode="auto">
                <a:xfrm>
                  <a:off x="258" y="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9" name="Line 237">
                  <a:extLst>
                    <a:ext uri="{FF2B5EF4-FFF2-40B4-BE49-F238E27FC236}">
                      <a16:creationId xmlns:a16="http://schemas.microsoft.com/office/drawing/2014/main" id="{A4D15A17-724A-2B47-BFD1-62EBD993D9AF}"/>
                    </a:ext>
                  </a:extLst>
                </p:cNvPr>
                <p:cNvSpPr>
                  <a:spLocks noChangeShapeType="1"/>
                </p:cNvSpPr>
                <p:nvPr/>
              </p:nvSpPr>
              <p:spPr bwMode="auto">
                <a:xfrm>
                  <a:off x="240" y="0"/>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0" name="Line 238">
                  <a:extLst>
                    <a:ext uri="{FF2B5EF4-FFF2-40B4-BE49-F238E27FC236}">
                      <a16:creationId xmlns:a16="http://schemas.microsoft.com/office/drawing/2014/main" id="{50F87EE9-7B99-FE40-927C-DAAF526F39FF}"/>
                    </a:ext>
                  </a:extLst>
                </p:cNvPr>
                <p:cNvSpPr>
                  <a:spLocks noChangeShapeType="1"/>
                </p:cNvSpPr>
                <p:nvPr/>
              </p:nvSpPr>
              <p:spPr bwMode="auto">
                <a:xfrm flipH="1">
                  <a:off x="144" y="48"/>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59" name="Line 239">
                <a:extLst>
                  <a:ext uri="{FF2B5EF4-FFF2-40B4-BE49-F238E27FC236}">
                    <a16:creationId xmlns:a16="http://schemas.microsoft.com/office/drawing/2014/main" id="{8A8E7F28-208F-0C4D-AD4F-425274AEF2E2}"/>
                  </a:ext>
                </a:extLst>
              </p:cNvPr>
              <p:cNvSpPr>
                <a:spLocks noChangeShapeType="1"/>
              </p:cNvSpPr>
              <p:nvPr/>
            </p:nvSpPr>
            <p:spPr bwMode="auto">
              <a:xfrm>
                <a:off x="1296" y="1008"/>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0" name="Line 240">
                <a:extLst>
                  <a:ext uri="{FF2B5EF4-FFF2-40B4-BE49-F238E27FC236}">
                    <a16:creationId xmlns:a16="http://schemas.microsoft.com/office/drawing/2014/main" id="{E28F35AA-E474-6049-AABF-78508747AB4D}"/>
                  </a:ext>
                </a:extLst>
              </p:cNvPr>
              <p:cNvSpPr>
                <a:spLocks noChangeShapeType="1"/>
              </p:cNvSpPr>
              <p:nvPr/>
            </p:nvSpPr>
            <p:spPr bwMode="auto">
              <a:xfrm>
                <a:off x="1728" y="1008"/>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1" name="Text Box 241">
                <a:extLst>
                  <a:ext uri="{FF2B5EF4-FFF2-40B4-BE49-F238E27FC236}">
                    <a16:creationId xmlns:a16="http://schemas.microsoft.com/office/drawing/2014/main" id="{4ACF2543-5838-BD43-BB69-30725FA2C8AC}"/>
                  </a:ext>
                </a:extLst>
              </p:cNvPr>
              <p:cNvSpPr txBox="1">
                <a:spLocks noChangeArrowheads="1"/>
              </p:cNvSpPr>
              <p:nvPr/>
            </p:nvSpPr>
            <p:spPr bwMode="auto">
              <a:xfrm>
                <a:off x="384" y="2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462" name="Text Box 242">
                <a:extLst>
                  <a:ext uri="{FF2B5EF4-FFF2-40B4-BE49-F238E27FC236}">
                    <a16:creationId xmlns:a16="http://schemas.microsoft.com/office/drawing/2014/main" id="{61CAD96E-2C98-4C4D-9861-F04556F253EF}"/>
                  </a:ext>
                </a:extLst>
              </p:cNvPr>
              <p:cNvSpPr txBox="1">
                <a:spLocks noChangeArrowheads="1"/>
              </p:cNvSpPr>
              <p:nvPr/>
            </p:nvSpPr>
            <p:spPr bwMode="auto">
              <a:xfrm>
                <a:off x="384" y="52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463" name="Text Box 243">
                <a:extLst>
                  <a:ext uri="{FF2B5EF4-FFF2-40B4-BE49-F238E27FC236}">
                    <a16:creationId xmlns:a16="http://schemas.microsoft.com/office/drawing/2014/main" id="{B2C3D617-931F-F04E-B399-5F6885C4B686}"/>
                  </a:ext>
                </a:extLst>
              </p:cNvPr>
              <p:cNvSpPr txBox="1">
                <a:spLocks noChangeArrowheads="1"/>
              </p:cNvSpPr>
              <p:nvPr/>
            </p:nvSpPr>
            <p:spPr bwMode="auto">
              <a:xfrm>
                <a:off x="384" y="825"/>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464" name="Text Box 244">
                <a:extLst>
                  <a:ext uri="{FF2B5EF4-FFF2-40B4-BE49-F238E27FC236}">
                    <a16:creationId xmlns:a16="http://schemas.microsoft.com/office/drawing/2014/main" id="{34B077D0-C0B5-5F45-B8B2-0F18C15F13DE}"/>
                  </a:ext>
                </a:extLst>
              </p:cNvPr>
              <p:cNvSpPr txBox="1">
                <a:spLocks noChangeArrowheads="1"/>
              </p:cNvSpPr>
              <p:nvPr/>
            </p:nvSpPr>
            <p:spPr bwMode="auto">
              <a:xfrm>
                <a:off x="864" y="240"/>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465" name="Text Box 245">
                <a:extLst>
                  <a:ext uri="{FF2B5EF4-FFF2-40B4-BE49-F238E27FC236}">
                    <a16:creationId xmlns:a16="http://schemas.microsoft.com/office/drawing/2014/main" id="{97B4D6FF-E583-3D47-B1AF-C6195FCA0C0A}"/>
                  </a:ext>
                </a:extLst>
              </p:cNvPr>
              <p:cNvSpPr txBox="1">
                <a:spLocks noChangeArrowheads="1"/>
              </p:cNvSpPr>
              <p:nvPr/>
            </p:nvSpPr>
            <p:spPr bwMode="auto">
              <a:xfrm>
                <a:off x="864" y="912"/>
                <a:ext cx="4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grpSp>
        <p:sp>
          <p:nvSpPr>
            <p:cNvPr id="440" name="Rectangle 246">
              <a:extLst>
                <a:ext uri="{FF2B5EF4-FFF2-40B4-BE49-F238E27FC236}">
                  <a16:creationId xmlns:a16="http://schemas.microsoft.com/office/drawing/2014/main" id="{80EF7594-E869-C944-8C5E-0A73C53DD81F}"/>
                </a:ext>
              </a:extLst>
            </p:cNvPr>
            <p:cNvSpPr>
              <a:spLocks noChangeArrowheads="1"/>
            </p:cNvSpPr>
            <p:nvPr/>
          </p:nvSpPr>
          <p:spPr bwMode="auto">
            <a:xfrm>
              <a:off x="336" y="1065"/>
              <a:ext cx="4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grpSp>
      <p:sp>
        <p:nvSpPr>
          <p:cNvPr id="489" name="Line 247">
            <a:extLst>
              <a:ext uri="{FF2B5EF4-FFF2-40B4-BE49-F238E27FC236}">
                <a16:creationId xmlns:a16="http://schemas.microsoft.com/office/drawing/2014/main" id="{D95A9BCA-890A-F34F-92F1-2FC68D755B19}"/>
              </a:ext>
            </a:extLst>
          </p:cNvPr>
          <p:cNvSpPr>
            <a:spLocks noChangeShapeType="1"/>
          </p:cNvSpPr>
          <p:nvPr/>
        </p:nvSpPr>
        <p:spPr bwMode="auto">
          <a:xfrm>
            <a:off x="3733800" y="4311352"/>
            <a:ext cx="20574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Tree>
    <p:extLst>
      <p:ext uri="{BB962C8B-B14F-4D97-AF65-F5344CB8AC3E}">
        <p14:creationId xmlns:p14="http://schemas.microsoft.com/office/powerpoint/2010/main" val="33594588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56"/>
                                        </p:tgtEl>
                                        <p:attrNameLst>
                                          <p:attrName>style.visibility</p:attrName>
                                        </p:attrNameLst>
                                      </p:cBhvr>
                                      <p:to>
                                        <p:strVal val="visible"/>
                                      </p:to>
                                    </p:set>
                                    <p:anim calcmode="lin" valueType="num">
                                      <p:cBhvr>
                                        <p:cTn id="7" dur="500" fill="hold"/>
                                        <p:tgtEl>
                                          <p:spTgt spid="256"/>
                                        </p:tgtEl>
                                        <p:attrNameLst>
                                          <p:attrName>ppt_x</p:attrName>
                                        </p:attrNameLst>
                                      </p:cBhvr>
                                      <p:tavLst>
                                        <p:tav tm="0">
                                          <p:val>
                                            <p:strVal val="#ppt_x-#ppt_w/2"/>
                                          </p:val>
                                        </p:tav>
                                        <p:tav tm="100000">
                                          <p:val>
                                            <p:strVal val="#ppt_x"/>
                                          </p:val>
                                        </p:tav>
                                      </p:tavLst>
                                    </p:anim>
                                    <p:anim calcmode="lin" valueType="num">
                                      <p:cBhvr>
                                        <p:cTn id="8" dur="500" fill="hold"/>
                                        <p:tgtEl>
                                          <p:spTgt spid="256"/>
                                        </p:tgtEl>
                                        <p:attrNameLst>
                                          <p:attrName>ppt_y</p:attrName>
                                        </p:attrNameLst>
                                      </p:cBhvr>
                                      <p:tavLst>
                                        <p:tav tm="0">
                                          <p:val>
                                            <p:strVal val="#ppt_y"/>
                                          </p:val>
                                        </p:tav>
                                        <p:tav tm="100000">
                                          <p:val>
                                            <p:strVal val="#ppt_y"/>
                                          </p:val>
                                        </p:tav>
                                      </p:tavLst>
                                    </p:anim>
                                    <p:anim calcmode="lin" valueType="num">
                                      <p:cBhvr>
                                        <p:cTn id="9" dur="500" fill="hold"/>
                                        <p:tgtEl>
                                          <p:spTgt spid="256"/>
                                        </p:tgtEl>
                                        <p:attrNameLst>
                                          <p:attrName>ppt_w</p:attrName>
                                        </p:attrNameLst>
                                      </p:cBhvr>
                                      <p:tavLst>
                                        <p:tav tm="0">
                                          <p:val>
                                            <p:fltVal val="0"/>
                                          </p:val>
                                        </p:tav>
                                        <p:tav tm="100000">
                                          <p:val>
                                            <p:strVal val="#ppt_w"/>
                                          </p:val>
                                        </p:tav>
                                      </p:tavLst>
                                    </p:anim>
                                    <p:anim calcmode="lin" valueType="num">
                                      <p:cBhvr>
                                        <p:cTn id="10" dur="500" fill="hold"/>
                                        <p:tgtEl>
                                          <p:spTgt spid="256"/>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05"/>
                                        </p:tgtEl>
                                        <p:attrNameLst>
                                          <p:attrName>style.visibility</p:attrName>
                                        </p:attrNameLst>
                                      </p:cBhvr>
                                      <p:to>
                                        <p:strVal val="visible"/>
                                      </p:to>
                                    </p:set>
                                    <p:animEffect transition="in" filter="blinds(horizontal)">
                                      <p:cBhvr>
                                        <p:cTn id="15" dur="500"/>
                                        <p:tgtEl>
                                          <p:spTgt spid="405"/>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257"/>
                                        </p:tgtEl>
                                        <p:attrNameLst>
                                          <p:attrName>style.visibility</p:attrName>
                                        </p:attrNameLst>
                                      </p:cBhvr>
                                      <p:to>
                                        <p:strVal val="visible"/>
                                      </p:to>
                                    </p:set>
                                    <p:anim calcmode="lin" valueType="num">
                                      <p:cBhvr>
                                        <p:cTn id="20" dur="500" fill="hold"/>
                                        <p:tgtEl>
                                          <p:spTgt spid="257"/>
                                        </p:tgtEl>
                                        <p:attrNameLst>
                                          <p:attrName>ppt_x</p:attrName>
                                        </p:attrNameLst>
                                      </p:cBhvr>
                                      <p:tavLst>
                                        <p:tav tm="0">
                                          <p:val>
                                            <p:strVal val="#ppt_x-#ppt_w/2"/>
                                          </p:val>
                                        </p:tav>
                                        <p:tav tm="100000">
                                          <p:val>
                                            <p:strVal val="#ppt_x"/>
                                          </p:val>
                                        </p:tav>
                                      </p:tavLst>
                                    </p:anim>
                                    <p:anim calcmode="lin" valueType="num">
                                      <p:cBhvr>
                                        <p:cTn id="21" dur="500" fill="hold"/>
                                        <p:tgtEl>
                                          <p:spTgt spid="257"/>
                                        </p:tgtEl>
                                        <p:attrNameLst>
                                          <p:attrName>ppt_y</p:attrName>
                                        </p:attrNameLst>
                                      </p:cBhvr>
                                      <p:tavLst>
                                        <p:tav tm="0">
                                          <p:val>
                                            <p:strVal val="#ppt_y"/>
                                          </p:val>
                                        </p:tav>
                                        <p:tav tm="100000">
                                          <p:val>
                                            <p:strVal val="#ppt_y"/>
                                          </p:val>
                                        </p:tav>
                                      </p:tavLst>
                                    </p:anim>
                                    <p:anim calcmode="lin" valueType="num">
                                      <p:cBhvr>
                                        <p:cTn id="22" dur="500" fill="hold"/>
                                        <p:tgtEl>
                                          <p:spTgt spid="257"/>
                                        </p:tgtEl>
                                        <p:attrNameLst>
                                          <p:attrName>ppt_w</p:attrName>
                                        </p:attrNameLst>
                                      </p:cBhvr>
                                      <p:tavLst>
                                        <p:tav tm="0">
                                          <p:val>
                                            <p:fltVal val="0"/>
                                          </p:val>
                                        </p:tav>
                                        <p:tav tm="100000">
                                          <p:val>
                                            <p:strVal val="#ppt_w"/>
                                          </p:val>
                                        </p:tav>
                                      </p:tavLst>
                                    </p:anim>
                                    <p:anim calcmode="lin" valueType="num">
                                      <p:cBhvr>
                                        <p:cTn id="23" dur="500" fill="hold"/>
                                        <p:tgtEl>
                                          <p:spTgt spid="257"/>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89"/>
                                        </p:tgtEl>
                                        <p:attrNameLst>
                                          <p:attrName>style.visibility</p:attrName>
                                        </p:attrNameLst>
                                      </p:cBhvr>
                                      <p:to>
                                        <p:strVal val="visible"/>
                                      </p:to>
                                    </p:set>
                                    <p:animEffect transition="in" filter="wipe(left)">
                                      <p:cBhvr>
                                        <p:cTn id="28" dur="500"/>
                                        <p:tgtEl>
                                          <p:spTgt spid="489"/>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8" fill="hold" grpId="0" nodeType="clickEffect">
                                  <p:stCondLst>
                                    <p:cond delay="0"/>
                                  </p:stCondLst>
                                  <p:childTnLst>
                                    <p:set>
                                      <p:cBhvr>
                                        <p:cTn id="32" dur="1" fill="hold">
                                          <p:stCondLst>
                                            <p:cond delay="0"/>
                                          </p:stCondLst>
                                        </p:cTn>
                                        <p:tgtEl>
                                          <p:spTgt spid="255"/>
                                        </p:tgtEl>
                                        <p:attrNameLst>
                                          <p:attrName>style.visibility</p:attrName>
                                        </p:attrNameLst>
                                      </p:cBhvr>
                                      <p:to>
                                        <p:strVal val="visible"/>
                                      </p:to>
                                    </p:set>
                                    <p:anim calcmode="lin" valueType="num">
                                      <p:cBhvr>
                                        <p:cTn id="33" dur="500" fill="hold"/>
                                        <p:tgtEl>
                                          <p:spTgt spid="255"/>
                                        </p:tgtEl>
                                        <p:attrNameLst>
                                          <p:attrName>ppt_x</p:attrName>
                                        </p:attrNameLst>
                                      </p:cBhvr>
                                      <p:tavLst>
                                        <p:tav tm="0">
                                          <p:val>
                                            <p:strVal val="#ppt_x-#ppt_w/2"/>
                                          </p:val>
                                        </p:tav>
                                        <p:tav tm="100000">
                                          <p:val>
                                            <p:strVal val="#ppt_x"/>
                                          </p:val>
                                        </p:tav>
                                      </p:tavLst>
                                    </p:anim>
                                    <p:anim calcmode="lin" valueType="num">
                                      <p:cBhvr>
                                        <p:cTn id="34" dur="500" fill="hold"/>
                                        <p:tgtEl>
                                          <p:spTgt spid="255"/>
                                        </p:tgtEl>
                                        <p:attrNameLst>
                                          <p:attrName>ppt_y</p:attrName>
                                        </p:attrNameLst>
                                      </p:cBhvr>
                                      <p:tavLst>
                                        <p:tav tm="0">
                                          <p:val>
                                            <p:strVal val="#ppt_y"/>
                                          </p:val>
                                        </p:tav>
                                        <p:tav tm="100000">
                                          <p:val>
                                            <p:strVal val="#ppt_y"/>
                                          </p:val>
                                        </p:tav>
                                      </p:tavLst>
                                    </p:anim>
                                    <p:anim calcmode="lin" valueType="num">
                                      <p:cBhvr>
                                        <p:cTn id="35" dur="500" fill="hold"/>
                                        <p:tgtEl>
                                          <p:spTgt spid="255"/>
                                        </p:tgtEl>
                                        <p:attrNameLst>
                                          <p:attrName>ppt_w</p:attrName>
                                        </p:attrNameLst>
                                      </p:cBhvr>
                                      <p:tavLst>
                                        <p:tav tm="0">
                                          <p:val>
                                            <p:fltVal val="0"/>
                                          </p:val>
                                        </p:tav>
                                        <p:tav tm="100000">
                                          <p:val>
                                            <p:strVal val="#ppt_w"/>
                                          </p:val>
                                        </p:tav>
                                      </p:tavLst>
                                    </p:anim>
                                    <p:anim calcmode="lin" valueType="num">
                                      <p:cBhvr>
                                        <p:cTn id="36" dur="500" fill="hold"/>
                                        <p:tgtEl>
                                          <p:spTgt spid="255"/>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grpId="0" nodeType="clickEffect">
                                  <p:stCondLst>
                                    <p:cond delay="0"/>
                                  </p:stCondLst>
                                  <p:childTnLst>
                                    <p:set>
                                      <p:cBhvr>
                                        <p:cTn id="40" dur="1" fill="hold">
                                          <p:stCondLst>
                                            <p:cond delay="0"/>
                                          </p:stCondLst>
                                        </p:cTn>
                                        <p:tgtEl>
                                          <p:spTgt spid="336"/>
                                        </p:tgtEl>
                                        <p:attrNameLst>
                                          <p:attrName>style.visibility</p:attrName>
                                        </p:attrNameLst>
                                      </p:cBhvr>
                                      <p:to>
                                        <p:strVal val="visible"/>
                                      </p:to>
                                    </p:set>
                                    <p:anim calcmode="lin" valueType="num">
                                      <p:cBhvr>
                                        <p:cTn id="41" dur="500" fill="hold"/>
                                        <p:tgtEl>
                                          <p:spTgt spid="336"/>
                                        </p:tgtEl>
                                        <p:attrNameLst>
                                          <p:attrName>ppt_x</p:attrName>
                                        </p:attrNameLst>
                                      </p:cBhvr>
                                      <p:tavLst>
                                        <p:tav tm="0">
                                          <p:val>
                                            <p:strVal val="#ppt_x-#ppt_w/2"/>
                                          </p:val>
                                        </p:tav>
                                        <p:tav tm="100000">
                                          <p:val>
                                            <p:strVal val="#ppt_x"/>
                                          </p:val>
                                        </p:tav>
                                      </p:tavLst>
                                    </p:anim>
                                    <p:anim calcmode="lin" valueType="num">
                                      <p:cBhvr>
                                        <p:cTn id="42" dur="500" fill="hold"/>
                                        <p:tgtEl>
                                          <p:spTgt spid="336"/>
                                        </p:tgtEl>
                                        <p:attrNameLst>
                                          <p:attrName>ppt_y</p:attrName>
                                        </p:attrNameLst>
                                      </p:cBhvr>
                                      <p:tavLst>
                                        <p:tav tm="0">
                                          <p:val>
                                            <p:strVal val="#ppt_y"/>
                                          </p:val>
                                        </p:tav>
                                        <p:tav tm="100000">
                                          <p:val>
                                            <p:strVal val="#ppt_y"/>
                                          </p:val>
                                        </p:tav>
                                      </p:tavLst>
                                    </p:anim>
                                    <p:anim calcmode="lin" valueType="num">
                                      <p:cBhvr>
                                        <p:cTn id="43" dur="500" fill="hold"/>
                                        <p:tgtEl>
                                          <p:spTgt spid="336"/>
                                        </p:tgtEl>
                                        <p:attrNameLst>
                                          <p:attrName>ppt_w</p:attrName>
                                        </p:attrNameLst>
                                      </p:cBhvr>
                                      <p:tavLst>
                                        <p:tav tm="0">
                                          <p:val>
                                            <p:fltVal val="0"/>
                                          </p:val>
                                        </p:tav>
                                        <p:tav tm="100000">
                                          <p:val>
                                            <p:strVal val="#ppt_w"/>
                                          </p:val>
                                        </p:tav>
                                      </p:tavLst>
                                    </p:anim>
                                    <p:anim calcmode="lin" valueType="num">
                                      <p:cBhvr>
                                        <p:cTn id="44" dur="500" fill="hold"/>
                                        <p:tgtEl>
                                          <p:spTgt spid="336"/>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2" fill="hold" grpId="0" nodeType="clickEffect">
                                  <p:stCondLst>
                                    <p:cond delay="0"/>
                                  </p:stCondLst>
                                  <p:childTnLst>
                                    <p:set>
                                      <p:cBhvr>
                                        <p:cTn id="48" dur="1" fill="hold">
                                          <p:stCondLst>
                                            <p:cond delay="0"/>
                                          </p:stCondLst>
                                        </p:cTn>
                                        <p:tgtEl>
                                          <p:spTgt spid="258"/>
                                        </p:tgtEl>
                                        <p:attrNameLst>
                                          <p:attrName>style.visibility</p:attrName>
                                        </p:attrNameLst>
                                      </p:cBhvr>
                                      <p:to>
                                        <p:strVal val="visible"/>
                                      </p:to>
                                    </p:set>
                                    <p:anim calcmode="lin" valueType="num">
                                      <p:cBhvr>
                                        <p:cTn id="49" dur="500" fill="hold"/>
                                        <p:tgtEl>
                                          <p:spTgt spid="258"/>
                                        </p:tgtEl>
                                        <p:attrNameLst>
                                          <p:attrName>ppt_x</p:attrName>
                                        </p:attrNameLst>
                                      </p:cBhvr>
                                      <p:tavLst>
                                        <p:tav tm="0">
                                          <p:val>
                                            <p:strVal val="#ppt_x+#ppt_w/2"/>
                                          </p:val>
                                        </p:tav>
                                        <p:tav tm="100000">
                                          <p:val>
                                            <p:strVal val="#ppt_x"/>
                                          </p:val>
                                        </p:tav>
                                      </p:tavLst>
                                    </p:anim>
                                    <p:anim calcmode="lin" valueType="num">
                                      <p:cBhvr>
                                        <p:cTn id="50" dur="500" fill="hold"/>
                                        <p:tgtEl>
                                          <p:spTgt spid="258"/>
                                        </p:tgtEl>
                                        <p:attrNameLst>
                                          <p:attrName>ppt_y</p:attrName>
                                        </p:attrNameLst>
                                      </p:cBhvr>
                                      <p:tavLst>
                                        <p:tav tm="0">
                                          <p:val>
                                            <p:strVal val="#ppt_y"/>
                                          </p:val>
                                        </p:tav>
                                        <p:tav tm="100000">
                                          <p:val>
                                            <p:strVal val="#ppt_y"/>
                                          </p:val>
                                        </p:tav>
                                      </p:tavLst>
                                    </p:anim>
                                    <p:anim calcmode="lin" valueType="num">
                                      <p:cBhvr>
                                        <p:cTn id="51" dur="500" fill="hold"/>
                                        <p:tgtEl>
                                          <p:spTgt spid="258"/>
                                        </p:tgtEl>
                                        <p:attrNameLst>
                                          <p:attrName>ppt_w</p:attrName>
                                        </p:attrNameLst>
                                      </p:cBhvr>
                                      <p:tavLst>
                                        <p:tav tm="0">
                                          <p:val>
                                            <p:fltVal val="0"/>
                                          </p:val>
                                        </p:tav>
                                        <p:tav tm="100000">
                                          <p:val>
                                            <p:strVal val="#ppt_w"/>
                                          </p:val>
                                        </p:tav>
                                      </p:tavLst>
                                    </p:anim>
                                    <p:anim calcmode="lin" valueType="num">
                                      <p:cBhvr>
                                        <p:cTn id="52" dur="500" fill="hold"/>
                                        <p:tgtEl>
                                          <p:spTgt spid="258"/>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59"/>
                                        </p:tgtEl>
                                        <p:attrNameLst>
                                          <p:attrName>style.visibility</p:attrName>
                                        </p:attrNameLst>
                                      </p:cBhvr>
                                      <p:to>
                                        <p:strVal val="visible"/>
                                      </p:to>
                                    </p:set>
                                    <p:animEffect transition="in" filter="blinds(horizontal)">
                                      <p:cBhvr>
                                        <p:cTn id="57" dur="500"/>
                                        <p:tgtEl>
                                          <p:spTgt spid="259"/>
                                        </p:tgtEl>
                                      </p:cBhvr>
                                    </p:animEffect>
                                  </p:childTnLst>
                                </p:cTn>
                              </p:par>
                            </p:childTnLst>
                          </p:cTn>
                        </p:par>
                      </p:childTnLst>
                    </p:cTn>
                  </p:par>
                  <p:par>
                    <p:cTn id="58" fill="hold">
                      <p:stCondLst>
                        <p:cond delay="indefinite"/>
                      </p:stCondLst>
                      <p:childTnLst>
                        <p:par>
                          <p:cTn id="59" fill="hold">
                            <p:stCondLst>
                              <p:cond delay="0"/>
                            </p:stCondLst>
                            <p:childTnLst>
                              <p:par>
                                <p:cTn id="60" presetID="17" presetClass="entr" presetSubtype="2" fill="hold" nodeType="clickEffect">
                                  <p:stCondLst>
                                    <p:cond delay="0"/>
                                  </p:stCondLst>
                                  <p:childTnLst>
                                    <p:set>
                                      <p:cBhvr>
                                        <p:cTn id="61" dur="1" fill="hold">
                                          <p:stCondLst>
                                            <p:cond delay="0"/>
                                          </p:stCondLst>
                                        </p:cTn>
                                        <p:tgtEl>
                                          <p:spTgt spid="331"/>
                                        </p:tgtEl>
                                        <p:attrNameLst>
                                          <p:attrName>style.visibility</p:attrName>
                                        </p:attrNameLst>
                                      </p:cBhvr>
                                      <p:to>
                                        <p:strVal val="visible"/>
                                      </p:to>
                                    </p:set>
                                    <p:anim calcmode="lin" valueType="num">
                                      <p:cBhvr>
                                        <p:cTn id="62" dur="500" fill="hold"/>
                                        <p:tgtEl>
                                          <p:spTgt spid="331"/>
                                        </p:tgtEl>
                                        <p:attrNameLst>
                                          <p:attrName>ppt_x</p:attrName>
                                        </p:attrNameLst>
                                      </p:cBhvr>
                                      <p:tavLst>
                                        <p:tav tm="0">
                                          <p:val>
                                            <p:strVal val="#ppt_x+#ppt_w/2"/>
                                          </p:val>
                                        </p:tav>
                                        <p:tav tm="100000">
                                          <p:val>
                                            <p:strVal val="#ppt_x"/>
                                          </p:val>
                                        </p:tav>
                                      </p:tavLst>
                                    </p:anim>
                                    <p:anim calcmode="lin" valueType="num">
                                      <p:cBhvr>
                                        <p:cTn id="63" dur="500" fill="hold"/>
                                        <p:tgtEl>
                                          <p:spTgt spid="331"/>
                                        </p:tgtEl>
                                        <p:attrNameLst>
                                          <p:attrName>ppt_y</p:attrName>
                                        </p:attrNameLst>
                                      </p:cBhvr>
                                      <p:tavLst>
                                        <p:tav tm="0">
                                          <p:val>
                                            <p:strVal val="#ppt_y"/>
                                          </p:val>
                                        </p:tav>
                                        <p:tav tm="100000">
                                          <p:val>
                                            <p:strVal val="#ppt_y"/>
                                          </p:val>
                                        </p:tav>
                                      </p:tavLst>
                                    </p:anim>
                                    <p:anim calcmode="lin" valueType="num">
                                      <p:cBhvr>
                                        <p:cTn id="64" dur="500" fill="hold"/>
                                        <p:tgtEl>
                                          <p:spTgt spid="331"/>
                                        </p:tgtEl>
                                        <p:attrNameLst>
                                          <p:attrName>ppt_w</p:attrName>
                                        </p:attrNameLst>
                                      </p:cBhvr>
                                      <p:tavLst>
                                        <p:tav tm="0">
                                          <p:val>
                                            <p:fltVal val="0"/>
                                          </p:val>
                                        </p:tav>
                                        <p:tav tm="100000">
                                          <p:val>
                                            <p:strVal val="#ppt_w"/>
                                          </p:val>
                                        </p:tav>
                                      </p:tavLst>
                                    </p:anim>
                                    <p:anim calcmode="lin" valueType="num">
                                      <p:cBhvr>
                                        <p:cTn id="65" dur="500" fill="hold"/>
                                        <p:tgtEl>
                                          <p:spTgt spid="331"/>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7" presetClass="entr" presetSubtype="8" fill="hold" grpId="0" nodeType="clickEffect">
                                  <p:stCondLst>
                                    <p:cond delay="0"/>
                                  </p:stCondLst>
                                  <p:childTnLst>
                                    <p:set>
                                      <p:cBhvr>
                                        <p:cTn id="69" dur="1" fill="hold">
                                          <p:stCondLst>
                                            <p:cond delay="0"/>
                                          </p:stCondLst>
                                        </p:cTn>
                                        <p:tgtEl>
                                          <p:spTgt spid="334"/>
                                        </p:tgtEl>
                                        <p:attrNameLst>
                                          <p:attrName>style.visibility</p:attrName>
                                        </p:attrNameLst>
                                      </p:cBhvr>
                                      <p:to>
                                        <p:strVal val="visible"/>
                                      </p:to>
                                    </p:set>
                                    <p:anim calcmode="lin" valueType="num">
                                      <p:cBhvr>
                                        <p:cTn id="70" dur="500" fill="hold"/>
                                        <p:tgtEl>
                                          <p:spTgt spid="334"/>
                                        </p:tgtEl>
                                        <p:attrNameLst>
                                          <p:attrName>ppt_x</p:attrName>
                                        </p:attrNameLst>
                                      </p:cBhvr>
                                      <p:tavLst>
                                        <p:tav tm="0">
                                          <p:val>
                                            <p:strVal val="#ppt_x-#ppt_w/2"/>
                                          </p:val>
                                        </p:tav>
                                        <p:tav tm="100000">
                                          <p:val>
                                            <p:strVal val="#ppt_x"/>
                                          </p:val>
                                        </p:tav>
                                      </p:tavLst>
                                    </p:anim>
                                    <p:anim calcmode="lin" valueType="num">
                                      <p:cBhvr>
                                        <p:cTn id="71" dur="500" fill="hold"/>
                                        <p:tgtEl>
                                          <p:spTgt spid="334"/>
                                        </p:tgtEl>
                                        <p:attrNameLst>
                                          <p:attrName>ppt_y</p:attrName>
                                        </p:attrNameLst>
                                      </p:cBhvr>
                                      <p:tavLst>
                                        <p:tav tm="0">
                                          <p:val>
                                            <p:strVal val="#ppt_y"/>
                                          </p:val>
                                        </p:tav>
                                        <p:tav tm="100000">
                                          <p:val>
                                            <p:strVal val="#ppt_y"/>
                                          </p:val>
                                        </p:tav>
                                      </p:tavLst>
                                    </p:anim>
                                    <p:anim calcmode="lin" valueType="num">
                                      <p:cBhvr>
                                        <p:cTn id="72" dur="500" fill="hold"/>
                                        <p:tgtEl>
                                          <p:spTgt spid="334"/>
                                        </p:tgtEl>
                                        <p:attrNameLst>
                                          <p:attrName>ppt_w</p:attrName>
                                        </p:attrNameLst>
                                      </p:cBhvr>
                                      <p:tavLst>
                                        <p:tav tm="0">
                                          <p:val>
                                            <p:fltVal val="0"/>
                                          </p:val>
                                        </p:tav>
                                        <p:tav tm="100000">
                                          <p:val>
                                            <p:strVal val="#ppt_w"/>
                                          </p:val>
                                        </p:tav>
                                      </p:tavLst>
                                    </p:anim>
                                    <p:anim calcmode="lin" valueType="num">
                                      <p:cBhvr>
                                        <p:cTn id="73" dur="500" fill="hold"/>
                                        <p:tgtEl>
                                          <p:spTgt spid="334"/>
                                        </p:tgtEl>
                                        <p:attrNameLst>
                                          <p:attrName>ppt_h</p:attrName>
                                        </p:attrNameLst>
                                      </p:cBhvr>
                                      <p:tavLst>
                                        <p:tav tm="0">
                                          <p:val>
                                            <p:strVal val="#ppt_h"/>
                                          </p:val>
                                        </p:tav>
                                        <p:tav tm="100000">
                                          <p:val>
                                            <p:strVal val="#ppt_h"/>
                                          </p:val>
                                        </p:tav>
                                      </p:tavLst>
                                    </p:anim>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grpId="0" nodeType="clickEffect">
                                  <p:stCondLst>
                                    <p:cond delay="0"/>
                                  </p:stCondLst>
                                  <p:childTnLst>
                                    <p:set>
                                      <p:cBhvr>
                                        <p:cTn id="77" dur="1" fill="hold">
                                          <p:stCondLst>
                                            <p:cond delay="0"/>
                                          </p:stCondLst>
                                        </p:cTn>
                                        <p:tgtEl>
                                          <p:spTgt spid="335"/>
                                        </p:tgtEl>
                                        <p:attrNameLst>
                                          <p:attrName>style.visibility</p:attrName>
                                        </p:attrNameLst>
                                      </p:cBhvr>
                                      <p:to>
                                        <p:strVal val="visible"/>
                                      </p:to>
                                    </p:set>
                                    <p:anim calcmode="lin" valueType="num">
                                      <p:cBhvr>
                                        <p:cTn id="78" dur="500" fill="hold"/>
                                        <p:tgtEl>
                                          <p:spTgt spid="335"/>
                                        </p:tgtEl>
                                        <p:attrNameLst>
                                          <p:attrName>ppt_x</p:attrName>
                                        </p:attrNameLst>
                                      </p:cBhvr>
                                      <p:tavLst>
                                        <p:tav tm="0">
                                          <p:val>
                                            <p:strVal val="#ppt_x-#ppt_w/2"/>
                                          </p:val>
                                        </p:tav>
                                        <p:tav tm="100000">
                                          <p:val>
                                            <p:strVal val="#ppt_x"/>
                                          </p:val>
                                        </p:tav>
                                      </p:tavLst>
                                    </p:anim>
                                    <p:anim calcmode="lin" valueType="num">
                                      <p:cBhvr>
                                        <p:cTn id="79" dur="500" fill="hold"/>
                                        <p:tgtEl>
                                          <p:spTgt spid="335"/>
                                        </p:tgtEl>
                                        <p:attrNameLst>
                                          <p:attrName>ppt_y</p:attrName>
                                        </p:attrNameLst>
                                      </p:cBhvr>
                                      <p:tavLst>
                                        <p:tav tm="0">
                                          <p:val>
                                            <p:strVal val="#ppt_y"/>
                                          </p:val>
                                        </p:tav>
                                        <p:tav tm="100000">
                                          <p:val>
                                            <p:strVal val="#ppt_y"/>
                                          </p:val>
                                        </p:tav>
                                      </p:tavLst>
                                    </p:anim>
                                    <p:anim calcmode="lin" valueType="num">
                                      <p:cBhvr>
                                        <p:cTn id="80" dur="500" fill="hold"/>
                                        <p:tgtEl>
                                          <p:spTgt spid="335"/>
                                        </p:tgtEl>
                                        <p:attrNameLst>
                                          <p:attrName>ppt_w</p:attrName>
                                        </p:attrNameLst>
                                      </p:cBhvr>
                                      <p:tavLst>
                                        <p:tav tm="0">
                                          <p:val>
                                            <p:fltVal val="0"/>
                                          </p:val>
                                        </p:tav>
                                        <p:tav tm="100000">
                                          <p:val>
                                            <p:strVal val="#ppt_w"/>
                                          </p:val>
                                        </p:tav>
                                      </p:tavLst>
                                    </p:anim>
                                    <p:anim calcmode="lin" valueType="num">
                                      <p:cBhvr>
                                        <p:cTn id="81" dur="500" fill="hold"/>
                                        <p:tgtEl>
                                          <p:spTgt spid="33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 grpId="0" bldLvl="0" animBg="1" autoUpdateAnimBg="0"/>
      <p:bldP spid="256" grpId="0" bldLvl="0" animBg="1" autoUpdateAnimBg="0"/>
      <p:bldP spid="257" grpId="0" animBg="1" autoUpdateAnimBg="0"/>
      <p:bldP spid="258" grpId="0" animBg="1" autoUpdateAnimBg="0"/>
      <p:bldP spid="334" grpId="0" bldLvl="0" animBg="1" autoUpdateAnimBg="0"/>
      <p:bldP spid="335" grpId="0" animBg="1" autoUpdateAnimBg="0"/>
      <p:bldP spid="336"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 name="Group 2">
            <a:extLst>
              <a:ext uri="{FF2B5EF4-FFF2-40B4-BE49-F238E27FC236}">
                <a16:creationId xmlns:a16="http://schemas.microsoft.com/office/drawing/2014/main" id="{69BCE33A-EA97-B442-814D-F464D7B18352}"/>
              </a:ext>
            </a:extLst>
          </p:cNvPr>
          <p:cNvGrpSpPr>
            <a:grpSpLocks/>
          </p:cNvGrpSpPr>
          <p:nvPr/>
        </p:nvGrpSpPr>
        <p:grpSpPr bwMode="auto">
          <a:xfrm>
            <a:off x="7543800" y="3841452"/>
            <a:ext cx="1066800" cy="1765300"/>
            <a:chOff x="0" y="0"/>
            <a:chExt cx="672" cy="1112"/>
          </a:xfrm>
        </p:grpSpPr>
        <p:sp>
          <p:nvSpPr>
            <p:cNvPr id="245" name="Line 3">
              <a:extLst>
                <a:ext uri="{FF2B5EF4-FFF2-40B4-BE49-F238E27FC236}">
                  <a16:creationId xmlns:a16="http://schemas.microsoft.com/office/drawing/2014/main" id="{67DACAA4-4395-3B40-8DD3-21A921932C59}"/>
                </a:ext>
              </a:extLst>
            </p:cNvPr>
            <p:cNvSpPr>
              <a:spLocks noChangeShapeType="1"/>
            </p:cNvSpPr>
            <p:nvPr/>
          </p:nvSpPr>
          <p:spPr bwMode="auto">
            <a:xfrm>
              <a:off x="40" y="152"/>
              <a:ext cx="226"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46" name="Rectangle 4">
              <a:extLst>
                <a:ext uri="{FF2B5EF4-FFF2-40B4-BE49-F238E27FC236}">
                  <a16:creationId xmlns:a16="http://schemas.microsoft.com/office/drawing/2014/main" id="{C44B2872-9220-714B-AEAF-FAF2BD223C76}"/>
                </a:ext>
              </a:extLst>
            </p:cNvPr>
            <p:cNvSpPr>
              <a:spLocks noChangeArrowheads="1"/>
            </p:cNvSpPr>
            <p:nvPr/>
          </p:nvSpPr>
          <p:spPr bwMode="auto">
            <a:xfrm>
              <a:off x="266" y="0"/>
              <a:ext cx="254" cy="29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47" name="Line 5">
              <a:extLst>
                <a:ext uri="{FF2B5EF4-FFF2-40B4-BE49-F238E27FC236}">
                  <a16:creationId xmlns:a16="http://schemas.microsoft.com/office/drawing/2014/main" id="{BAFE1D92-1808-B54D-925A-5EA2B17C4784}"/>
                </a:ext>
              </a:extLst>
            </p:cNvPr>
            <p:cNvSpPr>
              <a:spLocks noChangeShapeType="1"/>
            </p:cNvSpPr>
            <p:nvPr/>
          </p:nvSpPr>
          <p:spPr bwMode="auto">
            <a:xfrm flipV="1">
              <a:off x="520" y="152"/>
              <a:ext cx="152"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48" name="Line 6">
              <a:extLst>
                <a:ext uri="{FF2B5EF4-FFF2-40B4-BE49-F238E27FC236}">
                  <a16:creationId xmlns:a16="http://schemas.microsoft.com/office/drawing/2014/main" id="{78D08BA4-92E0-AE46-A98E-624C75C4668C}"/>
                </a:ext>
              </a:extLst>
            </p:cNvPr>
            <p:cNvSpPr>
              <a:spLocks noChangeShapeType="1"/>
            </p:cNvSpPr>
            <p:nvPr/>
          </p:nvSpPr>
          <p:spPr bwMode="auto">
            <a:xfrm>
              <a:off x="664" y="152"/>
              <a:ext cx="0" cy="81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49" name="Text Box 7">
              <a:extLst>
                <a:ext uri="{FF2B5EF4-FFF2-40B4-BE49-F238E27FC236}">
                  <a16:creationId xmlns:a16="http://schemas.microsoft.com/office/drawing/2014/main" id="{CF5CFA31-D4E4-9540-A79D-501A30FAED5B}"/>
                </a:ext>
              </a:extLst>
            </p:cNvPr>
            <p:cNvSpPr txBox="1">
              <a:spLocks noChangeArrowheads="1"/>
            </p:cNvSpPr>
            <p:nvPr/>
          </p:nvSpPr>
          <p:spPr bwMode="auto">
            <a:xfrm>
              <a:off x="232" y="824"/>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250" name="Text Box 8">
              <a:extLst>
                <a:ext uri="{FF2B5EF4-FFF2-40B4-BE49-F238E27FC236}">
                  <a16:creationId xmlns:a16="http://schemas.microsoft.com/office/drawing/2014/main" id="{DA848F9B-73D2-024B-B297-8F79B0CD0D41}"/>
                </a:ext>
              </a:extLst>
            </p:cNvPr>
            <p:cNvSpPr txBox="1">
              <a:spLocks noChangeArrowheads="1"/>
            </p:cNvSpPr>
            <p:nvPr/>
          </p:nvSpPr>
          <p:spPr bwMode="auto">
            <a:xfrm>
              <a:off x="232" y="55"/>
              <a:ext cx="34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6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KM</a:t>
              </a:r>
            </a:p>
          </p:txBody>
        </p:sp>
        <p:sp>
          <p:nvSpPr>
            <p:cNvPr id="251" name="Line 9">
              <a:extLst>
                <a:ext uri="{FF2B5EF4-FFF2-40B4-BE49-F238E27FC236}">
                  <a16:creationId xmlns:a16="http://schemas.microsoft.com/office/drawing/2014/main" id="{3E60B3F0-0833-B149-8F9C-21D391B8BA1F}"/>
                </a:ext>
              </a:extLst>
            </p:cNvPr>
            <p:cNvSpPr>
              <a:spLocks noChangeShapeType="1"/>
            </p:cNvSpPr>
            <p:nvPr/>
          </p:nvSpPr>
          <p:spPr bwMode="auto">
            <a:xfrm>
              <a:off x="424" y="96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52" name="Line 10">
              <a:extLst>
                <a:ext uri="{FF2B5EF4-FFF2-40B4-BE49-F238E27FC236}">
                  <a16:creationId xmlns:a16="http://schemas.microsoft.com/office/drawing/2014/main" id="{00C0F240-FDDD-0149-9D85-116D6FB098E2}"/>
                </a:ext>
              </a:extLst>
            </p:cNvPr>
            <p:cNvSpPr>
              <a:spLocks noChangeShapeType="1"/>
            </p:cNvSpPr>
            <p:nvPr/>
          </p:nvSpPr>
          <p:spPr bwMode="auto">
            <a:xfrm>
              <a:off x="0" y="96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53" name="AutoShape 11">
            <a:extLst>
              <a:ext uri="{FF2B5EF4-FFF2-40B4-BE49-F238E27FC236}">
                <a16:creationId xmlns:a16="http://schemas.microsoft.com/office/drawing/2014/main" id="{5CBD4200-E28E-1B47-A31A-9AC434EBA2CD}"/>
              </a:ext>
            </a:extLst>
          </p:cNvPr>
          <p:cNvSpPr>
            <a:spLocks noChangeArrowheads="1"/>
          </p:cNvSpPr>
          <p:nvPr/>
        </p:nvSpPr>
        <p:spPr bwMode="auto">
          <a:xfrm>
            <a:off x="4495800" y="2787352"/>
            <a:ext cx="1524000" cy="457200"/>
          </a:xfrm>
          <a:prstGeom prst="wedgeRoundRectCallout">
            <a:avLst>
              <a:gd name="adj1" fmla="val 47708"/>
              <a:gd name="adj2" fmla="val 223264"/>
              <a:gd name="adj3" fmla="val 16667"/>
            </a:avLst>
          </a:prstGeom>
          <a:solidFill>
            <a:srgbClr val="FFFF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线圈断电</a:t>
            </a:r>
          </a:p>
        </p:txBody>
      </p:sp>
      <p:sp>
        <p:nvSpPr>
          <p:cNvPr id="254" name="AutoShape 12">
            <a:extLst>
              <a:ext uri="{FF2B5EF4-FFF2-40B4-BE49-F238E27FC236}">
                <a16:creationId xmlns:a16="http://schemas.microsoft.com/office/drawing/2014/main" id="{4B627D7A-8BD8-7B42-A660-2BB11349656D}"/>
              </a:ext>
            </a:extLst>
          </p:cNvPr>
          <p:cNvSpPr>
            <a:spLocks noChangeArrowheads="1"/>
          </p:cNvSpPr>
          <p:nvPr/>
        </p:nvSpPr>
        <p:spPr bwMode="auto">
          <a:xfrm>
            <a:off x="1752600" y="2634952"/>
            <a:ext cx="1219200" cy="838200"/>
          </a:xfrm>
          <a:prstGeom prst="wedgeRoundRectCallout">
            <a:avLst>
              <a:gd name="adj1" fmla="val 192319"/>
              <a:gd name="adj2" fmla="val 138449"/>
              <a:gd name="adj3" fmla="val 16667"/>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断开</a:t>
            </a:r>
          </a:p>
        </p:txBody>
      </p:sp>
      <p:sp>
        <p:nvSpPr>
          <p:cNvPr id="255" name="AutoShape 13">
            <a:extLst>
              <a:ext uri="{FF2B5EF4-FFF2-40B4-BE49-F238E27FC236}">
                <a16:creationId xmlns:a16="http://schemas.microsoft.com/office/drawing/2014/main" id="{A2E66751-4E43-414F-91ED-24ABC377EE17}"/>
              </a:ext>
            </a:extLst>
          </p:cNvPr>
          <p:cNvSpPr>
            <a:spLocks noChangeArrowheads="1"/>
          </p:cNvSpPr>
          <p:nvPr/>
        </p:nvSpPr>
        <p:spPr bwMode="auto">
          <a:xfrm>
            <a:off x="6400800" y="2863552"/>
            <a:ext cx="1524000" cy="457200"/>
          </a:xfrm>
          <a:prstGeom prst="wedgeRoundRectCallout">
            <a:avLst>
              <a:gd name="adj1" fmla="val -8958"/>
              <a:gd name="adj2" fmla="val 328819"/>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接点断开</a:t>
            </a:r>
          </a:p>
        </p:txBody>
      </p:sp>
      <p:grpSp>
        <p:nvGrpSpPr>
          <p:cNvPr id="256" name="Group 14">
            <a:extLst>
              <a:ext uri="{FF2B5EF4-FFF2-40B4-BE49-F238E27FC236}">
                <a16:creationId xmlns:a16="http://schemas.microsoft.com/office/drawing/2014/main" id="{23840B01-172F-6244-B772-130EB65E4188}"/>
              </a:ext>
            </a:extLst>
          </p:cNvPr>
          <p:cNvGrpSpPr>
            <a:grpSpLocks/>
          </p:cNvGrpSpPr>
          <p:nvPr/>
        </p:nvGrpSpPr>
        <p:grpSpPr bwMode="auto">
          <a:xfrm>
            <a:off x="3276600" y="548977"/>
            <a:ext cx="1371600" cy="2605088"/>
            <a:chOff x="0" y="0"/>
            <a:chExt cx="722" cy="1520"/>
          </a:xfrm>
        </p:grpSpPr>
        <p:grpSp>
          <p:nvGrpSpPr>
            <p:cNvPr id="257" name="Group 15">
              <a:extLst>
                <a:ext uri="{FF2B5EF4-FFF2-40B4-BE49-F238E27FC236}">
                  <a16:creationId xmlns:a16="http://schemas.microsoft.com/office/drawing/2014/main" id="{53EEA3B8-08AF-A448-8BA6-9F334FA0FD3A}"/>
                </a:ext>
              </a:extLst>
            </p:cNvPr>
            <p:cNvGrpSpPr>
              <a:grpSpLocks/>
            </p:cNvGrpSpPr>
            <p:nvPr/>
          </p:nvGrpSpPr>
          <p:grpSpPr bwMode="auto">
            <a:xfrm>
              <a:off x="0" y="272"/>
              <a:ext cx="722" cy="1248"/>
              <a:chOff x="0" y="0"/>
              <a:chExt cx="722" cy="1248"/>
            </a:xfrm>
          </p:grpSpPr>
          <p:sp>
            <p:nvSpPr>
              <p:cNvPr id="274" name="Text Box 16">
                <a:extLst>
                  <a:ext uri="{FF2B5EF4-FFF2-40B4-BE49-F238E27FC236}">
                    <a16:creationId xmlns:a16="http://schemas.microsoft.com/office/drawing/2014/main" id="{5D179EC4-33BA-2D45-9D62-F4E0EBCB73DD}"/>
                  </a:ext>
                </a:extLst>
              </p:cNvPr>
              <p:cNvSpPr txBox="1">
                <a:spLocks noChangeArrowheads="1"/>
              </p:cNvSpPr>
              <p:nvPr/>
            </p:nvSpPr>
            <p:spPr bwMode="auto">
              <a:xfrm>
                <a:off x="297" y="268"/>
                <a:ext cx="425"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grpSp>
            <p:nvGrpSpPr>
              <p:cNvPr id="275" name="Group 17">
                <a:extLst>
                  <a:ext uri="{FF2B5EF4-FFF2-40B4-BE49-F238E27FC236}">
                    <a16:creationId xmlns:a16="http://schemas.microsoft.com/office/drawing/2014/main" id="{A21F5837-E804-BE4D-81E2-2D0AED120E22}"/>
                  </a:ext>
                </a:extLst>
              </p:cNvPr>
              <p:cNvGrpSpPr>
                <a:grpSpLocks/>
              </p:cNvGrpSpPr>
              <p:nvPr/>
            </p:nvGrpSpPr>
            <p:grpSpPr bwMode="auto">
              <a:xfrm>
                <a:off x="0" y="0"/>
                <a:ext cx="678" cy="1248"/>
                <a:chOff x="0" y="0"/>
                <a:chExt cx="678" cy="1248"/>
              </a:xfrm>
            </p:grpSpPr>
            <p:grpSp>
              <p:nvGrpSpPr>
                <p:cNvPr id="276" name="Group 18">
                  <a:extLst>
                    <a:ext uri="{FF2B5EF4-FFF2-40B4-BE49-F238E27FC236}">
                      <a16:creationId xmlns:a16="http://schemas.microsoft.com/office/drawing/2014/main" id="{292E9045-C872-7644-8D06-BA17BD3BD64D}"/>
                    </a:ext>
                  </a:extLst>
                </p:cNvPr>
                <p:cNvGrpSpPr>
                  <a:grpSpLocks/>
                </p:cNvGrpSpPr>
                <p:nvPr/>
              </p:nvGrpSpPr>
              <p:grpSpPr bwMode="auto">
                <a:xfrm>
                  <a:off x="88" y="191"/>
                  <a:ext cx="178" cy="144"/>
                  <a:chOff x="0" y="0"/>
                  <a:chExt cx="288" cy="240"/>
                </a:xfrm>
              </p:grpSpPr>
              <p:sp>
                <p:nvSpPr>
                  <p:cNvPr id="324" name="Line 19">
                    <a:extLst>
                      <a:ext uri="{FF2B5EF4-FFF2-40B4-BE49-F238E27FC236}">
                        <a16:creationId xmlns:a16="http://schemas.microsoft.com/office/drawing/2014/main" id="{DD2B825E-A6C3-A84C-BA7C-FD4F80B80F42}"/>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5" name="Line 20">
                    <a:extLst>
                      <a:ext uri="{FF2B5EF4-FFF2-40B4-BE49-F238E27FC236}">
                        <a16:creationId xmlns:a16="http://schemas.microsoft.com/office/drawing/2014/main" id="{0C9DFF3D-6BF1-A743-B9CF-4182FC71F619}"/>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6" name="Line 21">
                    <a:extLst>
                      <a:ext uri="{FF2B5EF4-FFF2-40B4-BE49-F238E27FC236}">
                        <a16:creationId xmlns:a16="http://schemas.microsoft.com/office/drawing/2014/main" id="{E7DC694E-1B29-D44B-A331-3B8A048AC1E1}"/>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77" name="Group 22">
                  <a:extLst>
                    <a:ext uri="{FF2B5EF4-FFF2-40B4-BE49-F238E27FC236}">
                      <a16:creationId xmlns:a16="http://schemas.microsoft.com/office/drawing/2014/main" id="{F94F060C-B7ED-1541-96D1-7E1973B533C1}"/>
                    </a:ext>
                  </a:extLst>
                </p:cNvPr>
                <p:cNvGrpSpPr>
                  <a:grpSpLocks/>
                </p:cNvGrpSpPr>
                <p:nvPr/>
              </p:nvGrpSpPr>
              <p:grpSpPr bwMode="auto">
                <a:xfrm>
                  <a:off x="59" y="0"/>
                  <a:ext cx="619" cy="272"/>
                  <a:chOff x="0" y="0"/>
                  <a:chExt cx="1008" cy="656"/>
                </a:xfrm>
              </p:grpSpPr>
              <p:grpSp>
                <p:nvGrpSpPr>
                  <p:cNvPr id="313" name="Group 23">
                    <a:extLst>
                      <a:ext uri="{FF2B5EF4-FFF2-40B4-BE49-F238E27FC236}">
                        <a16:creationId xmlns:a16="http://schemas.microsoft.com/office/drawing/2014/main" id="{7906C775-32B3-0244-B60F-29D005B45FCB}"/>
                      </a:ext>
                    </a:extLst>
                  </p:cNvPr>
                  <p:cNvGrpSpPr>
                    <a:grpSpLocks/>
                  </p:cNvGrpSpPr>
                  <p:nvPr/>
                </p:nvGrpSpPr>
                <p:grpSpPr bwMode="auto">
                  <a:xfrm>
                    <a:off x="0" y="0"/>
                    <a:ext cx="384" cy="480"/>
                    <a:chOff x="0" y="0"/>
                    <a:chExt cx="384" cy="480"/>
                  </a:xfrm>
                </p:grpSpPr>
                <p:grpSp>
                  <p:nvGrpSpPr>
                    <p:cNvPr id="315" name="Group 24">
                      <a:extLst>
                        <a:ext uri="{FF2B5EF4-FFF2-40B4-BE49-F238E27FC236}">
                          <a16:creationId xmlns:a16="http://schemas.microsoft.com/office/drawing/2014/main" id="{DD4FEB9D-AA25-9342-8759-B202D945DC6A}"/>
                        </a:ext>
                      </a:extLst>
                    </p:cNvPr>
                    <p:cNvGrpSpPr>
                      <a:grpSpLocks/>
                    </p:cNvGrpSpPr>
                    <p:nvPr/>
                  </p:nvGrpSpPr>
                  <p:grpSpPr bwMode="auto">
                    <a:xfrm>
                      <a:off x="0" y="0"/>
                      <a:ext cx="96" cy="480"/>
                      <a:chOff x="0" y="0"/>
                      <a:chExt cx="96" cy="480"/>
                    </a:xfrm>
                  </p:grpSpPr>
                  <p:sp>
                    <p:nvSpPr>
                      <p:cNvPr id="322" name="Line 25">
                        <a:extLst>
                          <a:ext uri="{FF2B5EF4-FFF2-40B4-BE49-F238E27FC236}">
                            <a16:creationId xmlns:a16="http://schemas.microsoft.com/office/drawing/2014/main" id="{BA9D2DBC-BF9C-C444-9B75-1F0C81B2995B}"/>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3" name="Rectangle 26">
                        <a:extLst>
                          <a:ext uri="{FF2B5EF4-FFF2-40B4-BE49-F238E27FC236}">
                            <a16:creationId xmlns:a16="http://schemas.microsoft.com/office/drawing/2014/main" id="{B70CD5F0-CADF-6F49-AC73-553E68823105}"/>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316" name="Group 27">
                      <a:extLst>
                        <a:ext uri="{FF2B5EF4-FFF2-40B4-BE49-F238E27FC236}">
                          <a16:creationId xmlns:a16="http://schemas.microsoft.com/office/drawing/2014/main" id="{B9B4E8DE-6662-EF4C-9178-D92868C85684}"/>
                        </a:ext>
                      </a:extLst>
                    </p:cNvPr>
                    <p:cNvGrpSpPr>
                      <a:grpSpLocks/>
                    </p:cNvGrpSpPr>
                    <p:nvPr/>
                  </p:nvGrpSpPr>
                  <p:grpSpPr bwMode="auto">
                    <a:xfrm>
                      <a:off x="144" y="0"/>
                      <a:ext cx="96" cy="480"/>
                      <a:chOff x="0" y="0"/>
                      <a:chExt cx="96" cy="480"/>
                    </a:xfrm>
                  </p:grpSpPr>
                  <p:sp>
                    <p:nvSpPr>
                      <p:cNvPr id="320" name="Line 28">
                        <a:extLst>
                          <a:ext uri="{FF2B5EF4-FFF2-40B4-BE49-F238E27FC236}">
                            <a16:creationId xmlns:a16="http://schemas.microsoft.com/office/drawing/2014/main" id="{05C023BA-6C28-2F40-A3C7-9BEC1F6D05A6}"/>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21" name="Rectangle 29">
                        <a:extLst>
                          <a:ext uri="{FF2B5EF4-FFF2-40B4-BE49-F238E27FC236}">
                            <a16:creationId xmlns:a16="http://schemas.microsoft.com/office/drawing/2014/main" id="{C7BEFBFD-FE56-7A40-BD84-B577226A1C5D}"/>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317" name="Group 30">
                      <a:extLst>
                        <a:ext uri="{FF2B5EF4-FFF2-40B4-BE49-F238E27FC236}">
                          <a16:creationId xmlns:a16="http://schemas.microsoft.com/office/drawing/2014/main" id="{665C151F-D267-674A-BCA8-37D2A5D6E6A9}"/>
                        </a:ext>
                      </a:extLst>
                    </p:cNvPr>
                    <p:cNvGrpSpPr>
                      <a:grpSpLocks/>
                    </p:cNvGrpSpPr>
                    <p:nvPr/>
                  </p:nvGrpSpPr>
                  <p:grpSpPr bwMode="auto">
                    <a:xfrm>
                      <a:off x="288" y="0"/>
                      <a:ext cx="96" cy="480"/>
                      <a:chOff x="0" y="0"/>
                      <a:chExt cx="96" cy="480"/>
                    </a:xfrm>
                  </p:grpSpPr>
                  <p:sp>
                    <p:nvSpPr>
                      <p:cNvPr id="318" name="Line 31">
                        <a:extLst>
                          <a:ext uri="{FF2B5EF4-FFF2-40B4-BE49-F238E27FC236}">
                            <a16:creationId xmlns:a16="http://schemas.microsoft.com/office/drawing/2014/main" id="{41AB453B-BCB0-6248-A22D-28B16D1A26A6}"/>
                          </a:ext>
                        </a:extLst>
                      </p:cNvPr>
                      <p:cNvSpPr>
                        <a:spLocks noChangeShapeType="1"/>
                      </p:cNvSpPr>
                      <p:nvPr/>
                    </p:nvSpPr>
                    <p:spPr bwMode="auto">
                      <a:xfrm>
                        <a:off x="48" y="0"/>
                        <a:ext cx="0" cy="48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9" name="Rectangle 32">
                        <a:extLst>
                          <a:ext uri="{FF2B5EF4-FFF2-40B4-BE49-F238E27FC236}">
                            <a16:creationId xmlns:a16="http://schemas.microsoft.com/office/drawing/2014/main" id="{C28EE74E-0A42-D541-8020-F07F15E8DABB}"/>
                          </a:ext>
                        </a:extLst>
                      </p:cNvPr>
                      <p:cNvSpPr>
                        <a:spLocks noChangeArrowheads="1"/>
                      </p:cNvSpPr>
                      <p:nvPr/>
                    </p:nvSpPr>
                    <p:spPr bwMode="auto">
                      <a:xfrm>
                        <a:off x="0" y="144"/>
                        <a:ext cx="96" cy="240"/>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sp>
                <p:nvSpPr>
                  <p:cNvPr id="314" name="Text Box 33">
                    <a:extLst>
                      <a:ext uri="{FF2B5EF4-FFF2-40B4-BE49-F238E27FC236}">
                        <a16:creationId xmlns:a16="http://schemas.microsoft.com/office/drawing/2014/main" id="{275D2666-7468-C246-8D5C-6FB551873764}"/>
                      </a:ext>
                    </a:extLst>
                  </p:cNvPr>
                  <p:cNvSpPr txBox="1">
                    <a:spLocks noChangeArrowheads="1"/>
                  </p:cNvSpPr>
                  <p:nvPr/>
                </p:nvSpPr>
                <p:spPr bwMode="auto">
                  <a:xfrm>
                    <a:off x="432" y="97"/>
                    <a:ext cx="576" cy="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FU</a:t>
                    </a:r>
                  </a:p>
                </p:txBody>
              </p:sp>
            </p:grpSp>
            <p:grpSp>
              <p:nvGrpSpPr>
                <p:cNvPr id="278" name="Group 34">
                  <a:extLst>
                    <a:ext uri="{FF2B5EF4-FFF2-40B4-BE49-F238E27FC236}">
                      <a16:creationId xmlns:a16="http://schemas.microsoft.com/office/drawing/2014/main" id="{CD95F42F-495F-E54A-A6A2-30B04027E17B}"/>
                    </a:ext>
                  </a:extLst>
                </p:cNvPr>
                <p:cNvGrpSpPr>
                  <a:grpSpLocks/>
                </p:cNvGrpSpPr>
                <p:nvPr/>
              </p:nvGrpSpPr>
              <p:grpSpPr bwMode="auto">
                <a:xfrm>
                  <a:off x="29" y="306"/>
                  <a:ext cx="237" cy="144"/>
                  <a:chOff x="0" y="0"/>
                  <a:chExt cx="384" cy="240"/>
                </a:xfrm>
              </p:grpSpPr>
              <p:sp>
                <p:nvSpPr>
                  <p:cNvPr id="306" name="Line 35">
                    <a:extLst>
                      <a:ext uri="{FF2B5EF4-FFF2-40B4-BE49-F238E27FC236}">
                        <a16:creationId xmlns:a16="http://schemas.microsoft.com/office/drawing/2014/main" id="{4D1E106F-B5FD-CB4B-8C96-7401A8B877F5}"/>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7" name="Line 36">
                    <a:extLst>
                      <a:ext uri="{FF2B5EF4-FFF2-40B4-BE49-F238E27FC236}">
                        <a16:creationId xmlns:a16="http://schemas.microsoft.com/office/drawing/2014/main" id="{8CB74B5B-C335-3440-ADC1-F38AF7EFC06F}"/>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8" name="Line 37">
                    <a:extLst>
                      <a:ext uri="{FF2B5EF4-FFF2-40B4-BE49-F238E27FC236}">
                        <a16:creationId xmlns:a16="http://schemas.microsoft.com/office/drawing/2014/main" id="{499C845B-1142-6443-BB49-10583AC467B8}"/>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9" name="Line 38">
                    <a:extLst>
                      <a:ext uri="{FF2B5EF4-FFF2-40B4-BE49-F238E27FC236}">
                        <a16:creationId xmlns:a16="http://schemas.microsoft.com/office/drawing/2014/main" id="{510CB861-7E74-A845-BDD5-2C4490E41F1B}"/>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10" name="AutoShape 39">
                    <a:extLst>
                      <a:ext uri="{FF2B5EF4-FFF2-40B4-BE49-F238E27FC236}">
                        <a16:creationId xmlns:a16="http://schemas.microsoft.com/office/drawing/2014/main" id="{6C429C6B-781D-544D-8AD9-2729E1F4AA71}"/>
                      </a:ext>
                    </a:extLst>
                  </p:cNvPr>
                  <p:cNvSpPr>
                    <a:spLocks noChangeArrowheads="1"/>
                  </p:cNvSpPr>
                  <p:nvPr/>
                </p:nvSpPr>
                <p:spPr bwMode="auto">
                  <a:xfrm flipH="1">
                    <a:off x="48"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11" name="AutoShape 40">
                    <a:extLst>
                      <a:ext uri="{FF2B5EF4-FFF2-40B4-BE49-F238E27FC236}">
                        <a16:creationId xmlns:a16="http://schemas.microsoft.com/office/drawing/2014/main" id="{62BFCB58-C41C-054F-857E-C2AD222171B4}"/>
                      </a:ext>
                    </a:extLst>
                  </p:cNvPr>
                  <p:cNvSpPr>
                    <a:spLocks noChangeArrowheads="1"/>
                  </p:cNvSpPr>
                  <p:nvPr/>
                </p:nvSpPr>
                <p:spPr bwMode="auto">
                  <a:xfrm flipH="1">
                    <a:off x="192"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12" name="AutoShape 41">
                    <a:extLst>
                      <a:ext uri="{FF2B5EF4-FFF2-40B4-BE49-F238E27FC236}">
                        <a16:creationId xmlns:a16="http://schemas.microsoft.com/office/drawing/2014/main" id="{29EC72C7-8C1E-3446-BA96-D31D8B71DBD1}"/>
                      </a:ext>
                    </a:extLst>
                  </p:cNvPr>
                  <p:cNvSpPr>
                    <a:spLocks noChangeArrowheads="1"/>
                  </p:cNvSpPr>
                  <p:nvPr/>
                </p:nvSpPr>
                <p:spPr bwMode="auto">
                  <a:xfrm flipH="1">
                    <a:off x="336" y="0"/>
                    <a:ext cx="48" cy="48"/>
                  </a:xfrm>
                  <a:prstGeom prst="flowChartDelay">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279" name="Group 42">
                  <a:extLst>
                    <a:ext uri="{FF2B5EF4-FFF2-40B4-BE49-F238E27FC236}">
                      <a16:creationId xmlns:a16="http://schemas.microsoft.com/office/drawing/2014/main" id="{38635E8A-3167-AC48-A4E9-2B83DD602D47}"/>
                    </a:ext>
                  </a:extLst>
                </p:cNvPr>
                <p:cNvGrpSpPr>
                  <a:grpSpLocks/>
                </p:cNvGrpSpPr>
                <p:nvPr/>
              </p:nvGrpSpPr>
              <p:grpSpPr bwMode="auto">
                <a:xfrm>
                  <a:off x="88" y="450"/>
                  <a:ext cx="178" cy="145"/>
                  <a:chOff x="0" y="0"/>
                  <a:chExt cx="288" cy="240"/>
                </a:xfrm>
              </p:grpSpPr>
              <p:sp>
                <p:nvSpPr>
                  <p:cNvPr id="303" name="Line 43">
                    <a:extLst>
                      <a:ext uri="{FF2B5EF4-FFF2-40B4-BE49-F238E27FC236}">
                        <a16:creationId xmlns:a16="http://schemas.microsoft.com/office/drawing/2014/main" id="{E89414A7-59A4-3A44-BAAF-8A68C4D7894F}"/>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4" name="Line 44">
                    <a:extLst>
                      <a:ext uri="{FF2B5EF4-FFF2-40B4-BE49-F238E27FC236}">
                        <a16:creationId xmlns:a16="http://schemas.microsoft.com/office/drawing/2014/main" id="{56803474-A078-954F-9231-4102558ACFC3}"/>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5" name="Line 45">
                    <a:extLst>
                      <a:ext uri="{FF2B5EF4-FFF2-40B4-BE49-F238E27FC236}">
                        <a16:creationId xmlns:a16="http://schemas.microsoft.com/office/drawing/2014/main" id="{FAC366B7-AB33-BF42-AEEC-248263AA50C5}"/>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80" name="Group 46">
                  <a:extLst>
                    <a:ext uri="{FF2B5EF4-FFF2-40B4-BE49-F238E27FC236}">
                      <a16:creationId xmlns:a16="http://schemas.microsoft.com/office/drawing/2014/main" id="{7323417C-8F6C-0140-9A24-3A285EE68358}"/>
                    </a:ext>
                  </a:extLst>
                </p:cNvPr>
                <p:cNvGrpSpPr>
                  <a:grpSpLocks/>
                </p:cNvGrpSpPr>
                <p:nvPr/>
              </p:nvGrpSpPr>
              <p:grpSpPr bwMode="auto">
                <a:xfrm>
                  <a:off x="29" y="595"/>
                  <a:ext cx="237" cy="144"/>
                  <a:chOff x="0" y="0"/>
                  <a:chExt cx="384" cy="240"/>
                </a:xfrm>
              </p:grpSpPr>
              <p:grpSp>
                <p:nvGrpSpPr>
                  <p:cNvPr id="288" name="Group 47">
                    <a:extLst>
                      <a:ext uri="{FF2B5EF4-FFF2-40B4-BE49-F238E27FC236}">
                        <a16:creationId xmlns:a16="http://schemas.microsoft.com/office/drawing/2014/main" id="{6DFCA341-2A32-1F48-A950-7B931F6565A3}"/>
                      </a:ext>
                    </a:extLst>
                  </p:cNvPr>
                  <p:cNvGrpSpPr>
                    <a:grpSpLocks/>
                  </p:cNvGrpSpPr>
                  <p:nvPr/>
                </p:nvGrpSpPr>
                <p:grpSpPr bwMode="auto">
                  <a:xfrm>
                    <a:off x="0" y="0"/>
                    <a:ext cx="96" cy="240"/>
                    <a:chOff x="0" y="0"/>
                    <a:chExt cx="96" cy="240"/>
                  </a:xfrm>
                </p:grpSpPr>
                <p:sp>
                  <p:nvSpPr>
                    <p:cNvPr id="299" name="Line 48">
                      <a:extLst>
                        <a:ext uri="{FF2B5EF4-FFF2-40B4-BE49-F238E27FC236}">
                          <a16:creationId xmlns:a16="http://schemas.microsoft.com/office/drawing/2014/main" id="{3AB2D409-B840-5E47-A1B0-FD80C7755AA3}"/>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0" name="Line 49">
                      <a:extLst>
                        <a:ext uri="{FF2B5EF4-FFF2-40B4-BE49-F238E27FC236}">
                          <a16:creationId xmlns:a16="http://schemas.microsoft.com/office/drawing/2014/main" id="{4D5C15A9-6537-1D4F-96BD-1B56F2A10C11}"/>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1" name="Line 50">
                      <a:extLst>
                        <a:ext uri="{FF2B5EF4-FFF2-40B4-BE49-F238E27FC236}">
                          <a16:creationId xmlns:a16="http://schemas.microsoft.com/office/drawing/2014/main" id="{001FE331-38DE-9A46-BF2D-D3254D98F65E}"/>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02" name="Line 51">
                      <a:extLst>
                        <a:ext uri="{FF2B5EF4-FFF2-40B4-BE49-F238E27FC236}">
                          <a16:creationId xmlns:a16="http://schemas.microsoft.com/office/drawing/2014/main" id="{3DBC1EC9-D4A2-4B49-A024-D7D83280C62B}"/>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89" name="Group 52">
                    <a:extLst>
                      <a:ext uri="{FF2B5EF4-FFF2-40B4-BE49-F238E27FC236}">
                        <a16:creationId xmlns:a16="http://schemas.microsoft.com/office/drawing/2014/main" id="{E101027C-1303-7947-B329-418B96AF1A6B}"/>
                      </a:ext>
                    </a:extLst>
                  </p:cNvPr>
                  <p:cNvGrpSpPr>
                    <a:grpSpLocks/>
                  </p:cNvGrpSpPr>
                  <p:nvPr/>
                </p:nvGrpSpPr>
                <p:grpSpPr bwMode="auto">
                  <a:xfrm>
                    <a:off x="144" y="0"/>
                    <a:ext cx="96" cy="240"/>
                    <a:chOff x="0" y="0"/>
                    <a:chExt cx="96" cy="240"/>
                  </a:xfrm>
                </p:grpSpPr>
                <p:sp>
                  <p:nvSpPr>
                    <p:cNvPr id="295" name="Line 53">
                      <a:extLst>
                        <a:ext uri="{FF2B5EF4-FFF2-40B4-BE49-F238E27FC236}">
                          <a16:creationId xmlns:a16="http://schemas.microsoft.com/office/drawing/2014/main" id="{57935C76-9024-7644-B77E-DC4617BE3F85}"/>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6" name="Line 54">
                      <a:extLst>
                        <a:ext uri="{FF2B5EF4-FFF2-40B4-BE49-F238E27FC236}">
                          <a16:creationId xmlns:a16="http://schemas.microsoft.com/office/drawing/2014/main" id="{0845AE3B-FCB2-E042-9145-F7F91096D95A}"/>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7" name="Line 55">
                      <a:extLst>
                        <a:ext uri="{FF2B5EF4-FFF2-40B4-BE49-F238E27FC236}">
                          <a16:creationId xmlns:a16="http://schemas.microsoft.com/office/drawing/2014/main" id="{9AD12F74-2ABE-0140-95EA-7EBB5E948D19}"/>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8" name="Line 56">
                      <a:extLst>
                        <a:ext uri="{FF2B5EF4-FFF2-40B4-BE49-F238E27FC236}">
                          <a16:creationId xmlns:a16="http://schemas.microsoft.com/office/drawing/2014/main" id="{E10C42F9-8AD0-D242-9296-0E7FFF39D6B6}"/>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90" name="Group 57">
                    <a:extLst>
                      <a:ext uri="{FF2B5EF4-FFF2-40B4-BE49-F238E27FC236}">
                        <a16:creationId xmlns:a16="http://schemas.microsoft.com/office/drawing/2014/main" id="{FDC8039B-75E7-204B-BF67-403107D81C32}"/>
                      </a:ext>
                    </a:extLst>
                  </p:cNvPr>
                  <p:cNvGrpSpPr>
                    <a:grpSpLocks/>
                  </p:cNvGrpSpPr>
                  <p:nvPr/>
                </p:nvGrpSpPr>
                <p:grpSpPr bwMode="auto">
                  <a:xfrm>
                    <a:off x="288" y="0"/>
                    <a:ext cx="96" cy="240"/>
                    <a:chOff x="0" y="0"/>
                    <a:chExt cx="96" cy="240"/>
                  </a:xfrm>
                </p:grpSpPr>
                <p:sp>
                  <p:nvSpPr>
                    <p:cNvPr id="291" name="Line 58">
                      <a:extLst>
                        <a:ext uri="{FF2B5EF4-FFF2-40B4-BE49-F238E27FC236}">
                          <a16:creationId xmlns:a16="http://schemas.microsoft.com/office/drawing/2014/main" id="{05B508AD-9015-8246-836B-B62323EE8900}"/>
                        </a:ext>
                      </a:extLst>
                    </p:cNvPr>
                    <p:cNvSpPr>
                      <a:spLocks noChangeShapeType="1"/>
                    </p:cNvSpPr>
                    <p:nvPr/>
                  </p:nvSpPr>
                  <p:spPr bwMode="auto">
                    <a:xfrm>
                      <a:off x="0" y="0"/>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2" name="Line 59">
                      <a:extLst>
                        <a:ext uri="{FF2B5EF4-FFF2-40B4-BE49-F238E27FC236}">
                          <a16:creationId xmlns:a16="http://schemas.microsoft.com/office/drawing/2014/main" id="{EB7A325E-D772-7645-A6EC-E9F2294622BD}"/>
                        </a:ext>
                      </a:extLst>
                    </p:cNvPr>
                    <p:cNvSpPr>
                      <a:spLocks noChangeShapeType="1"/>
                    </p:cNvSpPr>
                    <p:nvPr/>
                  </p:nvSpPr>
                  <p:spPr bwMode="auto">
                    <a:xfrm>
                      <a:off x="0" y="96"/>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3" name="Line 60">
                      <a:extLst>
                        <a:ext uri="{FF2B5EF4-FFF2-40B4-BE49-F238E27FC236}">
                          <a16:creationId xmlns:a16="http://schemas.microsoft.com/office/drawing/2014/main" id="{B5B13AA4-E23B-6745-A51B-C868AC524174}"/>
                        </a:ext>
                      </a:extLst>
                    </p:cNvPr>
                    <p:cNvSpPr>
                      <a:spLocks noChangeShapeType="1"/>
                    </p:cNvSpPr>
                    <p:nvPr/>
                  </p:nvSpPr>
                  <p:spPr bwMode="auto">
                    <a:xfrm>
                      <a:off x="0" y="0"/>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94" name="Line 61">
                      <a:extLst>
                        <a:ext uri="{FF2B5EF4-FFF2-40B4-BE49-F238E27FC236}">
                          <a16:creationId xmlns:a16="http://schemas.microsoft.com/office/drawing/2014/main" id="{07197226-6518-4740-9021-31726683EEDA}"/>
                        </a:ext>
                      </a:extLst>
                    </p:cNvPr>
                    <p:cNvSpPr>
                      <a:spLocks noChangeShapeType="1"/>
                    </p:cNvSpPr>
                    <p:nvPr/>
                  </p:nvSpPr>
                  <p:spPr bwMode="auto">
                    <a:xfrm>
                      <a:off x="96" y="96"/>
                      <a:ext cx="0" cy="14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281" name="Text Box 62">
                  <a:extLst>
                    <a:ext uri="{FF2B5EF4-FFF2-40B4-BE49-F238E27FC236}">
                      <a16:creationId xmlns:a16="http://schemas.microsoft.com/office/drawing/2014/main" id="{6FD994B2-A8FF-554C-8521-6065E054F3AA}"/>
                    </a:ext>
                  </a:extLst>
                </p:cNvPr>
                <p:cNvSpPr txBox="1">
                  <a:spLocks noChangeArrowheads="1"/>
                </p:cNvSpPr>
                <p:nvPr/>
              </p:nvSpPr>
              <p:spPr bwMode="auto">
                <a:xfrm>
                  <a:off x="266" y="526"/>
                  <a:ext cx="38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KH</a:t>
                  </a:r>
                </a:p>
              </p:txBody>
            </p:sp>
            <p:grpSp>
              <p:nvGrpSpPr>
                <p:cNvPr id="282" name="Group 63">
                  <a:extLst>
                    <a:ext uri="{FF2B5EF4-FFF2-40B4-BE49-F238E27FC236}">
                      <a16:creationId xmlns:a16="http://schemas.microsoft.com/office/drawing/2014/main" id="{13A6ED54-4E0E-E34F-B9D4-03DB161AB7E7}"/>
                    </a:ext>
                  </a:extLst>
                </p:cNvPr>
                <p:cNvGrpSpPr>
                  <a:grpSpLocks/>
                </p:cNvGrpSpPr>
                <p:nvPr/>
              </p:nvGrpSpPr>
              <p:grpSpPr bwMode="auto">
                <a:xfrm>
                  <a:off x="88" y="739"/>
                  <a:ext cx="178" cy="172"/>
                  <a:chOff x="0" y="0"/>
                  <a:chExt cx="288" cy="288"/>
                </a:xfrm>
              </p:grpSpPr>
              <p:sp>
                <p:nvSpPr>
                  <p:cNvPr id="285" name="Line 64">
                    <a:extLst>
                      <a:ext uri="{FF2B5EF4-FFF2-40B4-BE49-F238E27FC236}">
                        <a16:creationId xmlns:a16="http://schemas.microsoft.com/office/drawing/2014/main" id="{2AB9C6A6-67E9-8D4B-8DD5-E616B5B6B42E}"/>
                      </a:ext>
                    </a:extLst>
                  </p:cNvPr>
                  <p:cNvSpPr>
                    <a:spLocks noChangeShapeType="1"/>
                  </p:cNvSpPr>
                  <p:nvPr/>
                </p:nvSpPr>
                <p:spPr bwMode="auto">
                  <a:xfrm>
                    <a:off x="0"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6" name="Line 65">
                    <a:extLst>
                      <a:ext uri="{FF2B5EF4-FFF2-40B4-BE49-F238E27FC236}">
                        <a16:creationId xmlns:a16="http://schemas.microsoft.com/office/drawing/2014/main" id="{543A7127-5CD4-824D-AC26-59B666F34B51}"/>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87" name="Line 66">
                    <a:extLst>
                      <a:ext uri="{FF2B5EF4-FFF2-40B4-BE49-F238E27FC236}">
                        <a16:creationId xmlns:a16="http://schemas.microsoft.com/office/drawing/2014/main" id="{272A2CE3-0E6C-4D45-9F8F-155A80870E99}"/>
                      </a:ext>
                    </a:extLst>
                  </p:cNvPr>
                  <p:cNvSpPr>
                    <a:spLocks noChangeShapeType="1"/>
                  </p:cNvSpPr>
                  <p:nvPr/>
                </p:nvSpPr>
                <p:spPr bwMode="auto">
                  <a:xfrm>
                    <a:off x="288" y="0"/>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83" name="Oval 67">
                  <a:extLst>
                    <a:ext uri="{FF2B5EF4-FFF2-40B4-BE49-F238E27FC236}">
                      <a16:creationId xmlns:a16="http://schemas.microsoft.com/office/drawing/2014/main" id="{8E407A1E-DA66-7040-9388-5A6CB5B60C78}"/>
                    </a:ext>
                  </a:extLst>
                </p:cNvPr>
                <p:cNvSpPr>
                  <a:spLocks noChangeArrowheads="1"/>
                </p:cNvSpPr>
                <p:nvPr/>
              </p:nvSpPr>
              <p:spPr bwMode="auto">
                <a:xfrm>
                  <a:off x="0" y="882"/>
                  <a:ext cx="324" cy="317"/>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284" name="Text Box 68">
                  <a:extLst>
                    <a:ext uri="{FF2B5EF4-FFF2-40B4-BE49-F238E27FC236}">
                      <a16:creationId xmlns:a16="http://schemas.microsoft.com/office/drawing/2014/main" id="{7AE17DEF-ABA9-6D4F-9493-EB07D2E6B366}"/>
                    </a:ext>
                  </a:extLst>
                </p:cNvPr>
                <p:cNvSpPr txBox="1">
                  <a:spLocks noChangeArrowheads="1"/>
                </p:cNvSpPr>
                <p:nvPr/>
              </p:nvSpPr>
              <p:spPr bwMode="auto">
                <a:xfrm>
                  <a:off x="0" y="874"/>
                  <a:ext cx="407" cy="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M</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  3 ~ </a:t>
                  </a:r>
                </a:p>
              </p:txBody>
            </p:sp>
          </p:grpSp>
        </p:grpSp>
        <p:grpSp>
          <p:nvGrpSpPr>
            <p:cNvPr id="258" name="Group 69">
              <a:extLst>
                <a:ext uri="{FF2B5EF4-FFF2-40B4-BE49-F238E27FC236}">
                  <a16:creationId xmlns:a16="http://schemas.microsoft.com/office/drawing/2014/main" id="{E0593DED-DEDE-384C-B137-CB8321072218}"/>
                </a:ext>
              </a:extLst>
            </p:cNvPr>
            <p:cNvGrpSpPr>
              <a:grpSpLocks/>
            </p:cNvGrpSpPr>
            <p:nvPr/>
          </p:nvGrpSpPr>
          <p:grpSpPr bwMode="auto">
            <a:xfrm>
              <a:off x="29" y="0"/>
              <a:ext cx="442" cy="298"/>
              <a:chOff x="0" y="0"/>
              <a:chExt cx="442" cy="499"/>
            </a:xfrm>
          </p:grpSpPr>
          <p:grpSp>
            <p:nvGrpSpPr>
              <p:cNvPr id="259" name="Group 70">
                <a:extLst>
                  <a:ext uri="{FF2B5EF4-FFF2-40B4-BE49-F238E27FC236}">
                    <a16:creationId xmlns:a16="http://schemas.microsoft.com/office/drawing/2014/main" id="{CEDB028F-5EA6-164F-A041-848DA5B74CB6}"/>
                  </a:ext>
                </a:extLst>
              </p:cNvPr>
              <p:cNvGrpSpPr>
                <a:grpSpLocks/>
              </p:cNvGrpSpPr>
              <p:nvPr/>
            </p:nvGrpSpPr>
            <p:grpSpPr bwMode="auto">
              <a:xfrm>
                <a:off x="0" y="173"/>
                <a:ext cx="442" cy="326"/>
                <a:chOff x="0" y="0"/>
                <a:chExt cx="720" cy="546"/>
              </a:xfrm>
            </p:grpSpPr>
            <p:grpSp>
              <p:nvGrpSpPr>
                <p:cNvPr id="268" name="Group 71">
                  <a:extLst>
                    <a:ext uri="{FF2B5EF4-FFF2-40B4-BE49-F238E27FC236}">
                      <a16:creationId xmlns:a16="http://schemas.microsoft.com/office/drawing/2014/main" id="{9CC9DD8A-D352-5B4F-A9F5-8FF366339A08}"/>
                    </a:ext>
                  </a:extLst>
                </p:cNvPr>
                <p:cNvGrpSpPr>
                  <a:grpSpLocks/>
                </p:cNvGrpSpPr>
                <p:nvPr/>
              </p:nvGrpSpPr>
              <p:grpSpPr bwMode="auto">
                <a:xfrm>
                  <a:off x="0" y="0"/>
                  <a:ext cx="384" cy="240"/>
                  <a:chOff x="0" y="0"/>
                  <a:chExt cx="384" cy="240"/>
                </a:xfrm>
              </p:grpSpPr>
              <p:sp>
                <p:nvSpPr>
                  <p:cNvPr id="270" name="Line 72">
                    <a:extLst>
                      <a:ext uri="{FF2B5EF4-FFF2-40B4-BE49-F238E27FC236}">
                        <a16:creationId xmlns:a16="http://schemas.microsoft.com/office/drawing/2014/main" id="{842EAD43-36CE-974F-9BDF-DF75B8C190FF}"/>
                      </a:ext>
                    </a:extLst>
                  </p:cNvPr>
                  <p:cNvSpPr>
                    <a:spLocks noChangeShapeType="1"/>
                  </p:cNvSpPr>
                  <p:nvPr/>
                </p:nvSpPr>
                <p:spPr bwMode="auto">
                  <a:xfrm>
                    <a:off x="0"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1" name="Line 73">
                    <a:extLst>
                      <a:ext uri="{FF2B5EF4-FFF2-40B4-BE49-F238E27FC236}">
                        <a16:creationId xmlns:a16="http://schemas.microsoft.com/office/drawing/2014/main" id="{2D204E0E-43C2-9046-9AC2-55BD4335A323}"/>
                      </a:ext>
                    </a:extLst>
                  </p:cNvPr>
                  <p:cNvSpPr>
                    <a:spLocks noChangeShapeType="1"/>
                  </p:cNvSpPr>
                  <p:nvPr/>
                </p:nvSpPr>
                <p:spPr bwMode="auto">
                  <a:xfrm>
                    <a:off x="144"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2" name="Line 74">
                    <a:extLst>
                      <a:ext uri="{FF2B5EF4-FFF2-40B4-BE49-F238E27FC236}">
                        <a16:creationId xmlns:a16="http://schemas.microsoft.com/office/drawing/2014/main" id="{32614185-ECDF-0545-A5AA-4B3122BFA05C}"/>
                      </a:ext>
                    </a:extLst>
                  </p:cNvPr>
                  <p:cNvSpPr>
                    <a:spLocks noChangeShapeType="1"/>
                  </p:cNvSpPr>
                  <p:nvPr/>
                </p:nvSpPr>
                <p:spPr bwMode="auto">
                  <a:xfrm>
                    <a:off x="288" y="0"/>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73" name="Line 75">
                    <a:extLst>
                      <a:ext uri="{FF2B5EF4-FFF2-40B4-BE49-F238E27FC236}">
                        <a16:creationId xmlns:a16="http://schemas.microsoft.com/office/drawing/2014/main" id="{15283264-5E2B-DC40-A615-4EA3F7FC418D}"/>
                      </a:ext>
                    </a:extLst>
                  </p:cNvPr>
                  <p:cNvSpPr>
                    <a:spLocks noChangeShapeType="1"/>
                  </p:cNvSpPr>
                  <p:nvPr/>
                </p:nvSpPr>
                <p:spPr bwMode="auto">
                  <a:xfrm>
                    <a:off x="48" y="96"/>
                    <a:ext cx="288" cy="0"/>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269" name="Text Box 76">
                  <a:extLst>
                    <a:ext uri="{FF2B5EF4-FFF2-40B4-BE49-F238E27FC236}">
                      <a16:creationId xmlns:a16="http://schemas.microsoft.com/office/drawing/2014/main" id="{DAAC9EB8-9213-014B-AE4E-D5B68DD56580}"/>
                    </a:ext>
                  </a:extLst>
                </p:cNvPr>
                <p:cNvSpPr txBox="1">
                  <a:spLocks noChangeArrowheads="1"/>
                </p:cNvSpPr>
                <p:nvPr/>
              </p:nvSpPr>
              <p:spPr bwMode="auto">
                <a:xfrm>
                  <a:off x="433" y="47"/>
                  <a:ext cx="287" cy="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Q</a:t>
                  </a:r>
                </a:p>
              </p:txBody>
            </p:sp>
          </p:grpSp>
          <p:grpSp>
            <p:nvGrpSpPr>
              <p:cNvPr id="260" name="Group 77">
                <a:extLst>
                  <a:ext uri="{FF2B5EF4-FFF2-40B4-BE49-F238E27FC236}">
                    <a16:creationId xmlns:a16="http://schemas.microsoft.com/office/drawing/2014/main" id="{E942E38B-7400-854F-94BD-EAB716DA9510}"/>
                  </a:ext>
                </a:extLst>
              </p:cNvPr>
              <p:cNvGrpSpPr>
                <a:grpSpLocks/>
              </p:cNvGrpSpPr>
              <p:nvPr/>
            </p:nvGrpSpPr>
            <p:grpSpPr bwMode="auto">
              <a:xfrm>
                <a:off x="59" y="317"/>
                <a:ext cx="178" cy="143"/>
                <a:chOff x="0" y="0"/>
                <a:chExt cx="288" cy="240"/>
              </a:xfrm>
            </p:grpSpPr>
            <p:sp>
              <p:nvSpPr>
                <p:cNvPr id="265" name="Line 78">
                  <a:extLst>
                    <a:ext uri="{FF2B5EF4-FFF2-40B4-BE49-F238E27FC236}">
                      <a16:creationId xmlns:a16="http://schemas.microsoft.com/office/drawing/2014/main" id="{BF5F5B1B-5E3F-7D4A-B3F1-8E9DBB578937}"/>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6" name="Line 79">
                  <a:extLst>
                    <a:ext uri="{FF2B5EF4-FFF2-40B4-BE49-F238E27FC236}">
                      <a16:creationId xmlns:a16="http://schemas.microsoft.com/office/drawing/2014/main" id="{7E0D9639-98AA-7244-BFB1-0E7EBB8295FA}"/>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7" name="Line 80">
                  <a:extLst>
                    <a:ext uri="{FF2B5EF4-FFF2-40B4-BE49-F238E27FC236}">
                      <a16:creationId xmlns:a16="http://schemas.microsoft.com/office/drawing/2014/main" id="{8EB1B1F7-5B5F-F944-8539-31F5996DCC62}"/>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261" name="Group 81">
                <a:extLst>
                  <a:ext uri="{FF2B5EF4-FFF2-40B4-BE49-F238E27FC236}">
                    <a16:creationId xmlns:a16="http://schemas.microsoft.com/office/drawing/2014/main" id="{D6DFDAA8-2EC5-1A4F-93ED-AAE386DC45EB}"/>
                  </a:ext>
                </a:extLst>
              </p:cNvPr>
              <p:cNvGrpSpPr>
                <a:grpSpLocks/>
              </p:cNvGrpSpPr>
              <p:nvPr/>
            </p:nvGrpSpPr>
            <p:grpSpPr bwMode="auto">
              <a:xfrm>
                <a:off x="59" y="0"/>
                <a:ext cx="177" cy="173"/>
                <a:chOff x="0" y="0"/>
                <a:chExt cx="288" cy="240"/>
              </a:xfrm>
            </p:grpSpPr>
            <p:sp>
              <p:nvSpPr>
                <p:cNvPr id="262" name="Line 82">
                  <a:extLst>
                    <a:ext uri="{FF2B5EF4-FFF2-40B4-BE49-F238E27FC236}">
                      <a16:creationId xmlns:a16="http://schemas.microsoft.com/office/drawing/2014/main" id="{1C3FE045-C3AC-A94E-9416-29F9440D1380}"/>
                    </a:ext>
                  </a:extLst>
                </p:cNvPr>
                <p:cNvSpPr>
                  <a:spLocks noChangeShapeType="1"/>
                </p:cNvSpPr>
                <p:nvPr/>
              </p:nvSpPr>
              <p:spPr bwMode="auto">
                <a:xfrm>
                  <a:off x="0"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3" name="Line 83">
                  <a:extLst>
                    <a:ext uri="{FF2B5EF4-FFF2-40B4-BE49-F238E27FC236}">
                      <a16:creationId xmlns:a16="http://schemas.microsoft.com/office/drawing/2014/main" id="{D280C677-8D37-7047-8332-79426A1F9930}"/>
                    </a:ext>
                  </a:extLst>
                </p:cNvPr>
                <p:cNvSpPr>
                  <a:spLocks noChangeShapeType="1"/>
                </p:cNvSpPr>
                <p:nvPr/>
              </p:nvSpPr>
              <p:spPr bwMode="auto">
                <a:xfrm>
                  <a:off x="144"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264" name="Line 84">
                  <a:extLst>
                    <a:ext uri="{FF2B5EF4-FFF2-40B4-BE49-F238E27FC236}">
                      <a16:creationId xmlns:a16="http://schemas.microsoft.com/office/drawing/2014/main" id="{A43FDCCC-E66B-3A40-AA80-013782B79533}"/>
                    </a:ext>
                  </a:extLst>
                </p:cNvPr>
                <p:cNvSpPr>
                  <a:spLocks noChangeShapeType="1"/>
                </p:cNvSpPr>
                <p:nvPr/>
              </p:nvSpPr>
              <p:spPr bwMode="auto">
                <a:xfrm>
                  <a:off x="288" y="0"/>
                  <a:ext cx="0"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grpSp>
        <p:nvGrpSpPr>
          <p:cNvPr id="327" name="Group 85">
            <a:extLst>
              <a:ext uri="{FF2B5EF4-FFF2-40B4-BE49-F238E27FC236}">
                <a16:creationId xmlns:a16="http://schemas.microsoft.com/office/drawing/2014/main" id="{E153E21C-66B7-184C-98B8-D3AC0D7E46C8}"/>
              </a:ext>
            </a:extLst>
          </p:cNvPr>
          <p:cNvGrpSpPr>
            <a:grpSpLocks/>
          </p:cNvGrpSpPr>
          <p:nvPr/>
        </p:nvGrpSpPr>
        <p:grpSpPr bwMode="auto">
          <a:xfrm>
            <a:off x="7543800" y="2025352"/>
            <a:ext cx="1524000" cy="457200"/>
            <a:chOff x="0" y="0"/>
            <a:chExt cx="960" cy="288"/>
          </a:xfrm>
        </p:grpSpPr>
        <p:sp>
          <p:nvSpPr>
            <p:cNvPr id="328" name="AutoShape 86">
              <a:extLst>
                <a:ext uri="{FF2B5EF4-FFF2-40B4-BE49-F238E27FC236}">
                  <a16:creationId xmlns:a16="http://schemas.microsoft.com/office/drawing/2014/main" id="{E66CC6A5-E2B2-CF41-BF2D-37F746AFB89F}"/>
                </a:ext>
              </a:extLst>
            </p:cNvPr>
            <p:cNvSpPr>
              <a:spLocks noChangeArrowheads="1"/>
            </p:cNvSpPr>
            <p:nvPr/>
          </p:nvSpPr>
          <p:spPr bwMode="auto">
            <a:xfrm>
              <a:off x="0" y="0"/>
              <a:ext cx="960" cy="288"/>
            </a:xfrm>
            <a:prstGeom prst="wedgeRoundRectCallout">
              <a:avLst>
                <a:gd name="adj1" fmla="val -71565"/>
                <a:gd name="adj2" fmla="val -271181"/>
                <a:gd name="adj3" fmla="val 16667"/>
              </a:avLst>
            </a:prstGeom>
            <a:solidFill>
              <a:srgbClr val="FFFF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KM</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通电</a:t>
              </a:r>
            </a:p>
          </p:txBody>
        </p:sp>
        <p:sp>
          <p:nvSpPr>
            <p:cNvPr id="329" name="AutoShape 87">
              <a:extLst>
                <a:ext uri="{FF2B5EF4-FFF2-40B4-BE49-F238E27FC236}">
                  <a16:creationId xmlns:a16="http://schemas.microsoft.com/office/drawing/2014/main" id="{5311F7AB-22FD-0445-A523-FF85BEEC27C9}"/>
                </a:ext>
              </a:extLst>
            </p:cNvPr>
            <p:cNvSpPr>
              <a:spLocks noChangeArrowheads="1"/>
            </p:cNvSpPr>
            <p:nvPr/>
          </p:nvSpPr>
          <p:spPr bwMode="auto">
            <a:xfrm>
              <a:off x="0" y="0"/>
              <a:ext cx="960" cy="288"/>
            </a:xfrm>
            <a:prstGeom prst="wedgeRoundRectCallout">
              <a:avLst>
                <a:gd name="adj1" fmla="val -4894"/>
                <a:gd name="adj2" fmla="val 362153"/>
                <a:gd name="adj3" fmla="val 16667"/>
              </a:avLst>
            </a:prstGeom>
            <a:solidFill>
              <a:srgbClr val="FFFFFF"/>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KM</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断电</a:t>
              </a:r>
            </a:p>
          </p:txBody>
        </p:sp>
      </p:grpSp>
      <p:sp>
        <p:nvSpPr>
          <p:cNvPr id="330" name="AutoShape 88">
            <a:extLst>
              <a:ext uri="{FF2B5EF4-FFF2-40B4-BE49-F238E27FC236}">
                <a16:creationId xmlns:a16="http://schemas.microsoft.com/office/drawing/2014/main" id="{6E897C6D-539A-814D-B72E-3C66745F5E0D}"/>
              </a:ext>
            </a:extLst>
          </p:cNvPr>
          <p:cNvSpPr>
            <a:spLocks noChangeArrowheads="1"/>
          </p:cNvSpPr>
          <p:nvPr/>
        </p:nvSpPr>
        <p:spPr bwMode="auto">
          <a:xfrm>
            <a:off x="381000" y="501352"/>
            <a:ext cx="1676400" cy="533400"/>
          </a:xfrm>
          <a:prstGeom prst="wedgeRoundRectCallout">
            <a:avLst>
              <a:gd name="adj1" fmla="val 123958"/>
              <a:gd name="adj2" fmla="val 158037"/>
              <a:gd name="adj3" fmla="val 16667"/>
            </a:avLst>
          </a:prstGeom>
          <a:solidFill>
            <a:srgbClr val="FFFFFF"/>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触点断开</a:t>
            </a:r>
          </a:p>
        </p:txBody>
      </p:sp>
      <p:sp>
        <p:nvSpPr>
          <p:cNvPr id="331" name="AutoShape 89">
            <a:extLst>
              <a:ext uri="{FF2B5EF4-FFF2-40B4-BE49-F238E27FC236}">
                <a16:creationId xmlns:a16="http://schemas.microsoft.com/office/drawing/2014/main" id="{65F1E33B-D7E0-F042-BD5F-414473CA584F}"/>
              </a:ext>
            </a:extLst>
          </p:cNvPr>
          <p:cNvSpPr>
            <a:spLocks noChangeArrowheads="1"/>
          </p:cNvSpPr>
          <p:nvPr/>
        </p:nvSpPr>
        <p:spPr bwMode="auto">
          <a:xfrm>
            <a:off x="381000" y="1491952"/>
            <a:ext cx="1676400" cy="533400"/>
          </a:xfrm>
          <a:prstGeom prst="wedgeRoundRectCallout">
            <a:avLst>
              <a:gd name="adj1" fmla="val 131532"/>
              <a:gd name="adj2" fmla="val 191370"/>
              <a:gd name="adj3" fmla="val 16667"/>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电动停转</a:t>
            </a:r>
          </a:p>
        </p:txBody>
      </p:sp>
      <p:sp>
        <p:nvSpPr>
          <p:cNvPr id="332" name="AutoShape 90">
            <a:extLst>
              <a:ext uri="{FF2B5EF4-FFF2-40B4-BE49-F238E27FC236}">
                <a16:creationId xmlns:a16="http://schemas.microsoft.com/office/drawing/2014/main" id="{9569D540-8D8C-2345-9A82-EB321EDBE448}"/>
              </a:ext>
            </a:extLst>
          </p:cNvPr>
          <p:cNvSpPr>
            <a:spLocks noChangeArrowheads="1"/>
          </p:cNvSpPr>
          <p:nvPr/>
        </p:nvSpPr>
        <p:spPr bwMode="auto">
          <a:xfrm>
            <a:off x="4800600" y="5073352"/>
            <a:ext cx="1524000" cy="457200"/>
          </a:xfrm>
          <a:prstGeom prst="wedgeRoundRectCallout">
            <a:avLst>
              <a:gd name="adj1" fmla="val -95625"/>
              <a:gd name="adj2" fmla="val -98958"/>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触点断开</a:t>
            </a:r>
          </a:p>
        </p:txBody>
      </p:sp>
      <p:grpSp>
        <p:nvGrpSpPr>
          <p:cNvPr id="333" name="Group 92">
            <a:extLst>
              <a:ext uri="{FF2B5EF4-FFF2-40B4-BE49-F238E27FC236}">
                <a16:creationId xmlns:a16="http://schemas.microsoft.com/office/drawing/2014/main" id="{2398AE27-FBF8-F946-ACC2-25232B383CAD}"/>
              </a:ext>
            </a:extLst>
          </p:cNvPr>
          <p:cNvGrpSpPr>
            <a:grpSpLocks/>
          </p:cNvGrpSpPr>
          <p:nvPr/>
        </p:nvGrpSpPr>
        <p:grpSpPr bwMode="auto">
          <a:xfrm>
            <a:off x="1828800" y="3625552"/>
            <a:ext cx="6083300" cy="2971800"/>
            <a:chOff x="0" y="0"/>
            <a:chExt cx="3832" cy="1872"/>
          </a:xfrm>
        </p:grpSpPr>
        <p:sp>
          <p:nvSpPr>
            <p:cNvPr id="334" name="Rectangle 93">
              <a:extLst>
                <a:ext uri="{FF2B5EF4-FFF2-40B4-BE49-F238E27FC236}">
                  <a16:creationId xmlns:a16="http://schemas.microsoft.com/office/drawing/2014/main" id="{58695D45-9187-AF49-8002-F6B82113EBFB}"/>
                </a:ext>
              </a:extLst>
            </p:cNvPr>
            <p:cNvSpPr>
              <a:spLocks noChangeArrowheads="1"/>
            </p:cNvSpPr>
            <p:nvPr/>
          </p:nvSpPr>
          <p:spPr bwMode="auto">
            <a:xfrm>
              <a:off x="48" y="0"/>
              <a:ext cx="3552" cy="1872"/>
            </a:xfrm>
            <a:prstGeom prst="rect">
              <a:avLst/>
            </a:prstGeom>
            <a:noFill/>
            <a:ln w="38100">
              <a:solidFill>
                <a:srgbClr val="003162"/>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35" name="Text Box 94">
              <a:extLst>
                <a:ext uri="{FF2B5EF4-FFF2-40B4-BE49-F238E27FC236}">
                  <a16:creationId xmlns:a16="http://schemas.microsoft.com/office/drawing/2014/main" id="{2815A64E-08A3-0647-AAFE-7892267C8F49}"/>
                </a:ext>
              </a:extLst>
            </p:cNvPr>
            <p:cNvSpPr txBox="1">
              <a:spLocks noChangeArrowheads="1"/>
            </p:cNvSpPr>
            <p:nvPr/>
          </p:nvSpPr>
          <p:spPr bwMode="auto">
            <a:xfrm>
              <a:off x="2002" y="1344"/>
              <a:ext cx="7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PLC</a:t>
              </a:r>
            </a:p>
          </p:txBody>
        </p:sp>
        <p:sp>
          <p:nvSpPr>
            <p:cNvPr id="336" name="Oval 95">
              <a:extLst>
                <a:ext uri="{FF2B5EF4-FFF2-40B4-BE49-F238E27FC236}">
                  <a16:creationId xmlns:a16="http://schemas.microsoft.com/office/drawing/2014/main" id="{E84000BF-26C6-5F44-8F70-2DAFA3BB3C22}"/>
                </a:ext>
              </a:extLst>
            </p:cNvPr>
            <p:cNvSpPr>
              <a:spLocks noChangeArrowheads="1"/>
            </p:cNvSpPr>
            <p:nvPr/>
          </p:nvSpPr>
          <p:spPr bwMode="auto">
            <a:xfrm>
              <a:off x="0" y="1584"/>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37" name="Oval 96">
              <a:extLst>
                <a:ext uri="{FF2B5EF4-FFF2-40B4-BE49-F238E27FC236}">
                  <a16:creationId xmlns:a16="http://schemas.microsoft.com/office/drawing/2014/main" id="{F70038B6-C2FC-2B42-89FE-44739ECB5092}"/>
                </a:ext>
              </a:extLst>
            </p:cNvPr>
            <p:cNvSpPr>
              <a:spLocks noChangeArrowheads="1"/>
            </p:cNvSpPr>
            <p:nvPr/>
          </p:nvSpPr>
          <p:spPr bwMode="auto">
            <a:xfrm>
              <a:off x="0" y="1104"/>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38" name="Oval 97">
              <a:extLst>
                <a:ext uri="{FF2B5EF4-FFF2-40B4-BE49-F238E27FC236}">
                  <a16:creationId xmlns:a16="http://schemas.microsoft.com/office/drawing/2014/main" id="{46F8538C-6FC6-6147-961A-A5D952503FB2}"/>
                </a:ext>
              </a:extLst>
            </p:cNvPr>
            <p:cNvSpPr>
              <a:spLocks noChangeArrowheads="1"/>
            </p:cNvSpPr>
            <p:nvPr/>
          </p:nvSpPr>
          <p:spPr bwMode="auto">
            <a:xfrm>
              <a:off x="0" y="288"/>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39" name="Text Box 98">
              <a:extLst>
                <a:ext uri="{FF2B5EF4-FFF2-40B4-BE49-F238E27FC236}">
                  <a16:creationId xmlns:a16="http://schemas.microsoft.com/office/drawing/2014/main" id="{95616C8C-2932-8546-B19C-30C3530E6160}"/>
                </a:ext>
              </a:extLst>
            </p:cNvPr>
            <p:cNvSpPr txBox="1">
              <a:spLocks noChangeArrowheads="1"/>
            </p:cNvSpPr>
            <p:nvPr/>
          </p:nvSpPr>
          <p:spPr bwMode="auto">
            <a:xfrm>
              <a:off x="48" y="1440"/>
              <a:ext cx="734"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sp>
          <p:nvSpPr>
            <p:cNvPr id="340" name="Oval 99">
              <a:extLst>
                <a:ext uri="{FF2B5EF4-FFF2-40B4-BE49-F238E27FC236}">
                  <a16:creationId xmlns:a16="http://schemas.microsoft.com/office/drawing/2014/main" id="{35235CC7-539F-A74E-932B-4D0B7FA4DDB4}"/>
                </a:ext>
              </a:extLst>
            </p:cNvPr>
            <p:cNvSpPr>
              <a:spLocks noChangeArrowheads="1"/>
            </p:cNvSpPr>
            <p:nvPr/>
          </p:nvSpPr>
          <p:spPr bwMode="auto">
            <a:xfrm>
              <a:off x="0" y="672"/>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1" name="Line 100">
              <a:extLst>
                <a:ext uri="{FF2B5EF4-FFF2-40B4-BE49-F238E27FC236}">
                  <a16:creationId xmlns:a16="http://schemas.microsoft.com/office/drawing/2014/main" id="{AE45E09B-A341-F94D-9B01-461B552555EA}"/>
                </a:ext>
              </a:extLst>
            </p:cNvPr>
            <p:cNvSpPr>
              <a:spLocks noChangeShapeType="1"/>
            </p:cNvSpPr>
            <p:nvPr/>
          </p:nvSpPr>
          <p:spPr bwMode="auto">
            <a:xfrm>
              <a:off x="96" y="336"/>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2" name="Text Box 101">
              <a:extLst>
                <a:ext uri="{FF2B5EF4-FFF2-40B4-BE49-F238E27FC236}">
                  <a16:creationId xmlns:a16="http://schemas.microsoft.com/office/drawing/2014/main" id="{5D883910-6CD0-2643-BC19-194F9C63324A}"/>
                </a:ext>
              </a:extLst>
            </p:cNvPr>
            <p:cNvSpPr txBox="1">
              <a:spLocks noChangeArrowheads="1"/>
            </p:cNvSpPr>
            <p:nvPr/>
          </p:nvSpPr>
          <p:spPr bwMode="auto">
            <a:xfrm>
              <a:off x="48" y="104"/>
              <a:ext cx="576"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343" name="Line 102">
              <a:extLst>
                <a:ext uri="{FF2B5EF4-FFF2-40B4-BE49-F238E27FC236}">
                  <a16:creationId xmlns:a16="http://schemas.microsoft.com/office/drawing/2014/main" id="{4F8F803C-52F4-C845-83FC-49AAE8FD2D74}"/>
                </a:ext>
              </a:extLst>
            </p:cNvPr>
            <p:cNvSpPr>
              <a:spLocks noChangeShapeType="1"/>
            </p:cNvSpPr>
            <p:nvPr/>
          </p:nvSpPr>
          <p:spPr bwMode="auto">
            <a:xfrm>
              <a:off x="816" y="336"/>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4" name="Rectangle 103">
              <a:extLst>
                <a:ext uri="{FF2B5EF4-FFF2-40B4-BE49-F238E27FC236}">
                  <a16:creationId xmlns:a16="http://schemas.microsoft.com/office/drawing/2014/main" id="{EB15DE70-4A0A-EB41-B354-F21397666A16}"/>
                </a:ext>
              </a:extLst>
            </p:cNvPr>
            <p:cNvSpPr>
              <a:spLocks noChangeArrowheads="1"/>
            </p:cNvSpPr>
            <p:nvPr/>
          </p:nvSpPr>
          <p:spPr bwMode="auto">
            <a:xfrm>
              <a:off x="432" y="240"/>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45" name="Line 104">
              <a:extLst>
                <a:ext uri="{FF2B5EF4-FFF2-40B4-BE49-F238E27FC236}">
                  <a16:creationId xmlns:a16="http://schemas.microsoft.com/office/drawing/2014/main" id="{005DCC99-D495-5545-8911-A32A9FA28E7E}"/>
                </a:ext>
              </a:extLst>
            </p:cNvPr>
            <p:cNvSpPr>
              <a:spLocks noChangeShapeType="1"/>
            </p:cNvSpPr>
            <p:nvPr/>
          </p:nvSpPr>
          <p:spPr bwMode="auto">
            <a:xfrm>
              <a:off x="96" y="720"/>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6" name="Text Box 105">
              <a:extLst>
                <a:ext uri="{FF2B5EF4-FFF2-40B4-BE49-F238E27FC236}">
                  <a16:creationId xmlns:a16="http://schemas.microsoft.com/office/drawing/2014/main" id="{17CA3F20-59C9-1548-B639-02488DCA8520}"/>
                </a:ext>
              </a:extLst>
            </p:cNvPr>
            <p:cNvSpPr txBox="1">
              <a:spLocks noChangeArrowheads="1"/>
            </p:cNvSpPr>
            <p:nvPr/>
          </p:nvSpPr>
          <p:spPr bwMode="auto">
            <a:xfrm>
              <a:off x="0" y="480"/>
              <a:ext cx="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347" name="Line 106">
              <a:extLst>
                <a:ext uri="{FF2B5EF4-FFF2-40B4-BE49-F238E27FC236}">
                  <a16:creationId xmlns:a16="http://schemas.microsoft.com/office/drawing/2014/main" id="{7C4EB1E2-38D9-F94A-BB63-FCC9075733C9}"/>
                </a:ext>
              </a:extLst>
            </p:cNvPr>
            <p:cNvSpPr>
              <a:spLocks noChangeShapeType="1"/>
            </p:cNvSpPr>
            <p:nvPr/>
          </p:nvSpPr>
          <p:spPr bwMode="auto">
            <a:xfrm>
              <a:off x="816" y="72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8" name="Line 107">
              <a:extLst>
                <a:ext uri="{FF2B5EF4-FFF2-40B4-BE49-F238E27FC236}">
                  <a16:creationId xmlns:a16="http://schemas.microsoft.com/office/drawing/2014/main" id="{3E168120-84D9-2B4C-B1F1-5CCA52A5B80B}"/>
                </a:ext>
              </a:extLst>
            </p:cNvPr>
            <p:cNvSpPr>
              <a:spLocks noChangeShapeType="1"/>
            </p:cNvSpPr>
            <p:nvPr/>
          </p:nvSpPr>
          <p:spPr bwMode="auto">
            <a:xfrm>
              <a:off x="96" y="1152"/>
              <a:ext cx="33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49" name="Text Box 108">
              <a:extLst>
                <a:ext uri="{FF2B5EF4-FFF2-40B4-BE49-F238E27FC236}">
                  <a16:creationId xmlns:a16="http://schemas.microsoft.com/office/drawing/2014/main" id="{D2D51012-9139-374C-A262-92049AB7A977}"/>
                </a:ext>
              </a:extLst>
            </p:cNvPr>
            <p:cNvSpPr txBox="1">
              <a:spLocks noChangeArrowheads="1"/>
            </p:cNvSpPr>
            <p:nvPr/>
          </p:nvSpPr>
          <p:spPr bwMode="auto">
            <a:xfrm>
              <a:off x="0" y="921"/>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350" name="Line 109">
              <a:extLst>
                <a:ext uri="{FF2B5EF4-FFF2-40B4-BE49-F238E27FC236}">
                  <a16:creationId xmlns:a16="http://schemas.microsoft.com/office/drawing/2014/main" id="{65115957-746D-2348-A9C2-919133B0B6C3}"/>
                </a:ext>
              </a:extLst>
            </p:cNvPr>
            <p:cNvSpPr>
              <a:spLocks noChangeShapeType="1"/>
            </p:cNvSpPr>
            <p:nvPr/>
          </p:nvSpPr>
          <p:spPr bwMode="auto">
            <a:xfrm>
              <a:off x="816" y="1152"/>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1" name="Line 110">
              <a:extLst>
                <a:ext uri="{FF2B5EF4-FFF2-40B4-BE49-F238E27FC236}">
                  <a16:creationId xmlns:a16="http://schemas.microsoft.com/office/drawing/2014/main" id="{E71036EE-6C1C-9643-B758-1BD2DDCE169C}"/>
                </a:ext>
              </a:extLst>
            </p:cNvPr>
            <p:cNvSpPr>
              <a:spLocks noChangeShapeType="1"/>
            </p:cNvSpPr>
            <p:nvPr/>
          </p:nvSpPr>
          <p:spPr bwMode="auto">
            <a:xfrm>
              <a:off x="960" y="336"/>
              <a:ext cx="0" cy="96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2" name="Line 111">
              <a:extLst>
                <a:ext uri="{FF2B5EF4-FFF2-40B4-BE49-F238E27FC236}">
                  <a16:creationId xmlns:a16="http://schemas.microsoft.com/office/drawing/2014/main" id="{19BC5205-BC88-974E-BFB3-C0EE67D02BC7}"/>
                </a:ext>
              </a:extLst>
            </p:cNvPr>
            <p:cNvSpPr>
              <a:spLocks noChangeShapeType="1"/>
            </p:cNvSpPr>
            <p:nvPr/>
          </p:nvSpPr>
          <p:spPr bwMode="auto">
            <a:xfrm>
              <a:off x="96" y="1632"/>
              <a:ext cx="86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3" name="Line 112">
              <a:extLst>
                <a:ext uri="{FF2B5EF4-FFF2-40B4-BE49-F238E27FC236}">
                  <a16:creationId xmlns:a16="http://schemas.microsoft.com/office/drawing/2014/main" id="{6C3A997D-BCBA-C244-B008-A1C0480BACC2}"/>
                </a:ext>
              </a:extLst>
            </p:cNvPr>
            <p:cNvSpPr>
              <a:spLocks noChangeShapeType="1"/>
            </p:cNvSpPr>
            <p:nvPr/>
          </p:nvSpPr>
          <p:spPr bwMode="auto">
            <a:xfrm>
              <a:off x="960" y="144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4" name="Text Box 113">
              <a:extLst>
                <a:ext uri="{FF2B5EF4-FFF2-40B4-BE49-F238E27FC236}">
                  <a16:creationId xmlns:a16="http://schemas.microsoft.com/office/drawing/2014/main" id="{4B669688-0566-314F-9C14-18B2DF55D9FD}"/>
                </a:ext>
              </a:extLst>
            </p:cNvPr>
            <p:cNvSpPr txBox="1">
              <a:spLocks noChangeArrowheads="1"/>
            </p:cNvSpPr>
            <p:nvPr/>
          </p:nvSpPr>
          <p:spPr bwMode="auto">
            <a:xfrm>
              <a:off x="816" y="120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grpSp>
          <p:nvGrpSpPr>
            <p:cNvPr id="355" name="Group 114">
              <a:extLst>
                <a:ext uri="{FF2B5EF4-FFF2-40B4-BE49-F238E27FC236}">
                  <a16:creationId xmlns:a16="http://schemas.microsoft.com/office/drawing/2014/main" id="{4BB1D464-015A-A54F-B554-51220DEA73CF}"/>
                </a:ext>
              </a:extLst>
            </p:cNvPr>
            <p:cNvGrpSpPr>
              <a:grpSpLocks/>
            </p:cNvGrpSpPr>
            <p:nvPr/>
          </p:nvGrpSpPr>
          <p:grpSpPr bwMode="auto">
            <a:xfrm>
              <a:off x="1152" y="144"/>
              <a:ext cx="1920" cy="1104"/>
              <a:chOff x="0" y="0"/>
              <a:chExt cx="1920" cy="1104"/>
            </a:xfrm>
          </p:grpSpPr>
          <p:sp>
            <p:nvSpPr>
              <p:cNvPr id="368" name="Line 115">
                <a:extLst>
                  <a:ext uri="{FF2B5EF4-FFF2-40B4-BE49-F238E27FC236}">
                    <a16:creationId xmlns:a16="http://schemas.microsoft.com/office/drawing/2014/main" id="{240A4783-8A5F-3F45-9BDA-891A97C382A7}"/>
                  </a:ext>
                </a:extLst>
              </p:cNvPr>
              <p:cNvSpPr>
                <a:spLocks noChangeShapeType="1"/>
              </p:cNvSpPr>
              <p:nvPr/>
            </p:nvSpPr>
            <p:spPr bwMode="auto">
              <a:xfrm>
                <a:off x="0" y="144"/>
                <a:ext cx="0" cy="96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69" name="Group 116">
                <a:extLst>
                  <a:ext uri="{FF2B5EF4-FFF2-40B4-BE49-F238E27FC236}">
                    <a16:creationId xmlns:a16="http://schemas.microsoft.com/office/drawing/2014/main" id="{E684F285-0009-ED45-8AAF-7FA70D3EBD6D}"/>
                  </a:ext>
                </a:extLst>
              </p:cNvPr>
              <p:cNvGrpSpPr>
                <a:grpSpLocks/>
              </p:cNvGrpSpPr>
              <p:nvPr/>
            </p:nvGrpSpPr>
            <p:grpSpPr bwMode="auto">
              <a:xfrm>
                <a:off x="768" y="192"/>
                <a:ext cx="432" cy="192"/>
                <a:chOff x="0" y="0"/>
                <a:chExt cx="432" cy="192"/>
              </a:xfrm>
            </p:grpSpPr>
            <p:grpSp>
              <p:nvGrpSpPr>
                <p:cNvPr id="395" name="Group 117">
                  <a:extLst>
                    <a:ext uri="{FF2B5EF4-FFF2-40B4-BE49-F238E27FC236}">
                      <a16:creationId xmlns:a16="http://schemas.microsoft.com/office/drawing/2014/main" id="{4657ACA3-1F14-044F-A41B-C71C9BC5E687}"/>
                    </a:ext>
                  </a:extLst>
                </p:cNvPr>
                <p:cNvGrpSpPr>
                  <a:grpSpLocks/>
                </p:cNvGrpSpPr>
                <p:nvPr/>
              </p:nvGrpSpPr>
              <p:grpSpPr bwMode="auto">
                <a:xfrm>
                  <a:off x="0" y="0"/>
                  <a:ext cx="432" cy="192"/>
                  <a:chOff x="0" y="0"/>
                  <a:chExt cx="432" cy="192"/>
                </a:xfrm>
              </p:grpSpPr>
              <p:sp>
                <p:nvSpPr>
                  <p:cNvPr id="397" name="Line 118">
                    <a:extLst>
                      <a:ext uri="{FF2B5EF4-FFF2-40B4-BE49-F238E27FC236}">
                        <a16:creationId xmlns:a16="http://schemas.microsoft.com/office/drawing/2014/main" id="{4C266F56-F21C-F04F-8179-8B64A1F8DE6A}"/>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8" name="Line 119">
                    <a:extLst>
                      <a:ext uri="{FF2B5EF4-FFF2-40B4-BE49-F238E27FC236}">
                        <a16:creationId xmlns:a16="http://schemas.microsoft.com/office/drawing/2014/main" id="{35B0AD1A-ACC0-2F48-BAFB-A879D9B3C9E1}"/>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9" name="Line 120">
                    <a:extLst>
                      <a:ext uri="{FF2B5EF4-FFF2-40B4-BE49-F238E27FC236}">
                        <a16:creationId xmlns:a16="http://schemas.microsoft.com/office/drawing/2014/main" id="{D6F46448-F223-2744-8C28-03E351D50C39}"/>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0" name="Line 121">
                    <a:extLst>
                      <a:ext uri="{FF2B5EF4-FFF2-40B4-BE49-F238E27FC236}">
                        <a16:creationId xmlns:a16="http://schemas.microsoft.com/office/drawing/2014/main" id="{70FC4402-8622-A541-B287-8BBACB4DCE12}"/>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96" name="Line 122">
                  <a:extLst>
                    <a:ext uri="{FF2B5EF4-FFF2-40B4-BE49-F238E27FC236}">
                      <a16:creationId xmlns:a16="http://schemas.microsoft.com/office/drawing/2014/main" id="{1C2963D8-0685-3C42-B1B3-AB5E0E325846}"/>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70" name="Group 123">
                <a:extLst>
                  <a:ext uri="{FF2B5EF4-FFF2-40B4-BE49-F238E27FC236}">
                    <a16:creationId xmlns:a16="http://schemas.microsoft.com/office/drawing/2014/main" id="{531B9BC7-682B-3541-8318-BE00CFBFA3BE}"/>
                  </a:ext>
                </a:extLst>
              </p:cNvPr>
              <p:cNvGrpSpPr>
                <a:grpSpLocks/>
              </p:cNvGrpSpPr>
              <p:nvPr/>
            </p:nvGrpSpPr>
            <p:grpSpPr bwMode="auto">
              <a:xfrm>
                <a:off x="0" y="192"/>
                <a:ext cx="432" cy="192"/>
                <a:chOff x="0" y="0"/>
                <a:chExt cx="432" cy="192"/>
              </a:xfrm>
            </p:grpSpPr>
            <p:sp>
              <p:nvSpPr>
                <p:cNvPr id="391" name="Line 124">
                  <a:extLst>
                    <a:ext uri="{FF2B5EF4-FFF2-40B4-BE49-F238E27FC236}">
                      <a16:creationId xmlns:a16="http://schemas.microsoft.com/office/drawing/2014/main" id="{865D9A7C-0932-5F4D-B6D0-EB1FA9F3A79E}"/>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2" name="Line 125">
                  <a:extLst>
                    <a:ext uri="{FF2B5EF4-FFF2-40B4-BE49-F238E27FC236}">
                      <a16:creationId xmlns:a16="http://schemas.microsoft.com/office/drawing/2014/main" id="{02C4AFF1-7A49-9D4E-9E97-B44F3C2B95D3}"/>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3" name="Line 126">
                  <a:extLst>
                    <a:ext uri="{FF2B5EF4-FFF2-40B4-BE49-F238E27FC236}">
                      <a16:creationId xmlns:a16="http://schemas.microsoft.com/office/drawing/2014/main" id="{DAF15274-3497-5D4C-8560-3909C6E307AC}"/>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4" name="Line 127">
                  <a:extLst>
                    <a:ext uri="{FF2B5EF4-FFF2-40B4-BE49-F238E27FC236}">
                      <a16:creationId xmlns:a16="http://schemas.microsoft.com/office/drawing/2014/main" id="{CE7FEE29-2816-B743-8DBA-DA09AEC787BA}"/>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71" name="Oval 128">
                <a:extLst>
                  <a:ext uri="{FF2B5EF4-FFF2-40B4-BE49-F238E27FC236}">
                    <a16:creationId xmlns:a16="http://schemas.microsoft.com/office/drawing/2014/main" id="{1905B8DA-A4C5-FC42-A134-43B0642905B3}"/>
                  </a:ext>
                </a:extLst>
              </p:cNvPr>
              <p:cNvSpPr>
                <a:spLocks noChangeArrowheads="1"/>
              </p:cNvSpPr>
              <p:nvPr/>
            </p:nvSpPr>
            <p:spPr bwMode="auto">
              <a:xfrm>
                <a:off x="1344" y="144"/>
                <a:ext cx="432" cy="240"/>
              </a:xfrm>
              <a:prstGeom prst="ellipse">
                <a:avLst/>
              </a:prstGeom>
              <a:noFill/>
              <a:ln w="28575">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72" name="Line 129">
                <a:extLst>
                  <a:ext uri="{FF2B5EF4-FFF2-40B4-BE49-F238E27FC236}">
                    <a16:creationId xmlns:a16="http://schemas.microsoft.com/office/drawing/2014/main" id="{34A87B73-AD62-1145-AE97-4DD813906090}"/>
                  </a:ext>
                </a:extLst>
              </p:cNvPr>
              <p:cNvSpPr>
                <a:spLocks noChangeShapeType="1"/>
              </p:cNvSpPr>
              <p:nvPr/>
            </p:nvSpPr>
            <p:spPr bwMode="auto">
              <a:xfrm>
                <a:off x="1056" y="288"/>
                <a:ext cx="28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373" name="Group 130">
                <a:extLst>
                  <a:ext uri="{FF2B5EF4-FFF2-40B4-BE49-F238E27FC236}">
                    <a16:creationId xmlns:a16="http://schemas.microsoft.com/office/drawing/2014/main" id="{7830CFBF-FA92-5C48-9A33-31045BCACEDE}"/>
                  </a:ext>
                </a:extLst>
              </p:cNvPr>
              <p:cNvGrpSpPr>
                <a:grpSpLocks/>
              </p:cNvGrpSpPr>
              <p:nvPr/>
            </p:nvGrpSpPr>
            <p:grpSpPr bwMode="auto">
              <a:xfrm>
                <a:off x="0" y="576"/>
                <a:ext cx="432" cy="192"/>
                <a:chOff x="0" y="0"/>
                <a:chExt cx="432" cy="192"/>
              </a:xfrm>
            </p:grpSpPr>
            <p:sp>
              <p:nvSpPr>
                <p:cNvPr id="387" name="Line 131">
                  <a:extLst>
                    <a:ext uri="{FF2B5EF4-FFF2-40B4-BE49-F238E27FC236}">
                      <a16:creationId xmlns:a16="http://schemas.microsoft.com/office/drawing/2014/main" id="{C4B507C3-7124-B441-AF78-236858BA9F84}"/>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8" name="Line 132">
                  <a:extLst>
                    <a:ext uri="{FF2B5EF4-FFF2-40B4-BE49-F238E27FC236}">
                      <a16:creationId xmlns:a16="http://schemas.microsoft.com/office/drawing/2014/main" id="{13FB0661-5779-CC43-B71B-80B323ED1BF2}"/>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9" name="Line 133">
                  <a:extLst>
                    <a:ext uri="{FF2B5EF4-FFF2-40B4-BE49-F238E27FC236}">
                      <a16:creationId xmlns:a16="http://schemas.microsoft.com/office/drawing/2014/main" id="{56DEB230-3F9E-5C4A-89E9-361D01D9DDAB}"/>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90" name="Line 134">
                  <a:extLst>
                    <a:ext uri="{FF2B5EF4-FFF2-40B4-BE49-F238E27FC236}">
                      <a16:creationId xmlns:a16="http://schemas.microsoft.com/office/drawing/2014/main" id="{CED7E739-8042-6E49-9D4D-FAF97F2856C5}"/>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nvGrpSpPr>
              <p:cNvPr id="374" name="Group 135">
                <a:extLst>
                  <a:ext uri="{FF2B5EF4-FFF2-40B4-BE49-F238E27FC236}">
                    <a16:creationId xmlns:a16="http://schemas.microsoft.com/office/drawing/2014/main" id="{A96E4B53-F135-DE41-BB2A-C09325F77D80}"/>
                  </a:ext>
                </a:extLst>
              </p:cNvPr>
              <p:cNvGrpSpPr>
                <a:grpSpLocks/>
              </p:cNvGrpSpPr>
              <p:nvPr/>
            </p:nvGrpSpPr>
            <p:grpSpPr bwMode="auto">
              <a:xfrm>
                <a:off x="432" y="192"/>
                <a:ext cx="432" cy="192"/>
                <a:chOff x="0" y="0"/>
                <a:chExt cx="432" cy="192"/>
              </a:xfrm>
            </p:grpSpPr>
            <p:grpSp>
              <p:nvGrpSpPr>
                <p:cNvPr id="381" name="Group 136">
                  <a:extLst>
                    <a:ext uri="{FF2B5EF4-FFF2-40B4-BE49-F238E27FC236}">
                      <a16:creationId xmlns:a16="http://schemas.microsoft.com/office/drawing/2014/main" id="{4EC95D1E-0F33-1241-886B-30037D03FB7B}"/>
                    </a:ext>
                  </a:extLst>
                </p:cNvPr>
                <p:cNvGrpSpPr>
                  <a:grpSpLocks/>
                </p:cNvGrpSpPr>
                <p:nvPr/>
              </p:nvGrpSpPr>
              <p:grpSpPr bwMode="auto">
                <a:xfrm>
                  <a:off x="0" y="0"/>
                  <a:ext cx="432" cy="192"/>
                  <a:chOff x="0" y="0"/>
                  <a:chExt cx="432" cy="192"/>
                </a:xfrm>
              </p:grpSpPr>
              <p:sp>
                <p:nvSpPr>
                  <p:cNvPr id="383" name="Line 137">
                    <a:extLst>
                      <a:ext uri="{FF2B5EF4-FFF2-40B4-BE49-F238E27FC236}">
                        <a16:creationId xmlns:a16="http://schemas.microsoft.com/office/drawing/2014/main" id="{88028069-E66C-234B-8A0B-8B9759FE9F27}"/>
                      </a:ext>
                    </a:extLst>
                  </p:cNvPr>
                  <p:cNvSpPr>
                    <a:spLocks noChangeShapeType="1"/>
                  </p:cNvSpPr>
                  <p:nvPr/>
                </p:nvSpPr>
                <p:spPr bwMode="auto">
                  <a:xfrm>
                    <a:off x="19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4" name="Line 138">
                    <a:extLst>
                      <a:ext uri="{FF2B5EF4-FFF2-40B4-BE49-F238E27FC236}">
                        <a16:creationId xmlns:a16="http://schemas.microsoft.com/office/drawing/2014/main" id="{9041D2E2-68A5-5445-90E5-82F3B7B4DFF8}"/>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5" name="Line 139">
                    <a:extLst>
                      <a:ext uri="{FF2B5EF4-FFF2-40B4-BE49-F238E27FC236}">
                        <a16:creationId xmlns:a16="http://schemas.microsoft.com/office/drawing/2014/main" id="{CBF4EB51-3A97-074E-9A53-856507DB46DA}"/>
                      </a:ext>
                    </a:extLst>
                  </p:cNvPr>
                  <p:cNvSpPr>
                    <a:spLocks noChangeShapeType="1"/>
                  </p:cNvSpPr>
                  <p:nvPr/>
                </p:nvSpPr>
                <p:spPr bwMode="auto">
                  <a:xfrm>
                    <a:off x="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86" name="Line 140">
                    <a:extLst>
                      <a:ext uri="{FF2B5EF4-FFF2-40B4-BE49-F238E27FC236}">
                        <a16:creationId xmlns:a16="http://schemas.microsoft.com/office/drawing/2014/main" id="{FDDB12B9-A53D-8840-91D1-018127E2341A}"/>
                      </a:ext>
                    </a:extLst>
                  </p:cNvPr>
                  <p:cNvSpPr>
                    <a:spLocks noChangeShapeType="1"/>
                  </p:cNvSpPr>
                  <p:nvPr/>
                </p:nvSpPr>
                <p:spPr bwMode="auto">
                  <a:xfrm>
                    <a:off x="240" y="96"/>
                    <a:ext cx="19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82" name="Line 141">
                  <a:extLst>
                    <a:ext uri="{FF2B5EF4-FFF2-40B4-BE49-F238E27FC236}">
                      <a16:creationId xmlns:a16="http://schemas.microsoft.com/office/drawing/2014/main" id="{A5183EF5-117D-3C4B-9D57-7AEB6D1B1D55}"/>
                    </a:ext>
                  </a:extLst>
                </p:cNvPr>
                <p:cNvSpPr>
                  <a:spLocks noChangeShapeType="1"/>
                </p:cNvSpPr>
                <p:nvPr/>
              </p:nvSpPr>
              <p:spPr bwMode="auto">
                <a:xfrm flipH="1">
                  <a:off x="96" y="0"/>
                  <a:ext cx="24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75" name="Line 142">
                <a:extLst>
                  <a:ext uri="{FF2B5EF4-FFF2-40B4-BE49-F238E27FC236}">
                    <a16:creationId xmlns:a16="http://schemas.microsoft.com/office/drawing/2014/main" id="{2A1C690E-9AC7-794A-A083-10F776D05F31}"/>
                  </a:ext>
                </a:extLst>
              </p:cNvPr>
              <p:cNvSpPr>
                <a:spLocks noChangeShapeType="1"/>
              </p:cNvSpPr>
              <p:nvPr/>
            </p:nvSpPr>
            <p:spPr bwMode="auto">
              <a:xfrm flipV="1">
                <a:off x="432" y="288"/>
                <a:ext cx="0" cy="38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76" name="Text Box 143">
                <a:extLst>
                  <a:ext uri="{FF2B5EF4-FFF2-40B4-BE49-F238E27FC236}">
                    <a16:creationId xmlns:a16="http://schemas.microsoft.com/office/drawing/2014/main" id="{014196EE-DDF7-4841-94DB-288DFBBC70BC}"/>
                  </a:ext>
                </a:extLst>
              </p:cNvPr>
              <p:cNvSpPr txBox="1">
                <a:spLocks noChangeArrowheads="1"/>
              </p:cNvSpPr>
              <p:nvPr/>
            </p:nvSpPr>
            <p:spPr bwMode="auto">
              <a:xfrm>
                <a:off x="0" y="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377" name="Text Box 144">
                <a:extLst>
                  <a:ext uri="{FF2B5EF4-FFF2-40B4-BE49-F238E27FC236}">
                    <a16:creationId xmlns:a16="http://schemas.microsoft.com/office/drawing/2014/main" id="{7139230A-B394-C544-89B3-5DEB64570BB9}"/>
                  </a:ext>
                </a:extLst>
              </p:cNvPr>
              <p:cNvSpPr txBox="1">
                <a:spLocks noChangeArrowheads="1"/>
              </p:cNvSpPr>
              <p:nvPr/>
            </p:nvSpPr>
            <p:spPr bwMode="auto">
              <a:xfrm>
                <a:off x="0" y="393"/>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378" name="Text Box 145">
                <a:extLst>
                  <a:ext uri="{FF2B5EF4-FFF2-40B4-BE49-F238E27FC236}">
                    <a16:creationId xmlns:a16="http://schemas.microsoft.com/office/drawing/2014/main" id="{CB8906F5-73A7-544B-886A-6E4E4BC74096}"/>
                  </a:ext>
                </a:extLst>
              </p:cNvPr>
              <p:cNvSpPr txBox="1">
                <a:spLocks noChangeArrowheads="1"/>
              </p:cNvSpPr>
              <p:nvPr/>
            </p:nvSpPr>
            <p:spPr bwMode="auto">
              <a:xfrm>
                <a:off x="480" y="9"/>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379" name="Text Box 146">
                <a:extLst>
                  <a:ext uri="{FF2B5EF4-FFF2-40B4-BE49-F238E27FC236}">
                    <a16:creationId xmlns:a16="http://schemas.microsoft.com/office/drawing/2014/main" id="{66557EAF-F579-D94F-B2CE-34E0628B9840}"/>
                  </a:ext>
                </a:extLst>
              </p:cNvPr>
              <p:cNvSpPr txBox="1">
                <a:spLocks noChangeArrowheads="1"/>
              </p:cNvSpPr>
              <p:nvPr/>
            </p:nvSpPr>
            <p:spPr bwMode="auto">
              <a:xfrm>
                <a:off x="960" y="0"/>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380" name="Text Box 147">
                <a:extLst>
                  <a:ext uri="{FF2B5EF4-FFF2-40B4-BE49-F238E27FC236}">
                    <a16:creationId xmlns:a16="http://schemas.microsoft.com/office/drawing/2014/main" id="{DCCE2611-5163-5E4D-9519-04584E1109A1}"/>
                  </a:ext>
                </a:extLst>
              </p:cNvPr>
              <p:cNvSpPr txBox="1">
                <a:spLocks noChangeArrowheads="1"/>
              </p:cNvSpPr>
              <p:nvPr/>
            </p:nvSpPr>
            <p:spPr bwMode="auto">
              <a:xfrm>
                <a:off x="1344" y="144"/>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grpSp>
        <p:sp>
          <p:nvSpPr>
            <p:cNvPr id="356" name="Line 148">
              <a:extLst>
                <a:ext uri="{FF2B5EF4-FFF2-40B4-BE49-F238E27FC236}">
                  <a16:creationId xmlns:a16="http://schemas.microsoft.com/office/drawing/2014/main" id="{05D677C5-AF8D-3442-BC4E-8EF06B5364A1}"/>
                </a:ext>
              </a:extLst>
            </p:cNvPr>
            <p:cNvSpPr>
              <a:spLocks noChangeShapeType="1"/>
            </p:cNvSpPr>
            <p:nvPr/>
          </p:nvSpPr>
          <p:spPr bwMode="auto">
            <a:xfrm>
              <a:off x="3592" y="1104"/>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57" name="Oval 149">
              <a:extLst>
                <a:ext uri="{FF2B5EF4-FFF2-40B4-BE49-F238E27FC236}">
                  <a16:creationId xmlns:a16="http://schemas.microsoft.com/office/drawing/2014/main" id="{84012F80-01A2-A848-B247-34DF77A7170F}"/>
                </a:ext>
              </a:extLst>
            </p:cNvPr>
            <p:cNvSpPr>
              <a:spLocks noChangeArrowheads="1"/>
            </p:cNvSpPr>
            <p:nvPr/>
          </p:nvSpPr>
          <p:spPr bwMode="auto">
            <a:xfrm>
              <a:off x="3544" y="240"/>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58" name="Oval 150">
              <a:extLst>
                <a:ext uri="{FF2B5EF4-FFF2-40B4-BE49-F238E27FC236}">
                  <a16:creationId xmlns:a16="http://schemas.microsoft.com/office/drawing/2014/main" id="{0AB80B68-0007-A646-8559-1237BD408EA0}"/>
                </a:ext>
              </a:extLst>
            </p:cNvPr>
            <p:cNvSpPr>
              <a:spLocks noChangeArrowheads="1"/>
            </p:cNvSpPr>
            <p:nvPr/>
          </p:nvSpPr>
          <p:spPr bwMode="auto">
            <a:xfrm>
              <a:off x="3544" y="1056"/>
              <a:ext cx="96" cy="96"/>
            </a:xfrm>
            <a:prstGeom prst="ellipse">
              <a:avLst/>
            </a:prstGeom>
            <a:solidFill>
              <a:srgbClr val="09211C"/>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59" name="Text Box 151">
              <a:extLst>
                <a:ext uri="{FF2B5EF4-FFF2-40B4-BE49-F238E27FC236}">
                  <a16:creationId xmlns:a16="http://schemas.microsoft.com/office/drawing/2014/main" id="{2E5E6B84-FC29-B147-A641-64DBFE9B6501}"/>
                </a:ext>
              </a:extLst>
            </p:cNvPr>
            <p:cNvSpPr txBox="1">
              <a:spLocks noChangeArrowheads="1"/>
            </p:cNvSpPr>
            <p:nvPr/>
          </p:nvSpPr>
          <p:spPr bwMode="auto">
            <a:xfrm>
              <a:off x="3120" y="1112"/>
              <a:ext cx="52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sp>
          <p:nvSpPr>
            <p:cNvPr id="360" name="Line 152">
              <a:extLst>
                <a:ext uri="{FF2B5EF4-FFF2-40B4-BE49-F238E27FC236}">
                  <a16:creationId xmlns:a16="http://schemas.microsoft.com/office/drawing/2014/main" id="{D2D9C5DE-C5CE-F748-8D45-1F62147D20A0}"/>
                </a:ext>
              </a:extLst>
            </p:cNvPr>
            <p:cNvSpPr>
              <a:spLocks noChangeShapeType="1"/>
            </p:cNvSpPr>
            <p:nvPr/>
          </p:nvSpPr>
          <p:spPr bwMode="auto">
            <a:xfrm>
              <a:off x="3312" y="288"/>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1" name="Line 153">
              <a:extLst>
                <a:ext uri="{FF2B5EF4-FFF2-40B4-BE49-F238E27FC236}">
                  <a16:creationId xmlns:a16="http://schemas.microsoft.com/office/drawing/2014/main" id="{027C99D9-AB1B-E540-9013-3486E4FE3BC5}"/>
                </a:ext>
              </a:extLst>
            </p:cNvPr>
            <p:cNvSpPr>
              <a:spLocks noChangeShapeType="1"/>
            </p:cNvSpPr>
            <p:nvPr/>
          </p:nvSpPr>
          <p:spPr bwMode="auto">
            <a:xfrm flipH="1">
              <a:off x="3312" y="288"/>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2" name="Line 154">
              <a:extLst>
                <a:ext uri="{FF2B5EF4-FFF2-40B4-BE49-F238E27FC236}">
                  <a16:creationId xmlns:a16="http://schemas.microsoft.com/office/drawing/2014/main" id="{D35D88A5-143E-6940-8E64-51E016F738B0}"/>
                </a:ext>
              </a:extLst>
            </p:cNvPr>
            <p:cNvSpPr>
              <a:spLocks noChangeShapeType="1"/>
            </p:cNvSpPr>
            <p:nvPr/>
          </p:nvSpPr>
          <p:spPr bwMode="auto">
            <a:xfrm>
              <a:off x="3312" y="816"/>
              <a:ext cx="0" cy="28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3" name="Line 155">
              <a:extLst>
                <a:ext uri="{FF2B5EF4-FFF2-40B4-BE49-F238E27FC236}">
                  <a16:creationId xmlns:a16="http://schemas.microsoft.com/office/drawing/2014/main" id="{D957E849-C5CA-9848-B100-7C900828BE3A}"/>
                </a:ext>
              </a:extLst>
            </p:cNvPr>
            <p:cNvSpPr>
              <a:spLocks noChangeShapeType="1"/>
            </p:cNvSpPr>
            <p:nvPr/>
          </p:nvSpPr>
          <p:spPr bwMode="auto">
            <a:xfrm flipH="1">
              <a:off x="3312" y="1104"/>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4" name="Line 156">
              <a:extLst>
                <a:ext uri="{FF2B5EF4-FFF2-40B4-BE49-F238E27FC236}">
                  <a16:creationId xmlns:a16="http://schemas.microsoft.com/office/drawing/2014/main" id="{E8A4E9AE-E938-D54D-811B-3BDDB1CD2A6D}"/>
                </a:ext>
              </a:extLst>
            </p:cNvPr>
            <p:cNvSpPr>
              <a:spLocks noChangeShapeType="1"/>
            </p:cNvSpPr>
            <p:nvPr/>
          </p:nvSpPr>
          <p:spPr bwMode="auto">
            <a:xfrm flipH="1" flipV="1">
              <a:off x="3216" y="576"/>
              <a:ext cx="96" cy="24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365" name="Text Box 157">
              <a:extLst>
                <a:ext uri="{FF2B5EF4-FFF2-40B4-BE49-F238E27FC236}">
                  <a16:creationId xmlns:a16="http://schemas.microsoft.com/office/drawing/2014/main" id="{F576C417-6F44-2D47-B0AD-78BB09738588}"/>
                </a:ext>
              </a:extLst>
            </p:cNvPr>
            <p:cNvSpPr txBox="1">
              <a:spLocks noChangeArrowheads="1"/>
            </p:cNvSpPr>
            <p:nvPr/>
          </p:nvSpPr>
          <p:spPr bwMode="auto">
            <a:xfrm>
              <a:off x="3168" y="4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366" name="Rectangle 158">
              <a:extLst>
                <a:ext uri="{FF2B5EF4-FFF2-40B4-BE49-F238E27FC236}">
                  <a16:creationId xmlns:a16="http://schemas.microsoft.com/office/drawing/2014/main" id="{E931B96A-E6F7-2A46-851E-288475670DB2}"/>
                </a:ext>
              </a:extLst>
            </p:cNvPr>
            <p:cNvSpPr>
              <a:spLocks noChangeArrowheads="1"/>
            </p:cNvSpPr>
            <p:nvPr/>
          </p:nvSpPr>
          <p:spPr bwMode="auto">
            <a:xfrm>
              <a:off x="432" y="624"/>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367" name="Rectangle 159">
              <a:extLst>
                <a:ext uri="{FF2B5EF4-FFF2-40B4-BE49-F238E27FC236}">
                  <a16:creationId xmlns:a16="http://schemas.microsoft.com/office/drawing/2014/main" id="{7E14E4CC-2BB7-9D41-89EC-6CEF610971ED}"/>
                </a:ext>
              </a:extLst>
            </p:cNvPr>
            <p:cNvSpPr>
              <a:spLocks noChangeArrowheads="1"/>
            </p:cNvSpPr>
            <p:nvPr/>
          </p:nvSpPr>
          <p:spPr bwMode="auto">
            <a:xfrm>
              <a:off x="432" y="1056"/>
              <a:ext cx="480"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endPar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grpSp>
      <p:grpSp>
        <p:nvGrpSpPr>
          <p:cNvPr id="401" name="Group 160">
            <a:extLst>
              <a:ext uri="{FF2B5EF4-FFF2-40B4-BE49-F238E27FC236}">
                <a16:creationId xmlns:a16="http://schemas.microsoft.com/office/drawing/2014/main" id="{CC415813-DA27-DD42-9E5D-92807C882E11}"/>
              </a:ext>
            </a:extLst>
          </p:cNvPr>
          <p:cNvGrpSpPr>
            <a:grpSpLocks/>
          </p:cNvGrpSpPr>
          <p:nvPr/>
        </p:nvGrpSpPr>
        <p:grpSpPr bwMode="auto">
          <a:xfrm>
            <a:off x="838200" y="4158952"/>
            <a:ext cx="1066800" cy="2286000"/>
            <a:chOff x="0" y="0"/>
            <a:chExt cx="672" cy="1440"/>
          </a:xfrm>
        </p:grpSpPr>
        <p:sp>
          <p:nvSpPr>
            <p:cNvPr id="402" name="Line 161">
              <a:extLst>
                <a:ext uri="{FF2B5EF4-FFF2-40B4-BE49-F238E27FC236}">
                  <a16:creationId xmlns:a16="http://schemas.microsoft.com/office/drawing/2014/main" id="{C82CA04C-768A-F343-A462-122FB50F66FF}"/>
                </a:ext>
              </a:extLst>
            </p:cNvPr>
            <p:cNvSpPr>
              <a:spLocks noChangeShapeType="1"/>
            </p:cNvSpPr>
            <p:nvPr/>
          </p:nvSpPr>
          <p:spPr bwMode="auto">
            <a:xfrm>
              <a:off x="367" y="1304"/>
              <a:ext cx="29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03" name="Group 162">
              <a:extLst>
                <a:ext uri="{FF2B5EF4-FFF2-40B4-BE49-F238E27FC236}">
                  <a16:creationId xmlns:a16="http://schemas.microsoft.com/office/drawing/2014/main" id="{54354312-36A0-8445-A784-3745E081E10E}"/>
                </a:ext>
              </a:extLst>
            </p:cNvPr>
            <p:cNvGrpSpPr>
              <a:grpSpLocks/>
            </p:cNvGrpSpPr>
            <p:nvPr/>
          </p:nvGrpSpPr>
          <p:grpSpPr bwMode="auto">
            <a:xfrm>
              <a:off x="0" y="4"/>
              <a:ext cx="653" cy="188"/>
              <a:chOff x="0" y="0"/>
              <a:chExt cx="653" cy="188"/>
            </a:xfrm>
          </p:grpSpPr>
          <p:sp>
            <p:nvSpPr>
              <p:cNvPr id="425" name="Line 163">
                <a:extLst>
                  <a:ext uri="{FF2B5EF4-FFF2-40B4-BE49-F238E27FC236}">
                    <a16:creationId xmlns:a16="http://schemas.microsoft.com/office/drawing/2014/main" id="{5FFAD9D2-6B57-EE42-9C3D-DA96BC119A4D}"/>
                  </a:ext>
                </a:extLst>
              </p:cNvPr>
              <p:cNvSpPr>
                <a:spLocks noChangeShapeType="1"/>
              </p:cNvSpPr>
              <p:nvPr/>
            </p:nvSpPr>
            <p:spPr bwMode="auto">
              <a:xfrm>
                <a:off x="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6" name="Line 164">
                <a:extLst>
                  <a:ext uri="{FF2B5EF4-FFF2-40B4-BE49-F238E27FC236}">
                    <a16:creationId xmlns:a16="http://schemas.microsoft.com/office/drawing/2014/main" id="{C725AC92-A7DC-DC42-90E6-FAB50D7CF683}"/>
                  </a:ext>
                </a:extLst>
              </p:cNvPr>
              <p:cNvSpPr>
                <a:spLocks noChangeShapeType="1"/>
              </p:cNvSpPr>
              <p:nvPr/>
            </p:nvSpPr>
            <p:spPr bwMode="auto">
              <a:xfrm flipV="1">
                <a:off x="187" y="0"/>
                <a:ext cx="233" cy="9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7" name="Line 165">
                <a:extLst>
                  <a:ext uri="{FF2B5EF4-FFF2-40B4-BE49-F238E27FC236}">
                    <a16:creationId xmlns:a16="http://schemas.microsoft.com/office/drawing/2014/main" id="{05ACBDD5-811C-B94E-8027-10BC347B8C62}"/>
                  </a:ext>
                </a:extLst>
              </p:cNvPr>
              <p:cNvSpPr>
                <a:spLocks noChangeShapeType="1"/>
              </p:cNvSpPr>
              <p:nvPr/>
            </p:nvSpPr>
            <p:spPr bwMode="auto">
              <a:xfrm>
                <a:off x="42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28" name="Group 166">
                <a:extLst>
                  <a:ext uri="{FF2B5EF4-FFF2-40B4-BE49-F238E27FC236}">
                    <a16:creationId xmlns:a16="http://schemas.microsoft.com/office/drawing/2014/main" id="{3D799C62-0201-5F41-8A3A-E6FE0B4FE29D}"/>
                  </a:ext>
                </a:extLst>
              </p:cNvPr>
              <p:cNvGrpSpPr>
                <a:grpSpLocks/>
              </p:cNvGrpSpPr>
              <p:nvPr/>
            </p:nvGrpSpPr>
            <p:grpSpPr bwMode="auto">
              <a:xfrm>
                <a:off x="280" y="47"/>
                <a:ext cx="93" cy="141"/>
                <a:chOff x="0" y="0"/>
                <a:chExt cx="93" cy="141"/>
              </a:xfrm>
            </p:grpSpPr>
            <p:sp>
              <p:nvSpPr>
                <p:cNvPr id="429" name="Line 167">
                  <a:extLst>
                    <a:ext uri="{FF2B5EF4-FFF2-40B4-BE49-F238E27FC236}">
                      <a16:creationId xmlns:a16="http://schemas.microsoft.com/office/drawing/2014/main" id="{AC8CE30B-8D4D-914D-97A6-CD67EBDCEC97}"/>
                    </a:ext>
                  </a:extLst>
                </p:cNvPr>
                <p:cNvSpPr>
                  <a:spLocks noChangeShapeType="1"/>
                </p:cNvSpPr>
                <p:nvPr/>
              </p:nvSpPr>
              <p:spPr bwMode="auto">
                <a:xfrm>
                  <a:off x="47" y="0"/>
                  <a:ext cx="0" cy="141"/>
                </a:xfrm>
                <a:prstGeom prst="line">
                  <a:avLst/>
                </a:prstGeom>
                <a:noFill/>
                <a:ln w="28575">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0" name="Line 168">
                  <a:extLst>
                    <a:ext uri="{FF2B5EF4-FFF2-40B4-BE49-F238E27FC236}">
                      <a16:creationId xmlns:a16="http://schemas.microsoft.com/office/drawing/2014/main" id="{56A948E6-B771-E04D-A203-0DB57DA64163}"/>
                    </a:ext>
                  </a:extLst>
                </p:cNvPr>
                <p:cNvSpPr>
                  <a:spLocks noChangeShapeType="1"/>
                </p:cNvSpPr>
                <p:nvPr/>
              </p:nvSpPr>
              <p:spPr bwMode="auto">
                <a:xfrm>
                  <a:off x="0"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1" name="Line 169">
                  <a:extLst>
                    <a:ext uri="{FF2B5EF4-FFF2-40B4-BE49-F238E27FC236}">
                      <a16:creationId xmlns:a16="http://schemas.microsoft.com/office/drawing/2014/main" id="{F89533D6-2E87-1740-B10A-1CCB4DBEE192}"/>
                    </a:ext>
                  </a:extLst>
                </p:cNvPr>
                <p:cNvSpPr>
                  <a:spLocks noChangeShapeType="1"/>
                </p:cNvSpPr>
                <p:nvPr/>
              </p:nvSpPr>
              <p:spPr bwMode="auto">
                <a:xfrm>
                  <a:off x="93"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2" name="Line 170">
                  <a:extLst>
                    <a:ext uri="{FF2B5EF4-FFF2-40B4-BE49-F238E27FC236}">
                      <a16:creationId xmlns:a16="http://schemas.microsoft.com/office/drawing/2014/main" id="{D95F8DBF-AA7F-6E4D-B64E-FDACF4EA557A}"/>
                    </a:ext>
                  </a:extLst>
                </p:cNvPr>
                <p:cNvSpPr>
                  <a:spLocks noChangeShapeType="1"/>
                </p:cNvSpPr>
                <p:nvPr/>
              </p:nvSpPr>
              <p:spPr bwMode="auto">
                <a:xfrm>
                  <a:off x="0" y="141"/>
                  <a:ext cx="9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404" name="Text Box 171">
              <a:extLst>
                <a:ext uri="{FF2B5EF4-FFF2-40B4-BE49-F238E27FC236}">
                  <a16:creationId xmlns:a16="http://schemas.microsoft.com/office/drawing/2014/main" id="{672910C3-170D-F844-BFDF-BFE634E6D55A}"/>
                </a:ext>
              </a:extLst>
            </p:cNvPr>
            <p:cNvSpPr txBox="1">
              <a:spLocks noChangeArrowheads="1"/>
            </p:cNvSpPr>
            <p:nvPr/>
          </p:nvSpPr>
          <p:spPr bwMode="auto">
            <a:xfrm>
              <a:off x="163" y="153"/>
              <a:ext cx="3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9211C"/>
                  </a:solidFill>
                  <a:effectLst/>
                  <a:uLnTx/>
                  <a:uFillTx/>
                  <a:latin typeface="Arial" panose="020B0604020202020204" pitchFamily="34" charset="0"/>
                  <a:ea typeface="宋体" panose="02010600030101010101" pitchFamily="2" charset="-122"/>
                </a:rPr>
                <a:t>2</a:t>
              </a:r>
            </a:p>
          </p:txBody>
        </p:sp>
        <p:sp>
          <p:nvSpPr>
            <p:cNvPr id="405" name="Text Box 172">
              <a:extLst>
                <a:ext uri="{FF2B5EF4-FFF2-40B4-BE49-F238E27FC236}">
                  <a16:creationId xmlns:a16="http://schemas.microsoft.com/office/drawing/2014/main" id="{AAABFCBC-9B42-B343-B03F-D426E31412E1}"/>
                </a:ext>
              </a:extLst>
            </p:cNvPr>
            <p:cNvSpPr txBox="1">
              <a:spLocks noChangeArrowheads="1"/>
            </p:cNvSpPr>
            <p:nvPr/>
          </p:nvSpPr>
          <p:spPr bwMode="auto">
            <a:xfrm>
              <a:off x="192" y="624"/>
              <a:ext cx="3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9211C"/>
                  </a:solidFill>
                  <a:effectLst/>
                  <a:uLnTx/>
                  <a:uFillTx/>
                  <a:latin typeface="Arial" panose="020B0604020202020204" pitchFamily="34" charset="0"/>
                  <a:ea typeface="宋体" panose="02010600030101010101" pitchFamily="2" charset="-122"/>
                </a:rPr>
                <a:t>ST</a:t>
              </a:r>
            </a:p>
          </p:txBody>
        </p:sp>
        <p:sp>
          <p:nvSpPr>
            <p:cNvPr id="406" name="Line 173">
              <a:extLst>
                <a:ext uri="{FF2B5EF4-FFF2-40B4-BE49-F238E27FC236}">
                  <a16:creationId xmlns:a16="http://schemas.microsoft.com/office/drawing/2014/main" id="{3A27D7DA-9319-814A-B37E-A4EB9A6EE9D4}"/>
                </a:ext>
              </a:extLst>
            </p:cNvPr>
            <p:cNvSpPr>
              <a:spLocks noChangeShapeType="1"/>
            </p:cNvSpPr>
            <p:nvPr/>
          </p:nvSpPr>
          <p:spPr bwMode="auto">
            <a:xfrm>
              <a:off x="8" y="818"/>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7" name="Line 174">
              <a:extLst>
                <a:ext uri="{FF2B5EF4-FFF2-40B4-BE49-F238E27FC236}">
                  <a16:creationId xmlns:a16="http://schemas.microsoft.com/office/drawing/2014/main" id="{DD5E581F-23B0-9548-9F82-EF31CAB42AD2}"/>
                </a:ext>
              </a:extLst>
            </p:cNvPr>
            <p:cNvSpPr>
              <a:spLocks noChangeShapeType="1"/>
            </p:cNvSpPr>
            <p:nvPr/>
          </p:nvSpPr>
          <p:spPr bwMode="auto">
            <a:xfrm>
              <a:off x="432" y="816"/>
              <a:ext cx="0" cy="87"/>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8" name="Line 175">
              <a:extLst>
                <a:ext uri="{FF2B5EF4-FFF2-40B4-BE49-F238E27FC236}">
                  <a16:creationId xmlns:a16="http://schemas.microsoft.com/office/drawing/2014/main" id="{35F634FD-D37F-5341-AF2F-7029C09AEDC3}"/>
                </a:ext>
              </a:extLst>
            </p:cNvPr>
            <p:cNvSpPr>
              <a:spLocks noChangeShapeType="1"/>
            </p:cNvSpPr>
            <p:nvPr/>
          </p:nvSpPr>
          <p:spPr bwMode="auto">
            <a:xfrm flipV="1">
              <a:off x="192" y="818"/>
              <a:ext cx="236" cy="13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09" name="Line 176">
              <a:extLst>
                <a:ext uri="{FF2B5EF4-FFF2-40B4-BE49-F238E27FC236}">
                  <a16:creationId xmlns:a16="http://schemas.microsoft.com/office/drawing/2014/main" id="{014F029E-E272-2548-B690-582D124A6F7A}"/>
                </a:ext>
              </a:extLst>
            </p:cNvPr>
            <p:cNvSpPr>
              <a:spLocks noChangeShapeType="1"/>
            </p:cNvSpPr>
            <p:nvPr/>
          </p:nvSpPr>
          <p:spPr bwMode="auto">
            <a:xfrm>
              <a:off x="428" y="818"/>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0" name="Line 177">
              <a:extLst>
                <a:ext uri="{FF2B5EF4-FFF2-40B4-BE49-F238E27FC236}">
                  <a16:creationId xmlns:a16="http://schemas.microsoft.com/office/drawing/2014/main" id="{6F5B151A-29E8-5147-965A-DC732B353D42}"/>
                </a:ext>
              </a:extLst>
            </p:cNvPr>
            <p:cNvSpPr>
              <a:spLocks noChangeShapeType="1"/>
            </p:cNvSpPr>
            <p:nvPr/>
          </p:nvSpPr>
          <p:spPr bwMode="auto">
            <a:xfrm>
              <a:off x="0" y="0"/>
              <a:ext cx="0" cy="130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11" name="Group 178">
              <a:extLst>
                <a:ext uri="{FF2B5EF4-FFF2-40B4-BE49-F238E27FC236}">
                  <a16:creationId xmlns:a16="http://schemas.microsoft.com/office/drawing/2014/main" id="{6657F827-482F-074F-BD4D-423569ED5EB6}"/>
                </a:ext>
              </a:extLst>
            </p:cNvPr>
            <p:cNvGrpSpPr>
              <a:grpSpLocks/>
            </p:cNvGrpSpPr>
            <p:nvPr/>
          </p:nvGrpSpPr>
          <p:grpSpPr bwMode="auto">
            <a:xfrm flipH="1">
              <a:off x="294" y="1170"/>
              <a:ext cx="73" cy="270"/>
              <a:chOff x="0" y="0"/>
              <a:chExt cx="48" cy="192"/>
            </a:xfrm>
          </p:grpSpPr>
          <p:sp>
            <p:nvSpPr>
              <p:cNvPr id="423" name="Line 179">
                <a:extLst>
                  <a:ext uri="{FF2B5EF4-FFF2-40B4-BE49-F238E27FC236}">
                    <a16:creationId xmlns:a16="http://schemas.microsoft.com/office/drawing/2014/main" id="{03A8F3EB-DB26-AD4B-BC8D-5669014DE798}"/>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4" name="Line 180">
                <a:extLst>
                  <a:ext uri="{FF2B5EF4-FFF2-40B4-BE49-F238E27FC236}">
                    <a16:creationId xmlns:a16="http://schemas.microsoft.com/office/drawing/2014/main" id="{6BEFDDDD-34AB-E548-8992-F0A634F8C208}"/>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12" name="Line 181">
              <a:extLst>
                <a:ext uri="{FF2B5EF4-FFF2-40B4-BE49-F238E27FC236}">
                  <a16:creationId xmlns:a16="http://schemas.microsoft.com/office/drawing/2014/main" id="{946DDCD3-D565-8048-B579-1C9BF8ED3788}"/>
                </a:ext>
              </a:extLst>
            </p:cNvPr>
            <p:cNvSpPr>
              <a:spLocks noChangeShapeType="1"/>
            </p:cNvSpPr>
            <p:nvPr/>
          </p:nvSpPr>
          <p:spPr bwMode="auto">
            <a:xfrm>
              <a:off x="0" y="1304"/>
              <a:ext cx="29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3" name="Line 182">
              <a:extLst>
                <a:ext uri="{FF2B5EF4-FFF2-40B4-BE49-F238E27FC236}">
                  <a16:creationId xmlns:a16="http://schemas.microsoft.com/office/drawing/2014/main" id="{7CCEF365-E07A-8343-B7A5-4A155BAF88ED}"/>
                </a:ext>
              </a:extLst>
            </p:cNvPr>
            <p:cNvSpPr>
              <a:spLocks noChangeShapeType="1"/>
            </p:cNvSpPr>
            <p:nvPr/>
          </p:nvSpPr>
          <p:spPr bwMode="auto">
            <a:xfrm>
              <a:off x="288" y="903"/>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14" name="Group 183">
              <a:extLst>
                <a:ext uri="{FF2B5EF4-FFF2-40B4-BE49-F238E27FC236}">
                  <a16:creationId xmlns:a16="http://schemas.microsoft.com/office/drawing/2014/main" id="{DC614BBB-C9B0-534B-9E1F-7B38E5F1E851}"/>
                </a:ext>
              </a:extLst>
            </p:cNvPr>
            <p:cNvGrpSpPr>
              <a:grpSpLocks/>
            </p:cNvGrpSpPr>
            <p:nvPr/>
          </p:nvGrpSpPr>
          <p:grpSpPr bwMode="auto">
            <a:xfrm>
              <a:off x="19" y="388"/>
              <a:ext cx="653" cy="188"/>
              <a:chOff x="0" y="0"/>
              <a:chExt cx="653" cy="188"/>
            </a:xfrm>
          </p:grpSpPr>
          <p:sp>
            <p:nvSpPr>
              <p:cNvPr id="415" name="Line 184">
                <a:extLst>
                  <a:ext uri="{FF2B5EF4-FFF2-40B4-BE49-F238E27FC236}">
                    <a16:creationId xmlns:a16="http://schemas.microsoft.com/office/drawing/2014/main" id="{EE9CFF99-CD10-854E-B26C-ED58CCC6B87C}"/>
                  </a:ext>
                </a:extLst>
              </p:cNvPr>
              <p:cNvSpPr>
                <a:spLocks noChangeShapeType="1"/>
              </p:cNvSpPr>
              <p:nvPr/>
            </p:nvSpPr>
            <p:spPr bwMode="auto">
              <a:xfrm>
                <a:off x="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6" name="Line 185">
                <a:extLst>
                  <a:ext uri="{FF2B5EF4-FFF2-40B4-BE49-F238E27FC236}">
                    <a16:creationId xmlns:a16="http://schemas.microsoft.com/office/drawing/2014/main" id="{D581E9AE-FF51-6C40-AB97-4DD399AE5B28}"/>
                  </a:ext>
                </a:extLst>
              </p:cNvPr>
              <p:cNvSpPr>
                <a:spLocks noChangeShapeType="1"/>
              </p:cNvSpPr>
              <p:nvPr/>
            </p:nvSpPr>
            <p:spPr bwMode="auto">
              <a:xfrm flipV="1">
                <a:off x="187" y="0"/>
                <a:ext cx="233" cy="94"/>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17" name="Line 186">
                <a:extLst>
                  <a:ext uri="{FF2B5EF4-FFF2-40B4-BE49-F238E27FC236}">
                    <a16:creationId xmlns:a16="http://schemas.microsoft.com/office/drawing/2014/main" id="{0BF89A58-6043-9D4F-9F41-D7EC4B9FDC0B}"/>
                  </a:ext>
                </a:extLst>
              </p:cNvPr>
              <p:cNvSpPr>
                <a:spLocks noChangeShapeType="1"/>
              </p:cNvSpPr>
              <p:nvPr/>
            </p:nvSpPr>
            <p:spPr bwMode="auto">
              <a:xfrm>
                <a:off x="420" y="0"/>
                <a:ext cx="23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18" name="Group 187">
                <a:extLst>
                  <a:ext uri="{FF2B5EF4-FFF2-40B4-BE49-F238E27FC236}">
                    <a16:creationId xmlns:a16="http://schemas.microsoft.com/office/drawing/2014/main" id="{90258362-0FFD-C24D-8CAF-8C8D3C325A93}"/>
                  </a:ext>
                </a:extLst>
              </p:cNvPr>
              <p:cNvGrpSpPr>
                <a:grpSpLocks/>
              </p:cNvGrpSpPr>
              <p:nvPr/>
            </p:nvGrpSpPr>
            <p:grpSpPr bwMode="auto">
              <a:xfrm>
                <a:off x="280" y="47"/>
                <a:ext cx="93" cy="141"/>
                <a:chOff x="0" y="0"/>
                <a:chExt cx="93" cy="141"/>
              </a:xfrm>
            </p:grpSpPr>
            <p:sp>
              <p:nvSpPr>
                <p:cNvPr id="419" name="Line 188">
                  <a:extLst>
                    <a:ext uri="{FF2B5EF4-FFF2-40B4-BE49-F238E27FC236}">
                      <a16:creationId xmlns:a16="http://schemas.microsoft.com/office/drawing/2014/main" id="{EE3B1F8E-853E-524A-BE28-E0493102F9C3}"/>
                    </a:ext>
                  </a:extLst>
                </p:cNvPr>
                <p:cNvSpPr>
                  <a:spLocks noChangeShapeType="1"/>
                </p:cNvSpPr>
                <p:nvPr/>
              </p:nvSpPr>
              <p:spPr bwMode="auto">
                <a:xfrm>
                  <a:off x="47" y="0"/>
                  <a:ext cx="0" cy="141"/>
                </a:xfrm>
                <a:prstGeom prst="line">
                  <a:avLst/>
                </a:prstGeom>
                <a:noFill/>
                <a:ln w="28575">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0" name="Line 189">
                  <a:extLst>
                    <a:ext uri="{FF2B5EF4-FFF2-40B4-BE49-F238E27FC236}">
                      <a16:creationId xmlns:a16="http://schemas.microsoft.com/office/drawing/2014/main" id="{98B53581-0806-114A-90C4-6351974D3862}"/>
                    </a:ext>
                  </a:extLst>
                </p:cNvPr>
                <p:cNvSpPr>
                  <a:spLocks noChangeShapeType="1"/>
                </p:cNvSpPr>
                <p:nvPr/>
              </p:nvSpPr>
              <p:spPr bwMode="auto">
                <a:xfrm>
                  <a:off x="0"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1" name="Line 190">
                  <a:extLst>
                    <a:ext uri="{FF2B5EF4-FFF2-40B4-BE49-F238E27FC236}">
                      <a16:creationId xmlns:a16="http://schemas.microsoft.com/office/drawing/2014/main" id="{21C14651-DEF9-DB48-BBEF-95E3B88512D3}"/>
                    </a:ext>
                  </a:extLst>
                </p:cNvPr>
                <p:cNvSpPr>
                  <a:spLocks noChangeShapeType="1"/>
                </p:cNvSpPr>
                <p:nvPr/>
              </p:nvSpPr>
              <p:spPr bwMode="auto">
                <a:xfrm>
                  <a:off x="93" y="106"/>
                  <a:ext cx="0" cy="3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22" name="Line 191">
                  <a:extLst>
                    <a:ext uri="{FF2B5EF4-FFF2-40B4-BE49-F238E27FC236}">
                      <a16:creationId xmlns:a16="http://schemas.microsoft.com/office/drawing/2014/main" id="{5580A207-6FC1-1247-954D-DE691A53FC57}"/>
                    </a:ext>
                  </a:extLst>
                </p:cNvPr>
                <p:cNvSpPr>
                  <a:spLocks noChangeShapeType="1"/>
                </p:cNvSpPr>
                <p:nvPr/>
              </p:nvSpPr>
              <p:spPr bwMode="auto">
                <a:xfrm>
                  <a:off x="0" y="141"/>
                  <a:ext cx="93"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grpSp>
        <p:nvGrpSpPr>
          <p:cNvPr id="433" name="Group 193">
            <a:extLst>
              <a:ext uri="{FF2B5EF4-FFF2-40B4-BE49-F238E27FC236}">
                <a16:creationId xmlns:a16="http://schemas.microsoft.com/office/drawing/2014/main" id="{3927AE6D-70DB-FA4D-B615-7F4CF2C2D1C9}"/>
              </a:ext>
            </a:extLst>
          </p:cNvPr>
          <p:cNvGrpSpPr>
            <a:grpSpLocks/>
          </p:cNvGrpSpPr>
          <p:nvPr/>
        </p:nvGrpSpPr>
        <p:grpSpPr bwMode="auto">
          <a:xfrm>
            <a:off x="4724400" y="348952"/>
            <a:ext cx="2971800" cy="2057400"/>
            <a:chOff x="0" y="0"/>
            <a:chExt cx="1872" cy="1296"/>
          </a:xfrm>
        </p:grpSpPr>
        <p:grpSp>
          <p:nvGrpSpPr>
            <p:cNvPr id="434" name="Group 194">
              <a:extLst>
                <a:ext uri="{FF2B5EF4-FFF2-40B4-BE49-F238E27FC236}">
                  <a16:creationId xmlns:a16="http://schemas.microsoft.com/office/drawing/2014/main" id="{A58EC8A3-7BFE-0E4C-B720-28046B1DFDAB}"/>
                </a:ext>
              </a:extLst>
            </p:cNvPr>
            <p:cNvGrpSpPr>
              <a:grpSpLocks/>
            </p:cNvGrpSpPr>
            <p:nvPr/>
          </p:nvGrpSpPr>
          <p:grpSpPr bwMode="auto">
            <a:xfrm>
              <a:off x="0" y="0"/>
              <a:ext cx="1872" cy="1296"/>
              <a:chOff x="0" y="0"/>
              <a:chExt cx="1872" cy="1296"/>
            </a:xfrm>
          </p:grpSpPr>
          <p:sp>
            <p:nvSpPr>
              <p:cNvPr id="436" name="Rectangle 195">
                <a:extLst>
                  <a:ext uri="{FF2B5EF4-FFF2-40B4-BE49-F238E27FC236}">
                    <a16:creationId xmlns:a16="http://schemas.microsoft.com/office/drawing/2014/main" id="{81FB5B90-EB5E-944E-BAE1-9CC6B0245664}"/>
                  </a:ext>
                </a:extLst>
              </p:cNvPr>
              <p:cNvSpPr>
                <a:spLocks noChangeArrowheads="1"/>
              </p:cNvSpPr>
              <p:nvPr/>
            </p:nvSpPr>
            <p:spPr bwMode="auto">
              <a:xfrm>
                <a:off x="387" y="245"/>
                <a:ext cx="909" cy="1051"/>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37" name="Text Box 196">
                <a:extLst>
                  <a:ext uri="{FF2B5EF4-FFF2-40B4-BE49-F238E27FC236}">
                    <a16:creationId xmlns:a16="http://schemas.microsoft.com/office/drawing/2014/main" id="{AE7F7B99-89CE-624D-A51A-C9DD00F3FA8A}"/>
                  </a:ext>
                </a:extLst>
              </p:cNvPr>
              <p:cNvSpPr txBox="1">
                <a:spLocks noChangeArrowheads="1"/>
              </p:cNvSpPr>
              <p:nvPr/>
            </p:nvSpPr>
            <p:spPr bwMode="auto">
              <a:xfrm>
                <a:off x="864" y="594"/>
                <a:ext cx="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000" b="1" i="0" u="none" strike="noStrike" kern="0" cap="none" spc="0" normalizeH="0" baseline="0" noProof="0">
                    <a:ln>
                      <a:noFill/>
                    </a:ln>
                    <a:solidFill>
                      <a:srgbClr val="003162"/>
                    </a:solidFill>
                    <a:effectLst/>
                    <a:uLnTx/>
                    <a:uFillTx/>
                    <a:latin typeface="Arial" panose="020B0604020202020204" pitchFamily="34" charset="0"/>
                    <a:ea typeface="宋体" panose="02010600030101010101" pitchFamily="2" charset="-122"/>
                  </a:rPr>
                  <a:t>PLC</a:t>
                </a:r>
              </a:p>
            </p:txBody>
          </p:sp>
          <p:sp>
            <p:nvSpPr>
              <p:cNvPr id="438" name="Line 197">
                <a:extLst>
                  <a:ext uri="{FF2B5EF4-FFF2-40B4-BE49-F238E27FC236}">
                    <a16:creationId xmlns:a16="http://schemas.microsoft.com/office/drawing/2014/main" id="{7FA637E6-8520-B94C-B69A-BAA94CC64B13}"/>
                  </a:ext>
                </a:extLst>
              </p:cNvPr>
              <p:cNvSpPr>
                <a:spLocks noChangeShapeType="1"/>
              </p:cNvSpPr>
              <p:nvPr/>
            </p:nvSpPr>
            <p:spPr bwMode="auto">
              <a:xfrm>
                <a:off x="1293" y="333"/>
                <a:ext cx="195"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39" name="Rectangle 198">
                <a:extLst>
                  <a:ext uri="{FF2B5EF4-FFF2-40B4-BE49-F238E27FC236}">
                    <a16:creationId xmlns:a16="http://schemas.microsoft.com/office/drawing/2014/main" id="{F181010D-39F5-0B43-802D-C0E1ED38C1B1}"/>
                  </a:ext>
                </a:extLst>
              </p:cNvPr>
              <p:cNvSpPr>
                <a:spLocks noChangeArrowheads="1"/>
              </p:cNvSpPr>
              <p:nvPr/>
            </p:nvSpPr>
            <p:spPr bwMode="auto">
              <a:xfrm>
                <a:off x="1488" y="201"/>
                <a:ext cx="181" cy="263"/>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440" name="Line 199">
                <a:extLst>
                  <a:ext uri="{FF2B5EF4-FFF2-40B4-BE49-F238E27FC236}">
                    <a16:creationId xmlns:a16="http://schemas.microsoft.com/office/drawing/2014/main" id="{373C935F-A339-D34B-9F9F-46B18D309C59}"/>
                  </a:ext>
                </a:extLst>
              </p:cNvPr>
              <p:cNvSpPr>
                <a:spLocks noChangeShapeType="1"/>
              </p:cNvSpPr>
              <p:nvPr/>
            </p:nvSpPr>
            <p:spPr bwMode="auto">
              <a:xfrm>
                <a:off x="1680" y="333"/>
                <a:ext cx="192" cy="3"/>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1" name="Line 200">
                <a:extLst>
                  <a:ext uri="{FF2B5EF4-FFF2-40B4-BE49-F238E27FC236}">
                    <a16:creationId xmlns:a16="http://schemas.microsoft.com/office/drawing/2014/main" id="{494BC43B-1F9B-A649-886C-382F317843E1}"/>
                  </a:ext>
                </a:extLst>
              </p:cNvPr>
              <p:cNvSpPr>
                <a:spLocks noChangeShapeType="1"/>
              </p:cNvSpPr>
              <p:nvPr/>
            </p:nvSpPr>
            <p:spPr bwMode="auto">
              <a:xfrm>
                <a:off x="1872" y="333"/>
                <a:ext cx="0" cy="67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2" name="Text Box 201">
                <a:extLst>
                  <a:ext uri="{FF2B5EF4-FFF2-40B4-BE49-F238E27FC236}">
                    <a16:creationId xmlns:a16="http://schemas.microsoft.com/office/drawing/2014/main" id="{6A799CB1-57E5-3E4A-BE1A-006962BED54E}"/>
                  </a:ext>
                </a:extLst>
              </p:cNvPr>
              <p:cNvSpPr txBox="1">
                <a:spLocks noChangeArrowheads="1"/>
              </p:cNvSpPr>
              <p:nvPr/>
            </p:nvSpPr>
            <p:spPr bwMode="auto">
              <a:xfrm>
                <a:off x="1488" y="864"/>
                <a:ext cx="2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443" name="Line 202">
                <a:extLst>
                  <a:ext uri="{FF2B5EF4-FFF2-40B4-BE49-F238E27FC236}">
                    <a16:creationId xmlns:a16="http://schemas.microsoft.com/office/drawing/2014/main" id="{05C0448A-E240-DE45-BAC6-F7D8C38F8A17}"/>
                  </a:ext>
                </a:extLst>
              </p:cNvPr>
              <p:cNvSpPr>
                <a:spLocks noChangeShapeType="1"/>
              </p:cNvSpPr>
              <p:nvPr/>
            </p:nvSpPr>
            <p:spPr bwMode="auto">
              <a:xfrm>
                <a:off x="226" y="1208"/>
                <a:ext cx="181"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44" name="Text Box 203">
                <a:extLst>
                  <a:ext uri="{FF2B5EF4-FFF2-40B4-BE49-F238E27FC236}">
                    <a16:creationId xmlns:a16="http://schemas.microsoft.com/office/drawing/2014/main" id="{CDA1C5B1-9466-1B4A-94A0-E4A13071D7CE}"/>
                  </a:ext>
                </a:extLst>
              </p:cNvPr>
              <p:cNvSpPr txBox="1">
                <a:spLocks noChangeArrowheads="1"/>
              </p:cNvSpPr>
              <p:nvPr/>
            </p:nvSpPr>
            <p:spPr bwMode="auto">
              <a:xfrm>
                <a:off x="48" y="124"/>
                <a:ext cx="34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1</a:t>
                </a:r>
              </a:p>
            </p:txBody>
          </p:sp>
          <p:grpSp>
            <p:nvGrpSpPr>
              <p:cNvPr id="445" name="Group 204">
                <a:extLst>
                  <a:ext uri="{FF2B5EF4-FFF2-40B4-BE49-F238E27FC236}">
                    <a16:creationId xmlns:a16="http://schemas.microsoft.com/office/drawing/2014/main" id="{0493865C-A049-D244-94D3-6C0ADD4D36F2}"/>
                  </a:ext>
                </a:extLst>
              </p:cNvPr>
              <p:cNvGrpSpPr>
                <a:grpSpLocks/>
              </p:cNvGrpSpPr>
              <p:nvPr/>
            </p:nvGrpSpPr>
            <p:grpSpPr bwMode="auto">
              <a:xfrm>
                <a:off x="0" y="342"/>
                <a:ext cx="402" cy="122"/>
                <a:chOff x="0" y="0"/>
                <a:chExt cx="672" cy="192"/>
              </a:xfrm>
            </p:grpSpPr>
            <p:sp>
              <p:nvSpPr>
                <p:cNvPr id="476" name="Line 205">
                  <a:extLst>
                    <a:ext uri="{FF2B5EF4-FFF2-40B4-BE49-F238E27FC236}">
                      <a16:creationId xmlns:a16="http://schemas.microsoft.com/office/drawing/2014/main" id="{C6016287-3C9D-8341-87CF-93A7480EB442}"/>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7" name="Line 206">
                  <a:extLst>
                    <a:ext uri="{FF2B5EF4-FFF2-40B4-BE49-F238E27FC236}">
                      <a16:creationId xmlns:a16="http://schemas.microsoft.com/office/drawing/2014/main" id="{71717C46-E60F-DF4E-A700-A3D0F7F2AACB}"/>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8" name="Line 207">
                  <a:extLst>
                    <a:ext uri="{FF2B5EF4-FFF2-40B4-BE49-F238E27FC236}">
                      <a16:creationId xmlns:a16="http://schemas.microsoft.com/office/drawing/2014/main" id="{C6CC943E-00C3-2149-AF15-555097821367}"/>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79" name="Group 208">
                  <a:extLst>
                    <a:ext uri="{FF2B5EF4-FFF2-40B4-BE49-F238E27FC236}">
                      <a16:creationId xmlns:a16="http://schemas.microsoft.com/office/drawing/2014/main" id="{0C90E81B-80FF-6843-9DC3-C6FC92DCF547}"/>
                    </a:ext>
                  </a:extLst>
                </p:cNvPr>
                <p:cNvGrpSpPr>
                  <a:grpSpLocks/>
                </p:cNvGrpSpPr>
                <p:nvPr/>
              </p:nvGrpSpPr>
              <p:grpSpPr bwMode="auto">
                <a:xfrm>
                  <a:off x="288" y="48"/>
                  <a:ext cx="96" cy="144"/>
                  <a:chOff x="0" y="0"/>
                  <a:chExt cx="96" cy="192"/>
                </a:xfrm>
              </p:grpSpPr>
              <p:sp>
                <p:nvSpPr>
                  <p:cNvPr id="480" name="Line 209">
                    <a:extLst>
                      <a:ext uri="{FF2B5EF4-FFF2-40B4-BE49-F238E27FC236}">
                        <a16:creationId xmlns:a16="http://schemas.microsoft.com/office/drawing/2014/main" id="{8D9AAC21-DC03-F340-8B49-9FE7B0DC783A}"/>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1" name="Line 210">
                    <a:extLst>
                      <a:ext uri="{FF2B5EF4-FFF2-40B4-BE49-F238E27FC236}">
                        <a16:creationId xmlns:a16="http://schemas.microsoft.com/office/drawing/2014/main" id="{AC179C3D-5D8E-954F-83A6-8B669F409A51}"/>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2" name="Line 211">
                    <a:extLst>
                      <a:ext uri="{FF2B5EF4-FFF2-40B4-BE49-F238E27FC236}">
                        <a16:creationId xmlns:a16="http://schemas.microsoft.com/office/drawing/2014/main" id="{80DF8F4B-CA28-F649-B613-DA056BCD0ADB}"/>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83" name="Line 212">
                    <a:extLst>
                      <a:ext uri="{FF2B5EF4-FFF2-40B4-BE49-F238E27FC236}">
                        <a16:creationId xmlns:a16="http://schemas.microsoft.com/office/drawing/2014/main" id="{966D74A8-A652-FF41-A2B9-329DA8080332}"/>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446" name="Text Box 213">
                <a:extLst>
                  <a:ext uri="{FF2B5EF4-FFF2-40B4-BE49-F238E27FC236}">
                    <a16:creationId xmlns:a16="http://schemas.microsoft.com/office/drawing/2014/main" id="{2FE127EA-6E0B-AA43-8548-AFF9D92C3FCD}"/>
                  </a:ext>
                </a:extLst>
              </p:cNvPr>
              <p:cNvSpPr txBox="1">
                <a:spLocks noChangeArrowheads="1"/>
              </p:cNvSpPr>
              <p:nvPr/>
            </p:nvSpPr>
            <p:spPr bwMode="auto">
              <a:xfrm>
                <a:off x="48" y="421"/>
                <a:ext cx="3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2</a:t>
                </a:r>
              </a:p>
            </p:txBody>
          </p:sp>
          <p:sp>
            <p:nvSpPr>
              <p:cNvPr id="447" name="Text Box 214">
                <a:extLst>
                  <a:ext uri="{FF2B5EF4-FFF2-40B4-BE49-F238E27FC236}">
                    <a16:creationId xmlns:a16="http://schemas.microsoft.com/office/drawing/2014/main" id="{C80C47D2-47F6-3C4D-865A-6D1FBB4E3387}"/>
                  </a:ext>
                </a:extLst>
              </p:cNvPr>
              <p:cNvSpPr txBox="1">
                <a:spLocks noChangeArrowheads="1"/>
              </p:cNvSpPr>
              <p:nvPr/>
            </p:nvSpPr>
            <p:spPr bwMode="auto">
              <a:xfrm>
                <a:off x="1444" y="0"/>
                <a:ext cx="3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a:t>
                </a:r>
              </a:p>
            </p:txBody>
          </p:sp>
          <p:sp>
            <p:nvSpPr>
              <p:cNvPr id="448" name="Text Box 215">
                <a:extLst>
                  <a:ext uri="{FF2B5EF4-FFF2-40B4-BE49-F238E27FC236}">
                    <a16:creationId xmlns:a16="http://schemas.microsoft.com/office/drawing/2014/main" id="{0D3A6908-1A71-2840-A9DF-E4584AD95289}"/>
                  </a:ext>
                </a:extLst>
              </p:cNvPr>
              <p:cNvSpPr txBox="1">
                <a:spLocks noChangeArrowheads="1"/>
              </p:cNvSpPr>
              <p:nvPr/>
            </p:nvSpPr>
            <p:spPr bwMode="auto">
              <a:xfrm>
                <a:off x="48" y="748"/>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ST</a:t>
                </a:r>
              </a:p>
            </p:txBody>
          </p:sp>
          <p:sp>
            <p:nvSpPr>
              <p:cNvPr id="449" name="Line 216">
                <a:extLst>
                  <a:ext uri="{FF2B5EF4-FFF2-40B4-BE49-F238E27FC236}">
                    <a16:creationId xmlns:a16="http://schemas.microsoft.com/office/drawing/2014/main" id="{B514034B-3FB0-8146-BFBE-A1ECE325C02B}"/>
                  </a:ext>
                </a:extLst>
              </p:cNvPr>
              <p:cNvSpPr>
                <a:spLocks noChangeShapeType="1"/>
              </p:cNvSpPr>
              <p:nvPr/>
            </p:nvSpPr>
            <p:spPr bwMode="auto">
              <a:xfrm>
                <a:off x="0" y="333"/>
                <a:ext cx="0" cy="875"/>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50" name="Group 217">
                <a:extLst>
                  <a:ext uri="{FF2B5EF4-FFF2-40B4-BE49-F238E27FC236}">
                    <a16:creationId xmlns:a16="http://schemas.microsoft.com/office/drawing/2014/main" id="{B48CAAFC-C2CE-6644-AE9C-65D09F9990B3}"/>
                  </a:ext>
                </a:extLst>
              </p:cNvPr>
              <p:cNvGrpSpPr>
                <a:grpSpLocks/>
              </p:cNvGrpSpPr>
              <p:nvPr/>
            </p:nvGrpSpPr>
            <p:grpSpPr bwMode="auto">
              <a:xfrm flipH="1">
                <a:off x="181" y="1121"/>
                <a:ext cx="45" cy="175"/>
                <a:chOff x="0" y="0"/>
                <a:chExt cx="48" cy="192"/>
              </a:xfrm>
            </p:grpSpPr>
            <p:sp>
              <p:nvSpPr>
                <p:cNvPr id="474" name="Line 218">
                  <a:extLst>
                    <a:ext uri="{FF2B5EF4-FFF2-40B4-BE49-F238E27FC236}">
                      <a16:creationId xmlns:a16="http://schemas.microsoft.com/office/drawing/2014/main" id="{C89C32C3-A8C7-A44E-A736-86226B21B24A}"/>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5" name="Line 219">
                  <a:extLst>
                    <a:ext uri="{FF2B5EF4-FFF2-40B4-BE49-F238E27FC236}">
                      <a16:creationId xmlns:a16="http://schemas.microsoft.com/office/drawing/2014/main" id="{4667154B-E0E2-5C46-9738-BF205D8F427C}"/>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51" name="Line 220">
                <a:extLst>
                  <a:ext uri="{FF2B5EF4-FFF2-40B4-BE49-F238E27FC236}">
                    <a16:creationId xmlns:a16="http://schemas.microsoft.com/office/drawing/2014/main" id="{88DF09CB-5E39-794D-8AF8-7795D64BA4D2}"/>
                  </a:ext>
                </a:extLst>
              </p:cNvPr>
              <p:cNvSpPr>
                <a:spLocks noChangeShapeType="1"/>
              </p:cNvSpPr>
              <p:nvPr/>
            </p:nvSpPr>
            <p:spPr bwMode="auto">
              <a:xfrm>
                <a:off x="0" y="1208"/>
                <a:ext cx="181"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52" name="Group 221">
                <a:extLst>
                  <a:ext uri="{FF2B5EF4-FFF2-40B4-BE49-F238E27FC236}">
                    <a16:creationId xmlns:a16="http://schemas.microsoft.com/office/drawing/2014/main" id="{F43283BD-92EA-D74E-9A0B-3AA8FDC5F73A}"/>
                  </a:ext>
                </a:extLst>
              </p:cNvPr>
              <p:cNvGrpSpPr>
                <a:grpSpLocks/>
              </p:cNvGrpSpPr>
              <p:nvPr/>
            </p:nvGrpSpPr>
            <p:grpSpPr bwMode="auto">
              <a:xfrm>
                <a:off x="0" y="624"/>
                <a:ext cx="402" cy="122"/>
                <a:chOff x="0" y="0"/>
                <a:chExt cx="672" cy="192"/>
              </a:xfrm>
            </p:grpSpPr>
            <p:sp>
              <p:nvSpPr>
                <p:cNvPr id="466" name="Line 222">
                  <a:extLst>
                    <a:ext uri="{FF2B5EF4-FFF2-40B4-BE49-F238E27FC236}">
                      <a16:creationId xmlns:a16="http://schemas.microsoft.com/office/drawing/2014/main" id="{48A6CD91-07F2-B745-901F-125F705B7022}"/>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7" name="Line 223">
                  <a:extLst>
                    <a:ext uri="{FF2B5EF4-FFF2-40B4-BE49-F238E27FC236}">
                      <a16:creationId xmlns:a16="http://schemas.microsoft.com/office/drawing/2014/main" id="{C125168F-82D5-8240-98AB-7D8C2A4D7DB5}"/>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8" name="Line 224">
                  <a:extLst>
                    <a:ext uri="{FF2B5EF4-FFF2-40B4-BE49-F238E27FC236}">
                      <a16:creationId xmlns:a16="http://schemas.microsoft.com/office/drawing/2014/main" id="{F445D636-A9B5-4848-862E-F5C53D0E7717}"/>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469" name="Group 225">
                  <a:extLst>
                    <a:ext uri="{FF2B5EF4-FFF2-40B4-BE49-F238E27FC236}">
                      <a16:creationId xmlns:a16="http://schemas.microsoft.com/office/drawing/2014/main" id="{53ECC915-9C2E-EA44-83FB-74589FA174D8}"/>
                    </a:ext>
                  </a:extLst>
                </p:cNvPr>
                <p:cNvGrpSpPr>
                  <a:grpSpLocks/>
                </p:cNvGrpSpPr>
                <p:nvPr/>
              </p:nvGrpSpPr>
              <p:grpSpPr bwMode="auto">
                <a:xfrm>
                  <a:off x="288" y="48"/>
                  <a:ext cx="96" cy="144"/>
                  <a:chOff x="0" y="0"/>
                  <a:chExt cx="96" cy="192"/>
                </a:xfrm>
              </p:grpSpPr>
              <p:sp>
                <p:nvSpPr>
                  <p:cNvPr id="470" name="Line 226">
                    <a:extLst>
                      <a:ext uri="{FF2B5EF4-FFF2-40B4-BE49-F238E27FC236}">
                        <a16:creationId xmlns:a16="http://schemas.microsoft.com/office/drawing/2014/main" id="{B8A59618-0F86-7041-B56E-CD3612E901A5}"/>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1" name="Line 227">
                    <a:extLst>
                      <a:ext uri="{FF2B5EF4-FFF2-40B4-BE49-F238E27FC236}">
                        <a16:creationId xmlns:a16="http://schemas.microsoft.com/office/drawing/2014/main" id="{8FD33147-EDCA-8A46-B5F4-0C3E630CAA8A}"/>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2" name="Line 228">
                    <a:extLst>
                      <a:ext uri="{FF2B5EF4-FFF2-40B4-BE49-F238E27FC236}">
                        <a16:creationId xmlns:a16="http://schemas.microsoft.com/office/drawing/2014/main" id="{3EC7D91A-05B6-A54E-88AE-16F9DE30B18D}"/>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73" name="Line 229">
                    <a:extLst>
                      <a:ext uri="{FF2B5EF4-FFF2-40B4-BE49-F238E27FC236}">
                        <a16:creationId xmlns:a16="http://schemas.microsoft.com/office/drawing/2014/main" id="{40B4761F-5CE4-3A41-BEAF-3954E44DE9BB}"/>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grpSp>
            <p:nvGrpSpPr>
              <p:cNvPr id="453" name="Group 230">
                <a:extLst>
                  <a:ext uri="{FF2B5EF4-FFF2-40B4-BE49-F238E27FC236}">
                    <a16:creationId xmlns:a16="http://schemas.microsoft.com/office/drawing/2014/main" id="{F953C6EA-75C1-8946-9CE7-7C8F2949DFE7}"/>
                  </a:ext>
                </a:extLst>
              </p:cNvPr>
              <p:cNvGrpSpPr>
                <a:grpSpLocks/>
              </p:cNvGrpSpPr>
              <p:nvPr/>
            </p:nvGrpSpPr>
            <p:grpSpPr bwMode="auto">
              <a:xfrm>
                <a:off x="0" y="960"/>
                <a:ext cx="402" cy="61"/>
                <a:chOff x="0" y="0"/>
                <a:chExt cx="402" cy="61"/>
              </a:xfrm>
            </p:grpSpPr>
            <p:sp>
              <p:nvSpPr>
                <p:cNvPr id="461" name="Line 231">
                  <a:extLst>
                    <a:ext uri="{FF2B5EF4-FFF2-40B4-BE49-F238E27FC236}">
                      <a16:creationId xmlns:a16="http://schemas.microsoft.com/office/drawing/2014/main" id="{3E21C77E-D77B-7C4D-A53D-1016E97A882E}"/>
                    </a:ext>
                  </a:extLst>
                </p:cNvPr>
                <p:cNvSpPr>
                  <a:spLocks noChangeShapeType="1"/>
                </p:cNvSpPr>
                <p:nvPr/>
              </p:nvSpPr>
              <p:spPr bwMode="auto">
                <a:xfrm>
                  <a:off x="0" y="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2" name="Line 232">
                  <a:extLst>
                    <a:ext uri="{FF2B5EF4-FFF2-40B4-BE49-F238E27FC236}">
                      <a16:creationId xmlns:a16="http://schemas.microsoft.com/office/drawing/2014/main" id="{7C452C83-0D3B-3244-90E9-128CD7ED5D2E}"/>
                    </a:ext>
                  </a:extLst>
                </p:cNvPr>
                <p:cNvSpPr>
                  <a:spLocks noChangeShapeType="1"/>
                </p:cNvSpPr>
                <p:nvPr/>
              </p:nvSpPr>
              <p:spPr bwMode="auto">
                <a:xfrm flipV="1">
                  <a:off x="115" y="0"/>
                  <a:ext cx="143" cy="61"/>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3" name="Line 233">
                  <a:extLst>
                    <a:ext uri="{FF2B5EF4-FFF2-40B4-BE49-F238E27FC236}">
                      <a16:creationId xmlns:a16="http://schemas.microsoft.com/office/drawing/2014/main" id="{80798EB5-A71D-644A-87C4-981EA6434E39}"/>
                    </a:ext>
                  </a:extLst>
                </p:cNvPr>
                <p:cNvSpPr>
                  <a:spLocks noChangeShapeType="1"/>
                </p:cNvSpPr>
                <p:nvPr/>
              </p:nvSpPr>
              <p:spPr bwMode="auto">
                <a:xfrm>
                  <a:off x="258" y="0"/>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4" name="Line 234">
                  <a:extLst>
                    <a:ext uri="{FF2B5EF4-FFF2-40B4-BE49-F238E27FC236}">
                      <a16:creationId xmlns:a16="http://schemas.microsoft.com/office/drawing/2014/main" id="{1472DB4F-1AAB-5041-AD8A-DF78F31D2F0A}"/>
                    </a:ext>
                  </a:extLst>
                </p:cNvPr>
                <p:cNvSpPr>
                  <a:spLocks noChangeShapeType="1"/>
                </p:cNvSpPr>
                <p:nvPr/>
              </p:nvSpPr>
              <p:spPr bwMode="auto">
                <a:xfrm>
                  <a:off x="240" y="0"/>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65" name="Line 235">
                  <a:extLst>
                    <a:ext uri="{FF2B5EF4-FFF2-40B4-BE49-F238E27FC236}">
                      <a16:creationId xmlns:a16="http://schemas.microsoft.com/office/drawing/2014/main" id="{08D4A783-2730-6D4C-9219-62D342753648}"/>
                    </a:ext>
                  </a:extLst>
                </p:cNvPr>
                <p:cNvSpPr>
                  <a:spLocks noChangeShapeType="1"/>
                </p:cNvSpPr>
                <p:nvPr/>
              </p:nvSpPr>
              <p:spPr bwMode="auto">
                <a:xfrm flipH="1">
                  <a:off x="144" y="48"/>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54" name="Line 236">
                <a:extLst>
                  <a:ext uri="{FF2B5EF4-FFF2-40B4-BE49-F238E27FC236}">
                    <a16:creationId xmlns:a16="http://schemas.microsoft.com/office/drawing/2014/main" id="{C2500897-81EF-2B4D-9C71-C5B884011CCD}"/>
                  </a:ext>
                </a:extLst>
              </p:cNvPr>
              <p:cNvSpPr>
                <a:spLocks noChangeShapeType="1"/>
              </p:cNvSpPr>
              <p:nvPr/>
            </p:nvSpPr>
            <p:spPr bwMode="auto">
              <a:xfrm>
                <a:off x="1296" y="1008"/>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5" name="Line 237">
                <a:extLst>
                  <a:ext uri="{FF2B5EF4-FFF2-40B4-BE49-F238E27FC236}">
                    <a16:creationId xmlns:a16="http://schemas.microsoft.com/office/drawing/2014/main" id="{D2F42149-0782-3C4E-81A1-C91D32397B8F}"/>
                  </a:ext>
                </a:extLst>
              </p:cNvPr>
              <p:cNvSpPr>
                <a:spLocks noChangeShapeType="1"/>
              </p:cNvSpPr>
              <p:nvPr/>
            </p:nvSpPr>
            <p:spPr bwMode="auto">
              <a:xfrm>
                <a:off x="1728" y="1008"/>
                <a:ext cx="14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456" name="Text Box 238">
                <a:extLst>
                  <a:ext uri="{FF2B5EF4-FFF2-40B4-BE49-F238E27FC236}">
                    <a16:creationId xmlns:a16="http://schemas.microsoft.com/office/drawing/2014/main" id="{817B8A14-CB07-584E-9300-005066B589CC}"/>
                  </a:ext>
                </a:extLst>
              </p:cNvPr>
              <p:cNvSpPr txBox="1">
                <a:spLocks noChangeArrowheads="1"/>
              </p:cNvSpPr>
              <p:nvPr/>
            </p:nvSpPr>
            <p:spPr bwMode="auto">
              <a:xfrm>
                <a:off x="384" y="24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00000</a:t>
                </a:r>
              </a:p>
            </p:txBody>
          </p:sp>
          <p:sp>
            <p:nvSpPr>
              <p:cNvPr id="457" name="Text Box 239">
                <a:extLst>
                  <a:ext uri="{FF2B5EF4-FFF2-40B4-BE49-F238E27FC236}">
                    <a16:creationId xmlns:a16="http://schemas.microsoft.com/office/drawing/2014/main" id="{4C49115E-B58C-2843-888F-79584C3E896A}"/>
                  </a:ext>
                </a:extLst>
              </p:cNvPr>
              <p:cNvSpPr txBox="1">
                <a:spLocks noChangeArrowheads="1"/>
              </p:cNvSpPr>
              <p:nvPr/>
            </p:nvSpPr>
            <p:spPr bwMode="auto">
              <a:xfrm>
                <a:off x="384" y="528"/>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00001</a:t>
                </a:r>
              </a:p>
            </p:txBody>
          </p:sp>
          <p:sp>
            <p:nvSpPr>
              <p:cNvPr id="458" name="Text Box 240">
                <a:extLst>
                  <a:ext uri="{FF2B5EF4-FFF2-40B4-BE49-F238E27FC236}">
                    <a16:creationId xmlns:a16="http://schemas.microsoft.com/office/drawing/2014/main" id="{4476CEB8-2E44-A84B-91CD-1EC95831C3E6}"/>
                  </a:ext>
                </a:extLst>
              </p:cNvPr>
              <p:cNvSpPr txBox="1">
                <a:spLocks noChangeArrowheads="1"/>
              </p:cNvSpPr>
              <p:nvPr/>
            </p:nvSpPr>
            <p:spPr bwMode="auto">
              <a:xfrm>
                <a:off x="384" y="825"/>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00002</a:t>
                </a:r>
              </a:p>
            </p:txBody>
          </p:sp>
          <p:sp>
            <p:nvSpPr>
              <p:cNvPr id="459" name="Text Box 241">
                <a:extLst>
                  <a:ext uri="{FF2B5EF4-FFF2-40B4-BE49-F238E27FC236}">
                    <a16:creationId xmlns:a16="http://schemas.microsoft.com/office/drawing/2014/main" id="{A18D30CA-3A23-0948-9563-2CD2CAAE464D}"/>
                  </a:ext>
                </a:extLst>
              </p:cNvPr>
              <p:cNvSpPr txBox="1">
                <a:spLocks noChangeArrowheads="1"/>
              </p:cNvSpPr>
              <p:nvPr/>
            </p:nvSpPr>
            <p:spPr bwMode="auto">
              <a:xfrm>
                <a:off x="864" y="240"/>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01000</a:t>
                </a:r>
              </a:p>
            </p:txBody>
          </p:sp>
          <p:sp>
            <p:nvSpPr>
              <p:cNvPr id="460" name="Text Box 242">
                <a:extLst>
                  <a:ext uri="{FF2B5EF4-FFF2-40B4-BE49-F238E27FC236}">
                    <a16:creationId xmlns:a16="http://schemas.microsoft.com/office/drawing/2014/main" id="{C5D34B5D-075E-2441-AB3B-FDA301514968}"/>
                  </a:ext>
                </a:extLst>
              </p:cNvPr>
              <p:cNvSpPr txBox="1">
                <a:spLocks noChangeArrowheads="1"/>
              </p:cNvSpPr>
              <p:nvPr/>
            </p:nvSpPr>
            <p:spPr bwMode="auto">
              <a:xfrm>
                <a:off x="864" y="912"/>
                <a:ext cx="4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grpSp>
        <p:sp>
          <p:nvSpPr>
            <p:cNvPr id="435" name="Rectangle 243">
              <a:extLst>
                <a:ext uri="{FF2B5EF4-FFF2-40B4-BE49-F238E27FC236}">
                  <a16:creationId xmlns:a16="http://schemas.microsoft.com/office/drawing/2014/main" id="{835DB5C1-779E-B647-935B-21DC992AB05C}"/>
                </a:ext>
              </a:extLst>
            </p:cNvPr>
            <p:cNvSpPr>
              <a:spLocks noChangeArrowheads="1"/>
            </p:cNvSpPr>
            <p:nvPr/>
          </p:nvSpPr>
          <p:spPr bwMode="auto">
            <a:xfrm>
              <a:off x="336" y="1065"/>
              <a:ext cx="4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a:t>
              </a:r>
            </a:p>
          </p:txBody>
        </p:sp>
      </p:grpSp>
      <p:sp>
        <p:nvSpPr>
          <p:cNvPr id="484" name="AutoShape 244">
            <a:extLst>
              <a:ext uri="{FF2B5EF4-FFF2-40B4-BE49-F238E27FC236}">
                <a16:creationId xmlns:a16="http://schemas.microsoft.com/office/drawing/2014/main" id="{1EF149A8-52E1-0542-90F2-590FD67612F1}"/>
              </a:ext>
            </a:extLst>
          </p:cNvPr>
          <p:cNvSpPr>
            <a:spLocks noChangeArrowheads="1"/>
          </p:cNvSpPr>
          <p:nvPr/>
        </p:nvSpPr>
        <p:spPr bwMode="auto">
          <a:xfrm>
            <a:off x="76200" y="3092152"/>
            <a:ext cx="1447800" cy="533400"/>
          </a:xfrm>
          <a:prstGeom prst="wedgeRoundRectCallout">
            <a:avLst>
              <a:gd name="adj1" fmla="val 33005"/>
              <a:gd name="adj2" fmla="val 267560"/>
              <a:gd name="adj3" fmla="val 16667"/>
            </a:avLst>
          </a:prstGeom>
          <a:solidFill>
            <a:srgbClr val="FFFFFF"/>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r>
              <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rPr>
              <a:t>2</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闭合</a:t>
            </a:r>
          </a:p>
        </p:txBody>
      </p:sp>
      <p:sp>
        <p:nvSpPr>
          <p:cNvPr id="485" name="Rectangle 245">
            <a:extLst>
              <a:ext uri="{FF2B5EF4-FFF2-40B4-BE49-F238E27FC236}">
                <a16:creationId xmlns:a16="http://schemas.microsoft.com/office/drawing/2014/main" id="{11D203CD-48CC-5C47-8FD2-918CC22C9F97}"/>
              </a:ext>
            </a:extLst>
          </p:cNvPr>
          <p:cNvSpPr>
            <a:spLocks noChangeArrowheads="1"/>
          </p:cNvSpPr>
          <p:nvPr/>
        </p:nvSpPr>
        <p:spPr bwMode="auto">
          <a:xfrm>
            <a:off x="838200" y="4768552"/>
            <a:ext cx="2514600" cy="1447800"/>
          </a:xfrm>
          <a:prstGeom prst="rect">
            <a:avLst/>
          </a:prstGeom>
          <a:noFill/>
          <a:ln w="76200">
            <a:solidFill>
              <a:srgbClr val="FF0000"/>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75994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84"/>
                                        </p:tgtEl>
                                        <p:attrNameLst>
                                          <p:attrName>style.visibility</p:attrName>
                                        </p:attrNameLst>
                                      </p:cBhvr>
                                      <p:to>
                                        <p:strVal val="visible"/>
                                      </p:to>
                                    </p:set>
                                    <p:anim calcmode="lin" valueType="num">
                                      <p:cBhvr>
                                        <p:cTn id="7" dur="500" fill="hold"/>
                                        <p:tgtEl>
                                          <p:spTgt spid="484"/>
                                        </p:tgtEl>
                                        <p:attrNameLst>
                                          <p:attrName>ppt_x</p:attrName>
                                        </p:attrNameLst>
                                      </p:cBhvr>
                                      <p:tavLst>
                                        <p:tav tm="0">
                                          <p:val>
                                            <p:strVal val="#ppt_x-#ppt_w/2"/>
                                          </p:val>
                                        </p:tav>
                                        <p:tav tm="100000">
                                          <p:val>
                                            <p:strVal val="#ppt_x"/>
                                          </p:val>
                                        </p:tav>
                                      </p:tavLst>
                                    </p:anim>
                                    <p:anim calcmode="lin" valueType="num">
                                      <p:cBhvr>
                                        <p:cTn id="8" dur="500" fill="hold"/>
                                        <p:tgtEl>
                                          <p:spTgt spid="484"/>
                                        </p:tgtEl>
                                        <p:attrNameLst>
                                          <p:attrName>ppt_y</p:attrName>
                                        </p:attrNameLst>
                                      </p:cBhvr>
                                      <p:tavLst>
                                        <p:tav tm="0">
                                          <p:val>
                                            <p:strVal val="#ppt_y"/>
                                          </p:val>
                                        </p:tav>
                                        <p:tav tm="100000">
                                          <p:val>
                                            <p:strVal val="#ppt_y"/>
                                          </p:val>
                                        </p:tav>
                                      </p:tavLst>
                                    </p:anim>
                                    <p:anim calcmode="lin" valueType="num">
                                      <p:cBhvr>
                                        <p:cTn id="9" dur="500" fill="hold"/>
                                        <p:tgtEl>
                                          <p:spTgt spid="484"/>
                                        </p:tgtEl>
                                        <p:attrNameLst>
                                          <p:attrName>ppt_w</p:attrName>
                                        </p:attrNameLst>
                                      </p:cBhvr>
                                      <p:tavLst>
                                        <p:tav tm="0">
                                          <p:val>
                                            <p:fltVal val="0"/>
                                          </p:val>
                                        </p:tav>
                                        <p:tav tm="100000">
                                          <p:val>
                                            <p:strVal val="#ppt_w"/>
                                          </p:val>
                                        </p:tav>
                                      </p:tavLst>
                                    </p:anim>
                                    <p:anim calcmode="lin" valueType="num">
                                      <p:cBhvr>
                                        <p:cTn id="10" dur="500" fill="hold"/>
                                        <p:tgtEl>
                                          <p:spTgt spid="484"/>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85"/>
                                        </p:tgtEl>
                                        <p:attrNameLst>
                                          <p:attrName>style.visibility</p:attrName>
                                        </p:attrNameLst>
                                      </p:cBhvr>
                                      <p:to>
                                        <p:strVal val="visible"/>
                                      </p:to>
                                    </p:set>
                                    <p:animEffect transition="in" filter="blinds(horizontal)">
                                      <p:cBhvr>
                                        <p:cTn id="15" dur="500"/>
                                        <p:tgtEl>
                                          <p:spTgt spid="485"/>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254"/>
                                        </p:tgtEl>
                                        <p:attrNameLst>
                                          <p:attrName>style.visibility</p:attrName>
                                        </p:attrNameLst>
                                      </p:cBhvr>
                                      <p:to>
                                        <p:strVal val="visible"/>
                                      </p:to>
                                    </p:set>
                                    <p:anim calcmode="lin" valueType="num">
                                      <p:cBhvr>
                                        <p:cTn id="20" dur="500" fill="hold"/>
                                        <p:tgtEl>
                                          <p:spTgt spid="254"/>
                                        </p:tgtEl>
                                        <p:attrNameLst>
                                          <p:attrName>ppt_x</p:attrName>
                                        </p:attrNameLst>
                                      </p:cBhvr>
                                      <p:tavLst>
                                        <p:tav tm="0">
                                          <p:val>
                                            <p:strVal val="#ppt_x-#ppt_w/2"/>
                                          </p:val>
                                        </p:tav>
                                        <p:tav tm="100000">
                                          <p:val>
                                            <p:strVal val="#ppt_x"/>
                                          </p:val>
                                        </p:tav>
                                      </p:tavLst>
                                    </p:anim>
                                    <p:anim calcmode="lin" valueType="num">
                                      <p:cBhvr>
                                        <p:cTn id="21" dur="500" fill="hold"/>
                                        <p:tgtEl>
                                          <p:spTgt spid="254"/>
                                        </p:tgtEl>
                                        <p:attrNameLst>
                                          <p:attrName>ppt_y</p:attrName>
                                        </p:attrNameLst>
                                      </p:cBhvr>
                                      <p:tavLst>
                                        <p:tav tm="0">
                                          <p:val>
                                            <p:strVal val="#ppt_y"/>
                                          </p:val>
                                        </p:tav>
                                        <p:tav tm="100000">
                                          <p:val>
                                            <p:strVal val="#ppt_y"/>
                                          </p:val>
                                        </p:tav>
                                      </p:tavLst>
                                    </p:anim>
                                    <p:anim calcmode="lin" valueType="num">
                                      <p:cBhvr>
                                        <p:cTn id="22" dur="500" fill="hold"/>
                                        <p:tgtEl>
                                          <p:spTgt spid="254"/>
                                        </p:tgtEl>
                                        <p:attrNameLst>
                                          <p:attrName>ppt_w</p:attrName>
                                        </p:attrNameLst>
                                      </p:cBhvr>
                                      <p:tavLst>
                                        <p:tav tm="0">
                                          <p:val>
                                            <p:fltVal val="0"/>
                                          </p:val>
                                        </p:tav>
                                        <p:tav tm="100000">
                                          <p:val>
                                            <p:strVal val="#ppt_w"/>
                                          </p:val>
                                        </p:tav>
                                      </p:tavLst>
                                    </p:anim>
                                    <p:anim calcmode="lin" valueType="num">
                                      <p:cBhvr>
                                        <p:cTn id="23" dur="500" fill="hold"/>
                                        <p:tgtEl>
                                          <p:spTgt spid="254"/>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253"/>
                                        </p:tgtEl>
                                        <p:attrNameLst>
                                          <p:attrName>style.visibility</p:attrName>
                                        </p:attrNameLst>
                                      </p:cBhvr>
                                      <p:to>
                                        <p:strVal val="visible"/>
                                      </p:to>
                                    </p:set>
                                    <p:anim calcmode="lin" valueType="num">
                                      <p:cBhvr>
                                        <p:cTn id="28" dur="500" fill="hold"/>
                                        <p:tgtEl>
                                          <p:spTgt spid="253"/>
                                        </p:tgtEl>
                                        <p:attrNameLst>
                                          <p:attrName>ppt_x</p:attrName>
                                        </p:attrNameLst>
                                      </p:cBhvr>
                                      <p:tavLst>
                                        <p:tav tm="0">
                                          <p:val>
                                            <p:strVal val="#ppt_x-#ppt_w/2"/>
                                          </p:val>
                                        </p:tav>
                                        <p:tav tm="100000">
                                          <p:val>
                                            <p:strVal val="#ppt_x"/>
                                          </p:val>
                                        </p:tav>
                                      </p:tavLst>
                                    </p:anim>
                                    <p:anim calcmode="lin" valueType="num">
                                      <p:cBhvr>
                                        <p:cTn id="29" dur="500" fill="hold"/>
                                        <p:tgtEl>
                                          <p:spTgt spid="253"/>
                                        </p:tgtEl>
                                        <p:attrNameLst>
                                          <p:attrName>ppt_y</p:attrName>
                                        </p:attrNameLst>
                                      </p:cBhvr>
                                      <p:tavLst>
                                        <p:tav tm="0">
                                          <p:val>
                                            <p:strVal val="#ppt_y"/>
                                          </p:val>
                                        </p:tav>
                                        <p:tav tm="100000">
                                          <p:val>
                                            <p:strVal val="#ppt_y"/>
                                          </p:val>
                                        </p:tav>
                                      </p:tavLst>
                                    </p:anim>
                                    <p:anim calcmode="lin" valueType="num">
                                      <p:cBhvr>
                                        <p:cTn id="30" dur="500" fill="hold"/>
                                        <p:tgtEl>
                                          <p:spTgt spid="253"/>
                                        </p:tgtEl>
                                        <p:attrNameLst>
                                          <p:attrName>ppt_w</p:attrName>
                                        </p:attrNameLst>
                                      </p:cBhvr>
                                      <p:tavLst>
                                        <p:tav tm="0">
                                          <p:val>
                                            <p:fltVal val="0"/>
                                          </p:val>
                                        </p:tav>
                                        <p:tav tm="100000">
                                          <p:val>
                                            <p:strVal val="#ppt_w"/>
                                          </p:val>
                                        </p:tav>
                                      </p:tavLst>
                                    </p:anim>
                                    <p:anim calcmode="lin" valueType="num">
                                      <p:cBhvr>
                                        <p:cTn id="31" dur="500" fill="hold"/>
                                        <p:tgtEl>
                                          <p:spTgt spid="253"/>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332"/>
                                        </p:tgtEl>
                                        <p:attrNameLst>
                                          <p:attrName>style.visibility</p:attrName>
                                        </p:attrNameLst>
                                      </p:cBhvr>
                                      <p:to>
                                        <p:strVal val="visible"/>
                                      </p:to>
                                    </p:set>
                                    <p:anim calcmode="lin" valueType="num">
                                      <p:cBhvr>
                                        <p:cTn id="36" dur="500" fill="hold"/>
                                        <p:tgtEl>
                                          <p:spTgt spid="332"/>
                                        </p:tgtEl>
                                        <p:attrNameLst>
                                          <p:attrName>ppt_x</p:attrName>
                                        </p:attrNameLst>
                                      </p:cBhvr>
                                      <p:tavLst>
                                        <p:tav tm="0">
                                          <p:val>
                                            <p:strVal val="#ppt_x-#ppt_w/2"/>
                                          </p:val>
                                        </p:tav>
                                        <p:tav tm="100000">
                                          <p:val>
                                            <p:strVal val="#ppt_x"/>
                                          </p:val>
                                        </p:tav>
                                      </p:tavLst>
                                    </p:anim>
                                    <p:anim calcmode="lin" valueType="num">
                                      <p:cBhvr>
                                        <p:cTn id="37" dur="500" fill="hold"/>
                                        <p:tgtEl>
                                          <p:spTgt spid="332"/>
                                        </p:tgtEl>
                                        <p:attrNameLst>
                                          <p:attrName>ppt_y</p:attrName>
                                        </p:attrNameLst>
                                      </p:cBhvr>
                                      <p:tavLst>
                                        <p:tav tm="0">
                                          <p:val>
                                            <p:strVal val="#ppt_y"/>
                                          </p:val>
                                        </p:tav>
                                        <p:tav tm="100000">
                                          <p:val>
                                            <p:strVal val="#ppt_y"/>
                                          </p:val>
                                        </p:tav>
                                      </p:tavLst>
                                    </p:anim>
                                    <p:anim calcmode="lin" valueType="num">
                                      <p:cBhvr>
                                        <p:cTn id="38" dur="500" fill="hold"/>
                                        <p:tgtEl>
                                          <p:spTgt spid="332"/>
                                        </p:tgtEl>
                                        <p:attrNameLst>
                                          <p:attrName>ppt_w</p:attrName>
                                        </p:attrNameLst>
                                      </p:cBhvr>
                                      <p:tavLst>
                                        <p:tav tm="0">
                                          <p:val>
                                            <p:fltVal val="0"/>
                                          </p:val>
                                        </p:tav>
                                        <p:tav tm="100000">
                                          <p:val>
                                            <p:strVal val="#ppt_w"/>
                                          </p:val>
                                        </p:tav>
                                      </p:tavLst>
                                    </p:anim>
                                    <p:anim calcmode="lin" valueType="num">
                                      <p:cBhvr>
                                        <p:cTn id="39" dur="500" fill="hold"/>
                                        <p:tgtEl>
                                          <p:spTgt spid="332"/>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2" fill="hold" grpId="0" nodeType="clickEffect">
                                  <p:stCondLst>
                                    <p:cond delay="0"/>
                                  </p:stCondLst>
                                  <p:childTnLst>
                                    <p:set>
                                      <p:cBhvr>
                                        <p:cTn id="43" dur="1" fill="hold">
                                          <p:stCondLst>
                                            <p:cond delay="0"/>
                                          </p:stCondLst>
                                        </p:cTn>
                                        <p:tgtEl>
                                          <p:spTgt spid="255"/>
                                        </p:tgtEl>
                                        <p:attrNameLst>
                                          <p:attrName>style.visibility</p:attrName>
                                        </p:attrNameLst>
                                      </p:cBhvr>
                                      <p:to>
                                        <p:strVal val="visible"/>
                                      </p:to>
                                    </p:set>
                                    <p:anim calcmode="lin" valueType="num">
                                      <p:cBhvr>
                                        <p:cTn id="44" dur="500" fill="hold"/>
                                        <p:tgtEl>
                                          <p:spTgt spid="255"/>
                                        </p:tgtEl>
                                        <p:attrNameLst>
                                          <p:attrName>ppt_x</p:attrName>
                                        </p:attrNameLst>
                                      </p:cBhvr>
                                      <p:tavLst>
                                        <p:tav tm="0">
                                          <p:val>
                                            <p:strVal val="#ppt_x+#ppt_w/2"/>
                                          </p:val>
                                        </p:tav>
                                        <p:tav tm="100000">
                                          <p:val>
                                            <p:strVal val="#ppt_x"/>
                                          </p:val>
                                        </p:tav>
                                      </p:tavLst>
                                    </p:anim>
                                    <p:anim calcmode="lin" valueType="num">
                                      <p:cBhvr>
                                        <p:cTn id="45" dur="500" fill="hold"/>
                                        <p:tgtEl>
                                          <p:spTgt spid="255"/>
                                        </p:tgtEl>
                                        <p:attrNameLst>
                                          <p:attrName>ppt_y</p:attrName>
                                        </p:attrNameLst>
                                      </p:cBhvr>
                                      <p:tavLst>
                                        <p:tav tm="0">
                                          <p:val>
                                            <p:strVal val="#ppt_y"/>
                                          </p:val>
                                        </p:tav>
                                        <p:tav tm="100000">
                                          <p:val>
                                            <p:strVal val="#ppt_y"/>
                                          </p:val>
                                        </p:tav>
                                      </p:tavLst>
                                    </p:anim>
                                    <p:anim calcmode="lin" valueType="num">
                                      <p:cBhvr>
                                        <p:cTn id="46" dur="500" fill="hold"/>
                                        <p:tgtEl>
                                          <p:spTgt spid="255"/>
                                        </p:tgtEl>
                                        <p:attrNameLst>
                                          <p:attrName>ppt_w</p:attrName>
                                        </p:attrNameLst>
                                      </p:cBhvr>
                                      <p:tavLst>
                                        <p:tav tm="0">
                                          <p:val>
                                            <p:fltVal val="0"/>
                                          </p:val>
                                        </p:tav>
                                        <p:tav tm="100000">
                                          <p:val>
                                            <p:strVal val="#ppt_w"/>
                                          </p:val>
                                        </p:tav>
                                      </p:tavLst>
                                    </p:anim>
                                    <p:anim calcmode="lin" valueType="num">
                                      <p:cBhvr>
                                        <p:cTn id="47" dur="500" fill="hold"/>
                                        <p:tgtEl>
                                          <p:spTgt spid="255"/>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2" fill="hold" nodeType="clickEffect">
                                  <p:stCondLst>
                                    <p:cond delay="0"/>
                                  </p:stCondLst>
                                  <p:childTnLst>
                                    <p:set>
                                      <p:cBhvr>
                                        <p:cTn id="51" dur="1" fill="hold">
                                          <p:stCondLst>
                                            <p:cond delay="0"/>
                                          </p:stCondLst>
                                        </p:cTn>
                                        <p:tgtEl>
                                          <p:spTgt spid="327"/>
                                        </p:tgtEl>
                                        <p:attrNameLst>
                                          <p:attrName>style.visibility</p:attrName>
                                        </p:attrNameLst>
                                      </p:cBhvr>
                                      <p:to>
                                        <p:strVal val="visible"/>
                                      </p:to>
                                    </p:set>
                                    <p:anim calcmode="lin" valueType="num">
                                      <p:cBhvr>
                                        <p:cTn id="52" dur="500" fill="hold"/>
                                        <p:tgtEl>
                                          <p:spTgt spid="327"/>
                                        </p:tgtEl>
                                        <p:attrNameLst>
                                          <p:attrName>ppt_x</p:attrName>
                                        </p:attrNameLst>
                                      </p:cBhvr>
                                      <p:tavLst>
                                        <p:tav tm="0">
                                          <p:val>
                                            <p:strVal val="#ppt_x+#ppt_w/2"/>
                                          </p:val>
                                        </p:tav>
                                        <p:tav tm="100000">
                                          <p:val>
                                            <p:strVal val="#ppt_x"/>
                                          </p:val>
                                        </p:tav>
                                      </p:tavLst>
                                    </p:anim>
                                    <p:anim calcmode="lin" valueType="num">
                                      <p:cBhvr>
                                        <p:cTn id="53" dur="500" fill="hold"/>
                                        <p:tgtEl>
                                          <p:spTgt spid="327"/>
                                        </p:tgtEl>
                                        <p:attrNameLst>
                                          <p:attrName>ppt_y</p:attrName>
                                        </p:attrNameLst>
                                      </p:cBhvr>
                                      <p:tavLst>
                                        <p:tav tm="0">
                                          <p:val>
                                            <p:strVal val="#ppt_y"/>
                                          </p:val>
                                        </p:tav>
                                        <p:tav tm="100000">
                                          <p:val>
                                            <p:strVal val="#ppt_y"/>
                                          </p:val>
                                        </p:tav>
                                      </p:tavLst>
                                    </p:anim>
                                    <p:anim calcmode="lin" valueType="num">
                                      <p:cBhvr>
                                        <p:cTn id="54" dur="500" fill="hold"/>
                                        <p:tgtEl>
                                          <p:spTgt spid="327"/>
                                        </p:tgtEl>
                                        <p:attrNameLst>
                                          <p:attrName>ppt_w</p:attrName>
                                        </p:attrNameLst>
                                      </p:cBhvr>
                                      <p:tavLst>
                                        <p:tav tm="0">
                                          <p:val>
                                            <p:fltVal val="0"/>
                                          </p:val>
                                        </p:tav>
                                        <p:tav tm="100000">
                                          <p:val>
                                            <p:strVal val="#ppt_w"/>
                                          </p:val>
                                        </p:tav>
                                      </p:tavLst>
                                    </p:anim>
                                    <p:anim calcmode="lin" valueType="num">
                                      <p:cBhvr>
                                        <p:cTn id="55" dur="500" fill="hold"/>
                                        <p:tgtEl>
                                          <p:spTgt spid="327"/>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330"/>
                                        </p:tgtEl>
                                        <p:attrNameLst>
                                          <p:attrName>style.visibility</p:attrName>
                                        </p:attrNameLst>
                                      </p:cBhvr>
                                      <p:to>
                                        <p:strVal val="visible"/>
                                      </p:to>
                                    </p:set>
                                    <p:anim calcmode="lin" valueType="num">
                                      <p:cBhvr>
                                        <p:cTn id="60" dur="500" fill="hold"/>
                                        <p:tgtEl>
                                          <p:spTgt spid="330"/>
                                        </p:tgtEl>
                                        <p:attrNameLst>
                                          <p:attrName>ppt_x</p:attrName>
                                        </p:attrNameLst>
                                      </p:cBhvr>
                                      <p:tavLst>
                                        <p:tav tm="0">
                                          <p:val>
                                            <p:strVal val="#ppt_x-#ppt_w/2"/>
                                          </p:val>
                                        </p:tav>
                                        <p:tav tm="100000">
                                          <p:val>
                                            <p:strVal val="#ppt_x"/>
                                          </p:val>
                                        </p:tav>
                                      </p:tavLst>
                                    </p:anim>
                                    <p:anim calcmode="lin" valueType="num">
                                      <p:cBhvr>
                                        <p:cTn id="61" dur="500" fill="hold"/>
                                        <p:tgtEl>
                                          <p:spTgt spid="330"/>
                                        </p:tgtEl>
                                        <p:attrNameLst>
                                          <p:attrName>ppt_y</p:attrName>
                                        </p:attrNameLst>
                                      </p:cBhvr>
                                      <p:tavLst>
                                        <p:tav tm="0">
                                          <p:val>
                                            <p:strVal val="#ppt_y"/>
                                          </p:val>
                                        </p:tav>
                                        <p:tav tm="100000">
                                          <p:val>
                                            <p:strVal val="#ppt_y"/>
                                          </p:val>
                                        </p:tav>
                                      </p:tavLst>
                                    </p:anim>
                                    <p:anim calcmode="lin" valueType="num">
                                      <p:cBhvr>
                                        <p:cTn id="62" dur="500" fill="hold"/>
                                        <p:tgtEl>
                                          <p:spTgt spid="330"/>
                                        </p:tgtEl>
                                        <p:attrNameLst>
                                          <p:attrName>ppt_w</p:attrName>
                                        </p:attrNameLst>
                                      </p:cBhvr>
                                      <p:tavLst>
                                        <p:tav tm="0">
                                          <p:val>
                                            <p:fltVal val="0"/>
                                          </p:val>
                                        </p:tav>
                                        <p:tav tm="100000">
                                          <p:val>
                                            <p:strVal val="#ppt_w"/>
                                          </p:val>
                                        </p:tav>
                                      </p:tavLst>
                                    </p:anim>
                                    <p:anim calcmode="lin" valueType="num">
                                      <p:cBhvr>
                                        <p:cTn id="63" dur="500" fill="hold"/>
                                        <p:tgtEl>
                                          <p:spTgt spid="330"/>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17" presetClass="entr" presetSubtype="8" fill="hold" grpId="0" nodeType="clickEffect">
                                  <p:stCondLst>
                                    <p:cond delay="0"/>
                                  </p:stCondLst>
                                  <p:childTnLst>
                                    <p:set>
                                      <p:cBhvr>
                                        <p:cTn id="67" dur="1" fill="hold">
                                          <p:stCondLst>
                                            <p:cond delay="0"/>
                                          </p:stCondLst>
                                        </p:cTn>
                                        <p:tgtEl>
                                          <p:spTgt spid="331"/>
                                        </p:tgtEl>
                                        <p:attrNameLst>
                                          <p:attrName>style.visibility</p:attrName>
                                        </p:attrNameLst>
                                      </p:cBhvr>
                                      <p:to>
                                        <p:strVal val="visible"/>
                                      </p:to>
                                    </p:set>
                                    <p:anim calcmode="lin" valueType="num">
                                      <p:cBhvr>
                                        <p:cTn id="68" dur="500" fill="hold"/>
                                        <p:tgtEl>
                                          <p:spTgt spid="331"/>
                                        </p:tgtEl>
                                        <p:attrNameLst>
                                          <p:attrName>ppt_x</p:attrName>
                                        </p:attrNameLst>
                                      </p:cBhvr>
                                      <p:tavLst>
                                        <p:tav tm="0">
                                          <p:val>
                                            <p:strVal val="#ppt_x-#ppt_w/2"/>
                                          </p:val>
                                        </p:tav>
                                        <p:tav tm="100000">
                                          <p:val>
                                            <p:strVal val="#ppt_x"/>
                                          </p:val>
                                        </p:tav>
                                      </p:tavLst>
                                    </p:anim>
                                    <p:anim calcmode="lin" valueType="num">
                                      <p:cBhvr>
                                        <p:cTn id="69" dur="500" fill="hold"/>
                                        <p:tgtEl>
                                          <p:spTgt spid="331"/>
                                        </p:tgtEl>
                                        <p:attrNameLst>
                                          <p:attrName>ppt_y</p:attrName>
                                        </p:attrNameLst>
                                      </p:cBhvr>
                                      <p:tavLst>
                                        <p:tav tm="0">
                                          <p:val>
                                            <p:strVal val="#ppt_y"/>
                                          </p:val>
                                        </p:tav>
                                        <p:tav tm="100000">
                                          <p:val>
                                            <p:strVal val="#ppt_y"/>
                                          </p:val>
                                        </p:tav>
                                      </p:tavLst>
                                    </p:anim>
                                    <p:anim calcmode="lin" valueType="num">
                                      <p:cBhvr>
                                        <p:cTn id="70" dur="500" fill="hold"/>
                                        <p:tgtEl>
                                          <p:spTgt spid="331"/>
                                        </p:tgtEl>
                                        <p:attrNameLst>
                                          <p:attrName>ppt_w</p:attrName>
                                        </p:attrNameLst>
                                      </p:cBhvr>
                                      <p:tavLst>
                                        <p:tav tm="0">
                                          <p:val>
                                            <p:fltVal val="0"/>
                                          </p:val>
                                        </p:tav>
                                        <p:tav tm="100000">
                                          <p:val>
                                            <p:strVal val="#ppt_w"/>
                                          </p:val>
                                        </p:tav>
                                      </p:tavLst>
                                    </p:anim>
                                    <p:anim calcmode="lin" valueType="num">
                                      <p:cBhvr>
                                        <p:cTn id="71" dur="500" fill="hold"/>
                                        <p:tgtEl>
                                          <p:spTgt spid="3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 grpId="0" bldLvl="0" animBg="1" autoUpdateAnimBg="0"/>
      <p:bldP spid="254" grpId="0" animBg="1" autoUpdateAnimBg="0"/>
      <p:bldP spid="255" grpId="0" animBg="1" autoUpdateAnimBg="0"/>
      <p:bldP spid="330" grpId="0" bldLvl="0" animBg="1" autoUpdateAnimBg="0"/>
      <p:bldP spid="331" grpId="0" animBg="1" autoUpdateAnimBg="0"/>
      <p:bldP spid="332" grpId="0" animBg="1" autoUpdateAnimBg="0"/>
      <p:bldP spid="484" grpId="0" bldLvl="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D8394FE-2C16-DB4F-8E2A-99CB6D5EB636}"/>
              </a:ext>
            </a:extLst>
          </p:cNvPr>
          <p:cNvSpPr txBox="1">
            <a:spLocks noChangeArrowheads="1"/>
          </p:cNvSpPr>
          <p:nvPr/>
        </p:nvSpPr>
        <p:spPr bwMode="auto">
          <a:xfrm>
            <a:off x="395536" y="404664"/>
            <a:ext cx="5399087" cy="5746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2400" b="1" dirty="0">
                <a:solidFill>
                  <a:schemeClr val="tx1"/>
                </a:solidFill>
                <a:latin typeface="宋体" panose="02010600030101010101" pitchFamily="2" charset="-122"/>
                <a:ea typeface="宋体"/>
              </a:rPr>
              <a:t>3</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a:cs typeface="+mj-cs"/>
              </a:rPr>
              <a:t>.2.4</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a:cs typeface="+mj-cs"/>
              </a:rPr>
              <a:t> </a:t>
            </a:r>
            <a:r>
              <a:rPr kumimoji="0" lang="zh-CN"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a:cs typeface="+mj-cs"/>
              </a:rPr>
              <a:t>扫描周期和I/O滞后时间</a:t>
            </a:r>
          </a:p>
        </p:txBody>
      </p:sp>
      <p:sp>
        <p:nvSpPr>
          <p:cNvPr id="6" name="Rectangle 3">
            <a:extLst>
              <a:ext uri="{FF2B5EF4-FFF2-40B4-BE49-F238E27FC236}">
                <a16:creationId xmlns:a16="http://schemas.microsoft.com/office/drawing/2014/main" id="{80C96EB4-904A-2243-8DAC-19CAB7DF099C}"/>
              </a:ext>
            </a:extLst>
          </p:cNvPr>
          <p:cNvSpPr txBox="1">
            <a:spLocks noChangeArrowheads="1"/>
          </p:cNvSpPr>
          <p:nvPr/>
        </p:nvSpPr>
        <p:spPr bwMode="auto">
          <a:xfrm>
            <a:off x="466725" y="3357563"/>
            <a:ext cx="8064500" cy="2085975"/>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marR="0" lvl="0" indent="-571500" algn="just" defTabSz="914400" rtl="0" eaLnBrk="1" fontAlgn="base" latinLnBrk="0" hangingPunct="1">
              <a:lnSpc>
                <a:spcPct val="150000"/>
              </a:lnSpc>
              <a:spcBef>
                <a:spcPct val="0"/>
              </a:spcBef>
              <a:spcAft>
                <a:spcPct val="0"/>
              </a:spcAft>
              <a:buClrTx/>
              <a:buSzTx/>
              <a:buFontTx/>
              <a:buNone/>
              <a:tabLst/>
              <a:defRPr/>
            </a:pP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I/O滞后时间又称为</a:t>
            </a:r>
            <a:r>
              <a:rPr kumimoji="0" lang="zh-CN" altLang="zh-CN" sz="24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系统响应时间</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，是指</a:t>
            </a:r>
            <a:r>
              <a:rPr kumimoji="0" lang="en-US"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PLC</a:t>
            </a:r>
            <a:r>
              <a:rPr kumimoji="0" lang="zh-CN" altLang="zh-CN"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外部输入信号发生变化的时刻起至它控制的有关外部输出信号发生变化的时刻之间的间隔。</a:t>
            </a:r>
            <a:r>
              <a:rPr kumimoji="0" lang="zh-CN" altLang="en-US" sz="24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endParaRPr kumimoji="0" lang="zh-CN" altLang="zh-CN" sz="2400" b="1" i="0" u="none" strike="noStrike" kern="1200" cap="none" spc="0" normalizeH="0" baseline="0" noProof="0" dirty="0">
              <a:ln>
                <a:noFill/>
              </a:ln>
              <a:solidFill>
                <a:srgbClr val="09211C"/>
              </a:solidFill>
              <a:effectLst>
                <a:outerShdw blurRad="38100" dist="38100" dir="2700000" algn="tl">
                  <a:srgbClr val="C0C0C0"/>
                </a:outerShdw>
              </a:effectLst>
              <a:uLnTx/>
              <a:uFillTx/>
              <a:latin typeface="宋体" panose="02010600030101010101" pitchFamily="2" charset="-122"/>
              <a:ea typeface="宋体"/>
              <a:cs typeface="+mn-cs"/>
            </a:endParaRPr>
          </a:p>
        </p:txBody>
      </p:sp>
      <p:sp>
        <p:nvSpPr>
          <p:cNvPr id="7" name="Text Box 4">
            <a:extLst>
              <a:ext uri="{FF2B5EF4-FFF2-40B4-BE49-F238E27FC236}">
                <a16:creationId xmlns:a16="http://schemas.microsoft.com/office/drawing/2014/main" id="{96D3E5AC-85D5-2E4A-B20F-BE2D50C22459}"/>
              </a:ext>
            </a:extLst>
          </p:cNvPr>
          <p:cNvSpPr txBox="1">
            <a:spLocks noChangeArrowheads="1"/>
          </p:cNvSpPr>
          <p:nvPr/>
        </p:nvSpPr>
        <p:spPr bwMode="auto">
          <a:xfrm>
            <a:off x="539750" y="1773238"/>
            <a:ext cx="8066088" cy="1115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Clr>
                <a:srgbClr val="000000"/>
              </a:buClr>
              <a:buSzPct val="70000"/>
              <a:buFont typeface="Wingdings" pitchFamily="2" charset="2"/>
              <a:buNone/>
            </a:pPr>
            <a:r>
              <a:rPr lang="zh-CN" altLang="zh-CN" sz="2400" b="1" dirty="0">
                <a:solidFill>
                  <a:srgbClr val="09211C"/>
                </a:solidFill>
                <a:latin typeface="宋体" panose="02010600030101010101" pitchFamily="2" charset="-122"/>
              </a:rPr>
              <a:t>  </a:t>
            </a:r>
            <a:r>
              <a:rPr lang="zh-CN" altLang="en-US" sz="2400" b="1" dirty="0">
                <a:solidFill>
                  <a:srgbClr val="09211C"/>
                </a:solidFill>
                <a:latin typeface="宋体" panose="02010600030101010101" pitchFamily="2" charset="-122"/>
              </a:rPr>
              <a:t>    </a:t>
            </a:r>
            <a:r>
              <a:rPr lang="en-US" altLang="zh-CN" sz="2400" b="1" dirty="0">
                <a:solidFill>
                  <a:srgbClr val="09211C"/>
                </a:solidFill>
                <a:latin typeface="宋体" panose="02010600030101010101" pitchFamily="2" charset="-122"/>
              </a:rPr>
              <a:t>PLC</a:t>
            </a:r>
            <a:r>
              <a:rPr lang="zh-CN" altLang="zh-CN" sz="2400" b="1" dirty="0">
                <a:solidFill>
                  <a:srgbClr val="09211C"/>
                </a:solidFill>
                <a:latin typeface="宋体" panose="02010600030101010101" pitchFamily="2" charset="-122"/>
              </a:rPr>
              <a:t>在运行工作状态时，执行一次扫描操作所需要的时间称为扫描周期。其典型值为1</a:t>
            </a:r>
            <a:r>
              <a:rPr lang="en-US" altLang="zh-CN" sz="2400" b="1" dirty="0">
                <a:solidFill>
                  <a:srgbClr val="09211C"/>
                </a:solidFill>
                <a:latin typeface="宋体" panose="02010600030101010101" pitchFamily="2" charset="-122"/>
              </a:rPr>
              <a:t>-</a:t>
            </a:r>
            <a:r>
              <a:rPr lang="zh-CN" altLang="zh-CN" sz="2400" b="1" dirty="0">
                <a:solidFill>
                  <a:srgbClr val="09211C"/>
                </a:solidFill>
                <a:latin typeface="宋体" panose="02010600030101010101" pitchFamily="2" charset="-122"/>
              </a:rPr>
              <a:t>100ms。 </a:t>
            </a:r>
          </a:p>
        </p:txBody>
      </p:sp>
    </p:spTree>
    <p:extLst>
      <p:ext uri="{BB962C8B-B14F-4D97-AF65-F5344CB8AC3E}">
        <p14:creationId xmlns:p14="http://schemas.microsoft.com/office/powerpoint/2010/main" val="8099774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 to="" calcmode="lin" valueType="num">
                                      <p:cBhvr>
                                        <p:cTn id="12" dur="1" fill="hold"/>
                                        <p:tgtEl>
                                          <p:spTgt spid="6">
                                            <p:bg/>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 to="" calcmode="lin" valueType="num">
                                      <p:cBhvr>
                                        <p:cTn id="17" dur="1" fill="hold"/>
                                        <p:tgtEl>
                                          <p:spTgt spid="6">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autoUpdateAnimBg="0"/>
      <p:bldP spid="7"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B230E187-4E38-B540-880A-042901B3AA06}"/>
              </a:ext>
            </a:extLst>
          </p:cNvPr>
          <p:cNvSpPr>
            <a:spLocks noChangeArrowheads="1"/>
          </p:cNvSpPr>
          <p:nvPr/>
        </p:nvSpPr>
        <p:spPr bwMode="auto">
          <a:xfrm>
            <a:off x="611188" y="908050"/>
            <a:ext cx="4824412" cy="520784"/>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a:t>
            </a:r>
            <a:r>
              <a:rPr kumimoji="0" lang="en-US" altLang="zh-CN" sz="22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1</a:t>
            </a:r>
            <a:r>
              <a:rPr kumimoji="0" lang="zh-CN" altLang="en-US" sz="22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）产生</a:t>
            </a:r>
            <a:r>
              <a:rPr kumimoji="0" lang="en-US" altLang="zh-CN" sz="22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I/O</a:t>
            </a:r>
            <a:r>
              <a:rPr kumimoji="0" lang="zh-CN" altLang="en-US" sz="22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滞后现象的原因</a:t>
            </a:r>
          </a:p>
        </p:txBody>
      </p:sp>
      <p:sp>
        <p:nvSpPr>
          <p:cNvPr id="9" name="Rectangle 3">
            <a:extLst>
              <a:ext uri="{FF2B5EF4-FFF2-40B4-BE49-F238E27FC236}">
                <a16:creationId xmlns:a16="http://schemas.microsoft.com/office/drawing/2014/main" id="{A31CE758-7DC4-1047-BB29-9D779EFEBB86}"/>
              </a:ext>
            </a:extLst>
          </p:cNvPr>
          <p:cNvSpPr>
            <a:spLocks noChangeArrowheads="1"/>
          </p:cNvSpPr>
          <p:nvPr/>
        </p:nvSpPr>
        <p:spPr bwMode="auto">
          <a:xfrm>
            <a:off x="466725" y="1700213"/>
            <a:ext cx="6408738" cy="520784"/>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1</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）由于</a:t>
            </a:r>
            <a:r>
              <a:rPr kumimoji="0" lang="en-US" altLang="zh-CN"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PLC</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采用循环扫描的工作方式。</a:t>
            </a:r>
          </a:p>
        </p:txBody>
      </p:sp>
      <p:sp>
        <p:nvSpPr>
          <p:cNvPr id="10" name="Rectangle 4">
            <a:extLst>
              <a:ext uri="{FF2B5EF4-FFF2-40B4-BE49-F238E27FC236}">
                <a16:creationId xmlns:a16="http://schemas.microsoft.com/office/drawing/2014/main" id="{2FEF6095-0990-584E-87B5-70759DBE0588}"/>
              </a:ext>
            </a:extLst>
          </p:cNvPr>
          <p:cNvSpPr>
            <a:spLocks noChangeArrowheads="1"/>
          </p:cNvSpPr>
          <p:nvPr/>
        </p:nvSpPr>
        <p:spPr bwMode="auto">
          <a:xfrm>
            <a:off x="539750" y="2420938"/>
            <a:ext cx="7912100" cy="102861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    </a:t>
            </a:r>
            <a:r>
              <a:rPr kumimoji="0" lang="en-US" altLang="zh-CN"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PLC</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只在每个扫描周期的</a:t>
            </a:r>
            <a:r>
              <a:rPr kumimoji="0" lang="en-US" altLang="zh-CN"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I/O</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刷新阶段集中输入</a:t>
            </a:r>
            <a:r>
              <a:rPr kumimoji="0" lang="en-US" altLang="zh-CN"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a:t>
            </a:r>
            <a:r>
              <a:rPr kumimoji="0" lang="zh-CN" altLang="en-US" sz="22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输出，导致输出信号相对输入信号滞后。</a:t>
            </a:r>
          </a:p>
        </p:txBody>
      </p:sp>
      <p:sp>
        <p:nvSpPr>
          <p:cNvPr id="11" name="Rectangle 5">
            <a:extLst>
              <a:ext uri="{FF2B5EF4-FFF2-40B4-BE49-F238E27FC236}">
                <a16:creationId xmlns:a16="http://schemas.microsoft.com/office/drawing/2014/main" id="{16BC4E54-4BC6-9146-B339-39279BE247AE}"/>
              </a:ext>
            </a:extLst>
          </p:cNvPr>
          <p:cNvSpPr>
            <a:spLocks noChangeArrowheads="1"/>
          </p:cNvSpPr>
          <p:nvPr/>
        </p:nvSpPr>
        <p:spPr bwMode="auto">
          <a:xfrm>
            <a:off x="539750" y="3644900"/>
            <a:ext cx="5110163" cy="520784"/>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en-US" altLang="zh-CN"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2</a:t>
            </a:r>
            <a:r>
              <a:rPr kumimoji="0" lang="zh-CN" altLang="en-US" sz="22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）输入滤波器对信号的延迟作用。</a:t>
            </a:r>
          </a:p>
        </p:txBody>
      </p:sp>
      <p:sp>
        <p:nvSpPr>
          <p:cNvPr id="12" name="Rectangle 6">
            <a:extLst>
              <a:ext uri="{FF2B5EF4-FFF2-40B4-BE49-F238E27FC236}">
                <a16:creationId xmlns:a16="http://schemas.microsoft.com/office/drawing/2014/main" id="{CAEBBB33-C547-9E48-B631-FB4476C62B16}"/>
              </a:ext>
            </a:extLst>
          </p:cNvPr>
          <p:cNvSpPr>
            <a:spLocks noChangeArrowheads="1"/>
          </p:cNvSpPr>
          <p:nvPr/>
        </p:nvSpPr>
        <p:spPr bwMode="auto">
          <a:xfrm>
            <a:off x="755650" y="4365625"/>
            <a:ext cx="6840538" cy="53668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lang="zh-CN" altLang="en-US" sz="2200" b="1" kern="0" dirty="0">
                <a:solidFill>
                  <a:srgbClr val="09211C"/>
                </a:solidFill>
                <a:latin typeface="楷体_GB2312" pitchFamily="49" charset="-122"/>
              </a:rPr>
              <a:t> </a:t>
            </a:r>
            <a:r>
              <a:rPr kumimoji="0" lang="zh-CN" altLang="en-US" sz="2200" b="1" i="0" u="none" strike="noStrike" kern="0" cap="none" spc="0" normalizeH="0" baseline="0" noProof="0" dirty="0">
                <a:ln>
                  <a:noFill/>
                </a:ln>
                <a:solidFill>
                  <a:srgbClr val="09211C"/>
                </a:solidFill>
                <a:effectLst/>
                <a:uLnTx/>
                <a:uFillTx/>
                <a:latin typeface="楷体_GB2312" pitchFamily="49" charset="-122"/>
                <a:ea typeface="宋体" panose="02010600030101010101" pitchFamily="2" charset="-122"/>
              </a:rPr>
              <a:t>滤波器时间常数越大，对输入信号的延迟作用越强。</a:t>
            </a:r>
          </a:p>
        </p:txBody>
      </p:sp>
      <p:sp>
        <p:nvSpPr>
          <p:cNvPr id="13" name="Rectangle 7">
            <a:extLst>
              <a:ext uri="{FF2B5EF4-FFF2-40B4-BE49-F238E27FC236}">
                <a16:creationId xmlns:a16="http://schemas.microsoft.com/office/drawing/2014/main" id="{D70AC192-16B7-ED46-AF7B-0D1220639251}"/>
              </a:ext>
            </a:extLst>
          </p:cNvPr>
          <p:cNvSpPr>
            <a:spLocks noChangeArrowheads="1"/>
          </p:cNvSpPr>
          <p:nvPr/>
        </p:nvSpPr>
        <p:spPr bwMode="auto">
          <a:xfrm>
            <a:off x="755650" y="5013325"/>
            <a:ext cx="6264275" cy="603250"/>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有的</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PLC</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其输入电路滤波器的时间常数可以调整。</a:t>
            </a:r>
          </a:p>
        </p:txBody>
      </p:sp>
      <p:sp>
        <p:nvSpPr>
          <p:cNvPr id="4" name="文本框 3">
            <a:extLst>
              <a:ext uri="{FF2B5EF4-FFF2-40B4-BE49-F238E27FC236}">
                <a16:creationId xmlns:a16="http://schemas.microsoft.com/office/drawing/2014/main" id="{B85E9631-5958-5DAA-69F2-7816B479F878}"/>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17277196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P spid="9" grpId="0" bldLvl="0" animBg="1" autoUpdateAnimBg="0"/>
      <p:bldP spid="10" grpId="0" bldLvl="0" animBg="1" autoUpdateAnimBg="0"/>
      <p:bldP spid="11" grpId="0" bldLvl="0" animBg="1" autoUpdateAnimBg="0"/>
      <p:bldP spid="12" grpId="0" bldLvl="0" animBg="1" autoUpdateAnimBg="0"/>
      <p:bldP spid="13" grpId="0" bldLvl="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098ECBC3-71AF-5949-9893-6B8BFA912096}"/>
              </a:ext>
            </a:extLst>
          </p:cNvPr>
          <p:cNvSpPr>
            <a:spLocks noChangeArrowheads="1"/>
          </p:cNvSpPr>
          <p:nvPr/>
        </p:nvSpPr>
        <p:spPr bwMode="auto">
          <a:xfrm>
            <a:off x="5746750" y="2386013"/>
            <a:ext cx="24257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输出</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ON</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延时。</a:t>
            </a:r>
          </a:p>
        </p:txBody>
      </p:sp>
      <p:sp>
        <p:nvSpPr>
          <p:cNvPr id="11" name="Rectangle 3">
            <a:extLst>
              <a:ext uri="{FF2B5EF4-FFF2-40B4-BE49-F238E27FC236}">
                <a16:creationId xmlns:a16="http://schemas.microsoft.com/office/drawing/2014/main" id="{D091642C-3F03-834C-8068-C8251A013CE9}"/>
              </a:ext>
            </a:extLst>
          </p:cNvPr>
          <p:cNvSpPr>
            <a:spLocks noChangeArrowheads="1"/>
          </p:cNvSpPr>
          <p:nvPr/>
        </p:nvSpPr>
        <p:spPr bwMode="auto">
          <a:xfrm>
            <a:off x="466725" y="801688"/>
            <a:ext cx="76327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3</a:t>
            </a:r>
            <a:r>
              <a:rPr kumimoji="0" lang="zh-CN" altLang="en-US"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）输出继电器的动作延迟（继电器输出型</a:t>
            </a:r>
            <a:r>
              <a:rPr kumimoji="0" lang="en-US" altLang="zh-CN"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a:t>
            </a:r>
          </a:p>
        </p:txBody>
      </p:sp>
      <p:sp>
        <p:nvSpPr>
          <p:cNvPr id="12" name="Rectangle 4">
            <a:extLst>
              <a:ext uri="{FF2B5EF4-FFF2-40B4-BE49-F238E27FC236}">
                <a16:creationId xmlns:a16="http://schemas.microsoft.com/office/drawing/2014/main" id="{D15CFF33-58CB-1E47-88D4-409288DE719F}"/>
              </a:ext>
            </a:extLst>
          </p:cNvPr>
          <p:cNvSpPr>
            <a:spLocks noChangeArrowheads="1"/>
          </p:cNvSpPr>
          <p:nvPr/>
        </p:nvSpPr>
        <p:spPr bwMode="auto">
          <a:xfrm>
            <a:off x="700088" y="1557338"/>
            <a:ext cx="6896248" cy="46166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 从输出锁存器</a:t>
            </a:r>
            <a:r>
              <a:rPr kumimoji="0" lang="en-US" altLang="zh-CN"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ON</a:t>
            </a:r>
            <a:r>
              <a:rPr kumimoji="0" lang="zh-CN" altLang="en-US"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、到输出触点</a:t>
            </a:r>
            <a:r>
              <a:rPr kumimoji="0" lang="en-US" altLang="zh-CN"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ON</a:t>
            </a:r>
            <a:r>
              <a:rPr kumimoji="0" lang="zh-CN" altLang="en-US"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经历一定时间</a:t>
            </a:r>
          </a:p>
        </p:txBody>
      </p:sp>
      <p:sp>
        <p:nvSpPr>
          <p:cNvPr id="13" name="Rectangle 5">
            <a:extLst>
              <a:ext uri="{FF2B5EF4-FFF2-40B4-BE49-F238E27FC236}">
                <a16:creationId xmlns:a16="http://schemas.microsoft.com/office/drawing/2014/main" id="{B822AE03-45E9-BD48-B760-6C0700EA7132}"/>
              </a:ext>
            </a:extLst>
          </p:cNvPr>
          <p:cNvSpPr>
            <a:spLocks noChangeArrowheads="1"/>
          </p:cNvSpPr>
          <p:nvPr/>
        </p:nvSpPr>
        <p:spPr bwMode="auto">
          <a:xfrm>
            <a:off x="466725" y="4005263"/>
            <a:ext cx="4754563"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4</a:t>
            </a:r>
            <a:r>
              <a:rPr kumimoji="0" lang="zh-CN" altLang="en-US"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）用户程序的长短及语句编排。</a:t>
            </a:r>
          </a:p>
        </p:txBody>
      </p:sp>
      <p:sp>
        <p:nvSpPr>
          <p:cNvPr id="14" name="Rectangle 6">
            <a:extLst>
              <a:ext uri="{FF2B5EF4-FFF2-40B4-BE49-F238E27FC236}">
                <a16:creationId xmlns:a16="http://schemas.microsoft.com/office/drawing/2014/main" id="{46822B7C-25D7-2E43-8227-2913D74B0420}"/>
              </a:ext>
            </a:extLst>
          </p:cNvPr>
          <p:cNvSpPr>
            <a:spLocks noChangeArrowheads="1"/>
          </p:cNvSpPr>
          <p:nvPr/>
        </p:nvSpPr>
        <p:spPr bwMode="auto">
          <a:xfrm>
            <a:off x="832991" y="2601913"/>
            <a:ext cx="3883025"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9211C"/>
                </a:solidFill>
                <a:effectLst/>
                <a:uLnTx/>
                <a:uFillTx/>
                <a:latin typeface="Arial" panose="020B0604020202020204" pitchFamily="34" charset="0"/>
                <a:ea typeface="宋体" panose="02010600030101010101" pitchFamily="2" charset="-122"/>
              </a:rPr>
              <a:t>要求有较快响应的场合</a:t>
            </a:r>
          </a:p>
        </p:txBody>
      </p:sp>
      <p:sp>
        <p:nvSpPr>
          <p:cNvPr id="15" name="Rectangle 7">
            <a:extLst>
              <a:ext uri="{FF2B5EF4-FFF2-40B4-BE49-F238E27FC236}">
                <a16:creationId xmlns:a16="http://schemas.microsoft.com/office/drawing/2014/main" id="{0962D451-17E0-C545-8623-AC51EB3BADF3}"/>
              </a:ext>
            </a:extLst>
          </p:cNvPr>
          <p:cNvSpPr>
            <a:spLocks noChangeArrowheads="1"/>
          </p:cNvSpPr>
          <p:nvPr/>
        </p:nvSpPr>
        <p:spPr bwMode="auto">
          <a:xfrm>
            <a:off x="3851275" y="3322638"/>
            <a:ext cx="4449763"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最好不要使用继电器输出型</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a:t>
            </a:r>
          </a:p>
        </p:txBody>
      </p:sp>
      <p:sp>
        <p:nvSpPr>
          <p:cNvPr id="16" name="Rectangle 8">
            <a:extLst>
              <a:ext uri="{FF2B5EF4-FFF2-40B4-BE49-F238E27FC236}">
                <a16:creationId xmlns:a16="http://schemas.microsoft.com/office/drawing/2014/main" id="{3B70E1A2-B4A2-1B45-ACAC-7710389CEA67}"/>
              </a:ext>
            </a:extLst>
          </p:cNvPr>
          <p:cNvSpPr>
            <a:spLocks noChangeArrowheads="1"/>
          </p:cNvSpPr>
          <p:nvPr/>
        </p:nvSpPr>
        <p:spPr bwMode="auto">
          <a:xfrm>
            <a:off x="898301" y="4762500"/>
            <a:ext cx="6049963"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I/O</a:t>
            </a:r>
            <a:r>
              <a:rPr kumimoji="0" lang="zh-CN" altLang="en-US"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滞后现象，对慢速控制系统影响不大。</a:t>
            </a:r>
          </a:p>
        </p:txBody>
      </p:sp>
      <p:sp>
        <p:nvSpPr>
          <p:cNvPr id="17" name="Rectangle 9">
            <a:extLst>
              <a:ext uri="{FF2B5EF4-FFF2-40B4-BE49-F238E27FC236}">
                <a16:creationId xmlns:a16="http://schemas.microsoft.com/office/drawing/2014/main" id="{8D206154-AF8A-2941-BD47-53ACE25E041B}"/>
              </a:ext>
            </a:extLst>
          </p:cNvPr>
          <p:cNvSpPr>
            <a:spLocks noChangeArrowheads="1"/>
          </p:cNvSpPr>
          <p:nvPr/>
        </p:nvSpPr>
        <p:spPr bwMode="auto">
          <a:xfrm>
            <a:off x="827584" y="5483225"/>
            <a:ext cx="6408738"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要求快速响应的场合，需要解决</a:t>
            </a:r>
            <a:r>
              <a:rPr kumimoji="0" lang="en-US" altLang="zh-CN"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I/O</a:t>
            </a:r>
            <a:r>
              <a:rPr kumimoji="0" lang="zh-CN" altLang="en-US" sz="2400" b="1" i="0" u="none" strike="noStrike" kern="0" cap="none" spc="0" normalizeH="0" baseline="0" noProof="0" dirty="0">
                <a:ln>
                  <a:noFill/>
                </a:ln>
                <a:solidFill>
                  <a:srgbClr val="09211C"/>
                </a:solidFill>
                <a:effectLst/>
                <a:uLnTx/>
                <a:uFillTx/>
                <a:latin typeface="宋体" panose="02010600030101010101" pitchFamily="2" charset="-122"/>
                <a:ea typeface="宋体" panose="02010600030101010101" pitchFamily="2" charset="-122"/>
              </a:rPr>
              <a:t>速度问题。</a:t>
            </a:r>
          </a:p>
        </p:txBody>
      </p:sp>
      <p:sp>
        <p:nvSpPr>
          <p:cNvPr id="3" name="文本框 2">
            <a:extLst>
              <a:ext uri="{FF2B5EF4-FFF2-40B4-BE49-F238E27FC236}">
                <a16:creationId xmlns:a16="http://schemas.microsoft.com/office/drawing/2014/main" id="{D5E8E5C1-F2B8-33CD-B82B-DD242577B0A2}"/>
              </a:ext>
            </a:extLst>
          </p:cNvPr>
          <p:cNvSpPr txBox="1"/>
          <p:nvPr/>
        </p:nvSpPr>
        <p:spPr>
          <a:xfrm rot="420000">
            <a:off x="7391707" y="254556"/>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重点</a:t>
            </a:r>
          </a:p>
        </p:txBody>
      </p:sp>
    </p:spTree>
    <p:extLst>
      <p:ext uri="{BB962C8B-B14F-4D97-AF65-F5344CB8AC3E}">
        <p14:creationId xmlns:p14="http://schemas.microsoft.com/office/powerpoint/2010/main" val="29114188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up)">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up)">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autoUpdateAnimBg="0"/>
      <p:bldP spid="11" grpId="0" bldLvl="0" animBg="1" autoUpdateAnimBg="0"/>
      <p:bldP spid="12" grpId="0" bldLvl="0" animBg="1" autoUpdateAnimBg="0"/>
      <p:bldP spid="13" grpId="0" bldLvl="0" animBg="1" autoUpdateAnimBg="0"/>
      <p:bldP spid="14" grpId="0" bldLvl="0" animBg="1" autoUpdateAnimBg="0"/>
      <p:bldP spid="15" grpId="0" bldLvl="0" animBg="1" autoUpdateAnimBg="0"/>
      <p:bldP spid="16" grpId="0" bldLvl="0" animBg="1" autoUpdateAnimBg="0"/>
      <p:bldP spid="17" grpId="0" bldLvl="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C8AF66-BBD9-464F-9FB6-F29E03269D95}"/>
              </a:ext>
            </a:extLst>
          </p:cNvPr>
          <p:cNvSpPr>
            <a:spLocks noChangeArrowheads="1"/>
          </p:cNvSpPr>
          <p:nvPr/>
        </p:nvSpPr>
        <p:spPr bwMode="auto">
          <a:xfrm>
            <a:off x="684213" y="620713"/>
            <a:ext cx="446405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a:t>
            </a:r>
            <a:r>
              <a:rPr kumimoji="0" lang="en-US"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2</a:t>
            </a:r>
            <a:r>
              <a:rPr kumimoji="0" lang="zh-CN" altLang="en-US"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a:t>
            </a:r>
            <a:r>
              <a:rPr kumimoji="0" lang="en-US" altLang="zh-CN"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I/O</a:t>
            </a:r>
            <a:r>
              <a:rPr kumimoji="0" lang="zh-CN" altLang="en-US" sz="2400" b="1" i="0" u="none" strike="noStrike" kern="0" cap="none" spc="0" normalizeH="0" baseline="0" noProof="0" dirty="0">
                <a:ln>
                  <a:noFill/>
                </a:ln>
                <a:solidFill>
                  <a:srgbClr val="A50021"/>
                </a:solidFill>
                <a:effectLst/>
                <a:uLnTx/>
                <a:uFillTx/>
                <a:latin typeface="宋体" panose="02010600030101010101" pitchFamily="2" charset="-122"/>
                <a:ea typeface="宋体" panose="02010600030101010101" pitchFamily="2" charset="-122"/>
              </a:rPr>
              <a:t>响应时间的估算</a:t>
            </a:r>
          </a:p>
        </p:txBody>
      </p:sp>
      <p:sp>
        <p:nvSpPr>
          <p:cNvPr id="8" name="Rectangle 3">
            <a:extLst>
              <a:ext uri="{FF2B5EF4-FFF2-40B4-BE49-F238E27FC236}">
                <a16:creationId xmlns:a16="http://schemas.microsoft.com/office/drawing/2014/main" id="{61ECF63F-3292-9247-B75F-FC41DCAD7D2F}"/>
              </a:ext>
            </a:extLst>
          </p:cNvPr>
          <p:cNvSpPr>
            <a:spLocks noChangeArrowheads="1"/>
          </p:cNvSpPr>
          <p:nvPr/>
        </p:nvSpPr>
        <p:spPr bwMode="auto">
          <a:xfrm>
            <a:off x="755650" y="1196975"/>
            <a:ext cx="655265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99"/>
                </a:solidFill>
                <a:latin typeface="宋体" panose="02010600030101010101" pitchFamily="2" charset="-122"/>
              </a:rPr>
              <a:t>以</a:t>
            </a:r>
            <a:r>
              <a:rPr lang="en-US" altLang="zh-CN" sz="2400" b="1" dirty="0">
                <a:solidFill>
                  <a:srgbClr val="000099"/>
                </a:solidFill>
                <a:latin typeface="宋体" panose="02010600030101010101" pitchFamily="2" charset="-122"/>
              </a:rPr>
              <a:t>20</a:t>
            </a:r>
            <a:r>
              <a:rPr lang="zh-CN" altLang="en-US" sz="2400" b="1" dirty="0">
                <a:solidFill>
                  <a:srgbClr val="000099"/>
                </a:solidFill>
                <a:latin typeface="宋体" panose="02010600030101010101" pitchFamily="2" charset="-122"/>
              </a:rPr>
              <a:t>点的继电器输出型</a:t>
            </a:r>
            <a:r>
              <a:rPr lang="en-US" altLang="zh-CN" sz="2400" b="1" dirty="0">
                <a:solidFill>
                  <a:srgbClr val="000099"/>
                </a:solidFill>
                <a:latin typeface="宋体" panose="02010600030101010101" pitchFamily="2" charset="-122"/>
              </a:rPr>
              <a:t>CPM1A</a:t>
            </a:r>
            <a:r>
              <a:rPr lang="zh-CN" altLang="en-US" sz="2400" b="1" dirty="0">
                <a:solidFill>
                  <a:srgbClr val="000099"/>
                </a:solidFill>
                <a:latin typeface="宋体" panose="02010600030101010101" pitchFamily="2" charset="-122"/>
              </a:rPr>
              <a:t>为例。</a:t>
            </a:r>
          </a:p>
        </p:txBody>
      </p:sp>
      <p:sp>
        <p:nvSpPr>
          <p:cNvPr id="9" name="Rectangle 4">
            <a:extLst>
              <a:ext uri="{FF2B5EF4-FFF2-40B4-BE49-F238E27FC236}">
                <a16:creationId xmlns:a16="http://schemas.microsoft.com/office/drawing/2014/main" id="{E16C84E9-DC6E-3747-9D7C-57B43F27723A}"/>
              </a:ext>
            </a:extLst>
          </p:cNvPr>
          <p:cNvSpPr>
            <a:spLocks noChangeArrowheads="1"/>
          </p:cNvSpPr>
          <p:nvPr/>
        </p:nvSpPr>
        <p:spPr bwMode="auto">
          <a:xfrm>
            <a:off x="900113" y="1844675"/>
            <a:ext cx="7315200" cy="2147888"/>
          </a:xfrm>
          <a:prstGeom prst="rect">
            <a:avLst/>
          </a:prstGeom>
          <a:gradFill rotWithShape="0">
            <a:gsLst>
              <a:gs pos="0">
                <a:srgbClr val="FFFFCC"/>
              </a:gs>
              <a:gs pos="50000">
                <a:srgbClr val="FFFFFF"/>
              </a:gs>
              <a:gs pos="100000">
                <a:srgbClr val="FFFFCC"/>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4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设输入</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ON</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延时为</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8</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毫秒</a:t>
            </a:r>
          </a:p>
          <a:p>
            <a:pPr marL="0" marR="0" lvl="0" indent="0" defTabSz="914400" eaLnBrk="1" fontAlgn="auto" latinLnBrk="0" hangingPunct="1">
              <a:lnSpc>
                <a:spcPct val="14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公共处理和</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I/O</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刷新时间为</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2</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毫秒</a:t>
            </a:r>
          </a:p>
          <a:p>
            <a:pPr marL="0" marR="0" lvl="0" indent="0" defTabSz="914400" eaLnBrk="1" fontAlgn="auto" latinLnBrk="0" hangingPunct="1">
              <a:lnSpc>
                <a:spcPct val="14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执行用户程序时间为</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14</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毫秒</a:t>
            </a:r>
          </a:p>
          <a:p>
            <a:pPr marL="0" marR="0" lvl="0" indent="0" defTabSz="914400" eaLnBrk="1" fontAlgn="auto" latinLnBrk="0" hangingPunct="1">
              <a:lnSpc>
                <a:spcPct val="14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输出</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ON</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延时为</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15</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rPr>
              <a:t>毫秒</a:t>
            </a:r>
          </a:p>
        </p:txBody>
      </p:sp>
      <p:sp>
        <p:nvSpPr>
          <p:cNvPr id="10" name="Rectangle 5">
            <a:extLst>
              <a:ext uri="{FF2B5EF4-FFF2-40B4-BE49-F238E27FC236}">
                <a16:creationId xmlns:a16="http://schemas.microsoft.com/office/drawing/2014/main" id="{4FAE2B3B-B2C6-F84F-A5C1-0823BE7A1F04}"/>
              </a:ext>
            </a:extLst>
          </p:cNvPr>
          <p:cNvSpPr>
            <a:spLocks noChangeArrowheads="1"/>
          </p:cNvSpPr>
          <p:nvPr/>
        </p:nvSpPr>
        <p:spPr bwMode="auto">
          <a:xfrm>
            <a:off x="827088" y="4076700"/>
            <a:ext cx="6913562"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400" b="1" dirty="0">
                <a:solidFill>
                  <a:srgbClr val="000099"/>
                </a:solidFill>
                <a:latin typeface="宋体" panose="02010600030101010101" pitchFamily="2" charset="-122"/>
              </a:rPr>
              <a:t>输入状态经过一个扫描周期后在输出得到响应</a:t>
            </a:r>
          </a:p>
          <a:p>
            <a:pPr eaLnBrk="1" hangingPunct="1">
              <a:lnSpc>
                <a:spcPct val="130000"/>
              </a:lnSpc>
            </a:pPr>
            <a:r>
              <a:rPr lang="zh-CN" altLang="en-US" sz="2400" b="1" dirty="0">
                <a:solidFill>
                  <a:srgbClr val="000099"/>
                </a:solidFill>
                <a:latin typeface="宋体" panose="02010600030101010101" pitchFamily="2" charset="-122"/>
              </a:rPr>
              <a:t>                        </a:t>
            </a:r>
            <a:r>
              <a:rPr lang="en-US" altLang="zh-CN" sz="2400" b="1" dirty="0">
                <a:solidFill>
                  <a:srgbClr val="000099"/>
                </a:solidFill>
                <a:latin typeface="宋体" panose="02010600030101010101" pitchFamily="2" charset="-122"/>
              </a:rPr>
              <a:t>——</a:t>
            </a:r>
            <a:r>
              <a:rPr lang="zh-CN" altLang="en-US" sz="2400" b="1" dirty="0">
                <a:solidFill>
                  <a:srgbClr val="000099"/>
                </a:solidFill>
                <a:latin typeface="宋体" panose="02010600030101010101" pitchFamily="2" charset="-122"/>
              </a:rPr>
              <a:t>最小</a:t>
            </a:r>
            <a:r>
              <a:rPr lang="en-US" altLang="zh-CN" sz="2400" b="1" dirty="0">
                <a:solidFill>
                  <a:srgbClr val="000099"/>
                </a:solidFill>
                <a:latin typeface="宋体" panose="02010600030101010101" pitchFamily="2" charset="-122"/>
              </a:rPr>
              <a:t>I/O</a:t>
            </a:r>
            <a:r>
              <a:rPr lang="zh-CN" altLang="en-US" sz="2400" b="1" dirty="0">
                <a:solidFill>
                  <a:srgbClr val="000099"/>
                </a:solidFill>
                <a:latin typeface="宋体" panose="02010600030101010101" pitchFamily="2" charset="-122"/>
              </a:rPr>
              <a:t>响应时间</a:t>
            </a:r>
          </a:p>
        </p:txBody>
      </p:sp>
      <p:sp>
        <p:nvSpPr>
          <p:cNvPr id="11" name="Rectangle 6">
            <a:extLst>
              <a:ext uri="{FF2B5EF4-FFF2-40B4-BE49-F238E27FC236}">
                <a16:creationId xmlns:a16="http://schemas.microsoft.com/office/drawing/2014/main" id="{F00B48E7-F69E-8644-B29F-04415C777870}"/>
              </a:ext>
            </a:extLst>
          </p:cNvPr>
          <p:cNvSpPr>
            <a:spLocks noChangeArrowheads="1"/>
          </p:cNvSpPr>
          <p:nvPr/>
        </p:nvSpPr>
        <p:spPr bwMode="auto">
          <a:xfrm>
            <a:off x="827584" y="5195888"/>
            <a:ext cx="6913066" cy="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zh-CN" sz="2400" b="1" dirty="0">
                <a:solidFill>
                  <a:srgbClr val="000099"/>
                </a:solidFill>
                <a:latin typeface="宋体" panose="02010600030101010101" pitchFamily="2" charset="-122"/>
              </a:rPr>
              <a:t>输入状态经过两个扫描周期后在输出得到响应</a:t>
            </a:r>
          </a:p>
          <a:p>
            <a:pPr eaLnBrk="1" hangingPunct="1">
              <a:lnSpc>
                <a:spcPct val="130000"/>
              </a:lnSpc>
            </a:pPr>
            <a:r>
              <a:rPr lang="zh-CN" altLang="zh-CN" sz="2400" b="1" dirty="0">
                <a:solidFill>
                  <a:srgbClr val="000099"/>
                </a:solidFill>
                <a:latin typeface="宋体" panose="02010600030101010101" pitchFamily="2" charset="-122"/>
              </a:rPr>
              <a:t>                    </a:t>
            </a:r>
            <a:r>
              <a:rPr lang="zh-CN" altLang="en-US" sz="2400" b="1" dirty="0">
                <a:solidFill>
                  <a:srgbClr val="000099"/>
                </a:solidFill>
                <a:latin typeface="宋体" panose="02010600030101010101" pitchFamily="2" charset="-122"/>
              </a:rPr>
              <a:t>    </a:t>
            </a:r>
            <a:r>
              <a:rPr lang="zh-CN" altLang="zh-CN" sz="2400" b="1" dirty="0">
                <a:solidFill>
                  <a:srgbClr val="000099"/>
                </a:solidFill>
                <a:latin typeface="宋体" panose="02010600030101010101" pitchFamily="2" charset="-122"/>
              </a:rPr>
              <a:t>——最大I/O响应时间</a:t>
            </a:r>
          </a:p>
        </p:txBody>
      </p:sp>
      <p:sp>
        <p:nvSpPr>
          <p:cNvPr id="3" name="文本框 2">
            <a:extLst>
              <a:ext uri="{FF2B5EF4-FFF2-40B4-BE49-F238E27FC236}">
                <a16:creationId xmlns:a16="http://schemas.microsoft.com/office/drawing/2014/main" id="{49D33AF5-DEF8-F25B-BC5A-20F78EE698F1}"/>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42637453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bldLvl="0" animBg="1" autoUpdateAnimBg="0"/>
      <p:bldP spid="10" grpId="0" autoUpdateAnimBg="0"/>
      <p:bldP spid="11"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2">
            <a:extLst>
              <a:ext uri="{FF2B5EF4-FFF2-40B4-BE49-F238E27FC236}">
                <a16:creationId xmlns:a16="http://schemas.microsoft.com/office/drawing/2014/main" id="{02537E75-F1DF-4A40-8FD7-C44D6466ADA3}"/>
              </a:ext>
            </a:extLst>
          </p:cNvPr>
          <p:cNvSpPr>
            <a:spLocks noChangeArrowheads="1"/>
          </p:cNvSpPr>
          <p:nvPr/>
        </p:nvSpPr>
        <p:spPr bwMode="auto">
          <a:xfrm>
            <a:off x="250825" y="476250"/>
            <a:ext cx="84582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最小</a:t>
            </a:r>
            <a:r>
              <a:rPr kumimoji="0" lang="en-US" altLang="zh-CN"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I/O</a:t>
            </a: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响应时间的计算</a:t>
            </a:r>
          </a:p>
        </p:txBody>
      </p:sp>
      <p:sp>
        <p:nvSpPr>
          <p:cNvPr id="52" name="Rectangle 3">
            <a:extLst>
              <a:ext uri="{FF2B5EF4-FFF2-40B4-BE49-F238E27FC236}">
                <a16:creationId xmlns:a16="http://schemas.microsoft.com/office/drawing/2014/main" id="{C901F174-F840-AC47-AF73-6BC582462BC1}"/>
              </a:ext>
            </a:extLst>
          </p:cNvPr>
          <p:cNvSpPr>
            <a:spLocks noChangeArrowheads="1"/>
          </p:cNvSpPr>
          <p:nvPr/>
        </p:nvSpPr>
        <p:spPr bwMode="auto">
          <a:xfrm>
            <a:off x="250825" y="5373688"/>
            <a:ext cx="8534400" cy="922337"/>
          </a:xfrm>
          <a:prstGeom prst="rect">
            <a:avLst/>
          </a:prstGeom>
          <a:gradFill rotWithShape="0">
            <a:gsLst>
              <a:gs pos="0">
                <a:srgbClr val="FFFFCC"/>
              </a:gs>
              <a:gs pos="50000">
                <a:srgbClr val="FFFFFF"/>
              </a:gs>
              <a:gs pos="100000">
                <a:srgbClr val="FFFFCC"/>
              </a:gs>
            </a:gsLst>
            <a:lin ang="5400000" scaled="1"/>
          </a:gra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CC3300"/>
                </a:solidFill>
                <a:effectLst/>
                <a:uLnTx/>
                <a:uFillTx/>
                <a:latin typeface="Arial" panose="020B0604020202020204" pitchFamily="34" charset="0"/>
                <a:ea typeface="楷体_GB2312" pitchFamily="49" charset="-122"/>
              </a:rPr>
              <a:t>最小</a:t>
            </a:r>
            <a:r>
              <a:rPr kumimoji="0" lang="en-US" altLang="zh-CN" sz="1800" b="1" i="0" u="none" strike="noStrike" kern="0" cap="none" spc="0" normalizeH="0" baseline="0" noProof="0">
                <a:ln>
                  <a:noFill/>
                </a:ln>
                <a:solidFill>
                  <a:srgbClr val="CC3300"/>
                </a:solidFill>
                <a:effectLst/>
                <a:uLnTx/>
                <a:uFillTx/>
                <a:latin typeface="Arial" panose="020B0604020202020204" pitchFamily="34" charset="0"/>
                <a:ea typeface="楷体_GB2312" pitchFamily="49" charset="-122"/>
              </a:rPr>
              <a:t>I/O</a:t>
            </a:r>
            <a:r>
              <a:rPr kumimoji="0" lang="zh-CN" altLang="en-US" sz="1800" b="1" i="0" u="none" strike="noStrike" kern="0" cap="none" spc="0" normalizeH="0" baseline="0" noProof="0">
                <a:ln>
                  <a:noFill/>
                </a:ln>
                <a:solidFill>
                  <a:srgbClr val="CC3300"/>
                </a:solidFill>
                <a:effectLst/>
                <a:uLnTx/>
                <a:uFillTx/>
                <a:latin typeface="Arial" panose="020B0604020202020204" pitchFamily="34" charset="0"/>
                <a:ea typeface="楷体_GB2312" pitchFamily="49" charset="-122"/>
              </a:rPr>
              <a:t>响应时间</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输入</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ON</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延时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公共处理 </a:t>
            </a: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 I/O</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刷新时间</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执行程序时间</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输出</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ON</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延时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8 + 2 + 14 + 15 = 39 ms</a:t>
            </a:r>
          </a:p>
        </p:txBody>
      </p:sp>
      <p:sp>
        <p:nvSpPr>
          <p:cNvPr id="53" name="Rectangle 4">
            <a:extLst>
              <a:ext uri="{FF2B5EF4-FFF2-40B4-BE49-F238E27FC236}">
                <a16:creationId xmlns:a16="http://schemas.microsoft.com/office/drawing/2014/main" id="{F55C377E-B31E-D14D-86C1-1770012C4144}"/>
              </a:ext>
            </a:extLst>
          </p:cNvPr>
          <p:cNvSpPr>
            <a:spLocks noChangeArrowheads="1"/>
          </p:cNvSpPr>
          <p:nvPr/>
        </p:nvSpPr>
        <p:spPr bwMode="auto">
          <a:xfrm>
            <a:off x="422275" y="1868488"/>
            <a:ext cx="76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00CC"/>
                </a:solidFill>
                <a:ea typeface="楷体_GB2312" pitchFamily="49" charset="-122"/>
              </a:rPr>
              <a:t>输入触点</a:t>
            </a:r>
          </a:p>
        </p:txBody>
      </p:sp>
      <p:sp>
        <p:nvSpPr>
          <p:cNvPr id="54" name="Rectangle 5">
            <a:extLst>
              <a:ext uri="{FF2B5EF4-FFF2-40B4-BE49-F238E27FC236}">
                <a16:creationId xmlns:a16="http://schemas.microsoft.com/office/drawing/2014/main" id="{B738E297-64E7-584F-98CA-E82EB56AFCFE}"/>
              </a:ext>
            </a:extLst>
          </p:cNvPr>
          <p:cNvSpPr>
            <a:spLocks noChangeArrowheads="1"/>
          </p:cNvSpPr>
          <p:nvPr/>
        </p:nvSpPr>
        <p:spPr bwMode="auto">
          <a:xfrm>
            <a:off x="422275" y="2554288"/>
            <a:ext cx="83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3162"/>
                </a:solidFill>
                <a:ea typeface="楷体_GB2312" pitchFamily="49" charset="-122"/>
              </a:rPr>
              <a:t>输入滤波</a:t>
            </a:r>
          </a:p>
        </p:txBody>
      </p:sp>
      <p:sp>
        <p:nvSpPr>
          <p:cNvPr id="55" name="Rectangle 6">
            <a:extLst>
              <a:ext uri="{FF2B5EF4-FFF2-40B4-BE49-F238E27FC236}">
                <a16:creationId xmlns:a16="http://schemas.microsoft.com/office/drawing/2014/main" id="{9FE7469C-AEF9-4545-865D-F6D781815109}"/>
              </a:ext>
            </a:extLst>
          </p:cNvPr>
          <p:cNvSpPr>
            <a:spLocks noChangeArrowheads="1"/>
          </p:cNvSpPr>
          <p:nvPr/>
        </p:nvSpPr>
        <p:spPr bwMode="auto">
          <a:xfrm>
            <a:off x="422275" y="3316288"/>
            <a:ext cx="83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00CC"/>
                </a:solidFill>
                <a:ea typeface="楷体_GB2312" pitchFamily="49" charset="-122"/>
              </a:rPr>
              <a:t>输出锁存</a:t>
            </a:r>
          </a:p>
        </p:txBody>
      </p:sp>
      <p:sp>
        <p:nvSpPr>
          <p:cNvPr id="56" name="Rectangle 7">
            <a:extLst>
              <a:ext uri="{FF2B5EF4-FFF2-40B4-BE49-F238E27FC236}">
                <a16:creationId xmlns:a16="http://schemas.microsoft.com/office/drawing/2014/main" id="{0DE470B5-220F-4946-98AC-B9A46CB72FAB}"/>
              </a:ext>
            </a:extLst>
          </p:cNvPr>
          <p:cNvSpPr>
            <a:spLocks noChangeArrowheads="1"/>
          </p:cNvSpPr>
          <p:nvPr/>
        </p:nvSpPr>
        <p:spPr bwMode="auto">
          <a:xfrm>
            <a:off x="422275" y="4138613"/>
            <a:ext cx="762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3162"/>
                </a:solidFill>
                <a:ea typeface="楷体_GB2312" pitchFamily="49" charset="-122"/>
              </a:rPr>
              <a:t>输出触点</a:t>
            </a:r>
          </a:p>
        </p:txBody>
      </p:sp>
      <p:grpSp>
        <p:nvGrpSpPr>
          <p:cNvPr id="57" name="Group 8">
            <a:extLst>
              <a:ext uri="{FF2B5EF4-FFF2-40B4-BE49-F238E27FC236}">
                <a16:creationId xmlns:a16="http://schemas.microsoft.com/office/drawing/2014/main" id="{C6009AF0-6DB5-9847-8D9C-313647365D9D}"/>
              </a:ext>
            </a:extLst>
          </p:cNvPr>
          <p:cNvGrpSpPr>
            <a:grpSpLocks/>
          </p:cNvGrpSpPr>
          <p:nvPr/>
        </p:nvGrpSpPr>
        <p:grpSpPr bwMode="auto">
          <a:xfrm>
            <a:off x="1406525" y="1166813"/>
            <a:ext cx="6026150" cy="4206875"/>
            <a:chOff x="0" y="0"/>
            <a:chExt cx="3024" cy="2650"/>
          </a:xfrm>
        </p:grpSpPr>
        <p:sp>
          <p:nvSpPr>
            <p:cNvPr id="58" name="Line 9">
              <a:extLst>
                <a:ext uri="{FF2B5EF4-FFF2-40B4-BE49-F238E27FC236}">
                  <a16:creationId xmlns:a16="http://schemas.microsoft.com/office/drawing/2014/main" id="{A361DBC6-CED2-5146-8486-96D79AC01354}"/>
                </a:ext>
              </a:extLst>
            </p:cNvPr>
            <p:cNvSpPr>
              <a:spLocks noChangeShapeType="1"/>
            </p:cNvSpPr>
            <p:nvPr/>
          </p:nvSpPr>
          <p:spPr bwMode="auto">
            <a:xfrm flipH="1">
              <a:off x="48" y="58"/>
              <a:ext cx="0" cy="2592"/>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59" name="Line 10">
              <a:extLst>
                <a:ext uri="{FF2B5EF4-FFF2-40B4-BE49-F238E27FC236}">
                  <a16:creationId xmlns:a16="http://schemas.microsoft.com/office/drawing/2014/main" id="{DE386C3C-70AD-C24F-B929-BA4E08DDA9AD}"/>
                </a:ext>
              </a:extLst>
            </p:cNvPr>
            <p:cNvSpPr>
              <a:spLocks noChangeShapeType="1"/>
            </p:cNvSpPr>
            <p:nvPr/>
          </p:nvSpPr>
          <p:spPr bwMode="auto">
            <a:xfrm>
              <a:off x="1440" y="58"/>
              <a:ext cx="0" cy="2208"/>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0" name="Line 11">
              <a:extLst>
                <a:ext uri="{FF2B5EF4-FFF2-40B4-BE49-F238E27FC236}">
                  <a16:creationId xmlns:a16="http://schemas.microsoft.com/office/drawing/2014/main" id="{26C3324F-5CC2-0644-99CB-F5CE6B1AC5CF}"/>
                </a:ext>
              </a:extLst>
            </p:cNvPr>
            <p:cNvSpPr>
              <a:spLocks noChangeShapeType="1"/>
            </p:cNvSpPr>
            <p:nvPr/>
          </p:nvSpPr>
          <p:spPr bwMode="auto">
            <a:xfrm>
              <a:off x="2880" y="58"/>
              <a:ext cx="0" cy="2592"/>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61" name="Group 12">
              <a:extLst>
                <a:ext uri="{FF2B5EF4-FFF2-40B4-BE49-F238E27FC236}">
                  <a16:creationId xmlns:a16="http://schemas.microsoft.com/office/drawing/2014/main" id="{C20BD28D-BEBF-F44D-8474-E918879BBF5A}"/>
                </a:ext>
              </a:extLst>
            </p:cNvPr>
            <p:cNvGrpSpPr>
              <a:grpSpLocks/>
            </p:cNvGrpSpPr>
            <p:nvPr/>
          </p:nvGrpSpPr>
          <p:grpSpPr bwMode="auto">
            <a:xfrm>
              <a:off x="0" y="0"/>
              <a:ext cx="3024" cy="490"/>
              <a:chOff x="0" y="0"/>
              <a:chExt cx="3024" cy="490"/>
            </a:xfrm>
          </p:grpSpPr>
          <p:sp>
            <p:nvSpPr>
              <p:cNvPr id="62" name="Rectangle 13">
                <a:extLst>
                  <a:ext uri="{FF2B5EF4-FFF2-40B4-BE49-F238E27FC236}">
                    <a16:creationId xmlns:a16="http://schemas.microsoft.com/office/drawing/2014/main" id="{E1D9F0A3-D49F-CB48-9818-7F52DEB2C58D}"/>
                  </a:ext>
                </a:extLst>
              </p:cNvPr>
              <p:cNvSpPr>
                <a:spLocks noChangeArrowheads="1"/>
              </p:cNvSpPr>
              <p:nvPr/>
            </p:nvSpPr>
            <p:spPr bwMode="auto">
              <a:xfrm>
                <a:off x="48" y="250"/>
                <a:ext cx="2832"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63" name="Rectangle 14">
                <a:extLst>
                  <a:ext uri="{FF2B5EF4-FFF2-40B4-BE49-F238E27FC236}">
                    <a16:creationId xmlns:a16="http://schemas.microsoft.com/office/drawing/2014/main" id="{8D79B7D2-963B-E34E-8228-77E9AAF8C339}"/>
                  </a:ext>
                </a:extLst>
              </p:cNvPr>
              <p:cNvSpPr>
                <a:spLocks noChangeArrowheads="1"/>
              </p:cNvSpPr>
              <p:nvPr/>
            </p:nvSpPr>
            <p:spPr bwMode="auto">
              <a:xfrm>
                <a:off x="0" y="240"/>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刷新</a:t>
                </a:r>
              </a:p>
            </p:txBody>
          </p:sp>
          <p:sp>
            <p:nvSpPr>
              <p:cNvPr id="64" name="Rectangle 15">
                <a:extLst>
                  <a:ext uri="{FF2B5EF4-FFF2-40B4-BE49-F238E27FC236}">
                    <a16:creationId xmlns:a16="http://schemas.microsoft.com/office/drawing/2014/main" id="{E7E10115-D2DE-454F-AA9C-A5A735FB32BB}"/>
                  </a:ext>
                </a:extLst>
              </p:cNvPr>
              <p:cNvSpPr>
                <a:spLocks noChangeArrowheads="1"/>
              </p:cNvSpPr>
              <p:nvPr/>
            </p:nvSpPr>
            <p:spPr bwMode="auto">
              <a:xfrm>
                <a:off x="336" y="240"/>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执行程序</a:t>
                </a:r>
              </a:p>
            </p:txBody>
          </p:sp>
          <p:sp>
            <p:nvSpPr>
              <p:cNvPr id="65" name="Rectangle 16">
                <a:extLst>
                  <a:ext uri="{FF2B5EF4-FFF2-40B4-BE49-F238E27FC236}">
                    <a16:creationId xmlns:a16="http://schemas.microsoft.com/office/drawing/2014/main" id="{A44287C8-7F2A-AC4E-9733-14F7AE566B9B}"/>
                  </a:ext>
                </a:extLst>
              </p:cNvPr>
              <p:cNvSpPr>
                <a:spLocks noChangeArrowheads="1"/>
              </p:cNvSpPr>
              <p:nvPr/>
            </p:nvSpPr>
            <p:spPr bwMode="auto">
              <a:xfrm>
                <a:off x="1008" y="24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其他</a:t>
                </a:r>
              </a:p>
            </p:txBody>
          </p:sp>
          <p:sp>
            <p:nvSpPr>
              <p:cNvPr id="66" name="Line 17">
                <a:extLst>
                  <a:ext uri="{FF2B5EF4-FFF2-40B4-BE49-F238E27FC236}">
                    <a16:creationId xmlns:a16="http://schemas.microsoft.com/office/drawing/2014/main" id="{FA550893-C56F-954B-89C5-2606B5A53DB2}"/>
                  </a:ext>
                </a:extLst>
              </p:cNvPr>
              <p:cNvSpPr>
                <a:spLocks noChangeShapeType="1"/>
              </p:cNvSpPr>
              <p:nvPr/>
            </p:nvSpPr>
            <p:spPr bwMode="auto">
              <a:xfrm>
                <a:off x="384" y="25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7" name="Line 18">
                <a:extLst>
                  <a:ext uri="{FF2B5EF4-FFF2-40B4-BE49-F238E27FC236}">
                    <a16:creationId xmlns:a16="http://schemas.microsoft.com/office/drawing/2014/main" id="{2A2D26F5-6819-3A49-970A-BB7CDBCD8C03}"/>
                  </a:ext>
                </a:extLst>
              </p:cNvPr>
              <p:cNvSpPr>
                <a:spLocks noChangeShapeType="1"/>
              </p:cNvSpPr>
              <p:nvPr/>
            </p:nvSpPr>
            <p:spPr bwMode="auto">
              <a:xfrm>
                <a:off x="1056" y="25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8" name="Line 19">
                <a:extLst>
                  <a:ext uri="{FF2B5EF4-FFF2-40B4-BE49-F238E27FC236}">
                    <a16:creationId xmlns:a16="http://schemas.microsoft.com/office/drawing/2014/main" id="{C8BA27BE-6A14-F14D-B71B-E4BE49E81DE0}"/>
                  </a:ext>
                </a:extLst>
              </p:cNvPr>
              <p:cNvSpPr>
                <a:spLocks noChangeShapeType="1"/>
              </p:cNvSpPr>
              <p:nvPr/>
            </p:nvSpPr>
            <p:spPr bwMode="auto">
              <a:xfrm>
                <a:off x="1440" y="24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9" name="Rectangle 20">
                <a:extLst>
                  <a:ext uri="{FF2B5EF4-FFF2-40B4-BE49-F238E27FC236}">
                    <a16:creationId xmlns:a16="http://schemas.microsoft.com/office/drawing/2014/main" id="{DB796D33-07EE-2045-A285-09B516FC55AB}"/>
                  </a:ext>
                </a:extLst>
              </p:cNvPr>
              <p:cNvSpPr>
                <a:spLocks noChangeArrowheads="1"/>
              </p:cNvSpPr>
              <p:nvPr/>
            </p:nvSpPr>
            <p:spPr bwMode="auto">
              <a:xfrm>
                <a:off x="1440" y="24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刷新</a:t>
                </a:r>
              </a:p>
            </p:txBody>
          </p:sp>
          <p:sp>
            <p:nvSpPr>
              <p:cNvPr id="70" name="Rectangle 21">
                <a:extLst>
                  <a:ext uri="{FF2B5EF4-FFF2-40B4-BE49-F238E27FC236}">
                    <a16:creationId xmlns:a16="http://schemas.microsoft.com/office/drawing/2014/main" id="{A4D48D09-F42D-DB47-9C62-8498FD580C5B}"/>
                  </a:ext>
                </a:extLst>
              </p:cNvPr>
              <p:cNvSpPr>
                <a:spLocks noChangeArrowheads="1"/>
              </p:cNvSpPr>
              <p:nvPr/>
            </p:nvSpPr>
            <p:spPr bwMode="auto">
              <a:xfrm>
                <a:off x="1776" y="230"/>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执行程序</a:t>
                </a:r>
              </a:p>
            </p:txBody>
          </p:sp>
          <p:sp>
            <p:nvSpPr>
              <p:cNvPr id="71" name="Rectangle 22">
                <a:extLst>
                  <a:ext uri="{FF2B5EF4-FFF2-40B4-BE49-F238E27FC236}">
                    <a16:creationId xmlns:a16="http://schemas.microsoft.com/office/drawing/2014/main" id="{33F57EBE-3356-5F49-BF65-33ADB93EB2D3}"/>
                  </a:ext>
                </a:extLst>
              </p:cNvPr>
              <p:cNvSpPr>
                <a:spLocks noChangeArrowheads="1"/>
              </p:cNvSpPr>
              <p:nvPr/>
            </p:nvSpPr>
            <p:spPr bwMode="auto">
              <a:xfrm>
                <a:off x="2448" y="230"/>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其他</a:t>
                </a:r>
              </a:p>
            </p:txBody>
          </p:sp>
          <p:sp>
            <p:nvSpPr>
              <p:cNvPr id="72" name="Line 23">
                <a:extLst>
                  <a:ext uri="{FF2B5EF4-FFF2-40B4-BE49-F238E27FC236}">
                    <a16:creationId xmlns:a16="http://schemas.microsoft.com/office/drawing/2014/main" id="{D626B3E1-FAC5-4649-9948-178C3EB0BF44}"/>
                  </a:ext>
                </a:extLst>
              </p:cNvPr>
              <p:cNvSpPr>
                <a:spLocks noChangeShapeType="1"/>
              </p:cNvSpPr>
              <p:nvPr/>
            </p:nvSpPr>
            <p:spPr bwMode="auto">
              <a:xfrm>
                <a:off x="1824" y="24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3" name="Line 24">
                <a:extLst>
                  <a:ext uri="{FF2B5EF4-FFF2-40B4-BE49-F238E27FC236}">
                    <a16:creationId xmlns:a16="http://schemas.microsoft.com/office/drawing/2014/main" id="{D06CF5EF-3208-E44F-99DA-52DEAB1C0DB2}"/>
                  </a:ext>
                </a:extLst>
              </p:cNvPr>
              <p:cNvSpPr>
                <a:spLocks noChangeShapeType="1"/>
              </p:cNvSpPr>
              <p:nvPr/>
            </p:nvSpPr>
            <p:spPr bwMode="auto">
              <a:xfrm>
                <a:off x="2496" y="24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4" name="Rectangle 25">
                <a:extLst>
                  <a:ext uri="{FF2B5EF4-FFF2-40B4-BE49-F238E27FC236}">
                    <a16:creationId xmlns:a16="http://schemas.microsoft.com/office/drawing/2014/main" id="{CB0217CD-138C-0448-BBB7-F31E0BDF8187}"/>
                  </a:ext>
                </a:extLst>
              </p:cNvPr>
              <p:cNvSpPr>
                <a:spLocks noChangeArrowheads="1"/>
              </p:cNvSpPr>
              <p:nvPr/>
            </p:nvSpPr>
            <p:spPr bwMode="auto">
              <a:xfrm>
                <a:off x="96" y="0"/>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  扫描周期</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sym typeface="Symbol" pitchFamily="2" charset="2"/>
                  </a:rPr>
                  <a:t>Ts)</a:t>
                </a:r>
              </a:p>
            </p:txBody>
          </p:sp>
          <p:sp>
            <p:nvSpPr>
              <p:cNvPr id="75" name="Rectangle 26">
                <a:extLst>
                  <a:ext uri="{FF2B5EF4-FFF2-40B4-BE49-F238E27FC236}">
                    <a16:creationId xmlns:a16="http://schemas.microsoft.com/office/drawing/2014/main" id="{E1C3B4F5-95FF-BE47-AD8C-8DAC3E8300D9}"/>
                  </a:ext>
                </a:extLst>
              </p:cNvPr>
              <p:cNvSpPr>
                <a:spLocks noChangeArrowheads="1"/>
              </p:cNvSpPr>
              <p:nvPr/>
            </p:nvSpPr>
            <p:spPr bwMode="auto">
              <a:xfrm>
                <a:off x="1584" y="0"/>
                <a:ext cx="124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  扫描周期</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sym typeface="Symbol" pitchFamily="2" charset="2"/>
                  </a:rPr>
                  <a:t>Ts)</a:t>
                </a:r>
              </a:p>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endParaRPr>
              </a:p>
            </p:txBody>
          </p:sp>
        </p:grpSp>
      </p:grpSp>
      <p:grpSp>
        <p:nvGrpSpPr>
          <p:cNvPr id="76" name="Group 27">
            <a:extLst>
              <a:ext uri="{FF2B5EF4-FFF2-40B4-BE49-F238E27FC236}">
                <a16:creationId xmlns:a16="http://schemas.microsoft.com/office/drawing/2014/main" id="{4585383A-0E1C-D043-BB15-A4892976DD81}"/>
              </a:ext>
            </a:extLst>
          </p:cNvPr>
          <p:cNvGrpSpPr>
            <a:grpSpLocks/>
          </p:cNvGrpSpPr>
          <p:nvPr/>
        </p:nvGrpSpPr>
        <p:grpSpPr bwMode="auto">
          <a:xfrm>
            <a:off x="1108075" y="2173288"/>
            <a:ext cx="7239000" cy="304800"/>
            <a:chOff x="0" y="0"/>
            <a:chExt cx="4560" cy="192"/>
          </a:xfrm>
        </p:grpSpPr>
        <p:sp>
          <p:nvSpPr>
            <p:cNvPr id="77" name="Line 28">
              <a:extLst>
                <a:ext uri="{FF2B5EF4-FFF2-40B4-BE49-F238E27FC236}">
                  <a16:creationId xmlns:a16="http://schemas.microsoft.com/office/drawing/2014/main" id="{938DC44E-FC74-F042-916C-9A10A8971F5F}"/>
                </a:ext>
              </a:extLst>
            </p:cNvPr>
            <p:cNvSpPr>
              <a:spLocks noChangeShapeType="1"/>
            </p:cNvSpPr>
            <p:nvPr/>
          </p:nvSpPr>
          <p:spPr bwMode="auto">
            <a:xfrm>
              <a:off x="240" y="0"/>
              <a:ext cx="432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8" name="Line 29">
              <a:extLst>
                <a:ext uri="{FF2B5EF4-FFF2-40B4-BE49-F238E27FC236}">
                  <a16:creationId xmlns:a16="http://schemas.microsoft.com/office/drawing/2014/main" id="{E235080F-FE7E-1E44-9691-8F5A713D0175}"/>
                </a:ext>
              </a:extLst>
            </p:cNvPr>
            <p:cNvSpPr>
              <a:spLocks noChangeShapeType="1"/>
            </p:cNvSpPr>
            <p:nvPr/>
          </p:nvSpPr>
          <p:spPr bwMode="auto">
            <a:xfrm>
              <a:off x="0" y="192"/>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9" name="Line 30">
              <a:extLst>
                <a:ext uri="{FF2B5EF4-FFF2-40B4-BE49-F238E27FC236}">
                  <a16:creationId xmlns:a16="http://schemas.microsoft.com/office/drawing/2014/main" id="{AF5F05CF-40D9-C94B-9CC7-BA86D7A6D8A5}"/>
                </a:ext>
              </a:extLst>
            </p:cNvPr>
            <p:cNvSpPr>
              <a:spLocks noChangeShapeType="1"/>
            </p:cNvSpPr>
            <p:nvPr/>
          </p:nvSpPr>
          <p:spPr bwMode="auto">
            <a:xfrm>
              <a:off x="24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80" name="AutoShape 31">
            <a:extLst>
              <a:ext uri="{FF2B5EF4-FFF2-40B4-BE49-F238E27FC236}">
                <a16:creationId xmlns:a16="http://schemas.microsoft.com/office/drawing/2014/main" id="{AF399DED-2DB5-7647-80B9-7E6FF8E37CAF}"/>
              </a:ext>
            </a:extLst>
          </p:cNvPr>
          <p:cNvSpPr>
            <a:spLocks noChangeArrowheads="1"/>
          </p:cNvSpPr>
          <p:nvPr/>
        </p:nvSpPr>
        <p:spPr bwMode="auto">
          <a:xfrm>
            <a:off x="422275" y="1335088"/>
            <a:ext cx="1752600" cy="381000"/>
          </a:xfrm>
          <a:prstGeom prst="wedgeRoundRectCallout">
            <a:avLst>
              <a:gd name="adj1" fmla="val 43477"/>
              <a:gd name="adj2" fmla="val 233333"/>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rPr>
              <a:t>输入</a:t>
            </a:r>
            <a:r>
              <a:rPr kumimoji="0" lang="en-US" altLang="zh-CN"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rPr>
              <a:t>ON</a:t>
            </a:r>
            <a:r>
              <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rPr>
              <a:t>延时</a:t>
            </a:r>
          </a:p>
        </p:txBody>
      </p:sp>
      <p:sp>
        <p:nvSpPr>
          <p:cNvPr id="81" name="Line 32">
            <a:extLst>
              <a:ext uri="{FF2B5EF4-FFF2-40B4-BE49-F238E27FC236}">
                <a16:creationId xmlns:a16="http://schemas.microsoft.com/office/drawing/2014/main" id="{C828DC1A-4FBB-7745-B954-F5BA597F2A16}"/>
              </a:ext>
            </a:extLst>
          </p:cNvPr>
          <p:cNvSpPr>
            <a:spLocks noChangeShapeType="1"/>
          </p:cNvSpPr>
          <p:nvPr/>
        </p:nvSpPr>
        <p:spPr bwMode="auto">
          <a:xfrm>
            <a:off x="1489075" y="2401888"/>
            <a:ext cx="1066800"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grpSp>
        <p:nvGrpSpPr>
          <p:cNvPr id="82" name="Group 33">
            <a:extLst>
              <a:ext uri="{FF2B5EF4-FFF2-40B4-BE49-F238E27FC236}">
                <a16:creationId xmlns:a16="http://schemas.microsoft.com/office/drawing/2014/main" id="{962A83F7-5B7E-594F-BF6A-2D2F6BA861D5}"/>
              </a:ext>
            </a:extLst>
          </p:cNvPr>
          <p:cNvGrpSpPr>
            <a:grpSpLocks/>
          </p:cNvGrpSpPr>
          <p:nvPr/>
        </p:nvGrpSpPr>
        <p:grpSpPr bwMode="auto">
          <a:xfrm>
            <a:off x="1108075" y="2859088"/>
            <a:ext cx="7315200" cy="304800"/>
            <a:chOff x="0" y="0"/>
            <a:chExt cx="4608" cy="192"/>
          </a:xfrm>
        </p:grpSpPr>
        <p:sp>
          <p:nvSpPr>
            <p:cNvPr id="83" name="Line 34">
              <a:extLst>
                <a:ext uri="{FF2B5EF4-FFF2-40B4-BE49-F238E27FC236}">
                  <a16:creationId xmlns:a16="http://schemas.microsoft.com/office/drawing/2014/main" id="{47CB19C1-74CE-2E46-A074-241F73AAEDB9}"/>
                </a:ext>
              </a:extLst>
            </p:cNvPr>
            <p:cNvSpPr>
              <a:spLocks noChangeShapeType="1"/>
            </p:cNvSpPr>
            <p:nvPr/>
          </p:nvSpPr>
          <p:spPr bwMode="auto">
            <a:xfrm>
              <a:off x="0" y="192"/>
              <a:ext cx="91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4" name="Line 35">
              <a:extLst>
                <a:ext uri="{FF2B5EF4-FFF2-40B4-BE49-F238E27FC236}">
                  <a16:creationId xmlns:a16="http://schemas.microsoft.com/office/drawing/2014/main" id="{3D86FB35-997B-8E45-926D-1E7C3821CCF2}"/>
                </a:ext>
              </a:extLst>
            </p:cNvPr>
            <p:cNvSpPr>
              <a:spLocks noChangeShapeType="1"/>
            </p:cNvSpPr>
            <p:nvPr/>
          </p:nvSpPr>
          <p:spPr bwMode="auto">
            <a:xfrm>
              <a:off x="912"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5" name="Line 36">
              <a:extLst>
                <a:ext uri="{FF2B5EF4-FFF2-40B4-BE49-F238E27FC236}">
                  <a16:creationId xmlns:a16="http://schemas.microsoft.com/office/drawing/2014/main" id="{D493EEA8-0C37-274B-B748-29DEA4734F58}"/>
                </a:ext>
              </a:extLst>
            </p:cNvPr>
            <p:cNvSpPr>
              <a:spLocks noChangeShapeType="1"/>
            </p:cNvSpPr>
            <p:nvPr/>
          </p:nvSpPr>
          <p:spPr bwMode="auto">
            <a:xfrm>
              <a:off x="912" y="0"/>
              <a:ext cx="36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86" name="Line 37">
            <a:extLst>
              <a:ext uri="{FF2B5EF4-FFF2-40B4-BE49-F238E27FC236}">
                <a16:creationId xmlns:a16="http://schemas.microsoft.com/office/drawing/2014/main" id="{565156A8-E219-0840-A54A-0650BD4A44D1}"/>
              </a:ext>
            </a:extLst>
          </p:cNvPr>
          <p:cNvSpPr>
            <a:spLocks noChangeShapeType="1"/>
          </p:cNvSpPr>
          <p:nvPr/>
        </p:nvSpPr>
        <p:spPr bwMode="auto">
          <a:xfrm>
            <a:off x="2555875" y="2173288"/>
            <a:ext cx="0" cy="762000"/>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7" name="AutoShape 38">
            <a:extLst>
              <a:ext uri="{FF2B5EF4-FFF2-40B4-BE49-F238E27FC236}">
                <a16:creationId xmlns:a16="http://schemas.microsoft.com/office/drawing/2014/main" id="{CC1780B2-BDDB-5445-B351-E3FA504790EA}"/>
              </a:ext>
            </a:extLst>
          </p:cNvPr>
          <p:cNvSpPr>
            <a:spLocks noChangeArrowheads="1"/>
          </p:cNvSpPr>
          <p:nvPr/>
        </p:nvSpPr>
        <p:spPr bwMode="auto">
          <a:xfrm>
            <a:off x="5984875" y="3697288"/>
            <a:ext cx="1752600" cy="381000"/>
          </a:xfrm>
          <a:prstGeom prst="wedgeRoundRectCallout">
            <a:avLst>
              <a:gd name="adj1" fmla="val -76088"/>
              <a:gd name="adj2" fmla="val 160000"/>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rPr>
              <a:t>输出</a:t>
            </a:r>
            <a:r>
              <a:rPr kumimoji="0" lang="en-US" altLang="zh-CN"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rPr>
              <a:t>ON</a:t>
            </a:r>
            <a:r>
              <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rPr>
              <a:t>延时</a:t>
            </a:r>
          </a:p>
        </p:txBody>
      </p:sp>
      <p:sp>
        <p:nvSpPr>
          <p:cNvPr id="88" name="Line 39">
            <a:extLst>
              <a:ext uri="{FF2B5EF4-FFF2-40B4-BE49-F238E27FC236}">
                <a16:creationId xmlns:a16="http://schemas.microsoft.com/office/drawing/2014/main" id="{585AC8C0-67E3-714C-BD77-F4CFF2FDD7E5}"/>
              </a:ext>
            </a:extLst>
          </p:cNvPr>
          <p:cNvSpPr>
            <a:spLocks noChangeShapeType="1"/>
          </p:cNvSpPr>
          <p:nvPr/>
        </p:nvSpPr>
        <p:spPr bwMode="auto">
          <a:xfrm>
            <a:off x="4276120" y="4535488"/>
            <a:ext cx="1784955"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grpSp>
        <p:nvGrpSpPr>
          <p:cNvPr id="89" name="Group 40">
            <a:extLst>
              <a:ext uri="{FF2B5EF4-FFF2-40B4-BE49-F238E27FC236}">
                <a16:creationId xmlns:a16="http://schemas.microsoft.com/office/drawing/2014/main" id="{05F5DAFE-028D-744D-AFCE-AD102C162210}"/>
              </a:ext>
            </a:extLst>
          </p:cNvPr>
          <p:cNvGrpSpPr>
            <a:grpSpLocks/>
          </p:cNvGrpSpPr>
          <p:nvPr/>
        </p:nvGrpSpPr>
        <p:grpSpPr bwMode="auto">
          <a:xfrm>
            <a:off x="1108075" y="4383088"/>
            <a:ext cx="7315200" cy="304800"/>
            <a:chOff x="0" y="0"/>
            <a:chExt cx="4608" cy="192"/>
          </a:xfrm>
        </p:grpSpPr>
        <p:sp>
          <p:nvSpPr>
            <p:cNvPr id="90" name="Line 41">
              <a:extLst>
                <a:ext uri="{FF2B5EF4-FFF2-40B4-BE49-F238E27FC236}">
                  <a16:creationId xmlns:a16="http://schemas.microsoft.com/office/drawing/2014/main" id="{74E5ED68-7211-A543-852A-A13DEB3B6993}"/>
                </a:ext>
              </a:extLst>
            </p:cNvPr>
            <p:cNvSpPr>
              <a:spLocks noChangeShapeType="1"/>
            </p:cNvSpPr>
            <p:nvPr/>
          </p:nvSpPr>
          <p:spPr bwMode="auto">
            <a:xfrm flipV="1">
              <a:off x="0" y="192"/>
              <a:ext cx="312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1" name="Line 42">
              <a:extLst>
                <a:ext uri="{FF2B5EF4-FFF2-40B4-BE49-F238E27FC236}">
                  <a16:creationId xmlns:a16="http://schemas.microsoft.com/office/drawing/2014/main" id="{F851C744-6518-3941-BD76-AAA88E368021}"/>
                </a:ext>
              </a:extLst>
            </p:cNvPr>
            <p:cNvSpPr>
              <a:spLocks noChangeShapeType="1"/>
            </p:cNvSpPr>
            <p:nvPr/>
          </p:nvSpPr>
          <p:spPr bwMode="auto">
            <a:xfrm>
              <a:off x="312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2" name="Line 43">
              <a:extLst>
                <a:ext uri="{FF2B5EF4-FFF2-40B4-BE49-F238E27FC236}">
                  <a16:creationId xmlns:a16="http://schemas.microsoft.com/office/drawing/2014/main" id="{C2F4B59F-9CE7-DB47-BA58-CE5E9535B2C4}"/>
                </a:ext>
              </a:extLst>
            </p:cNvPr>
            <p:cNvSpPr>
              <a:spLocks noChangeShapeType="1"/>
            </p:cNvSpPr>
            <p:nvPr/>
          </p:nvSpPr>
          <p:spPr bwMode="auto">
            <a:xfrm>
              <a:off x="3120" y="0"/>
              <a:ext cx="148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93" name="Line 44">
            <a:extLst>
              <a:ext uri="{FF2B5EF4-FFF2-40B4-BE49-F238E27FC236}">
                <a16:creationId xmlns:a16="http://schemas.microsoft.com/office/drawing/2014/main" id="{29DE2DFF-DC09-494B-A260-A6AF1A869D21}"/>
              </a:ext>
            </a:extLst>
          </p:cNvPr>
          <p:cNvSpPr>
            <a:spLocks noChangeShapeType="1"/>
          </p:cNvSpPr>
          <p:nvPr/>
        </p:nvSpPr>
        <p:spPr bwMode="auto">
          <a:xfrm flipV="1">
            <a:off x="1489075" y="5145087"/>
            <a:ext cx="4572000" cy="11111"/>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
        <p:nvSpPr>
          <p:cNvPr id="94" name="Line 45">
            <a:extLst>
              <a:ext uri="{FF2B5EF4-FFF2-40B4-BE49-F238E27FC236}">
                <a16:creationId xmlns:a16="http://schemas.microsoft.com/office/drawing/2014/main" id="{4C21FDF7-5B0F-5141-AE09-F051676A994F}"/>
              </a:ext>
            </a:extLst>
          </p:cNvPr>
          <p:cNvSpPr>
            <a:spLocks noChangeShapeType="1"/>
          </p:cNvSpPr>
          <p:nvPr/>
        </p:nvSpPr>
        <p:spPr bwMode="auto">
          <a:xfrm>
            <a:off x="6061075" y="4535488"/>
            <a:ext cx="0" cy="838200"/>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5" name="Rectangle 46">
            <a:extLst>
              <a:ext uri="{FF2B5EF4-FFF2-40B4-BE49-F238E27FC236}">
                <a16:creationId xmlns:a16="http://schemas.microsoft.com/office/drawing/2014/main" id="{A26FBD69-1ADF-D54F-911D-1669D0149BE9}"/>
              </a:ext>
            </a:extLst>
          </p:cNvPr>
          <p:cNvSpPr>
            <a:spLocks noChangeArrowheads="1"/>
          </p:cNvSpPr>
          <p:nvPr/>
        </p:nvSpPr>
        <p:spPr bwMode="auto">
          <a:xfrm>
            <a:off x="3394075" y="468788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solidFill>
                  <a:srgbClr val="0000CC"/>
                </a:solidFill>
                <a:ea typeface="楷体_GB2312" pitchFamily="49" charset="-122"/>
              </a:rPr>
              <a:t>I/O</a:t>
            </a:r>
            <a:r>
              <a:rPr lang="zh-CN" altLang="en-US" sz="2000" b="1" dirty="0">
                <a:solidFill>
                  <a:srgbClr val="0000CC"/>
                </a:solidFill>
                <a:ea typeface="楷体_GB2312" pitchFamily="49" charset="-122"/>
              </a:rPr>
              <a:t>响应时间</a:t>
            </a:r>
          </a:p>
        </p:txBody>
      </p:sp>
      <p:grpSp>
        <p:nvGrpSpPr>
          <p:cNvPr id="96" name="Group 47">
            <a:extLst>
              <a:ext uri="{FF2B5EF4-FFF2-40B4-BE49-F238E27FC236}">
                <a16:creationId xmlns:a16="http://schemas.microsoft.com/office/drawing/2014/main" id="{3317D798-C406-B34D-8B68-18DD234D8F75}"/>
              </a:ext>
            </a:extLst>
          </p:cNvPr>
          <p:cNvGrpSpPr>
            <a:grpSpLocks/>
          </p:cNvGrpSpPr>
          <p:nvPr/>
        </p:nvGrpSpPr>
        <p:grpSpPr bwMode="auto">
          <a:xfrm>
            <a:off x="1108075" y="3621088"/>
            <a:ext cx="7315200" cy="304800"/>
            <a:chOff x="0" y="0"/>
            <a:chExt cx="4608" cy="192"/>
          </a:xfrm>
        </p:grpSpPr>
        <p:sp>
          <p:nvSpPr>
            <p:cNvPr id="97" name="Line 48">
              <a:extLst>
                <a:ext uri="{FF2B5EF4-FFF2-40B4-BE49-F238E27FC236}">
                  <a16:creationId xmlns:a16="http://schemas.microsoft.com/office/drawing/2014/main" id="{8E80D8FC-4CEC-5A43-BEB3-B7FC834410B4}"/>
                </a:ext>
              </a:extLst>
            </p:cNvPr>
            <p:cNvSpPr>
              <a:spLocks noChangeShapeType="1"/>
            </p:cNvSpPr>
            <p:nvPr/>
          </p:nvSpPr>
          <p:spPr bwMode="auto">
            <a:xfrm>
              <a:off x="240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8" name="Line 49">
              <a:extLst>
                <a:ext uri="{FF2B5EF4-FFF2-40B4-BE49-F238E27FC236}">
                  <a16:creationId xmlns:a16="http://schemas.microsoft.com/office/drawing/2014/main" id="{BEBAE424-73D6-0B4E-A0AD-4FB21300AED7}"/>
                </a:ext>
              </a:extLst>
            </p:cNvPr>
            <p:cNvSpPr>
              <a:spLocks noChangeShapeType="1"/>
            </p:cNvSpPr>
            <p:nvPr/>
          </p:nvSpPr>
          <p:spPr bwMode="auto">
            <a:xfrm>
              <a:off x="0" y="192"/>
              <a:ext cx="240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9" name="Line 50">
              <a:extLst>
                <a:ext uri="{FF2B5EF4-FFF2-40B4-BE49-F238E27FC236}">
                  <a16:creationId xmlns:a16="http://schemas.microsoft.com/office/drawing/2014/main" id="{72D7B0B6-70A5-A34A-AD8F-7ECAF7148618}"/>
                </a:ext>
              </a:extLst>
            </p:cNvPr>
            <p:cNvSpPr>
              <a:spLocks noChangeShapeType="1"/>
            </p:cNvSpPr>
            <p:nvPr/>
          </p:nvSpPr>
          <p:spPr bwMode="auto">
            <a:xfrm>
              <a:off x="2400" y="0"/>
              <a:ext cx="220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4" name="文本框 3">
            <a:extLst>
              <a:ext uri="{FF2B5EF4-FFF2-40B4-BE49-F238E27FC236}">
                <a16:creationId xmlns:a16="http://schemas.microsoft.com/office/drawing/2014/main" id="{BD9CDA21-9C91-87CA-9337-BA1BBFE354A8}"/>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14821330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5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wipe(left)">
                                      <p:cBhvr>
                                        <p:cTn id="16" dur="500"/>
                                        <p:tgtEl>
                                          <p:spTgt spid="7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2"/>
                                        </p:tgtEl>
                                        <p:attrNameLst>
                                          <p:attrName>style.visibility</p:attrName>
                                        </p:attrNameLst>
                                      </p:cBhvr>
                                      <p:to>
                                        <p:strVal val="visible"/>
                                      </p:to>
                                    </p:set>
                                    <p:animEffect transition="in" filter="wipe(left)">
                                      <p:cBhvr>
                                        <p:cTn id="25" dur="500"/>
                                        <p:tgtEl>
                                          <p:spTgt spid="8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86"/>
                                        </p:tgtEl>
                                        <p:attrNameLst>
                                          <p:attrName>style.visibility</p:attrName>
                                        </p:attrNameLst>
                                      </p:cBhvr>
                                      <p:to>
                                        <p:strVal val="visible"/>
                                      </p:to>
                                    </p:set>
                                    <p:animEffect transition="in" filter="wipe(up)">
                                      <p:cBhvr>
                                        <p:cTn id="30" dur="500"/>
                                        <p:tgtEl>
                                          <p:spTgt spid="86"/>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nodeType="clickEffect">
                                  <p:stCondLst>
                                    <p:cond delay="0"/>
                                  </p:stCondLst>
                                  <p:childTnLst>
                                    <p:set>
                                      <p:cBhvr>
                                        <p:cTn id="34" dur="1" fill="hold">
                                          <p:stCondLst>
                                            <p:cond delay="0"/>
                                          </p:stCondLst>
                                        </p:cTn>
                                        <p:tgtEl>
                                          <p:spTgt spid="81"/>
                                        </p:tgtEl>
                                        <p:attrNameLst>
                                          <p:attrName>style.visibility</p:attrName>
                                        </p:attrNameLst>
                                      </p:cBhvr>
                                      <p:to>
                                        <p:strVal val="visible"/>
                                      </p:to>
                                    </p:set>
                                    <p:anim calcmode="lin" valueType="num">
                                      <p:cBhvr>
                                        <p:cTn id="35" dur="500" fill="hold"/>
                                        <p:tgtEl>
                                          <p:spTgt spid="81"/>
                                        </p:tgtEl>
                                        <p:attrNameLst>
                                          <p:attrName>ppt_w</p:attrName>
                                        </p:attrNameLst>
                                      </p:cBhvr>
                                      <p:tavLst>
                                        <p:tav tm="0">
                                          <p:val>
                                            <p:fltVal val="0"/>
                                          </p:val>
                                        </p:tav>
                                        <p:tav tm="100000">
                                          <p:val>
                                            <p:strVal val="#ppt_w"/>
                                          </p:val>
                                        </p:tav>
                                      </p:tavLst>
                                    </p:anim>
                                    <p:anim calcmode="lin" valueType="num">
                                      <p:cBhvr>
                                        <p:cTn id="36" dur="500" fill="hold"/>
                                        <p:tgtEl>
                                          <p:spTgt spid="81"/>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8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5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96"/>
                                        </p:tgtEl>
                                        <p:attrNameLst>
                                          <p:attrName>style.visibility</p:attrName>
                                        </p:attrNameLst>
                                      </p:cBhvr>
                                      <p:to>
                                        <p:strVal val="visible"/>
                                      </p:to>
                                    </p:set>
                                    <p:animEffect transition="in" filter="wipe(left)">
                                      <p:cBhvr>
                                        <p:cTn id="49" dur="500"/>
                                        <p:tgtEl>
                                          <p:spTgt spid="96"/>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5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89"/>
                                        </p:tgtEl>
                                        <p:attrNameLst>
                                          <p:attrName>style.visibility</p:attrName>
                                        </p:attrNameLst>
                                      </p:cBhvr>
                                      <p:to>
                                        <p:strVal val="visible"/>
                                      </p:to>
                                    </p:set>
                                    <p:animEffect transition="in" filter="wipe(left)">
                                      <p:cBhvr>
                                        <p:cTn id="58" dur="500"/>
                                        <p:tgtEl>
                                          <p:spTgt spid="89"/>
                                        </p:tgtEl>
                                      </p:cBhvr>
                                    </p:animEffect>
                                  </p:childTnLst>
                                </p:cTn>
                              </p:par>
                            </p:childTnLst>
                          </p:cTn>
                        </p:par>
                      </p:childTnLst>
                    </p:cTn>
                  </p:par>
                  <p:par>
                    <p:cTn id="59" fill="hold">
                      <p:stCondLst>
                        <p:cond delay="indefinite"/>
                      </p:stCondLst>
                      <p:childTnLst>
                        <p:par>
                          <p:cTn id="60" fill="hold">
                            <p:stCondLst>
                              <p:cond delay="0"/>
                            </p:stCondLst>
                            <p:childTnLst>
                              <p:par>
                                <p:cTn id="61" presetID="17" presetClass="entr" presetSubtype="10" fill="hold" nodeType="clickEffect">
                                  <p:stCondLst>
                                    <p:cond delay="0"/>
                                  </p:stCondLst>
                                  <p:childTnLst>
                                    <p:set>
                                      <p:cBhvr>
                                        <p:cTn id="62" dur="1" fill="hold">
                                          <p:stCondLst>
                                            <p:cond delay="0"/>
                                          </p:stCondLst>
                                        </p:cTn>
                                        <p:tgtEl>
                                          <p:spTgt spid="88"/>
                                        </p:tgtEl>
                                        <p:attrNameLst>
                                          <p:attrName>style.visibility</p:attrName>
                                        </p:attrNameLst>
                                      </p:cBhvr>
                                      <p:to>
                                        <p:strVal val="visible"/>
                                      </p:to>
                                    </p:set>
                                    <p:anim calcmode="lin" valueType="num">
                                      <p:cBhvr>
                                        <p:cTn id="63" dur="500" fill="hold"/>
                                        <p:tgtEl>
                                          <p:spTgt spid="88"/>
                                        </p:tgtEl>
                                        <p:attrNameLst>
                                          <p:attrName>ppt_w</p:attrName>
                                        </p:attrNameLst>
                                      </p:cBhvr>
                                      <p:tavLst>
                                        <p:tav tm="0">
                                          <p:val>
                                            <p:fltVal val="0"/>
                                          </p:val>
                                        </p:tav>
                                        <p:tav tm="100000">
                                          <p:val>
                                            <p:strVal val="#ppt_w"/>
                                          </p:val>
                                        </p:tav>
                                      </p:tavLst>
                                    </p:anim>
                                    <p:anim calcmode="lin" valueType="num">
                                      <p:cBhvr>
                                        <p:cTn id="64" dur="500" fill="hold"/>
                                        <p:tgtEl>
                                          <p:spTgt spid="88"/>
                                        </p:tgtEl>
                                        <p:attrNameLst>
                                          <p:attrName>ppt_h</p:attrName>
                                        </p:attrNameLst>
                                      </p:cBhvr>
                                      <p:tavLst>
                                        <p:tav tm="0">
                                          <p:val>
                                            <p:strVal val="#ppt_h"/>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8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94"/>
                                        </p:tgtEl>
                                        <p:attrNameLst>
                                          <p:attrName>style.visibility</p:attrName>
                                        </p:attrNameLst>
                                      </p:cBhvr>
                                      <p:to>
                                        <p:strVal val="visible"/>
                                      </p:to>
                                    </p:set>
                                    <p:animEffect transition="in" filter="wipe(up)">
                                      <p:cBhvr>
                                        <p:cTn id="73" dur="500"/>
                                        <p:tgtEl>
                                          <p:spTgt spid="94"/>
                                        </p:tgtEl>
                                      </p:cBhvr>
                                    </p:animEffect>
                                  </p:childTnLst>
                                </p:cTn>
                              </p:par>
                            </p:childTnLst>
                          </p:cTn>
                        </p:par>
                      </p:childTnLst>
                    </p:cTn>
                  </p:par>
                  <p:par>
                    <p:cTn id="74" fill="hold">
                      <p:stCondLst>
                        <p:cond delay="indefinite"/>
                      </p:stCondLst>
                      <p:childTnLst>
                        <p:par>
                          <p:cTn id="75" fill="hold">
                            <p:stCondLst>
                              <p:cond delay="0"/>
                            </p:stCondLst>
                            <p:childTnLst>
                              <p:par>
                                <p:cTn id="76" presetID="17" presetClass="entr" presetSubtype="10" fill="hold" nodeType="clickEffect">
                                  <p:stCondLst>
                                    <p:cond delay="0"/>
                                  </p:stCondLst>
                                  <p:childTnLst>
                                    <p:set>
                                      <p:cBhvr>
                                        <p:cTn id="77" dur="1" fill="hold">
                                          <p:stCondLst>
                                            <p:cond delay="0"/>
                                          </p:stCondLst>
                                        </p:cTn>
                                        <p:tgtEl>
                                          <p:spTgt spid="93"/>
                                        </p:tgtEl>
                                        <p:attrNameLst>
                                          <p:attrName>style.visibility</p:attrName>
                                        </p:attrNameLst>
                                      </p:cBhvr>
                                      <p:to>
                                        <p:strVal val="visible"/>
                                      </p:to>
                                    </p:set>
                                    <p:anim calcmode="lin" valueType="num">
                                      <p:cBhvr>
                                        <p:cTn id="78" dur="500" fill="hold"/>
                                        <p:tgtEl>
                                          <p:spTgt spid="93"/>
                                        </p:tgtEl>
                                        <p:attrNameLst>
                                          <p:attrName>ppt_w</p:attrName>
                                        </p:attrNameLst>
                                      </p:cBhvr>
                                      <p:tavLst>
                                        <p:tav tm="0">
                                          <p:val>
                                            <p:fltVal val="0"/>
                                          </p:val>
                                        </p:tav>
                                        <p:tav tm="100000">
                                          <p:val>
                                            <p:strVal val="#ppt_w"/>
                                          </p:val>
                                        </p:tav>
                                      </p:tavLst>
                                    </p:anim>
                                    <p:anim calcmode="lin" valueType="num">
                                      <p:cBhvr>
                                        <p:cTn id="79" dur="500" fill="hold"/>
                                        <p:tgtEl>
                                          <p:spTgt spid="93"/>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 fill="hold">
                                          <p:stCondLst>
                                            <p:cond delay="0"/>
                                          </p:stCondLst>
                                        </p:cTn>
                                        <p:tgtEl>
                                          <p:spTgt spid="95"/>
                                        </p:tgtEl>
                                        <p:attrNameLst>
                                          <p:attrName>style.visibility</p:attrName>
                                        </p:attrNameLst>
                                      </p:cBhvr>
                                      <p:to>
                                        <p:strVal val="visible"/>
                                      </p:to>
                                    </p:set>
                                    <p:animEffect transition="in" filter="box(out)">
                                      <p:cBhvr>
                                        <p:cTn id="84" dur="500"/>
                                        <p:tgtEl>
                                          <p:spTgt spid="95"/>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52"/>
                                        </p:tgtEl>
                                        <p:attrNameLst>
                                          <p:attrName>style.visibility</p:attrName>
                                        </p:attrNameLst>
                                      </p:cBhvr>
                                      <p:to>
                                        <p:strVal val="visible"/>
                                      </p:to>
                                    </p:set>
                                    <p:animEffect transition="in" filter="wipe(up)">
                                      <p:cBhvr>
                                        <p:cTn id="8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bldLvl="0" animBg="1" autoUpdateAnimBg="0"/>
      <p:bldP spid="53" grpId="0" autoUpdateAnimBg="0"/>
      <p:bldP spid="54" grpId="0" autoUpdateAnimBg="0"/>
      <p:bldP spid="55" grpId="0" autoUpdateAnimBg="0"/>
      <p:bldP spid="56" grpId="0" autoUpdateAnimBg="0"/>
      <p:bldP spid="80" grpId="0" bldLvl="0" animBg="1" autoUpdateAnimBg="0"/>
      <p:bldP spid="87" grpId="0" bldLvl="0" animBg="1" autoUpdateAnimBg="0"/>
      <p:bldP spid="95"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AutoShape 2">
            <a:extLst>
              <a:ext uri="{FF2B5EF4-FFF2-40B4-BE49-F238E27FC236}">
                <a16:creationId xmlns:a16="http://schemas.microsoft.com/office/drawing/2014/main" id="{D870C851-2FFA-914A-A25D-83756167FFA6}"/>
              </a:ext>
            </a:extLst>
          </p:cNvPr>
          <p:cNvSpPr>
            <a:spLocks noChangeArrowheads="1"/>
          </p:cNvSpPr>
          <p:nvPr/>
        </p:nvSpPr>
        <p:spPr bwMode="auto">
          <a:xfrm>
            <a:off x="107950" y="1419225"/>
            <a:ext cx="1752600" cy="381000"/>
          </a:xfrm>
          <a:prstGeom prst="wedgeRoundRectCallout">
            <a:avLst>
              <a:gd name="adj1" fmla="val 73190"/>
              <a:gd name="adj2" fmla="val 383333"/>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CC"/>
                </a:solidFill>
                <a:ea typeface="楷体_GB2312" pitchFamily="49" charset="-122"/>
              </a:rPr>
              <a:t>输入</a:t>
            </a:r>
            <a:r>
              <a:rPr lang="en-US" altLang="zh-CN" sz="2000" b="1" kern="0" dirty="0">
                <a:solidFill>
                  <a:srgbClr val="0000CC"/>
                </a:solidFill>
                <a:ea typeface="楷体_GB2312" pitchFamily="49" charset="-122"/>
              </a:rPr>
              <a:t>ON</a:t>
            </a:r>
            <a:r>
              <a:rPr lang="zh-CN" altLang="en-US" sz="2000" b="1" kern="0" dirty="0">
                <a:solidFill>
                  <a:srgbClr val="0000CC"/>
                </a:solidFill>
                <a:ea typeface="楷体_GB2312" pitchFamily="49" charset="-122"/>
              </a:rPr>
              <a:t>延时</a:t>
            </a:r>
          </a:p>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endParaRPr>
          </a:p>
        </p:txBody>
      </p:sp>
      <p:sp>
        <p:nvSpPr>
          <p:cNvPr id="61" name="Rectangle 3">
            <a:extLst>
              <a:ext uri="{FF2B5EF4-FFF2-40B4-BE49-F238E27FC236}">
                <a16:creationId xmlns:a16="http://schemas.microsoft.com/office/drawing/2014/main" id="{828C56EC-F56A-A04F-AE94-E2E7BC99BEBE}"/>
              </a:ext>
            </a:extLst>
          </p:cNvPr>
          <p:cNvSpPr>
            <a:spLocks noChangeArrowheads="1"/>
          </p:cNvSpPr>
          <p:nvPr/>
        </p:nvSpPr>
        <p:spPr bwMode="auto">
          <a:xfrm>
            <a:off x="450850" y="5762625"/>
            <a:ext cx="8153400" cy="922338"/>
          </a:xfrm>
          <a:prstGeom prst="rect">
            <a:avLst/>
          </a:prstGeom>
          <a:solidFill>
            <a:srgbClr val="FFFFCC"/>
          </a:solidFill>
          <a:ln w="9525">
            <a:solidFill>
              <a:srgbClr val="00316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9875">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269875" algn="just"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CC3300"/>
                </a:solidFill>
                <a:effectLst/>
                <a:uLnTx/>
                <a:uFillTx/>
                <a:latin typeface="Arial" panose="020B0604020202020204" pitchFamily="34" charset="0"/>
                <a:ea typeface="楷体_GB2312" pitchFamily="49" charset="-122"/>
              </a:rPr>
              <a:t>最大</a:t>
            </a:r>
            <a:r>
              <a:rPr kumimoji="0" lang="en-US" altLang="zh-CN" sz="1800" b="1" i="0" u="none" strike="noStrike" kern="0" cap="none" spc="0" normalizeH="0" baseline="0" noProof="0">
                <a:ln>
                  <a:noFill/>
                </a:ln>
                <a:solidFill>
                  <a:srgbClr val="CC3300"/>
                </a:solidFill>
                <a:effectLst/>
                <a:uLnTx/>
                <a:uFillTx/>
                <a:latin typeface="Arial" panose="020B0604020202020204" pitchFamily="34" charset="0"/>
                <a:ea typeface="楷体_GB2312" pitchFamily="49" charset="-122"/>
              </a:rPr>
              <a:t>I/O</a:t>
            </a:r>
            <a:r>
              <a:rPr kumimoji="0" lang="zh-CN" altLang="en-US" sz="1800" b="1" i="0" u="none" strike="noStrike" kern="0" cap="none" spc="0" normalizeH="0" baseline="0" noProof="0">
                <a:ln>
                  <a:noFill/>
                </a:ln>
                <a:solidFill>
                  <a:srgbClr val="CC3300"/>
                </a:solidFill>
                <a:effectLst/>
                <a:uLnTx/>
                <a:uFillTx/>
                <a:latin typeface="Arial" panose="020B0604020202020204" pitchFamily="34" charset="0"/>
                <a:ea typeface="楷体_GB2312" pitchFamily="49" charset="-122"/>
              </a:rPr>
              <a:t>响应时间</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p>
          <a:p>
            <a:pPr marL="0" marR="0" lvl="0" indent="269875" algn="just"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输入</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ON</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延时</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公共处理</a:t>
            </a: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 I/O</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刷新</a:t>
            </a: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执行程序</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)×2 </a:t>
            </a:r>
          </a:p>
          <a:p>
            <a:pPr marL="0" marR="0" lvl="0" indent="269875"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 </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输出</a:t>
            </a:r>
            <a:r>
              <a:rPr kumimoji="0" lang="en-US" altLang="zh-CN"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ON</a:t>
            </a:r>
            <a:r>
              <a:rPr kumimoji="0" lang="zh-CN" altLang="en-US" sz="18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延时</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8 +</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2 +14</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 2 + 15 = 55 ms</a:t>
            </a:r>
            <a:r>
              <a:rPr kumimoji="0" lang="zh-CN" altLang="en-US"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p>
        </p:txBody>
      </p:sp>
      <p:sp>
        <p:nvSpPr>
          <p:cNvPr id="62" name="Rectangle 4">
            <a:extLst>
              <a:ext uri="{FF2B5EF4-FFF2-40B4-BE49-F238E27FC236}">
                <a16:creationId xmlns:a16="http://schemas.microsoft.com/office/drawing/2014/main" id="{C6170980-FFD0-104F-BACF-63989C00022C}"/>
              </a:ext>
            </a:extLst>
          </p:cNvPr>
          <p:cNvSpPr>
            <a:spLocks noChangeArrowheads="1"/>
          </p:cNvSpPr>
          <p:nvPr/>
        </p:nvSpPr>
        <p:spPr bwMode="auto">
          <a:xfrm>
            <a:off x="827088" y="585788"/>
            <a:ext cx="7696200"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              最大</a:t>
            </a:r>
            <a:r>
              <a:rPr kumimoji="0" lang="en-US" altLang="zh-CN"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I/O</a:t>
            </a:r>
            <a:r>
              <a:rPr kumimoji="0" lang="zh-CN" altLang="en-US" sz="2400" b="1" i="0" u="none" strike="noStrike" kern="0" cap="none" spc="0" normalizeH="0" baseline="0" noProof="0">
                <a:ln>
                  <a:noFill/>
                </a:ln>
                <a:solidFill>
                  <a:srgbClr val="A50021"/>
                </a:solidFill>
                <a:effectLst/>
                <a:uLnTx/>
                <a:uFillTx/>
                <a:latin typeface="宋体" panose="02010600030101010101" pitchFamily="2" charset="-122"/>
                <a:ea typeface="宋体" panose="02010600030101010101" pitchFamily="2" charset="-122"/>
              </a:rPr>
              <a:t>响应时间的计算</a:t>
            </a:r>
          </a:p>
        </p:txBody>
      </p:sp>
      <p:grpSp>
        <p:nvGrpSpPr>
          <p:cNvPr id="63" name="Group 5">
            <a:extLst>
              <a:ext uri="{FF2B5EF4-FFF2-40B4-BE49-F238E27FC236}">
                <a16:creationId xmlns:a16="http://schemas.microsoft.com/office/drawing/2014/main" id="{C8F31349-CCFC-3A4D-BE1E-C6ACDAEBF7FC}"/>
              </a:ext>
            </a:extLst>
          </p:cNvPr>
          <p:cNvGrpSpPr>
            <a:grpSpLocks/>
          </p:cNvGrpSpPr>
          <p:nvPr/>
        </p:nvGrpSpPr>
        <p:grpSpPr bwMode="auto">
          <a:xfrm>
            <a:off x="107950" y="1952625"/>
            <a:ext cx="8915400" cy="701675"/>
            <a:chOff x="0" y="0"/>
            <a:chExt cx="5616" cy="442"/>
          </a:xfrm>
        </p:grpSpPr>
        <p:sp>
          <p:nvSpPr>
            <p:cNvPr id="64" name="Line 6">
              <a:extLst>
                <a:ext uri="{FF2B5EF4-FFF2-40B4-BE49-F238E27FC236}">
                  <a16:creationId xmlns:a16="http://schemas.microsoft.com/office/drawing/2014/main" id="{921C0EBA-2CD8-3145-9E9F-56418FF7D40C}"/>
                </a:ext>
              </a:extLst>
            </p:cNvPr>
            <p:cNvSpPr>
              <a:spLocks noChangeShapeType="1"/>
            </p:cNvSpPr>
            <p:nvPr/>
          </p:nvSpPr>
          <p:spPr bwMode="auto">
            <a:xfrm>
              <a:off x="432" y="384"/>
              <a:ext cx="62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5" name="Rectangle 7">
              <a:extLst>
                <a:ext uri="{FF2B5EF4-FFF2-40B4-BE49-F238E27FC236}">
                  <a16:creationId xmlns:a16="http://schemas.microsoft.com/office/drawing/2014/main" id="{5E1C4D19-7C13-E248-81DE-F3EA9DD5A3C1}"/>
                </a:ext>
              </a:extLst>
            </p:cNvPr>
            <p:cNvSpPr>
              <a:spLocks noChangeArrowheads="1"/>
            </p:cNvSpPr>
            <p:nvPr/>
          </p:nvSpPr>
          <p:spPr bwMode="auto">
            <a:xfrm>
              <a:off x="0" y="0"/>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输入触点</a:t>
              </a:r>
            </a:p>
          </p:txBody>
        </p:sp>
        <p:sp>
          <p:nvSpPr>
            <p:cNvPr id="66" name="Line 8">
              <a:extLst>
                <a:ext uri="{FF2B5EF4-FFF2-40B4-BE49-F238E27FC236}">
                  <a16:creationId xmlns:a16="http://schemas.microsoft.com/office/drawing/2014/main" id="{D1784351-CC74-614B-A154-1DDAA490AC6F}"/>
                </a:ext>
              </a:extLst>
            </p:cNvPr>
            <p:cNvSpPr>
              <a:spLocks noChangeShapeType="1"/>
            </p:cNvSpPr>
            <p:nvPr/>
          </p:nvSpPr>
          <p:spPr bwMode="auto">
            <a:xfrm>
              <a:off x="1056" y="192"/>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67" name="Line 9">
              <a:extLst>
                <a:ext uri="{FF2B5EF4-FFF2-40B4-BE49-F238E27FC236}">
                  <a16:creationId xmlns:a16="http://schemas.microsoft.com/office/drawing/2014/main" id="{8948ADDE-C70A-3341-94EA-B1928AD2E7BB}"/>
                </a:ext>
              </a:extLst>
            </p:cNvPr>
            <p:cNvSpPr>
              <a:spLocks noChangeShapeType="1"/>
            </p:cNvSpPr>
            <p:nvPr/>
          </p:nvSpPr>
          <p:spPr bwMode="auto">
            <a:xfrm>
              <a:off x="1056" y="192"/>
              <a:ext cx="456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68" name="Line 10">
            <a:extLst>
              <a:ext uri="{FF2B5EF4-FFF2-40B4-BE49-F238E27FC236}">
                <a16:creationId xmlns:a16="http://schemas.microsoft.com/office/drawing/2014/main" id="{5F25380D-339F-1D4E-B037-BD0649B830C6}"/>
              </a:ext>
            </a:extLst>
          </p:cNvPr>
          <p:cNvSpPr>
            <a:spLocks noChangeShapeType="1"/>
          </p:cNvSpPr>
          <p:nvPr/>
        </p:nvSpPr>
        <p:spPr bwMode="auto">
          <a:xfrm>
            <a:off x="1784350" y="3095625"/>
            <a:ext cx="762000"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grpSp>
        <p:nvGrpSpPr>
          <p:cNvPr id="69" name="Group 11">
            <a:extLst>
              <a:ext uri="{FF2B5EF4-FFF2-40B4-BE49-F238E27FC236}">
                <a16:creationId xmlns:a16="http://schemas.microsoft.com/office/drawing/2014/main" id="{9CA95A7D-8F96-DE40-8684-1F2C98BF683A}"/>
              </a:ext>
            </a:extLst>
          </p:cNvPr>
          <p:cNvGrpSpPr>
            <a:grpSpLocks/>
          </p:cNvGrpSpPr>
          <p:nvPr/>
        </p:nvGrpSpPr>
        <p:grpSpPr bwMode="auto">
          <a:xfrm>
            <a:off x="107950" y="2638425"/>
            <a:ext cx="8915400" cy="701675"/>
            <a:chOff x="0" y="0"/>
            <a:chExt cx="5616" cy="442"/>
          </a:xfrm>
        </p:grpSpPr>
        <p:sp>
          <p:nvSpPr>
            <p:cNvPr id="70" name="Rectangle 12">
              <a:extLst>
                <a:ext uri="{FF2B5EF4-FFF2-40B4-BE49-F238E27FC236}">
                  <a16:creationId xmlns:a16="http://schemas.microsoft.com/office/drawing/2014/main" id="{E15DF550-CF4A-6B41-9347-92E0538B40A7}"/>
                </a:ext>
              </a:extLst>
            </p:cNvPr>
            <p:cNvSpPr>
              <a:spLocks noChangeArrowheads="1"/>
            </p:cNvSpPr>
            <p:nvPr/>
          </p:nvSpPr>
          <p:spPr bwMode="auto">
            <a:xfrm>
              <a:off x="0" y="0"/>
              <a:ext cx="52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输入滤波</a:t>
              </a:r>
            </a:p>
          </p:txBody>
        </p:sp>
        <p:sp>
          <p:nvSpPr>
            <p:cNvPr id="71" name="Line 13">
              <a:extLst>
                <a:ext uri="{FF2B5EF4-FFF2-40B4-BE49-F238E27FC236}">
                  <a16:creationId xmlns:a16="http://schemas.microsoft.com/office/drawing/2014/main" id="{38432C12-3621-B848-93B9-AC935D8BDF8F}"/>
                </a:ext>
              </a:extLst>
            </p:cNvPr>
            <p:cNvSpPr>
              <a:spLocks noChangeShapeType="1"/>
            </p:cNvSpPr>
            <p:nvPr/>
          </p:nvSpPr>
          <p:spPr bwMode="auto">
            <a:xfrm>
              <a:off x="432" y="384"/>
              <a:ext cx="110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2" name="Line 14">
              <a:extLst>
                <a:ext uri="{FF2B5EF4-FFF2-40B4-BE49-F238E27FC236}">
                  <a16:creationId xmlns:a16="http://schemas.microsoft.com/office/drawing/2014/main" id="{5B581598-8522-DA47-AB48-262A1B258BE3}"/>
                </a:ext>
              </a:extLst>
            </p:cNvPr>
            <p:cNvSpPr>
              <a:spLocks noChangeShapeType="1"/>
            </p:cNvSpPr>
            <p:nvPr/>
          </p:nvSpPr>
          <p:spPr bwMode="auto">
            <a:xfrm>
              <a:off x="1536" y="192"/>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3" name="Line 15">
              <a:extLst>
                <a:ext uri="{FF2B5EF4-FFF2-40B4-BE49-F238E27FC236}">
                  <a16:creationId xmlns:a16="http://schemas.microsoft.com/office/drawing/2014/main" id="{A05C9EE6-0CD3-C948-A39C-9015926ECF52}"/>
                </a:ext>
              </a:extLst>
            </p:cNvPr>
            <p:cNvSpPr>
              <a:spLocks noChangeShapeType="1"/>
            </p:cNvSpPr>
            <p:nvPr/>
          </p:nvSpPr>
          <p:spPr bwMode="auto">
            <a:xfrm>
              <a:off x="1536" y="192"/>
              <a:ext cx="408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74" name="Line 16">
            <a:extLst>
              <a:ext uri="{FF2B5EF4-FFF2-40B4-BE49-F238E27FC236}">
                <a16:creationId xmlns:a16="http://schemas.microsoft.com/office/drawing/2014/main" id="{FC170A04-DFA0-BA4C-B215-2ADBB29966B5}"/>
              </a:ext>
            </a:extLst>
          </p:cNvPr>
          <p:cNvSpPr>
            <a:spLocks noChangeShapeType="1"/>
          </p:cNvSpPr>
          <p:nvPr/>
        </p:nvSpPr>
        <p:spPr bwMode="auto">
          <a:xfrm>
            <a:off x="2546350" y="2257425"/>
            <a:ext cx="0" cy="762000"/>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75" name="Group 17">
            <a:extLst>
              <a:ext uri="{FF2B5EF4-FFF2-40B4-BE49-F238E27FC236}">
                <a16:creationId xmlns:a16="http://schemas.microsoft.com/office/drawing/2014/main" id="{209B0D03-FC6D-BA48-9B57-803048650FC6}"/>
              </a:ext>
            </a:extLst>
          </p:cNvPr>
          <p:cNvGrpSpPr>
            <a:grpSpLocks/>
          </p:cNvGrpSpPr>
          <p:nvPr/>
        </p:nvGrpSpPr>
        <p:grpSpPr bwMode="auto">
          <a:xfrm>
            <a:off x="107950" y="3400425"/>
            <a:ext cx="8839200" cy="701675"/>
            <a:chOff x="0" y="0"/>
            <a:chExt cx="5568" cy="442"/>
          </a:xfrm>
        </p:grpSpPr>
        <p:sp>
          <p:nvSpPr>
            <p:cNvPr id="76" name="Rectangle 18">
              <a:extLst>
                <a:ext uri="{FF2B5EF4-FFF2-40B4-BE49-F238E27FC236}">
                  <a16:creationId xmlns:a16="http://schemas.microsoft.com/office/drawing/2014/main" id="{FB8013C5-7B87-C44C-ABFC-2A2A6B53719C}"/>
                </a:ext>
              </a:extLst>
            </p:cNvPr>
            <p:cNvSpPr>
              <a:spLocks noChangeArrowheads="1"/>
            </p:cNvSpPr>
            <p:nvPr/>
          </p:nvSpPr>
          <p:spPr bwMode="auto">
            <a:xfrm>
              <a:off x="0" y="0"/>
              <a:ext cx="52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输出锁存</a:t>
              </a:r>
            </a:p>
          </p:txBody>
        </p:sp>
        <p:sp>
          <p:nvSpPr>
            <p:cNvPr id="77" name="Line 19">
              <a:extLst>
                <a:ext uri="{FF2B5EF4-FFF2-40B4-BE49-F238E27FC236}">
                  <a16:creationId xmlns:a16="http://schemas.microsoft.com/office/drawing/2014/main" id="{2A144543-429F-D043-9A48-E550EBB5B1FC}"/>
                </a:ext>
              </a:extLst>
            </p:cNvPr>
            <p:cNvSpPr>
              <a:spLocks noChangeShapeType="1"/>
            </p:cNvSpPr>
            <p:nvPr/>
          </p:nvSpPr>
          <p:spPr bwMode="auto">
            <a:xfrm flipV="1">
              <a:off x="432" y="384"/>
              <a:ext cx="3552" cy="1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8" name="Line 20">
              <a:extLst>
                <a:ext uri="{FF2B5EF4-FFF2-40B4-BE49-F238E27FC236}">
                  <a16:creationId xmlns:a16="http://schemas.microsoft.com/office/drawing/2014/main" id="{53A2B3F0-77BE-3E42-97CD-36AF9E0DF922}"/>
                </a:ext>
              </a:extLst>
            </p:cNvPr>
            <p:cNvSpPr>
              <a:spLocks noChangeShapeType="1"/>
            </p:cNvSpPr>
            <p:nvPr/>
          </p:nvSpPr>
          <p:spPr bwMode="auto">
            <a:xfrm>
              <a:off x="3984" y="202"/>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9" name="Line 21">
              <a:extLst>
                <a:ext uri="{FF2B5EF4-FFF2-40B4-BE49-F238E27FC236}">
                  <a16:creationId xmlns:a16="http://schemas.microsoft.com/office/drawing/2014/main" id="{9B205EE7-6070-DA4A-9550-87BD0BC33F7A}"/>
                </a:ext>
              </a:extLst>
            </p:cNvPr>
            <p:cNvSpPr>
              <a:spLocks noChangeShapeType="1"/>
            </p:cNvSpPr>
            <p:nvPr/>
          </p:nvSpPr>
          <p:spPr bwMode="auto">
            <a:xfrm>
              <a:off x="3984" y="192"/>
              <a:ext cx="158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80" name="AutoShape 22">
            <a:extLst>
              <a:ext uri="{FF2B5EF4-FFF2-40B4-BE49-F238E27FC236}">
                <a16:creationId xmlns:a16="http://schemas.microsoft.com/office/drawing/2014/main" id="{D3D49F81-2A7B-0A45-9661-800C66896F3C}"/>
              </a:ext>
            </a:extLst>
          </p:cNvPr>
          <p:cNvSpPr>
            <a:spLocks noChangeArrowheads="1"/>
          </p:cNvSpPr>
          <p:nvPr/>
        </p:nvSpPr>
        <p:spPr bwMode="auto">
          <a:xfrm>
            <a:off x="6889750" y="3781425"/>
            <a:ext cx="1752600" cy="381000"/>
          </a:xfrm>
          <a:prstGeom prst="wedgeRoundRectCallout">
            <a:avLst>
              <a:gd name="adj1" fmla="val -51449"/>
              <a:gd name="adj2" fmla="val 146667"/>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defRPr/>
            </a:pPr>
            <a:r>
              <a:rPr lang="zh-CN" altLang="en-US" sz="2000" b="1" kern="0" dirty="0">
                <a:solidFill>
                  <a:srgbClr val="0000CC"/>
                </a:solidFill>
                <a:ea typeface="楷体_GB2312" pitchFamily="49" charset="-122"/>
              </a:rPr>
              <a:t>输出</a:t>
            </a:r>
            <a:r>
              <a:rPr lang="en-US" altLang="zh-CN" sz="2000" b="1" kern="0" dirty="0">
                <a:solidFill>
                  <a:srgbClr val="0000CC"/>
                </a:solidFill>
                <a:ea typeface="楷体_GB2312" pitchFamily="49" charset="-122"/>
              </a:rPr>
              <a:t>ON</a:t>
            </a:r>
            <a:r>
              <a:rPr lang="zh-CN" altLang="en-US" sz="2000" b="1" kern="0" dirty="0">
                <a:solidFill>
                  <a:srgbClr val="0000CC"/>
                </a:solidFill>
                <a:ea typeface="楷体_GB2312" pitchFamily="49" charset="-122"/>
              </a:rPr>
              <a:t>延时</a:t>
            </a:r>
          </a:p>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endParaRPr>
          </a:p>
        </p:txBody>
      </p:sp>
      <p:sp>
        <p:nvSpPr>
          <p:cNvPr id="81" name="Line 23">
            <a:extLst>
              <a:ext uri="{FF2B5EF4-FFF2-40B4-BE49-F238E27FC236}">
                <a16:creationId xmlns:a16="http://schemas.microsoft.com/office/drawing/2014/main" id="{1659787D-E07D-4143-A7BF-1332D6A7613B}"/>
              </a:ext>
            </a:extLst>
          </p:cNvPr>
          <p:cNvSpPr>
            <a:spLocks noChangeShapeType="1"/>
          </p:cNvSpPr>
          <p:nvPr/>
        </p:nvSpPr>
        <p:spPr bwMode="auto">
          <a:xfrm>
            <a:off x="6432550" y="4543425"/>
            <a:ext cx="1143000"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grpSp>
        <p:nvGrpSpPr>
          <p:cNvPr id="82" name="Group 24">
            <a:extLst>
              <a:ext uri="{FF2B5EF4-FFF2-40B4-BE49-F238E27FC236}">
                <a16:creationId xmlns:a16="http://schemas.microsoft.com/office/drawing/2014/main" id="{438A8440-DFF6-3D4A-A165-DE5EF0A2FE7C}"/>
              </a:ext>
            </a:extLst>
          </p:cNvPr>
          <p:cNvGrpSpPr>
            <a:grpSpLocks/>
          </p:cNvGrpSpPr>
          <p:nvPr/>
        </p:nvGrpSpPr>
        <p:grpSpPr bwMode="auto">
          <a:xfrm>
            <a:off x="107950" y="4222750"/>
            <a:ext cx="8839200" cy="701675"/>
            <a:chOff x="0" y="0"/>
            <a:chExt cx="5568" cy="442"/>
          </a:xfrm>
        </p:grpSpPr>
        <p:sp>
          <p:nvSpPr>
            <p:cNvPr id="83" name="Rectangle 25">
              <a:extLst>
                <a:ext uri="{FF2B5EF4-FFF2-40B4-BE49-F238E27FC236}">
                  <a16:creationId xmlns:a16="http://schemas.microsoft.com/office/drawing/2014/main" id="{19D4193B-E758-3846-B6FC-75F709F47C89}"/>
                </a:ext>
              </a:extLst>
            </p:cNvPr>
            <p:cNvSpPr>
              <a:spLocks noChangeArrowheads="1"/>
            </p:cNvSpPr>
            <p:nvPr/>
          </p:nvSpPr>
          <p:spPr bwMode="auto">
            <a:xfrm>
              <a:off x="0" y="0"/>
              <a:ext cx="48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输出触点</a:t>
              </a:r>
            </a:p>
          </p:txBody>
        </p:sp>
        <p:sp>
          <p:nvSpPr>
            <p:cNvPr id="84" name="Line 26">
              <a:extLst>
                <a:ext uri="{FF2B5EF4-FFF2-40B4-BE49-F238E27FC236}">
                  <a16:creationId xmlns:a16="http://schemas.microsoft.com/office/drawing/2014/main" id="{36C7D8DB-1424-DB45-9192-CD29D23247A8}"/>
                </a:ext>
              </a:extLst>
            </p:cNvPr>
            <p:cNvSpPr>
              <a:spLocks noChangeShapeType="1"/>
            </p:cNvSpPr>
            <p:nvPr/>
          </p:nvSpPr>
          <p:spPr bwMode="auto">
            <a:xfrm flipV="1">
              <a:off x="432" y="346"/>
              <a:ext cx="427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5" name="Line 27">
              <a:extLst>
                <a:ext uri="{FF2B5EF4-FFF2-40B4-BE49-F238E27FC236}">
                  <a16:creationId xmlns:a16="http://schemas.microsoft.com/office/drawing/2014/main" id="{59FA87B3-03E2-AA4C-ABBC-D305733D40D1}"/>
                </a:ext>
              </a:extLst>
            </p:cNvPr>
            <p:cNvSpPr>
              <a:spLocks noChangeShapeType="1"/>
            </p:cNvSpPr>
            <p:nvPr/>
          </p:nvSpPr>
          <p:spPr bwMode="auto">
            <a:xfrm>
              <a:off x="4704" y="154"/>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6" name="Line 28">
              <a:extLst>
                <a:ext uri="{FF2B5EF4-FFF2-40B4-BE49-F238E27FC236}">
                  <a16:creationId xmlns:a16="http://schemas.microsoft.com/office/drawing/2014/main" id="{64D49300-317E-2841-B8E9-1E6F547E22EC}"/>
                </a:ext>
              </a:extLst>
            </p:cNvPr>
            <p:cNvSpPr>
              <a:spLocks noChangeShapeType="1"/>
            </p:cNvSpPr>
            <p:nvPr/>
          </p:nvSpPr>
          <p:spPr bwMode="auto">
            <a:xfrm>
              <a:off x="4704" y="154"/>
              <a:ext cx="864"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87" name="Line 29">
            <a:extLst>
              <a:ext uri="{FF2B5EF4-FFF2-40B4-BE49-F238E27FC236}">
                <a16:creationId xmlns:a16="http://schemas.microsoft.com/office/drawing/2014/main" id="{5B2B23F7-E1EE-0D42-977D-3383A159842C}"/>
              </a:ext>
            </a:extLst>
          </p:cNvPr>
          <p:cNvSpPr>
            <a:spLocks noChangeShapeType="1"/>
          </p:cNvSpPr>
          <p:nvPr/>
        </p:nvSpPr>
        <p:spPr bwMode="auto">
          <a:xfrm>
            <a:off x="1784350" y="5153025"/>
            <a:ext cx="5791200" cy="0"/>
          </a:xfrm>
          <a:prstGeom prst="line">
            <a:avLst/>
          </a:prstGeom>
          <a:noFill/>
          <a:ln w="2857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solidFill>
                <a:srgbClr val="0000CC"/>
              </a:solidFill>
              <a:latin typeface="Arial" panose="020B0604020202020204" pitchFamily="34" charset="0"/>
            </a:endParaRPr>
          </a:p>
        </p:txBody>
      </p:sp>
      <p:sp>
        <p:nvSpPr>
          <p:cNvPr id="88" name="Line 30">
            <a:extLst>
              <a:ext uri="{FF2B5EF4-FFF2-40B4-BE49-F238E27FC236}">
                <a16:creationId xmlns:a16="http://schemas.microsoft.com/office/drawing/2014/main" id="{97E15C6C-4E07-494B-9BBA-470408920F3C}"/>
              </a:ext>
            </a:extLst>
          </p:cNvPr>
          <p:cNvSpPr>
            <a:spLocks noChangeShapeType="1"/>
          </p:cNvSpPr>
          <p:nvPr/>
        </p:nvSpPr>
        <p:spPr bwMode="auto">
          <a:xfrm>
            <a:off x="7575550" y="4467225"/>
            <a:ext cx="0" cy="762000"/>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9" name="Line 32">
            <a:extLst>
              <a:ext uri="{FF2B5EF4-FFF2-40B4-BE49-F238E27FC236}">
                <a16:creationId xmlns:a16="http://schemas.microsoft.com/office/drawing/2014/main" id="{FA85E6F8-42A9-D94D-8C38-5F4952E0D44C}"/>
              </a:ext>
            </a:extLst>
          </p:cNvPr>
          <p:cNvSpPr>
            <a:spLocks noChangeShapeType="1"/>
          </p:cNvSpPr>
          <p:nvPr/>
        </p:nvSpPr>
        <p:spPr bwMode="auto">
          <a:xfrm flipH="1">
            <a:off x="1784350" y="2257425"/>
            <a:ext cx="0" cy="2971800"/>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90" name="Group 33">
            <a:extLst>
              <a:ext uri="{FF2B5EF4-FFF2-40B4-BE49-F238E27FC236}">
                <a16:creationId xmlns:a16="http://schemas.microsoft.com/office/drawing/2014/main" id="{5CC643B1-0F7E-AA43-B8A9-E876D3A8E832}"/>
              </a:ext>
            </a:extLst>
          </p:cNvPr>
          <p:cNvGrpSpPr>
            <a:grpSpLocks/>
          </p:cNvGrpSpPr>
          <p:nvPr/>
        </p:nvGrpSpPr>
        <p:grpSpPr bwMode="auto">
          <a:xfrm>
            <a:off x="1860550" y="1190625"/>
            <a:ext cx="7010400" cy="3657600"/>
            <a:chOff x="0" y="0"/>
            <a:chExt cx="4416" cy="2304"/>
          </a:xfrm>
        </p:grpSpPr>
        <p:sp>
          <p:nvSpPr>
            <p:cNvPr id="91" name="Rectangle 34">
              <a:extLst>
                <a:ext uri="{FF2B5EF4-FFF2-40B4-BE49-F238E27FC236}">
                  <a16:creationId xmlns:a16="http://schemas.microsoft.com/office/drawing/2014/main" id="{49C339CB-F590-5F45-AD0A-A076423A67F0}"/>
                </a:ext>
              </a:extLst>
            </p:cNvPr>
            <p:cNvSpPr>
              <a:spLocks noChangeArrowheads="1"/>
            </p:cNvSpPr>
            <p:nvPr/>
          </p:nvSpPr>
          <p:spPr bwMode="auto">
            <a:xfrm>
              <a:off x="2880" y="288"/>
              <a:ext cx="1392"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92" name="Line 35">
              <a:extLst>
                <a:ext uri="{FF2B5EF4-FFF2-40B4-BE49-F238E27FC236}">
                  <a16:creationId xmlns:a16="http://schemas.microsoft.com/office/drawing/2014/main" id="{E42708EC-4013-AD43-84BA-B26F1F475957}"/>
                </a:ext>
              </a:extLst>
            </p:cNvPr>
            <p:cNvSpPr>
              <a:spLocks noChangeShapeType="1"/>
            </p:cNvSpPr>
            <p:nvPr/>
          </p:nvSpPr>
          <p:spPr bwMode="auto">
            <a:xfrm flipH="1">
              <a:off x="48" y="96"/>
              <a:ext cx="0" cy="2208"/>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3" name="Rectangle 36">
              <a:extLst>
                <a:ext uri="{FF2B5EF4-FFF2-40B4-BE49-F238E27FC236}">
                  <a16:creationId xmlns:a16="http://schemas.microsoft.com/office/drawing/2014/main" id="{5F50185F-84A7-B348-AF07-71E56BEEAEF7}"/>
                </a:ext>
              </a:extLst>
            </p:cNvPr>
            <p:cNvSpPr>
              <a:spLocks noChangeArrowheads="1"/>
            </p:cNvSpPr>
            <p:nvPr/>
          </p:nvSpPr>
          <p:spPr bwMode="auto">
            <a:xfrm>
              <a:off x="48" y="288"/>
              <a:ext cx="2832" cy="192"/>
            </a:xfrm>
            <a:prstGeom prst="rect">
              <a:avLst/>
            </a:prstGeom>
            <a:solidFill>
              <a:srgbClr val="FFFFCC"/>
            </a:solidFill>
            <a:ln w="2857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94" name="Rectangle 37">
              <a:extLst>
                <a:ext uri="{FF2B5EF4-FFF2-40B4-BE49-F238E27FC236}">
                  <a16:creationId xmlns:a16="http://schemas.microsoft.com/office/drawing/2014/main" id="{47600ACF-CA10-AB49-92A2-484719DCF162}"/>
                </a:ext>
              </a:extLst>
            </p:cNvPr>
            <p:cNvSpPr>
              <a:spLocks noChangeArrowheads="1"/>
            </p:cNvSpPr>
            <p:nvPr/>
          </p:nvSpPr>
          <p:spPr bwMode="auto">
            <a:xfrm>
              <a:off x="0" y="240"/>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刷新</a:t>
              </a:r>
            </a:p>
          </p:txBody>
        </p:sp>
        <p:sp>
          <p:nvSpPr>
            <p:cNvPr id="95" name="Rectangle 38">
              <a:extLst>
                <a:ext uri="{FF2B5EF4-FFF2-40B4-BE49-F238E27FC236}">
                  <a16:creationId xmlns:a16="http://schemas.microsoft.com/office/drawing/2014/main" id="{CC5C1975-F2E4-4944-8172-A2F6C1341145}"/>
                </a:ext>
              </a:extLst>
            </p:cNvPr>
            <p:cNvSpPr>
              <a:spLocks noChangeArrowheads="1"/>
            </p:cNvSpPr>
            <p:nvPr/>
          </p:nvSpPr>
          <p:spPr bwMode="auto">
            <a:xfrm>
              <a:off x="336" y="240"/>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执行程序</a:t>
              </a:r>
            </a:p>
          </p:txBody>
        </p:sp>
        <p:sp>
          <p:nvSpPr>
            <p:cNvPr id="96" name="Rectangle 39">
              <a:extLst>
                <a:ext uri="{FF2B5EF4-FFF2-40B4-BE49-F238E27FC236}">
                  <a16:creationId xmlns:a16="http://schemas.microsoft.com/office/drawing/2014/main" id="{BEBDE5D0-A9A1-6544-9010-D64CE9AB5718}"/>
                </a:ext>
              </a:extLst>
            </p:cNvPr>
            <p:cNvSpPr>
              <a:spLocks noChangeArrowheads="1"/>
            </p:cNvSpPr>
            <p:nvPr/>
          </p:nvSpPr>
          <p:spPr bwMode="auto">
            <a:xfrm>
              <a:off x="1008" y="24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其他</a:t>
              </a:r>
            </a:p>
          </p:txBody>
        </p:sp>
        <p:sp>
          <p:nvSpPr>
            <p:cNvPr id="97" name="Line 40">
              <a:extLst>
                <a:ext uri="{FF2B5EF4-FFF2-40B4-BE49-F238E27FC236}">
                  <a16:creationId xmlns:a16="http://schemas.microsoft.com/office/drawing/2014/main" id="{2F9D485B-EB74-884B-BD17-38BF38F3850D}"/>
                </a:ext>
              </a:extLst>
            </p:cNvPr>
            <p:cNvSpPr>
              <a:spLocks noChangeShapeType="1"/>
            </p:cNvSpPr>
            <p:nvPr/>
          </p:nvSpPr>
          <p:spPr bwMode="auto">
            <a:xfrm>
              <a:off x="384" y="288"/>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8" name="Line 41">
              <a:extLst>
                <a:ext uri="{FF2B5EF4-FFF2-40B4-BE49-F238E27FC236}">
                  <a16:creationId xmlns:a16="http://schemas.microsoft.com/office/drawing/2014/main" id="{39C50E5F-2B15-E840-A400-D172AA0B45C1}"/>
                </a:ext>
              </a:extLst>
            </p:cNvPr>
            <p:cNvSpPr>
              <a:spLocks noChangeShapeType="1"/>
            </p:cNvSpPr>
            <p:nvPr/>
          </p:nvSpPr>
          <p:spPr bwMode="auto">
            <a:xfrm>
              <a:off x="1056" y="288"/>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9" name="Line 42">
              <a:extLst>
                <a:ext uri="{FF2B5EF4-FFF2-40B4-BE49-F238E27FC236}">
                  <a16:creationId xmlns:a16="http://schemas.microsoft.com/office/drawing/2014/main" id="{8013C50E-BDCD-C547-9F55-A253B345D410}"/>
                </a:ext>
              </a:extLst>
            </p:cNvPr>
            <p:cNvSpPr>
              <a:spLocks noChangeShapeType="1"/>
            </p:cNvSpPr>
            <p:nvPr/>
          </p:nvSpPr>
          <p:spPr bwMode="auto">
            <a:xfrm>
              <a:off x="1440" y="278"/>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0" name="Rectangle 43">
              <a:extLst>
                <a:ext uri="{FF2B5EF4-FFF2-40B4-BE49-F238E27FC236}">
                  <a16:creationId xmlns:a16="http://schemas.microsoft.com/office/drawing/2014/main" id="{4328040A-91D8-8E42-BC8B-CE84F598AD04}"/>
                </a:ext>
              </a:extLst>
            </p:cNvPr>
            <p:cNvSpPr>
              <a:spLocks noChangeArrowheads="1"/>
            </p:cNvSpPr>
            <p:nvPr/>
          </p:nvSpPr>
          <p:spPr bwMode="auto">
            <a:xfrm>
              <a:off x="1440" y="24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刷新</a:t>
              </a:r>
            </a:p>
          </p:txBody>
        </p:sp>
        <p:sp>
          <p:nvSpPr>
            <p:cNvPr id="101" name="Rectangle 44">
              <a:extLst>
                <a:ext uri="{FF2B5EF4-FFF2-40B4-BE49-F238E27FC236}">
                  <a16:creationId xmlns:a16="http://schemas.microsoft.com/office/drawing/2014/main" id="{A7AFED9E-3416-C64E-B05A-CE5728076774}"/>
                </a:ext>
              </a:extLst>
            </p:cNvPr>
            <p:cNvSpPr>
              <a:spLocks noChangeArrowheads="1"/>
            </p:cNvSpPr>
            <p:nvPr/>
          </p:nvSpPr>
          <p:spPr bwMode="auto">
            <a:xfrm>
              <a:off x="1776" y="240"/>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执行程序</a:t>
              </a:r>
            </a:p>
          </p:txBody>
        </p:sp>
        <p:sp>
          <p:nvSpPr>
            <p:cNvPr id="102" name="Rectangle 45">
              <a:extLst>
                <a:ext uri="{FF2B5EF4-FFF2-40B4-BE49-F238E27FC236}">
                  <a16:creationId xmlns:a16="http://schemas.microsoft.com/office/drawing/2014/main" id="{23F007BB-E46C-4848-B7FE-25DE5779CE55}"/>
                </a:ext>
              </a:extLst>
            </p:cNvPr>
            <p:cNvSpPr>
              <a:spLocks noChangeArrowheads="1"/>
            </p:cNvSpPr>
            <p:nvPr/>
          </p:nvSpPr>
          <p:spPr bwMode="auto">
            <a:xfrm>
              <a:off x="2448" y="240"/>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其他</a:t>
              </a:r>
            </a:p>
          </p:txBody>
        </p:sp>
        <p:sp>
          <p:nvSpPr>
            <p:cNvPr id="103" name="Line 46">
              <a:extLst>
                <a:ext uri="{FF2B5EF4-FFF2-40B4-BE49-F238E27FC236}">
                  <a16:creationId xmlns:a16="http://schemas.microsoft.com/office/drawing/2014/main" id="{4F1EDF0A-4FB1-6347-8700-B04717D743B6}"/>
                </a:ext>
              </a:extLst>
            </p:cNvPr>
            <p:cNvSpPr>
              <a:spLocks noChangeShapeType="1"/>
            </p:cNvSpPr>
            <p:nvPr/>
          </p:nvSpPr>
          <p:spPr bwMode="auto">
            <a:xfrm>
              <a:off x="1824" y="288"/>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4" name="Line 47">
              <a:extLst>
                <a:ext uri="{FF2B5EF4-FFF2-40B4-BE49-F238E27FC236}">
                  <a16:creationId xmlns:a16="http://schemas.microsoft.com/office/drawing/2014/main" id="{1BE5EC4D-6443-5546-9CA6-4CB6692F6AA1}"/>
                </a:ext>
              </a:extLst>
            </p:cNvPr>
            <p:cNvSpPr>
              <a:spLocks noChangeShapeType="1"/>
            </p:cNvSpPr>
            <p:nvPr/>
          </p:nvSpPr>
          <p:spPr bwMode="auto">
            <a:xfrm>
              <a:off x="2496" y="278"/>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5" name="Line 48">
              <a:extLst>
                <a:ext uri="{FF2B5EF4-FFF2-40B4-BE49-F238E27FC236}">
                  <a16:creationId xmlns:a16="http://schemas.microsoft.com/office/drawing/2014/main" id="{E4909943-CC12-A041-AFED-83B69F8B964B}"/>
                </a:ext>
              </a:extLst>
            </p:cNvPr>
            <p:cNvSpPr>
              <a:spLocks noChangeShapeType="1"/>
            </p:cNvSpPr>
            <p:nvPr/>
          </p:nvSpPr>
          <p:spPr bwMode="auto">
            <a:xfrm>
              <a:off x="1440" y="48"/>
              <a:ext cx="0" cy="2256"/>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6" name="Line 49">
              <a:extLst>
                <a:ext uri="{FF2B5EF4-FFF2-40B4-BE49-F238E27FC236}">
                  <a16:creationId xmlns:a16="http://schemas.microsoft.com/office/drawing/2014/main" id="{A0C099E8-7197-274D-BCBE-219AD170628D}"/>
                </a:ext>
              </a:extLst>
            </p:cNvPr>
            <p:cNvSpPr>
              <a:spLocks noChangeShapeType="1"/>
            </p:cNvSpPr>
            <p:nvPr/>
          </p:nvSpPr>
          <p:spPr bwMode="auto">
            <a:xfrm>
              <a:off x="4272" y="48"/>
              <a:ext cx="0" cy="2256"/>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7" name="Rectangle 50">
              <a:extLst>
                <a:ext uri="{FF2B5EF4-FFF2-40B4-BE49-F238E27FC236}">
                  <a16:creationId xmlns:a16="http://schemas.microsoft.com/office/drawing/2014/main" id="{FD454C96-9166-D949-906F-14A70754A647}"/>
                </a:ext>
              </a:extLst>
            </p:cNvPr>
            <p:cNvSpPr>
              <a:spLocks noChangeArrowheads="1"/>
            </p:cNvSpPr>
            <p:nvPr/>
          </p:nvSpPr>
          <p:spPr bwMode="auto">
            <a:xfrm>
              <a:off x="144" y="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扫描周期</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sym typeface="Symbol" pitchFamily="2" charset="2"/>
                </a:rPr>
                <a:t>Ts)</a:t>
              </a:r>
            </a:p>
          </p:txBody>
        </p:sp>
        <p:sp>
          <p:nvSpPr>
            <p:cNvPr id="108" name="Rectangle 51">
              <a:extLst>
                <a:ext uri="{FF2B5EF4-FFF2-40B4-BE49-F238E27FC236}">
                  <a16:creationId xmlns:a16="http://schemas.microsoft.com/office/drawing/2014/main" id="{AD8C130A-6802-7549-92B2-C6CA545CBEAD}"/>
                </a:ext>
              </a:extLst>
            </p:cNvPr>
            <p:cNvSpPr>
              <a:spLocks noChangeArrowheads="1"/>
            </p:cNvSpPr>
            <p:nvPr/>
          </p:nvSpPr>
          <p:spPr bwMode="auto">
            <a:xfrm>
              <a:off x="1536" y="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  扫描周期</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sym typeface="Symbol" pitchFamily="2" charset="2"/>
                </a:rPr>
                <a:t>Ts)</a:t>
              </a:r>
            </a:p>
          </p:txBody>
        </p:sp>
        <p:sp>
          <p:nvSpPr>
            <p:cNvPr id="109" name="Rectangle 52">
              <a:extLst>
                <a:ext uri="{FF2B5EF4-FFF2-40B4-BE49-F238E27FC236}">
                  <a16:creationId xmlns:a16="http://schemas.microsoft.com/office/drawing/2014/main" id="{729F7B99-F3BD-E94D-840B-1B81DEBD7DD5}"/>
                </a:ext>
              </a:extLst>
            </p:cNvPr>
            <p:cNvSpPr>
              <a:spLocks noChangeArrowheads="1"/>
            </p:cNvSpPr>
            <p:nvPr/>
          </p:nvSpPr>
          <p:spPr bwMode="auto">
            <a:xfrm>
              <a:off x="2832" y="24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刷新</a:t>
              </a:r>
            </a:p>
          </p:txBody>
        </p:sp>
        <p:sp>
          <p:nvSpPr>
            <p:cNvPr id="110" name="Rectangle 53">
              <a:extLst>
                <a:ext uri="{FF2B5EF4-FFF2-40B4-BE49-F238E27FC236}">
                  <a16:creationId xmlns:a16="http://schemas.microsoft.com/office/drawing/2014/main" id="{F79C3EDA-51C9-6E43-BE25-2373C27C1226}"/>
                </a:ext>
              </a:extLst>
            </p:cNvPr>
            <p:cNvSpPr>
              <a:spLocks noChangeArrowheads="1"/>
            </p:cNvSpPr>
            <p:nvPr/>
          </p:nvSpPr>
          <p:spPr bwMode="auto">
            <a:xfrm>
              <a:off x="3168" y="240"/>
              <a:ext cx="8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执行程序</a:t>
              </a:r>
            </a:p>
          </p:txBody>
        </p:sp>
        <p:sp>
          <p:nvSpPr>
            <p:cNvPr id="111" name="Rectangle 54">
              <a:extLst>
                <a:ext uri="{FF2B5EF4-FFF2-40B4-BE49-F238E27FC236}">
                  <a16:creationId xmlns:a16="http://schemas.microsoft.com/office/drawing/2014/main" id="{75FBFD48-27DD-AB4D-AD94-F40BE2CC6204}"/>
                </a:ext>
              </a:extLst>
            </p:cNvPr>
            <p:cNvSpPr>
              <a:spLocks noChangeArrowheads="1"/>
            </p:cNvSpPr>
            <p:nvPr/>
          </p:nvSpPr>
          <p:spPr bwMode="auto">
            <a:xfrm>
              <a:off x="3840" y="240"/>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其他</a:t>
              </a:r>
            </a:p>
          </p:txBody>
        </p:sp>
        <p:sp>
          <p:nvSpPr>
            <p:cNvPr id="112" name="Line 55">
              <a:extLst>
                <a:ext uri="{FF2B5EF4-FFF2-40B4-BE49-F238E27FC236}">
                  <a16:creationId xmlns:a16="http://schemas.microsoft.com/office/drawing/2014/main" id="{CD6129A8-6B75-9B4E-96F2-46D13857541E}"/>
                </a:ext>
              </a:extLst>
            </p:cNvPr>
            <p:cNvSpPr>
              <a:spLocks noChangeShapeType="1"/>
            </p:cNvSpPr>
            <p:nvPr/>
          </p:nvSpPr>
          <p:spPr bwMode="auto">
            <a:xfrm>
              <a:off x="3216" y="298"/>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3" name="Line 56">
              <a:extLst>
                <a:ext uri="{FF2B5EF4-FFF2-40B4-BE49-F238E27FC236}">
                  <a16:creationId xmlns:a16="http://schemas.microsoft.com/office/drawing/2014/main" id="{A4E01C60-C881-5847-AB9A-9CB0F3E61492}"/>
                </a:ext>
              </a:extLst>
            </p:cNvPr>
            <p:cNvSpPr>
              <a:spLocks noChangeShapeType="1"/>
            </p:cNvSpPr>
            <p:nvPr/>
          </p:nvSpPr>
          <p:spPr bwMode="auto">
            <a:xfrm>
              <a:off x="3888" y="298"/>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4" name="Line 57">
              <a:extLst>
                <a:ext uri="{FF2B5EF4-FFF2-40B4-BE49-F238E27FC236}">
                  <a16:creationId xmlns:a16="http://schemas.microsoft.com/office/drawing/2014/main" id="{287B6209-EA6D-3545-AA8C-92FEA54AA7B5}"/>
                </a:ext>
              </a:extLst>
            </p:cNvPr>
            <p:cNvSpPr>
              <a:spLocks noChangeShapeType="1"/>
            </p:cNvSpPr>
            <p:nvPr/>
          </p:nvSpPr>
          <p:spPr bwMode="auto">
            <a:xfrm>
              <a:off x="2880" y="96"/>
              <a:ext cx="0" cy="2208"/>
            </a:xfrm>
            <a:prstGeom prst="line">
              <a:avLst/>
            </a:prstGeom>
            <a:noFill/>
            <a:ln w="38100">
              <a:solidFill>
                <a:srgbClr val="00316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5" name="Rectangle 58">
              <a:extLst>
                <a:ext uri="{FF2B5EF4-FFF2-40B4-BE49-F238E27FC236}">
                  <a16:creationId xmlns:a16="http://schemas.microsoft.com/office/drawing/2014/main" id="{B3FE60D4-4084-9C4B-B5C5-7727B3AD85AA}"/>
                </a:ext>
              </a:extLst>
            </p:cNvPr>
            <p:cNvSpPr>
              <a:spLocks noChangeArrowheads="1"/>
            </p:cNvSpPr>
            <p:nvPr/>
          </p:nvSpPr>
          <p:spPr bwMode="auto">
            <a:xfrm>
              <a:off x="3024" y="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3162"/>
                  </a:solidFill>
                  <a:effectLst/>
                  <a:uLnTx/>
                  <a:uFillTx/>
                  <a:latin typeface="Arial" panose="020B0604020202020204" pitchFamily="34" charset="0"/>
                  <a:ea typeface="楷体_GB2312" pitchFamily="49" charset="-122"/>
                </a:rPr>
                <a:t>扫描周期</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rPr>
                <a:t>(</a:t>
              </a: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楷体_GB2312" pitchFamily="49" charset="-122"/>
                  <a:sym typeface="Symbol" pitchFamily="2" charset="2"/>
                </a:rPr>
                <a:t>Ts)</a:t>
              </a:r>
            </a:p>
          </p:txBody>
        </p:sp>
      </p:grpSp>
      <p:sp>
        <p:nvSpPr>
          <p:cNvPr id="117" name="AutoShape 22">
            <a:extLst>
              <a:ext uri="{FF2B5EF4-FFF2-40B4-BE49-F238E27FC236}">
                <a16:creationId xmlns:a16="http://schemas.microsoft.com/office/drawing/2014/main" id="{97782EDA-1D48-4645-B74D-34F4F690C294}"/>
              </a:ext>
            </a:extLst>
          </p:cNvPr>
          <p:cNvSpPr>
            <a:spLocks noChangeArrowheads="1"/>
          </p:cNvSpPr>
          <p:nvPr/>
        </p:nvSpPr>
        <p:spPr bwMode="auto">
          <a:xfrm>
            <a:off x="4468813" y="4359275"/>
            <a:ext cx="1752600" cy="381000"/>
          </a:xfrm>
          <a:prstGeom prst="wedgeRoundRectCallout">
            <a:avLst>
              <a:gd name="adj1" fmla="val -51449"/>
              <a:gd name="adj2" fmla="val 146667"/>
              <a:gd name="adj3" fmla="val 16667"/>
            </a:avLst>
          </a:prstGeom>
          <a:solidFill>
            <a:srgbClr val="FFFFCC"/>
          </a:solidFill>
          <a:ln w="9525">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defRPr/>
            </a:pPr>
            <a:r>
              <a:rPr lang="en-US" altLang="zh-CN" sz="2000" b="1" dirty="0">
                <a:solidFill>
                  <a:srgbClr val="0000CC"/>
                </a:solidFill>
                <a:ea typeface="楷体_GB2312" pitchFamily="49" charset="-122"/>
              </a:rPr>
              <a:t>I/O</a:t>
            </a:r>
            <a:r>
              <a:rPr lang="zh-CN" altLang="en-US" sz="2000" b="1" dirty="0">
                <a:solidFill>
                  <a:srgbClr val="0000CC"/>
                </a:solidFill>
                <a:ea typeface="楷体_GB2312" pitchFamily="49" charset="-122"/>
              </a:rPr>
              <a:t>响应时间</a:t>
            </a:r>
          </a:p>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楷体_GB2312" pitchFamily="49" charset="-122"/>
            </a:endParaRPr>
          </a:p>
        </p:txBody>
      </p:sp>
      <p:sp>
        <p:nvSpPr>
          <p:cNvPr id="3" name="文本框 2">
            <a:extLst>
              <a:ext uri="{FF2B5EF4-FFF2-40B4-BE49-F238E27FC236}">
                <a16:creationId xmlns:a16="http://schemas.microsoft.com/office/drawing/2014/main" id="{838A97EC-C2C6-D2B0-6CFA-8A3197D3C81B}"/>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7727138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up)">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wipe(left)">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wipe(left)">
                                      <p:cBhvr>
                                        <p:cTn id="17" dur="500"/>
                                        <p:tgtEl>
                                          <p:spTgt spid="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wipe(up)">
                                      <p:cBhvr>
                                        <p:cTn id="22" dur="500"/>
                                        <p:tgtEl>
                                          <p:spTgt spid="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wipe(up)">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nodeType="clickEffect">
                                  <p:stCondLst>
                                    <p:cond delay="0"/>
                                  </p:stCondLst>
                                  <p:childTnLst>
                                    <p:set>
                                      <p:cBhvr>
                                        <p:cTn id="31" dur="1" fill="hold">
                                          <p:stCondLst>
                                            <p:cond delay="0"/>
                                          </p:stCondLst>
                                        </p:cTn>
                                        <p:tgtEl>
                                          <p:spTgt spid="68"/>
                                        </p:tgtEl>
                                        <p:attrNameLst>
                                          <p:attrName>style.visibility</p:attrName>
                                        </p:attrNameLst>
                                      </p:cBhvr>
                                      <p:to>
                                        <p:strVal val="visible"/>
                                      </p:to>
                                    </p:set>
                                    <p:anim calcmode="lin" valueType="num">
                                      <p:cBhvr>
                                        <p:cTn id="32" dur="500" fill="hold"/>
                                        <p:tgtEl>
                                          <p:spTgt spid="68"/>
                                        </p:tgtEl>
                                        <p:attrNameLst>
                                          <p:attrName>ppt_w</p:attrName>
                                        </p:attrNameLst>
                                      </p:cBhvr>
                                      <p:tavLst>
                                        <p:tav tm="0">
                                          <p:val>
                                            <p:fltVal val="0"/>
                                          </p:val>
                                        </p:tav>
                                        <p:tav tm="100000">
                                          <p:val>
                                            <p:strVal val="#ppt_w"/>
                                          </p:val>
                                        </p:tav>
                                      </p:tavLst>
                                    </p:anim>
                                    <p:anim calcmode="lin" valueType="num">
                                      <p:cBhvr>
                                        <p:cTn id="33" dur="500" fill="hold"/>
                                        <p:tgtEl>
                                          <p:spTgt spid="68"/>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6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left)">
                                      <p:cBhvr>
                                        <p:cTn id="42" dur="500"/>
                                        <p:tgtEl>
                                          <p:spTgt spid="7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2"/>
                                        </p:tgtEl>
                                        <p:attrNameLst>
                                          <p:attrName>style.visibility</p:attrName>
                                        </p:attrNameLst>
                                      </p:cBhvr>
                                      <p:to>
                                        <p:strVal val="visible"/>
                                      </p:to>
                                    </p:set>
                                    <p:animEffect transition="in" filter="wipe(left)">
                                      <p:cBhvr>
                                        <p:cTn id="47" dur="500"/>
                                        <p:tgtEl>
                                          <p:spTgt spid="82"/>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nodeType="clickEffect">
                                  <p:stCondLst>
                                    <p:cond delay="0"/>
                                  </p:stCondLst>
                                  <p:childTnLst>
                                    <p:set>
                                      <p:cBhvr>
                                        <p:cTn id="51" dur="1" fill="hold">
                                          <p:stCondLst>
                                            <p:cond delay="0"/>
                                          </p:stCondLst>
                                        </p:cTn>
                                        <p:tgtEl>
                                          <p:spTgt spid="81"/>
                                        </p:tgtEl>
                                        <p:attrNameLst>
                                          <p:attrName>style.visibility</p:attrName>
                                        </p:attrNameLst>
                                      </p:cBhvr>
                                      <p:to>
                                        <p:strVal val="visible"/>
                                      </p:to>
                                    </p:set>
                                    <p:anim calcmode="lin" valueType="num">
                                      <p:cBhvr>
                                        <p:cTn id="52" dur="500" fill="hold"/>
                                        <p:tgtEl>
                                          <p:spTgt spid="81"/>
                                        </p:tgtEl>
                                        <p:attrNameLst>
                                          <p:attrName>ppt_w</p:attrName>
                                        </p:attrNameLst>
                                      </p:cBhvr>
                                      <p:tavLst>
                                        <p:tav tm="0">
                                          <p:val>
                                            <p:fltVal val="0"/>
                                          </p:val>
                                        </p:tav>
                                        <p:tav tm="100000">
                                          <p:val>
                                            <p:strVal val="#ppt_w"/>
                                          </p:val>
                                        </p:tav>
                                      </p:tavLst>
                                    </p:anim>
                                    <p:anim calcmode="lin" valueType="num">
                                      <p:cBhvr>
                                        <p:cTn id="53" dur="500" fill="hold"/>
                                        <p:tgtEl>
                                          <p:spTgt spid="81"/>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8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wipe(up)">
                                      <p:cBhvr>
                                        <p:cTn id="62" dur="500"/>
                                        <p:tgtEl>
                                          <p:spTgt spid="8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7"/>
                                        </p:tgtEl>
                                        <p:attrNameLst>
                                          <p:attrName>style.visibility</p:attrName>
                                        </p:attrNameLst>
                                      </p:cBhvr>
                                      <p:to>
                                        <p:strVal val="visible"/>
                                      </p:to>
                                    </p:set>
                                    <p:animEffect transition="in" filter="wipe(left)">
                                      <p:cBhvr>
                                        <p:cTn id="67" dur="500"/>
                                        <p:tgtEl>
                                          <p:spTgt spid="8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61"/>
                                        </p:tgtEl>
                                        <p:attrNameLst>
                                          <p:attrName>style.visibility</p:attrName>
                                        </p:attrNameLst>
                                      </p:cBhvr>
                                      <p:to>
                                        <p:strVal val="visible"/>
                                      </p:to>
                                    </p:set>
                                    <p:animEffect transition="in" filter="wipe(up)">
                                      <p:cBhvr>
                                        <p:cTn id="72" dur="500"/>
                                        <p:tgtEl>
                                          <p:spTgt spid="61"/>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bldLvl="0" animBg="1" autoUpdateAnimBg="0"/>
      <p:bldP spid="61" grpId="0" bldLvl="0" animBg="1" autoUpdateAnimBg="0"/>
      <p:bldP spid="80" grpId="0" bldLvl="0" animBg="1" autoUpdateAnimBg="0"/>
      <p:bldP spid="117" grpId="0" bldLvl="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2">
            <a:extLst>
              <a:ext uri="{FF2B5EF4-FFF2-40B4-BE49-F238E27FC236}">
                <a16:creationId xmlns:a16="http://schemas.microsoft.com/office/drawing/2014/main" id="{90D89FC9-5A1B-BD41-BF73-BB4DC0B440F3}"/>
              </a:ext>
            </a:extLst>
          </p:cNvPr>
          <p:cNvSpPr>
            <a:spLocks noChangeArrowheads="1"/>
          </p:cNvSpPr>
          <p:nvPr/>
        </p:nvSpPr>
        <p:spPr bwMode="auto">
          <a:xfrm>
            <a:off x="323850" y="620713"/>
            <a:ext cx="8534400"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程序语句安排对</a:t>
            </a:r>
            <a:r>
              <a:rPr kumimoji="0" lang="en-US" altLang="zh-CN"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I/O</a:t>
            </a:r>
            <a:r>
              <a:rPr kumimoji="0" lang="zh-CN" altLang="en-US" sz="24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响应时间的影响举例</a:t>
            </a:r>
          </a:p>
        </p:txBody>
      </p:sp>
      <p:grpSp>
        <p:nvGrpSpPr>
          <p:cNvPr id="76" name="Group 3">
            <a:extLst>
              <a:ext uri="{FF2B5EF4-FFF2-40B4-BE49-F238E27FC236}">
                <a16:creationId xmlns:a16="http://schemas.microsoft.com/office/drawing/2014/main" id="{5A776DED-61BD-0649-9F4D-531E22ECB5AA}"/>
              </a:ext>
            </a:extLst>
          </p:cNvPr>
          <p:cNvGrpSpPr>
            <a:grpSpLocks/>
          </p:cNvGrpSpPr>
          <p:nvPr/>
        </p:nvGrpSpPr>
        <p:grpSpPr bwMode="auto">
          <a:xfrm>
            <a:off x="1331913" y="1268413"/>
            <a:ext cx="2840037" cy="2203450"/>
            <a:chOff x="0" y="0"/>
            <a:chExt cx="1789" cy="1388"/>
          </a:xfrm>
        </p:grpSpPr>
        <p:grpSp>
          <p:nvGrpSpPr>
            <p:cNvPr id="77" name="Group 4">
              <a:extLst>
                <a:ext uri="{FF2B5EF4-FFF2-40B4-BE49-F238E27FC236}">
                  <a16:creationId xmlns:a16="http://schemas.microsoft.com/office/drawing/2014/main" id="{FA415BED-79F2-1848-9BE5-04009691B833}"/>
                </a:ext>
              </a:extLst>
            </p:cNvPr>
            <p:cNvGrpSpPr>
              <a:grpSpLocks/>
            </p:cNvGrpSpPr>
            <p:nvPr/>
          </p:nvGrpSpPr>
          <p:grpSpPr bwMode="auto">
            <a:xfrm>
              <a:off x="0" y="216"/>
              <a:ext cx="744" cy="275"/>
              <a:chOff x="0" y="0"/>
              <a:chExt cx="880" cy="260"/>
            </a:xfrm>
          </p:grpSpPr>
          <p:grpSp>
            <p:nvGrpSpPr>
              <p:cNvPr id="102" name="Group 5">
                <a:extLst>
                  <a:ext uri="{FF2B5EF4-FFF2-40B4-BE49-F238E27FC236}">
                    <a16:creationId xmlns:a16="http://schemas.microsoft.com/office/drawing/2014/main" id="{22822BD8-0DD4-6741-AFCC-272628774650}"/>
                  </a:ext>
                </a:extLst>
              </p:cNvPr>
              <p:cNvGrpSpPr>
                <a:grpSpLocks/>
              </p:cNvGrpSpPr>
              <p:nvPr/>
            </p:nvGrpSpPr>
            <p:grpSpPr bwMode="auto">
              <a:xfrm>
                <a:off x="320" y="0"/>
                <a:ext cx="320" cy="260"/>
                <a:chOff x="0" y="0"/>
                <a:chExt cx="320" cy="260"/>
              </a:xfrm>
            </p:grpSpPr>
            <p:sp>
              <p:nvSpPr>
                <p:cNvPr id="105" name="Line 6">
                  <a:extLst>
                    <a:ext uri="{FF2B5EF4-FFF2-40B4-BE49-F238E27FC236}">
                      <a16:creationId xmlns:a16="http://schemas.microsoft.com/office/drawing/2014/main" id="{C03CF786-AB75-F54F-8691-C57F1E26DE26}"/>
                    </a:ext>
                  </a:extLst>
                </p:cNvPr>
                <p:cNvSpPr>
                  <a:spLocks noChangeShapeType="1"/>
                </p:cNvSpPr>
                <p:nvPr/>
              </p:nvSpPr>
              <p:spPr bwMode="auto">
                <a:xfrm>
                  <a:off x="12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6" name="Line 7">
                  <a:extLst>
                    <a:ext uri="{FF2B5EF4-FFF2-40B4-BE49-F238E27FC236}">
                      <a16:creationId xmlns:a16="http://schemas.microsoft.com/office/drawing/2014/main" id="{80B2E1D9-80E1-FC47-92E8-7332CE9A5083}"/>
                    </a:ext>
                  </a:extLst>
                </p:cNvPr>
                <p:cNvSpPr>
                  <a:spLocks noChangeShapeType="1"/>
                </p:cNvSpPr>
                <p:nvPr/>
              </p:nvSpPr>
              <p:spPr bwMode="auto">
                <a:xfrm flipH="1">
                  <a:off x="20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7" name="Line 8">
                  <a:extLst>
                    <a:ext uri="{FF2B5EF4-FFF2-40B4-BE49-F238E27FC236}">
                      <a16:creationId xmlns:a16="http://schemas.microsoft.com/office/drawing/2014/main" id="{929ADF65-915B-7542-BCF3-1F0DA1343B92}"/>
                    </a:ext>
                  </a:extLst>
                </p:cNvPr>
                <p:cNvSpPr>
                  <a:spLocks noChangeShapeType="1"/>
                </p:cNvSpPr>
                <p:nvPr/>
              </p:nvSpPr>
              <p:spPr bwMode="auto">
                <a:xfrm>
                  <a:off x="20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8" name="Line 9">
                  <a:extLst>
                    <a:ext uri="{FF2B5EF4-FFF2-40B4-BE49-F238E27FC236}">
                      <a16:creationId xmlns:a16="http://schemas.microsoft.com/office/drawing/2014/main" id="{ED2A42D2-66A2-B14D-82D3-FD1EA58F77CE}"/>
                    </a:ext>
                  </a:extLst>
                </p:cNvPr>
                <p:cNvSpPr>
                  <a:spLocks noChangeShapeType="1"/>
                </p:cNvSpPr>
                <p:nvPr/>
              </p:nvSpPr>
              <p:spPr bwMode="auto">
                <a:xfrm flipH="1" flipV="1">
                  <a:off x="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03" name="Line 10">
                <a:extLst>
                  <a:ext uri="{FF2B5EF4-FFF2-40B4-BE49-F238E27FC236}">
                    <a16:creationId xmlns:a16="http://schemas.microsoft.com/office/drawing/2014/main" id="{0A68985F-791F-6247-88C7-1EE2A31CB8DD}"/>
                  </a:ext>
                </a:extLst>
              </p:cNvPr>
              <p:cNvSpPr>
                <a:spLocks noChangeShapeType="1"/>
              </p:cNvSpPr>
              <p:nvPr/>
            </p:nvSpPr>
            <p:spPr bwMode="auto">
              <a:xfrm>
                <a:off x="600" y="120"/>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4" name="Line 11">
                <a:extLst>
                  <a:ext uri="{FF2B5EF4-FFF2-40B4-BE49-F238E27FC236}">
                    <a16:creationId xmlns:a16="http://schemas.microsoft.com/office/drawing/2014/main" id="{65B34F0B-ECE8-D345-AB11-0DC949A4E60B}"/>
                  </a:ext>
                </a:extLst>
              </p:cNvPr>
              <p:cNvSpPr>
                <a:spLocks noChangeShapeType="1"/>
              </p:cNvSpPr>
              <p:nvPr/>
            </p:nvSpPr>
            <p:spPr bwMode="auto">
              <a:xfrm flipH="1">
                <a:off x="0" y="120"/>
                <a:ext cx="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78" name="Line 12">
              <a:extLst>
                <a:ext uri="{FF2B5EF4-FFF2-40B4-BE49-F238E27FC236}">
                  <a16:creationId xmlns:a16="http://schemas.microsoft.com/office/drawing/2014/main" id="{88AF1660-F427-C64E-9F1E-0B6494F0A18C}"/>
                </a:ext>
              </a:extLst>
            </p:cNvPr>
            <p:cNvSpPr>
              <a:spLocks noChangeShapeType="1"/>
            </p:cNvSpPr>
            <p:nvPr/>
          </p:nvSpPr>
          <p:spPr bwMode="auto">
            <a:xfrm flipH="1" flipV="1">
              <a:off x="1066" y="343"/>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79" name="Line 13">
              <a:extLst>
                <a:ext uri="{FF2B5EF4-FFF2-40B4-BE49-F238E27FC236}">
                  <a16:creationId xmlns:a16="http://schemas.microsoft.com/office/drawing/2014/main" id="{DC88D897-3D61-E740-A68F-F4FC53A84BEE}"/>
                </a:ext>
              </a:extLst>
            </p:cNvPr>
            <p:cNvSpPr>
              <a:spLocks noChangeShapeType="1"/>
            </p:cNvSpPr>
            <p:nvPr/>
          </p:nvSpPr>
          <p:spPr bwMode="auto">
            <a:xfrm>
              <a:off x="372" y="630"/>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0" name="Line 14">
              <a:extLst>
                <a:ext uri="{FF2B5EF4-FFF2-40B4-BE49-F238E27FC236}">
                  <a16:creationId xmlns:a16="http://schemas.microsoft.com/office/drawing/2014/main" id="{33516743-073D-E74B-A70F-291E06CC9955}"/>
                </a:ext>
              </a:extLst>
            </p:cNvPr>
            <p:cNvSpPr>
              <a:spLocks noChangeShapeType="1"/>
            </p:cNvSpPr>
            <p:nvPr/>
          </p:nvSpPr>
          <p:spPr bwMode="auto">
            <a:xfrm flipH="1">
              <a:off x="440" y="630"/>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1" name="Line 15">
              <a:extLst>
                <a:ext uri="{FF2B5EF4-FFF2-40B4-BE49-F238E27FC236}">
                  <a16:creationId xmlns:a16="http://schemas.microsoft.com/office/drawing/2014/main" id="{E86BC89D-44D6-944B-B38A-EBD3E7DC30DC}"/>
                </a:ext>
              </a:extLst>
            </p:cNvPr>
            <p:cNvSpPr>
              <a:spLocks noChangeShapeType="1"/>
            </p:cNvSpPr>
            <p:nvPr/>
          </p:nvSpPr>
          <p:spPr bwMode="auto">
            <a:xfrm flipH="1" flipV="1">
              <a:off x="271" y="758"/>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2" name="Line 16">
              <a:extLst>
                <a:ext uri="{FF2B5EF4-FFF2-40B4-BE49-F238E27FC236}">
                  <a16:creationId xmlns:a16="http://schemas.microsoft.com/office/drawing/2014/main" id="{3638E3DE-6117-2B4C-B94A-DB122FBC7B51}"/>
                </a:ext>
              </a:extLst>
            </p:cNvPr>
            <p:cNvSpPr>
              <a:spLocks noChangeShapeType="1"/>
            </p:cNvSpPr>
            <p:nvPr/>
          </p:nvSpPr>
          <p:spPr bwMode="auto">
            <a:xfrm flipH="1">
              <a:off x="0" y="758"/>
              <a:ext cx="27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3" name="Line 17">
              <a:extLst>
                <a:ext uri="{FF2B5EF4-FFF2-40B4-BE49-F238E27FC236}">
                  <a16:creationId xmlns:a16="http://schemas.microsoft.com/office/drawing/2014/main" id="{15BBD235-073C-F34D-A702-E5D73959AF03}"/>
                </a:ext>
              </a:extLst>
            </p:cNvPr>
            <p:cNvSpPr>
              <a:spLocks noChangeShapeType="1"/>
            </p:cNvSpPr>
            <p:nvPr/>
          </p:nvSpPr>
          <p:spPr bwMode="auto">
            <a:xfrm>
              <a:off x="659" y="343"/>
              <a:ext cx="4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4" name="Line 18">
              <a:extLst>
                <a:ext uri="{FF2B5EF4-FFF2-40B4-BE49-F238E27FC236}">
                  <a16:creationId xmlns:a16="http://schemas.microsoft.com/office/drawing/2014/main" id="{B08A667D-82D5-8C4B-9FC8-646FE3DDAF15}"/>
                </a:ext>
              </a:extLst>
            </p:cNvPr>
            <p:cNvSpPr>
              <a:spLocks noChangeShapeType="1"/>
            </p:cNvSpPr>
            <p:nvPr/>
          </p:nvSpPr>
          <p:spPr bwMode="auto">
            <a:xfrm flipH="1">
              <a:off x="0" y="199"/>
              <a:ext cx="0" cy="11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85" name="Text Box 19">
              <a:extLst>
                <a:ext uri="{FF2B5EF4-FFF2-40B4-BE49-F238E27FC236}">
                  <a16:creationId xmlns:a16="http://schemas.microsoft.com/office/drawing/2014/main" id="{7F815078-8DD3-B443-ADDB-B90DBADD336F}"/>
                </a:ext>
              </a:extLst>
            </p:cNvPr>
            <p:cNvSpPr txBox="1">
              <a:spLocks noChangeArrowheads="1"/>
            </p:cNvSpPr>
            <p:nvPr/>
          </p:nvSpPr>
          <p:spPr bwMode="auto">
            <a:xfrm>
              <a:off x="127" y="0"/>
              <a:ext cx="641" cy="295"/>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FF0066"/>
                  </a:solidFill>
                  <a:effectLst/>
                  <a:uLnTx/>
                  <a:uFillTx/>
                  <a:latin typeface="Arial" panose="020B0604020202020204" pitchFamily="34" charset="0"/>
                  <a:ea typeface="宋体" panose="02010600030101010101" pitchFamily="2" charset="-122"/>
                </a:rPr>
                <a:t>20000</a:t>
              </a:r>
            </a:p>
          </p:txBody>
        </p:sp>
        <p:sp>
          <p:nvSpPr>
            <p:cNvPr id="86" name="Text Box 20">
              <a:extLst>
                <a:ext uri="{FF2B5EF4-FFF2-40B4-BE49-F238E27FC236}">
                  <a16:creationId xmlns:a16="http://schemas.microsoft.com/office/drawing/2014/main" id="{7714DC57-6720-ED49-9AC5-E8D9C2F90A9E}"/>
                </a:ext>
              </a:extLst>
            </p:cNvPr>
            <p:cNvSpPr txBox="1">
              <a:spLocks noChangeArrowheads="1"/>
            </p:cNvSpPr>
            <p:nvPr/>
          </p:nvSpPr>
          <p:spPr bwMode="auto">
            <a:xfrm>
              <a:off x="90" y="423"/>
              <a:ext cx="75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00000</a:t>
              </a:r>
            </a:p>
          </p:txBody>
        </p:sp>
        <p:sp>
          <p:nvSpPr>
            <p:cNvPr id="87" name="Oval 21">
              <a:extLst>
                <a:ext uri="{FF2B5EF4-FFF2-40B4-BE49-F238E27FC236}">
                  <a16:creationId xmlns:a16="http://schemas.microsoft.com/office/drawing/2014/main" id="{5BDA9DF1-AB72-CD42-A959-73DDE0E698CD}"/>
                </a:ext>
              </a:extLst>
            </p:cNvPr>
            <p:cNvSpPr>
              <a:spLocks noChangeArrowheads="1"/>
            </p:cNvSpPr>
            <p:nvPr/>
          </p:nvSpPr>
          <p:spPr bwMode="auto">
            <a:xfrm>
              <a:off x="1148" y="151"/>
              <a:ext cx="628" cy="38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88" name="Rectangle 22">
              <a:extLst>
                <a:ext uri="{FF2B5EF4-FFF2-40B4-BE49-F238E27FC236}">
                  <a16:creationId xmlns:a16="http://schemas.microsoft.com/office/drawing/2014/main" id="{90682A8F-75AD-F44B-A207-3704D255BC7C}"/>
                </a:ext>
              </a:extLst>
            </p:cNvPr>
            <p:cNvSpPr>
              <a:spLocks noChangeArrowheads="1"/>
            </p:cNvSpPr>
            <p:nvPr/>
          </p:nvSpPr>
          <p:spPr bwMode="auto">
            <a:xfrm>
              <a:off x="1152" y="199"/>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FF0066"/>
                  </a:solidFill>
                  <a:effectLst/>
                  <a:uLnTx/>
                  <a:uFillTx/>
                  <a:latin typeface="Arial" panose="020B0604020202020204" pitchFamily="34" charset="0"/>
                  <a:ea typeface="宋体" panose="02010600030101010101" pitchFamily="2" charset="-122"/>
                </a:rPr>
                <a:t>01000</a:t>
              </a:r>
            </a:p>
          </p:txBody>
        </p:sp>
        <p:sp>
          <p:nvSpPr>
            <p:cNvPr id="89" name="Line 23">
              <a:extLst>
                <a:ext uri="{FF2B5EF4-FFF2-40B4-BE49-F238E27FC236}">
                  <a16:creationId xmlns:a16="http://schemas.microsoft.com/office/drawing/2014/main" id="{BC8D51DF-BCC8-7940-9CF9-44B0D9D918D7}"/>
                </a:ext>
              </a:extLst>
            </p:cNvPr>
            <p:cNvSpPr>
              <a:spLocks noChangeShapeType="1"/>
            </p:cNvSpPr>
            <p:nvPr/>
          </p:nvSpPr>
          <p:spPr bwMode="auto">
            <a:xfrm flipH="1" flipV="1">
              <a:off x="1079" y="764"/>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0" name="Line 24">
              <a:extLst>
                <a:ext uri="{FF2B5EF4-FFF2-40B4-BE49-F238E27FC236}">
                  <a16:creationId xmlns:a16="http://schemas.microsoft.com/office/drawing/2014/main" id="{9C73CB35-FE0C-244A-B4D8-8B9854571846}"/>
                </a:ext>
              </a:extLst>
            </p:cNvPr>
            <p:cNvSpPr>
              <a:spLocks noChangeShapeType="1"/>
            </p:cNvSpPr>
            <p:nvPr/>
          </p:nvSpPr>
          <p:spPr bwMode="auto">
            <a:xfrm>
              <a:off x="432" y="764"/>
              <a:ext cx="71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1" name="Oval 25">
              <a:extLst>
                <a:ext uri="{FF2B5EF4-FFF2-40B4-BE49-F238E27FC236}">
                  <a16:creationId xmlns:a16="http://schemas.microsoft.com/office/drawing/2014/main" id="{9423B0EC-F377-694A-BFC6-178FCE61EC86}"/>
                </a:ext>
              </a:extLst>
            </p:cNvPr>
            <p:cNvSpPr>
              <a:spLocks noChangeArrowheads="1"/>
            </p:cNvSpPr>
            <p:nvPr/>
          </p:nvSpPr>
          <p:spPr bwMode="auto">
            <a:xfrm>
              <a:off x="1161" y="572"/>
              <a:ext cx="628" cy="38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92" name="Rectangle 26">
              <a:extLst>
                <a:ext uri="{FF2B5EF4-FFF2-40B4-BE49-F238E27FC236}">
                  <a16:creationId xmlns:a16="http://schemas.microsoft.com/office/drawing/2014/main" id="{6FC09889-ADEF-D647-8AE9-0D39696493E1}"/>
                </a:ext>
              </a:extLst>
            </p:cNvPr>
            <p:cNvSpPr>
              <a:spLocks noChangeArrowheads="1"/>
            </p:cNvSpPr>
            <p:nvPr/>
          </p:nvSpPr>
          <p:spPr bwMode="auto">
            <a:xfrm>
              <a:off x="1165" y="620"/>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20000</a:t>
              </a:r>
            </a:p>
          </p:txBody>
        </p:sp>
        <p:sp>
          <p:nvSpPr>
            <p:cNvPr id="93" name="Line 27">
              <a:extLst>
                <a:ext uri="{FF2B5EF4-FFF2-40B4-BE49-F238E27FC236}">
                  <a16:creationId xmlns:a16="http://schemas.microsoft.com/office/drawing/2014/main" id="{088BAE6F-D932-6848-9C16-6A798BE1EC69}"/>
                </a:ext>
              </a:extLst>
            </p:cNvPr>
            <p:cNvSpPr>
              <a:spLocks noChangeShapeType="1"/>
            </p:cNvSpPr>
            <p:nvPr/>
          </p:nvSpPr>
          <p:spPr bwMode="auto">
            <a:xfrm>
              <a:off x="372" y="1062"/>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4" name="Line 28">
              <a:extLst>
                <a:ext uri="{FF2B5EF4-FFF2-40B4-BE49-F238E27FC236}">
                  <a16:creationId xmlns:a16="http://schemas.microsoft.com/office/drawing/2014/main" id="{7C3F7ED1-36DE-AE41-B8AF-340BA09C526C}"/>
                </a:ext>
              </a:extLst>
            </p:cNvPr>
            <p:cNvSpPr>
              <a:spLocks noChangeShapeType="1"/>
            </p:cNvSpPr>
            <p:nvPr/>
          </p:nvSpPr>
          <p:spPr bwMode="auto">
            <a:xfrm flipH="1">
              <a:off x="440" y="1062"/>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5" name="Line 29">
              <a:extLst>
                <a:ext uri="{FF2B5EF4-FFF2-40B4-BE49-F238E27FC236}">
                  <a16:creationId xmlns:a16="http://schemas.microsoft.com/office/drawing/2014/main" id="{1E54CBCC-F426-5946-9B0E-443CE013A1AA}"/>
                </a:ext>
              </a:extLst>
            </p:cNvPr>
            <p:cNvSpPr>
              <a:spLocks noChangeShapeType="1"/>
            </p:cNvSpPr>
            <p:nvPr/>
          </p:nvSpPr>
          <p:spPr bwMode="auto">
            <a:xfrm flipH="1" flipV="1">
              <a:off x="271" y="1190"/>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6" name="Line 30">
              <a:extLst>
                <a:ext uri="{FF2B5EF4-FFF2-40B4-BE49-F238E27FC236}">
                  <a16:creationId xmlns:a16="http://schemas.microsoft.com/office/drawing/2014/main" id="{7C4C8390-6B63-5B46-BEE6-06CA4119D8DC}"/>
                </a:ext>
              </a:extLst>
            </p:cNvPr>
            <p:cNvSpPr>
              <a:spLocks noChangeShapeType="1"/>
            </p:cNvSpPr>
            <p:nvPr/>
          </p:nvSpPr>
          <p:spPr bwMode="auto">
            <a:xfrm flipH="1">
              <a:off x="0" y="1190"/>
              <a:ext cx="27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7" name="Text Box 31">
              <a:extLst>
                <a:ext uri="{FF2B5EF4-FFF2-40B4-BE49-F238E27FC236}">
                  <a16:creationId xmlns:a16="http://schemas.microsoft.com/office/drawing/2014/main" id="{0CB64A86-A076-0A40-82C8-6EC765B97030}"/>
                </a:ext>
              </a:extLst>
            </p:cNvPr>
            <p:cNvSpPr txBox="1">
              <a:spLocks noChangeArrowheads="1"/>
            </p:cNvSpPr>
            <p:nvPr/>
          </p:nvSpPr>
          <p:spPr bwMode="auto">
            <a:xfrm>
              <a:off x="90" y="855"/>
              <a:ext cx="75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20000</a:t>
              </a:r>
            </a:p>
          </p:txBody>
        </p:sp>
        <p:sp>
          <p:nvSpPr>
            <p:cNvPr id="98" name="Line 32">
              <a:extLst>
                <a:ext uri="{FF2B5EF4-FFF2-40B4-BE49-F238E27FC236}">
                  <a16:creationId xmlns:a16="http://schemas.microsoft.com/office/drawing/2014/main" id="{B1E8790F-75D2-804B-A708-986B6958D2F6}"/>
                </a:ext>
              </a:extLst>
            </p:cNvPr>
            <p:cNvSpPr>
              <a:spLocks noChangeShapeType="1"/>
            </p:cNvSpPr>
            <p:nvPr/>
          </p:nvSpPr>
          <p:spPr bwMode="auto">
            <a:xfrm flipH="1" flipV="1">
              <a:off x="1079" y="1196"/>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9" name="Line 33">
              <a:extLst>
                <a:ext uri="{FF2B5EF4-FFF2-40B4-BE49-F238E27FC236}">
                  <a16:creationId xmlns:a16="http://schemas.microsoft.com/office/drawing/2014/main" id="{2759EC70-92C2-224E-B36E-F66239D1F230}"/>
                </a:ext>
              </a:extLst>
            </p:cNvPr>
            <p:cNvSpPr>
              <a:spLocks noChangeShapeType="1"/>
            </p:cNvSpPr>
            <p:nvPr/>
          </p:nvSpPr>
          <p:spPr bwMode="auto">
            <a:xfrm>
              <a:off x="432" y="1196"/>
              <a:ext cx="71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0" name="Oval 34">
              <a:extLst>
                <a:ext uri="{FF2B5EF4-FFF2-40B4-BE49-F238E27FC236}">
                  <a16:creationId xmlns:a16="http://schemas.microsoft.com/office/drawing/2014/main" id="{A96D9A98-7F72-7742-8CEA-2FD06E6608D2}"/>
                </a:ext>
              </a:extLst>
            </p:cNvPr>
            <p:cNvSpPr>
              <a:spLocks noChangeArrowheads="1"/>
            </p:cNvSpPr>
            <p:nvPr/>
          </p:nvSpPr>
          <p:spPr bwMode="auto">
            <a:xfrm>
              <a:off x="1161" y="1004"/>
              <a:ext cx="628" cy="38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01" name="Rectangle 35">
              <a:extLst>
                <a:ext uri="{FF2B5EF4-FFF2-40B4-BE49-F238E27FC236}">
                  <a16:creationId xmlns:a16="http://schemas.microsoft.com/office/drawing/2014/main" id="{75647A8D-D74A-9B47-AAFB-A02564A7AF31}"/>
                </a:ext>
              </a:extLst>
            </p:cNvPr>
            <p:cNvSpPr>
              <a:spLocks noChangeArrowheads="1"/>
            </p:cNvSpPr>
            <p:nvPr/>
          </p:nvSpPr>
          <p:spPr bwMode="auto">
            <a:xfrm>
              <a:off x="1165" y="1052"/>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01001</a:t>
              </a:r>
            </a:p>
          </p:txBody>
        </p:sp>
      </p:grpSp>
      <p:grpSp>
        <p:nvGrpSpPr>
          <p:cNvPr id="109" name="Group 36">
            <a:extLst>
              <a:ext uri="{FF2B5EF4-FFF2-40B4-BE49-F238E27FC236}">
                <a16:creationId xmlns:a16="http://schemas.microsoft.com/office/drawing/2014/main" id="{FB31474C-AFC0-F94C-9F84-A453C8535DA3}"/>
              </a:ext>
            </a:extLst>
          </p:cNvPr>
          <p:cNvGrpSpPr>
            <a:grpSpLocks/>
          </p:cNvGrpSpPr>
          <p:nvPr/>
        </p:nvGrpSpPr>
        <p:grpSpPr bwMode="auto">
          <a:xfrm>
            <a:off x="4716463" y="1412875"/>
            <a:ext cx="3509962" cy="1860550"/>
            <a:chOff x="0" y="0"/>
            <a:chExt cx="5527" cy="2929"/>
          </a:xfrm>
        </p:grpSpPr>
        <p:sp>
          <p:nvSpPr>
            <p:cNvPr id="110" name="Rectangle 37">
              <a:extLst>
                <a:ext uri="{FF2B5EF4-FFF2-40B4-BE49-F238E27FC236}">
                  <a16:creationId xmlns:a16="http://schemas.microsoft.com/office/drawing/2014/main" id="{349E7493-F9D4-8E41-B09F-C06D1D14ACC5}"/>
                </a:ext>
              </a:extLst>
            </p:cNvPr>
            <p:cNvSpPr>
              <a:spLocks noChangeArrowheads="1"/>
            </p:cNvSpPr>
            <p:nvPr/>
          </p:nvSpPr>
          <p:spPr bwMode="auto">
            <a:xfrm>
              <a:off x="1448" y="303"/>
              <a:ext cx="2270" cy="262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11" name="Text Box 38">
              <a:extLst>
                <a:ext uri="{FF2B5EF4-FFF2-40B4-BE49-F238E27FC236}">
                  <a16:creationId xmlns:a16="http://schemas.microsoft.com/office/drawing/2014/main" id="{308F8450-1249-4643-9924-831FD72921D0}"/>
                </a:ext>
              </a:extLst>
            </p:cNvPr>
            <p:cNvSpPr txBox="1">
              <a:spLocks noChangeArrowheads="1"/>
            </p:cNvSpPr>
            <p:nvPr/>
          </p:nvSpPr>
          <p:spPr bwMode="auto">
            <a:xfrm>
              <a:off x="1922" y="1491"/>
              <a:ext cx="112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3162"/>
                  </a:solidFill>
                  <a:effectLst/>
                  <a:uLnTx/>
                  <a:uFillTx/>
                  <a:latin typeface="宋体" panose="02010600030101010101" pitchFamily="2" charset="-122"/>
                  <a:ea typeface="宋体" panose="02010600030101010101" pitchFamily="2" charset="-122"/>
                </a:rPr>
                <a:t>PLC</a:t>
              </a:r>
            </a:p>
          </p:txBody>
        </p:sp>
        <p:sp>
          <p:nvSpPr>
            <p:cNvPr id="112" name="Line 39">
              <a:extLst>
                <a:ext uri="{FF2B5EF4-FFF2-40B4-BE49-F238E27FC236}">
                  <a16:creationId xmlns:a16="http://schemas.microsoft.com/office/drawing/2014/main" id="{3B3AD66D-51C0-8541-8F23-53FD115CFF5C}"/>
                </a:ext>
              </a:extLst>
            </p:cNvPr>
            <p:cNvSpPr>
              <a:spLocks noChangeShapeType="1"/>
            </p:cNvSpPr>
            <p:nvPr/>
          </p:nvSpPr>
          <p:spPr bwMode="auto">
            <a:xfrm>
              <a:off x="3712" y="523"/>
              <a:ext cx="486"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3" name="Rectangle 40">
              <a:extLst>
                <a:ext uri="{FF2B5EF4-FFF2-40B4-BE49-F238E27FC236}">
                  <a16:creationId xmlns:a16="http://schemas.microsoft.com/office/drawing/2014/main" id="{F13110FE-5C2F-B546-9EEB-918A9B233248}"/>
                </a:ext>
              </a:extLst>
            </p:cNvPr>
            <p:cNvSpPr>
              <a:spLocks noChangeArrowheads="1"/>
            </p:cNvSpPr>
            <p:nvPr/>
          </p:nvSpPr>
          <p:spPr bwMode="auto">
            <a:xfrm>
              <a:off x="4201" y="193"/>
              <a:ext cx="838" cy="65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14" name="Line 41">
              <a:extLst>
                <a:ext uri="{FF2B5EF4-FFF2-40B4-BE49-F238E27FC236}">
                  <a16:creationId xmlns:a16="http://schemas.microsoft.com/office/drawing/2014/main" id="{709FDB7F-0F81-D74F-8589-FD8DB98F24F1}"/>
                </a:ext>
              </a:extLst>
            </p:cNvPr>
            <p:cNvSpPr>
              <a:spLocks noChangeShapeType="1"/>
            </p:cNvSpPr>
            <p:nvPr/>
          </p:nvSpPr>
          <p:spPr bwMode="auto">
            <a:xfrm>
              <a:off x="5041" y="523"/>
              <a:ext cx="478"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5" name="Line 42">
              <a:extLst>
                <a:ext uri="{FF2B5EF4-FFF2-40B4-BE49-F238E27FC236}">
                  <a16:creationId xmlns:a16="http://schemas.microsoft.com/office/drawing/2014/main" id="{F62261DA-8F81-954C-AFFA-92C6D16F6614}"/>
                </a:ext>
              </a:extLst>
            </p:cNvPr>
            <p:cNvSpPr>
              <a:spLocks noChangeShapeType="1"/>
            </p:cNvSpPr>
            <p:nvPr/>
          </p:nvSpPr>
          <p:spPr bwMode="auto">
            <a:xfrm>
              <a:off x="5520" y="523"/>
              <a:ext cx="0" cy="168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6" name="Text Box 43">
              <a:extLst>
                <a:ext uri="{FF2B5EF4-FFF2-40B4-BE49-F238E27FC236}">
                  <a16:creationId xmlns:a16="http://schemas.microsoft.com/office/drawing/2014/main" id="{E0E57809-63E0-2A48-96CD-B8958FE6F916}"/>
                </a:ext>
              </a:extLst>
            </p:cNvPr>
            <p:cNvSpPr txBox="1">
              <a:spLocks noChangeArrowheads="1"/>
            </p:cNvSpPr>
            <p:nvPr/>
          </p:nvSpPr>
          <p:spPr bwMode="auto">
            <a:xfrm>
              <a:off x="4362" y="1851"/>
              <a:ext cx="676"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117" name="Line 44">
              <a:extLst>
                <a:ext uri="{FF2B5EF4-FFF2-40B4-BE49-F238E27FC236}">
                  <a16:creationId xmlns:a16="http://schemas.microsoft.com/office/drawing/2014/main" id="{3C9B313B-76D3-9D42-9835-AAAB1063DD5D}"/>
                </a:ext>
              </a:extLst>
            </p:cNvPr>
            <p:cNvSpPr>
              <a:spLocks noChangeShapeType="1"/>
            </p:cNvSpPr>
            <p:nvPr/>
          </p:nvSpPr>
          <p:spPr bwMode="auto">
            <a:xfrm>
              <a:off x="602" y="2691"/>
              <a:ext cx="838" cy="2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8" name="Text Box 45">
              <a:extLst>
                <a:ext uri="{FF2B5EF4-FFF2-40B4-BE49-F238E27FC236}">
                  <a16:creationId xmlns:a16="http://schemas.microsoft.com/office/drawing/2014/main" id="{29DDA552-9D57-734C-8221-2E7216625586}"/>
                </a:ext>
              </a:extLst>
            </p:cNvPr>
            <p:cNvSpPr txBox="1">
              <a:spLocks noChangeArrowheads="1"/>
            </p:cNvSpPr>
            <p:nvPr/>
          </p:nvSpPr>
          <p:spPr bwMode="auto">
            <a:xfrm>
              <a:off x="362" y="0"/>
              <a:ext cx="86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endPar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endParaRPr>
            </a:p>
          </p:txBody>
        </p:sp>
        <p:grpSp>
          <p:nvGrpSpPr>
            <p:cNvPr id="119" name="Group 46">
              <a:extLst>
                <a:ext uri="{FF2B5EF4-FFF2-40B4-BE49-F238E27FC236}">
                  <a16:creationId xmlns:a16="http://schemas.microsoft.com/office/drawing/2014/main" id="{C22E960A-3218-8B40-8C53-84DCB19B6892}"/>
                </a:ext>
              </a:extLst>
            </p:cNvPr>
            <p:cNvGrpSpPr>
              <a:grpSpLocks/>
            </p:cNvGrpSpPr>
            <p:nvPr/>
          </p:nvGrpSpPr>
          <p:grpSpPr bwMode="auto">
            <a:xfrm>
              <a:off x="2" y="546"/>
              <a:ext cx="1438" cy="344"/>
              <a:chOff x="0" y="0"/>
              <a:chExt cx="672" cy="192"/>
            </a:xfrm>
          </p:grpSpPr>
          <p:sp>
            <p:nvSpPr>
              <p:cNvPr id="137" name="Line 47">
                <a:extLst>
                  <a:ext uri="{FF2B5EF4-FFF2-40B4-BE49-F238E27FC236}">
                    <a16:creationId xmlns:a16="http://schemas.microsoft.com/office/drawing/2014/main" id="{F118CFB0-1927-CB43-9BBD-07FBD27B27B3}"/>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8" name="Line 48">
                <a:extLst>
                  <a:ext uri="{FF2B5EF4-FFF2-40B4-BE49-F238E27FC236}">
                    <a16:creationId xmlns:a16="http://schemas.microsoft.com/office/drawing/2014/main" id="{0EE1C69B-540C-9E48-8210-17868178B937}"/>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9" name="Line 49">
                <a:extLst>
                  <a:ext uri="{FF2B5EF4-FFF2-40B4-BE49-F238E27FC236}">
                    <a16:creationId xmlns:a16="http://schemas.microsoft.com/office/drawing/2014/main" id="{9C635028-AD62-704D-B1A8-21F6F16B01EE}"/>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140" name="Group 50">
                <a:extLst>
                  <a:ext uri="{FF2B5EF4-FFF2-40B4-BE49-F238E27FC236}">
                    <a16:creationId xmlns:a16="http://schemas.microsoft.com/office/drawing/2014/main" id="{C6084BBB-36A7-D54E-9826-6C57675A3853}"/>
                  </a:ext>
                </a:extLst>
              </p:cNvPr>
              <p:cNvGrpSpPr>
                <a:grpSpLocks/>
              </p:cNvGrpSpPr>
              <p:nvPr/>
            </p:nvGrpSpPr>
            <p:grpSpPr bwMode="auto">
              <a:xfrm>
                <a:off x="288" y="48"/>
                <a:ext cx="96" cy="144"/>
                <a:chOff x="0" y="0"/>
                <a:chExt cx="96" cy="192"/>
              </a:xfrm>
            </p:grpSpPr>
            <p:sp>
              <p:nvSpPr>
                <p:cNvPr id="141" name="Line 51">
                  <a:extLst>
                    <a:ext uri="{FF2B5EF4-FFF2-40B4-BE49-F238E27FC236}">
                      <a16:creationId xmlns:a16="http://schemas.microsoft.com/office/drawing/2014/main" id="{2A921CF0-0157-4F4F-A5C0-0DBC1A643FED}"/>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2" name="Line 52">
                  <a:extLst>
                    <a:ext uri="{FF2B5EF4-FFF2-40B4-BE49-F238E27FC236}">
                      <a16:creationId xmlns:a16="http://schemas.microsoft.com/office/drawing/2014/main" id="{17C6DBF9-C987-AC4F-959E-9A1AE2D7C2D2}"/>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3" name="Line 53">
                  <a:extLst>
                    <a:ext uri="{FF2B5EF4-FFF2-40B4-BE49-F238E27FC236}">
                      <a16:creationId xmlns:a16="http://schemas.microsoft.com/office/drawing/2014/main" id="{E8AA7E92-6EC8-B148-9E71-E45DAB5460EC}"/>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4" name="Line 54">
                  <a:extLst>
                    <a:ext uri="{FF2B5EF4-FFF2-40B4-BE49-F238E27FC236}">
                      <a16:creationId xmlns:a16="http://schemas.microsoft.com/office/drawing/2014/main" id="{FC750444-04B6-1A44-9A8D-DDEBE4336C5E}"/>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120" name="Text Box 55">
              <a:extLst>
                <a:ext uri="{FF2B5EF4-FFF2-40B4-BE49-F238E27FC236}">
                  <a16:creationId xmlns:a16="http://schemas.microsoft.com/office/drawing/2014/main" id="{95EC7DB9-99AC-BF4B-8388-753DE0E5553F}"/>
                </a:ext>
              </a:extLst>
            </p:cNvPr>
            <p:cNvSpPr txBox="1">
              <a:spLocks noChangeArrowheads="1"/>
            </p:cNvSpPr>
            <p:nvPr/>
          </p:nvSpPr>
          <p:spPr bwMode="auto">
            <a:xfrm>
              <a:off x="4081" y="170"/>
              <a:ext cx="119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KM1</a:t>
              </a:r>
            </a:p>
          </p:txBody>
        </p:sp>
        <p:sp>
          <p:nvSpPr>
            <p:cNvPr id="121" name="Line 56">
              <a:extLst>
                <a:ext uri="{FF2B5EF4-FFF2-40B4-BE49-F238E27FC236}">
                  <a16:creationId xmlns:a16="http://schemas.microsoft.com/office/drawing/2014/main" id="{20BA97BA-C534-974C-8DBF-255EF47A15BA}"/>
                </a:ext>
              </a:extLst>
            </p:cNvPr>
            <p:cNvSpPr>
              <a:spLocks noChangeShapeType="1"/>
            </p:cNvSpPr>
            <p:nvPr/>
          </p:nvSpPr>
          <p:spPr bwMode="auto">
            <a:xfrm>
              <a:off x="2" y="523"/>
              <a:ext cx="0" cy="218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122" name="Group 57">
              <a:extLst>
                <a:ext uri="{FF2B5EF4-FFF2-40B4-BE49-F238E27FC236}">
                  <a16:creationId xmlns:a16="http://schemas.microsoft.com/office/drawing/2014/main" id="{294D08FB-7FA3-844B-9A25-A993071BD4A1}"/>
                </a:ext>
              </a:extLst>
            </p:cNvPr>
            <p:cNvGrpSpPr>
              <a:grpSpLocks/>
            </p:cNvGrpSpPr>
            <p:nvPr/>
          </p:nvGrpSpPr>
          <p:grpSpPr bwMode="auto">
            <a:xfrm flipH="1">
              <a:off x="453" y="2493"/>
              <a:ext cx="112" cy="436"/>
              <a:chOff x="0" y="0"/>
              <a:chExt cx="48" cy="192"/>
            </a:xfrm>
          </p:grpSpPr>
          <p:sp>
            <p:nvSpPr>
              <p:cNvPr id="135" name="Line 58">
                <a:extLst>
                  <a:ext uri="{FF2B5EF4-FFF2-40B4-BE49-F238E27FC236}">
                    <a16:creationId xmlns:a16="http://schemas.microsoft.com/office/drawing/2014/main" id="{7E0FECD4-1C4D-1947-851D-3579F0562DC0}"/>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6" name="Line 59">
                <a:extLst>
                  <a:ext uri="{FF2B5EF4-FFF2-40B4-BE49-F238E27FC236}">
                    <a16:creationId xmlns:a16="http://schemas.microsoft.com/office/drawing/2014/main" id="{CE4B870D-19AC-EC4E-8DF9-B35C5E4A7D53}"/>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23" name="Line 60">
              <a:extLst>
                <a:ext uri="{FF2B5EF4-FFF2-40B4-BE49-F238E27FC236}">
                  <a16:creationId xmlns:a16="http://schemas.microsoft.com/office/drawing/2014/main" id="{07F925D4-0E64-B344-AA10-715FEAD81806}"/>
                </a:ext>
              </a:extLst>
            </p:cNvPr>
            <p:cNvSpPr>
              <a:spLocks noChangeShapeType="1"/>
            </p:cNvSpPr>
            <p:nvPr/>
          </p:nvSpPr>
          <p:spPr bwMode="auto">
            <a:xfrm>
              <a:off x="0" y="2711"/>
              <a:ext cx="45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4" name="Line 61">
              <a:extLst>
                <a:ext uri="{FF2B5EF4-FFF2-40B4-BE49-F238E27FC236}">
                  <a16:creationId xmlns:a16="http://schemas.microsoft.com/office/drawing/2014/main" id="{B6B30274-A350-5D4C-92EE-86D4FC709184}"/>
                </a:ext>
              </a:extLst>
            </p:cNvPr>
            <p:cNvSpPr>
              <a:spLocks noChangeShapeType="1"/>
            </p:cNvSpPr>
            <p:nvPr/>
          </p:nvSpPr>
          <p:spPr bwMode="auto">
            <a:xfrm>
              <a:off x="3721" y="2211"/>
              <a:ext cx="35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5" name="Line 62">
              <a:extLst>
                <a:ext uri="{FF2B5EF4-FFF2-40B4-BE49-F238E27FC236}">
                  <a16:creationId xmlns:a16="http://schemas.microsoft.com/office/drawing/2014/main" id="{65FC7949-95CB-714B-AE25-393958296B76}"/>
                </a:ext>
              </a:extLst>
            </p:cNvPr>
            <p:cNvSpPr>
              <a:spLocks noChangeShapeType="1"/>
            </p:cNvSpPr>
            <p:nvPr/>
          </p:nvSpPr>
          <p:spPr bwMode="auto">
            <a:xfrm>
              <a:off x="5161" y="2211"/>
              <a:ext cx="35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6" name="Text Box 63">
              <a:extLst>
                <a:ext uri="{FF2B5EF4-FFF2-40B4-BE49-F238E27FC236}">
                  <a16:creationId xmlns:a16="http://schemas.microsoft.com/office/drawing/2014/main" id="{4AF8D288-1861-E543-9CB3-0AF0BE702066}"/>
                </a:ext>
              </a:extLst>
            </p:cNvPr>
            <p:cNvSpPr txBox="1">
              <a:spLocks noChangeArrowheads="1"/>
            </p:cNvSpPr>
            <p:nvPr/>
          </p:nvSpPr>
          <p:spPr bwMode="auto">
            <a:xfrm>
              <a:off x="1442" y="290"/>
              <a:ext cx="136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00000</a:t>
              </a:r>
            </a:p>
          </p:txBody>
        </p:sp>
        <p:sp>
          <p:nvSpPr>
            <p:cNvPr id="127" name="Text Box 64">
              <a:extLst>
                <a:ext uri="{FF2B5EF4-FFF2-40B4-BE49-F238E27FC236}">
                  <a16:creationId xmlns:a16="http://schemas.microsoft.com/office/drawing/2014/main" id="{C7982A99-7ED7-8647-8A08-0E288057D02E}"/>
                </a:ext>
              </a:extLst>
            </p:cNvPr>
            <p:cNvSpPr txBox="1">
              <a:spLocks noChangeArrowheads="1"/>
            </p:cNvSpPr>
            <p:nvPr/>
          </p:nvSpPr>
          <p:spPr bwMode="auto">
            <a:xfrm>
              <a:off x="2626" y="1165"/>
              <a:ext cx="131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01001</a:t>
              </a:r>
            </a:p>
          </p:txBody>
        </p:sp>
        <p:sp>
          <p:nvSpPr>
            <p:cNvPr id="128" name="Text Box 65">
              <a:extLst>
                <a:ext uri="{FF2B5EF4-FFF2-40B4-BE49-F238E27FC236}">
                  <a16:creationId xmlns:a16="http://schemas.microsoft.com/office/drawing/2014/main" id="{C9A58CA7-2113-B145-A86F-4A0FD05D490E}"/>
                </a:ext>
              </a:extLst>
            </p:cNvPr>
            <p:cNvSpPr txBox="1">
              <a:spLocks noChangeArrowheads="1"/>
            </p:cNvSpPr>
            <p:nvPr/>
          </p:nvSpPr>
          <p:spPr bwMode="auto">
            <a:xfrm>
              <a:off x="2626" y="290"/>
              <a:ext cx="131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01000</a:t>
              </a:r>
            </a:p>
          </p:txBody>
        </p:sp>
        <p:sp>
          <p:nvSpPr>
            <p:cNvPr id="129" name="Text Box 66">
              <a:extLst>
                <a:ext uri="{FF2B5EF4-FFF2-40B4-BE49-F238E27FC236}">
                  <a16:creationId xmlns:a16="http://schemas.microsoft.com/office/drawing/2014/main" id="{0CBB0DB6-B5AE-A74E-95E2-4502228EF23F}"/>
                </a:ext>
              </a:extLst>
            </p:cNvPr>
            <p:cNvSpPr txBox="1">
              <a:spLocks noChangeArrowheads="1"/>
            </p:cNvSpPr>
            <p:nvPr/>
          </p:nvSpPr>
          <p:spPr bwMode="auto">
            <a:xfrm>
              <a:off x="2869" y="1959"/>
              <a:ext cx="11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COM</a:t>
              </a:r>
            </a:p>
          </p:txBody>
        </p:sp>
        <p:sp>
          <p:nvSpPr>
            <p:cNvPr id="130" name="Text Box 67">
              <a:extLst>
                <a:ext uri="{FF2B5EF4-FFF2-40B4-BE49-F238E27FC236}">
                  <a16:creationId xmlns:a16="http://schemas.microsoft.com/office/drawing/2014/main" id="{226BAA22-4855-4D49-B6F7-0F87FFCFE34C}"/>
                </a:ext>
              </a:extLst>
            </p:cNvPr>
            <p:cNvSpPr txBox="1">
              <a:spLocks noChangeArrowheads="1"/>
            </p:cNvSpPr>
            <p:nvPr/>
          </p:nvSpPr>
          <p:spPr bwMode="auto">
            <a:xfrm>
              <a:off x="1442" y="2353"/>
              <a:ext cx="11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COM</a:t>
              </a:r>
            </a:p>
          </p:txBody>
        </p:sp>
        <p:sp>
          <p:nvSpPr>
            <p:cNvPr id="131" name="Rectangle 68">
              <a:extLst>
                <a:ext uri="{FF2B5EF4-FFF2-40B4-BE49-F238E27FC236}">
                  <a16:creationId xmlns:a16="http://schemas.microsoft.com/office/drawing/2014/main" id="{BED6AA6C-AFF9-C74B-ABD1-9C9C1452CFB9}"/>
                </a:ext>
              </a:extLst>
            </p:cNvPr>
            <p:cNvSpPr>
              <a:spLocks noChangeArrowheads="1"/>
            </p:cNvSpPr>
            <p:nvPr/>
          </p:nvSpPr>
          <p:spPr bwMode="auto">
            <a:xfrm>
              <a:off x="4201" y="1193"/>
              <a:ext cx="838" cy="65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32" name="Text Box 69">
              <a:extLst>
                <a:ext uri="{FF2B5EF4-FFF2-40B4-BE49-F238E27FC236}">
                  <a16:creationId xmlns:a16="http://schemas.microsoft.com/office/drawing/2014/main" id="{B66BD00B-E190-CF44-81CC-C3A19993FDEB}"/>
                </a:ext>
              </a:extLst>
            </p:cNvPr>
            <p:cNvSpPr txBox="1">
              <a:spLocks noChangeArrowheads="1"/>
            </p:cNvSpPr>
            <p:nvPr/>
          </p:nvSpPr>
          <p:spPr bwMode="auto">
            <a:xfrm>
              <a:off x="4081" y="1170"/>
              <a:ext cx="119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KM2</a:t>
              </a:r>
            </a:p>
          </p:txBody>
        </p:sp>
        <p:sp>
          <p:nvSpPr>
            <p:cNvPr id="133" name="Line 70">
              <a:extLst>
                <a:ext uri="{FF2B5EF4-FFF2-40B4-BE49-F238E27FC236}">
                  <a16:creationId xmlns:a16="http://schemas.microsoft.com/office/drawing/2014/main" id="{F8B3F3C8-274A-5949-AEE9-EE40132AD52C}"/>
                </a:ext>
              </a:extLst>
            </p:cNvPr>
            <p:cNvSpPr>
              <a:spLocks noChangeShapeType="1"/>
            </p:cNvSpPr>
            <p:nvPr/>
          </p:nvSpPr>
          <p:spPr bwMode="auto">
            <a:xfrm>
              <a:off x="3720" y="1483"/>
              <a:ext cx="486"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4" name="Line 71">
              <a:extLst>
                <a:ext uri="{FF2B5EF4-FFF2-40B4-BE49-F238E27FC236}">
                  <a16:creationId xmlns:a16="http://schemas.microsoft.com/office/drawing/2014/main" id="{251FF223-64B2-344B-8E93-DC770C829692}"/>
                </a:ext>
              </a:extLst>
            </p:cNvPr>
            <p:cNvSpPr>
              <a:spLocks noChangeShapeType="1"/>
            </p:cNvSpPr>
            <p:nvPr/>
          </p:nvSpPr>
          <p:spPr bwMode="auto">
            <a:xfrm>
              <a:off x="5049" y="1483"/>
              <a:ext cx="478"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45" name="Rectangle 72">
            <a:extLst>
              <a:ext uri="{FF2B5EF4-FFF2-40B4-BE49-F238E27FC236}">
                <a16:creationId xmlns:a16="http://schemas.microsoft.com/office/drawing/2014/main" id="{0B006FB1-027F-7A46-ADB7-93ED2226005C}"/>
              </a:ext>
            </a:extLst>
          </p:cNvPr>
          <p:cNvSpPr>
            <a:spLocks noChangeArrowheads="1"/>
          </p:cNvSpPr>
          <p:nvPr/>
        </p:nvSpPr>
        <p:spPr bwMode="auto">
          <a:xfrm>
            <a:off x="827088" y="3502025"/>
            <a:ext cx="7200900" cy="1104900"/>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当</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SB</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闭合，经过输入滤波，设第一个扫描周期</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I/O</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刷新时 </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00000</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的映像寄存器</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ON</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a:t>
            </a:r>
          </a:p>
        </p:txBody>
      </p:sp>
      <p:sp>
        <p:nvSpPr>
          <p:cNvPr id="146" name="Rectangle 73">
            <a:extLst>
              <a:ext uri="{FF2B5EF4-FFF2-40B4-BE49-F238E27FC236}">
                <a16:creationId xmlns:a16="http://schemas.microsoft.com/office/drawing/2014/main" id="{F0CC12C1-6FEF-9E44-B7CD-26FE2281FE76}"/>
              </a:ext>
            </a:extLst>
          </p:cNvPr>
          <p:cNvSpPr>
            <a:spLocks noChangeArrowheads="1"/>
          </p:cNvSpPr>
          <p:nvPr/>
        </p:nvSpPr>
        <p:spPr bwMode="auto">
          <a:xfrm>
            <a:off x="900113" y="4797425"/>
            <a:ext cx="5576887" cy="43497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第一个扫描周期结束时，</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01000</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为</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OFF</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a:t>
            </a:r>
          </a:p>
        </p:txBody>
      </p:sp>
      <p:sp>
        <p:nvSpPr>
          <p:cNvPr id="147" name="Rectangle 74">
            <a:extLst>
              <a:ext uri="{FF2B5EF4-FFF2-40B4-BE49-F238E27FC236}">
                <a16:creationId xmlns:a16="http://schemas.microsoft.com/office/drawing/2014/main" id="{ABD32FF8-C9AB-3C4B-8FEA-4DA775752430}"/>
              </a:ext>
            </a:extLst>
          </p:cNvPr>
          <p:cNvSpPr>
            <a:spLocks noChangeArrowheads="1"/>
          </p:cNvSpPr>
          <p:nvPr/>
        </p:nvSpPr>
        <p:spPr bwMode="auto">
          <a:xfrm>
            <a:off x="900113" y="5518150"/>
            <a:ext cx="6226175" cy="43497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01000</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只能在第二个扫描周期结束后才能</a:t>
            </a:r>
            <a:r>
              <a:rPr kumimoji="0" lang="en-US" altLang="zh-CN"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ON</a:t>
            </a:r>
            <a:r>
              <a:rPr kumimoji="0" lang="zh-CN" altLang="en-US" sz="22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a:t>
            </a:r>
          </a:p>
        </p:txBody>
      </p:sp>
      <p:sp>
        <p:nvSpPr>
          <p:cNvPr id="3" name="文本框 2">
            <a:extLst>
              <a:ext uri="{FF2B5EF4-FFF2-40B4-BE49-F238E27FC236}">
                <a16:creationId xmlns:a16="http://schemas.microsoft.com/office/drawing/2014/main" id="{BAAF10FA-5EDA-84ED-3630-2799E5BF2920}"/>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3727342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5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6"/>
                                        </p:tgtEl>
                                        <p:attrNameLst>
                                          <p:attrName>style.visibility</p:attrName>
                                        </p:attrNameLst>
                                      </p:cBhvr>
                                      <p:to>
                                        <p:strVal val="visible"/>
                                      </p:to>
                                    </p:set>
                                    <p:animEffect transition="in" filter="wipe(up)">
                                      <p:cBhvr>
                                        <p:cTn id="12" dur="500"/>
                                        <p:tgtEl>
                                          <p:spTgt spid="1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7"/>
                                        </p:tgtEl>
                                        <p:attrNameLst>
                                          <p:attrName>style.visibility</p:attrName>
                                        </p:attrNameLst>
                                      </p:cBhvr>
                                      <p:to>
                                        <p:strVal val="visible"/>
                                      </p:to>
                                    </p:set>
                                    <p:animEffect transition="in" filter="wipe(up)">
                                      <p:cBhvr>
                                        <p:cTn id="17"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bldLvl="0" animBg="1" autoUpdateAnimBg="0"/>
      <p:bldP spid="146" grpId="0" bldLvl="0" animBg="1" autoUpdateAnimBg="0"/>
      <p:bldP spid="147" grpId="0" bldLvl="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roup 2">
            <a:extLst>
              <a:ext uri="{FF2B5EF4-FFF2-40B4-BE49-F238E27FC236}">
                <a16:creationId xmlns:a16="http://schemas.microsoft.com/office/drawing/2014/main" id="{9FFEE074-EE48-AF44-AF90-C90627F31A09}"/>
              </a:ext>
            </a:extLst>
          </p:cNvPr>
          <p:cNvGrpSpPr>
            <a:grpSpLocks/>
          </p:cNvGrpSpPr>
          <p:nvPr/>
        </p:nvGrpSpPr>
        <p:grpSpPr bwMode="auto">
          <a:xfrm>
            <a:off x="914400" y="1371600"/>
            <a:ext cx="2838450" cy="2203450"/>
            <a:chOff x="0" y="0"/>
            <a:chExt cx="1789" cy="1388"/>
          </a:xfrm>
        </p:grpSpPr>
        <p:grpSp>
          <p:nvGrpSpPr>
            <p:cNvPr id="94" name="Group 3">
              <a:extLst>
                <a:ext uri="{FF2B5EF4-FFF2-40B4-BE49-F238E27FC236}">
                  <a16:creationId xmlns:a16="http://schemas.microsoft.com/office/drawing/2014/main" id="{ECD4055E-F111-1445-AFD8-BFB70C2225C2}"/>
                </a:ext>
              </a:extLst>
            </p:cNvPr>
            <p:cNvGrpSpPr>
              <a:grpSpLocks/>
            </p:cNvGrpSpPr>
            <p:nvPr/>
          </p:nvGrpSpPr>
          <p:grpSpPr bwMode="auto">
            <a:xfrm>
              <a:off x="0" y="216"/>
              <a:ext cx="744" cy="275"/>
              <a:chOff x="0" y="0"/>
              <a:chExt cx="880" cy="260"/>
            </a:xfrm>
          </p:grpSpPr>
          <p:grpSp>
            <p:nvGrpSpPr>
              <p:cNvPr id="119" name="Group 4">
                <a:extLst>
                  <a:ext uri="{FF2B5EF4-FFF2-40B4-BE49-F238E27FC236}">
                    <a16:creationId xmlns:a16="http://schemas.microsoft.com/office/drawing/2014/main" id="{B8117CEC-86A9-FF4A-B861-5F9844DC1B1D}"/>
                  </a:ext>
                </a:extLst>
              </p:cNvPr>
              <p:cNvGrpSpPr>
                <a:grpSpLocks/>
              </p:cNvGrpSpPr>
              <p:nvPr/>
            </p:nvGrpSpPr>
            <p:grpSpPr bwMode="auto">
              <a:xfrm>
                <a:off x="320" y="0"/>
                <a:ext cx="320" cy="260"/>
                <a:chOff x="0" y="0"/>
                <a:chExt cx="320" cy="260"/>
              </a:xfrm>
            </p:grpSpPr>
            <p:sp>
              <p:nvSpPr>
                <p:cNvPr id="122" name="Line 5">
                  <a:extLst>
                    <a:ext uri="{FF2B5EF4-FFF2-40B4-BE49-F238E27FC236}">
                      <a16:creationId xmlns:a16="http://schemas.microsoft.com/office/drawing/2014/main" id="{B099B6E1-EF00-9C40-8E3F-4E3C0655F1AC}"/>
                    </a:ext>
                  </a:extLst>
                </p:cNvPr>
                <p:cNvSpPr>
                  <a:spLocks noChangeShapeType="1"/>
                </p:cNvSpPr>
                <p:nvPr/>
              </p:nvSpPr>
              <p:spPr bwMode="auto">
                <a:xfrm>
                  <a:off x="12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3" name="Line 6">
                  <a:extLst>
                    <a:ext uri="{FF2B5EF4-FFF2-40B4-BE49-F238E27FC236}">
                      <a16:creationId xmlns:a16="http://schemas.microsoft.com/office/drawing/2014/main" id="{58783796-DCD2-9043-9401-7C963C0C70F4}"/>
                    </a:ext>
                  </a:extLst>
                </p:cNvPr>
                <p:cNvSpPr>
                  <a:spLocks noChangeShapeType="1"/>
                </p:cNvSpPr>
                <p:nvPr/>
              </p:nvSpPr>
              <p:spPr bwMode="auto">
                <a:xfrm flipH="1">
                  <a:off x="200" y="0"/>
                  <a:ext cx="0" cy="2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4" name="Line 7">
                  <a:extLst>
                    <a:ext uri="{FF2B5EF4-FFF2-40B4-BE49-F238E27FC236}">
                      <a16:creationId xmlns:a16="http://schemas.microsoft.com/office/drawing/2014/main" id="{FA3AC71E-E6A0-7A48-8D8A-4CA55CB70D5E}"/>
                    </a:ext>
                  </a:extLst>
                </p:cNvPr>
                <p:cNvSpPr>
                  <a:spLocks noChangeShapeType="1"/>
                </p:cNvSpPr>
                <p:nvPr/>
              </p:nvSpPr>
              <p:spPr bwMode="auto">
                <a:xfrm>
                  <a:off x="20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5" name="Line 8">
                  <a:extLst>
                    <a:ext uri="{FF2B5EF4-FFF2-40B4-BE49-F238E27FC236}">
                      <a16:creationId xmlns:a16="http://schemas.microsoft.com/office/drawing/2014/main" id="{10201E82-53C4-C142-99FC-AF385F3A9489}"/>
                    </a:ext>
                  </a:extLst>
                </p:cNvPr>
                <p:cNvSpPr>
                  <a:spLocks noChangeShapeType="1"/>
                </p:cNvSpPr>
                <p:nvPr/>
              </p:nvSpPr>
              <p:spPr bwMode="auto">
                <a:xfrm flipH="1" flipV="1">
                  <a:off x="0" y="120"/>
                  <a:ext cx="1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20" name="Line 9">
                <a:extLst>
                  <a:ext uri="{FF2B5EF4-FFF2-40B4-BE49-F238E27FC236}">
                    <a16:creationId xmlns:a16="http://schemas.microsoft.com/office/drawing/2014/main" id="{8495A2B3-1D33-1A4D-81EE-9405DF036D0F}"/>
                  </a:ext>
                </a:extLst>
              </p:cNvPr>
              <p:cNvSpPr>
                <a:spLocks noChangeShapeType="1"/>
              </p:cNvSpPr>
              <p:nvPr/>
            </p:nvSpPr>
            <p:spPr bwMode="auto">
              <a:xfrm>
                <a:off x="600" y="120"/>
                <a:ext cx="2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21" name="Line 10">
                <a:extLst>
                  <a:ext uri="{FF2B5EF4-FFF2-40B4-BE49-F238E27FC236}">
                    <a16:creationId xmlns:a16="http://schemas.microsoft.com/office/drawing/2014/main" id="{9A1CDB10-C832-D441-BE49-1CE354FA2202}"/>
                  </a:ext>
                </a:extLst>
              </p:cNvPr>
              <p:cNvSpPr>
                <a:spLocks noChangeShapeType="1"/>
              </p:cNvSpPr>
              <p:nvPr/>
            </p:nvSpPr>
            <p:spPr bwMode="auto">
              <a:xfrm flipH="1">
                <a:off x="0" y="120"/>
                <a:ext cx="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95" name="Line 11">
              <a:extLst>
                <a:ext uri="{FF2B5EF4-FFF2-40B4-BE49-F238E27FC236}">
                  <a16:creationId xmlns:a16="http://schemas.microsoft.com/office/drawing/2014/main" id="{9D77C24B-0ADE-804F-84F9-22F2F38573F1}"/>
                </a:ext>
              </a:extLst>
            </p:cNvPr>
            <p:cNvSpPr>
              <a:spLocks noChangeShapeType="1"/>
            </p:cNvSpPr>
            <p:nvPr/>
          </p:nvSpPr>
          <p:spPr bwMode="auto">
            <a:xfrm flipH="1" flipV="1">
              <a:off x="1066" y="343"/>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6" name="Line 12">
              <a:extLst>
                <a:ext uri="{FF2B5EF4-FFF2-40B4-BE49-F238E27FC236}">
                  <a16:creationId xmlns:a16="http://schemas.microsoft.com/office/drawing/2014/main" id="{8869D5A0-9E2E-5843-93ED-8E7CB572F363}"/>
                </a:ext>
              </a:extLst>
            </p:cNvPr>
            <p:cNvSpPr>
              <a:spLocks noChangeShapeType="1"/>
            </p:cNvSpPr>
            <p:nvPr/>
          </p:nvSpPr>
          <p:spPr bwMode="auto">
            <a:xfrm>
              <a:off x="372" y="630"/>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7" name="Line 13">
              <a:extLst>
                <a:ext uri="{FF2B5EF4-FFF2-40B4-BE49-F238E27FC236}">
                  <a16:creationId xmlns:a16="http://schemas.microsoft.com/office/drawing/2014/main" id="{5D2C529C-772D-CD49-ADF4-83BE35D4D36A}"/>
                </a:ext>
              </a:extLst>
            </p:cNvPr>
            <p:cNvSpPr>
              <a:spLocks noChangeShapeType="1"/>
            </p:cNvSpPr>
            <p:nvPr/>
          </p:nvSpPr>
          <p:spPr bwMode="auto">
            <a:xfrm flipH="1">
              <a:off x="440" y="630"/>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8" name="Line 14">
              <a:extLst>
                <a:ext uri="{FF2B5EF4-FFF2-40B4-BE49-F238E27FC236}">
                  <a16:creationId xmlns:a16="http://schemas.microsoft.com/office/drawing/2014/main" id="{4963B2C1-F4E8-F646-99A8-2325AB69E26F}"/>
                </a:ext>
              </a:extLst>
            </p:cNvPr>
            <p:cNvSpPr>
              <a:spLocks noChangeShapeType="1"/>
            </p:cNvSpPr>
            <p:nvPr/>
          </p:nvSpPr>
          <p:spPr bwMode="auto">
            <a:xfrm flipH="1" flipV="1">
              <a:off x="271" y="758"/>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99" name="Line 15">
              <a:extLst>
                <a:ext uri="{FF2B5EF4-FFF2-40B4-BE49-F238E27FC236}">
                  <a16:creationId xmlns:a16="http://schemas.microsoft.com/office/drawing/2014/main" id="{96FA1C31-DE42-704D-A288-117F528A546A}"/>
                </a:ext>
              </a:extLst>
            </p:cNvPr>
            <p:cNvSpPr>
              <a:spLocks noChangeShapeType="1"/>
            </p:cNvSpPr>
            <p:nvPr/>
          </p:nvSpPr>
          <p:spPr bwMode="auto">
            <a:xfrm flipH="1">
              <a:off x="0" y="758"/>
              <a:ext cx="27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0" name="Line 16">
              <a:extLst>
                <a:ext uri="{FF2B5EF4-FFF2-40B4-BE49-F238E27FC236}">
                  <a16:creationId xmlns:a16="http://schemas.microsoft.com/office/drawing/2014/main" id="{0A5702F5-F862-284B-8221-C312BEB1599A}"/>
                </a:ext>
              </a:extLst>
            </p:cNvPr>
            <p:cNvSpPr>
              <a:spLocks noChangeShapeType="1"/>
            </p:cNvSpPr>
            <p:nvPr/>
          </p:nvSpPr>
          <p:spPr bwMode="auto">
            <a:xfrm>
              <a:off x="659" y="343"/>
              <a:ext cx="4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1" name="Line 17">
              <a:extLst>
                <a:ext uri="{FF2B5EF4-FFF2-40B4-BE49-F238E27FC236}">
                  <a16:creationId xmlns:a16="http://schemas.microsoft.com/office/drawing/2014/main" id="{38010703-BDAB-6145-A40C-8B583F53E175}"/>
                </a:ext>
              </a:extLst>
            </p:cNvPr>
            <p:cNvSpPr>
              <a:spLocks noChangeShapeType="1"/>
            </p:cNvSpPr>
            <p:nvPr/>
          </p:nvSpPr>
          <p:spPr bwMode="auto">
            <a:xfrm flipH="1">
              <a:off x="0" y="199"/>
              <a:ext cx="0" cy="115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2" name="Text Box 18">
              <a:extLst>
                <a:ext uri="{FF2B5EF4-FFF2-40B4-BE49-F238E27FC236}">
                  <a16:creationId xmlns:a16="http://schemas.microsoft.com/office/drawing/2014/main" id="{FB30EE5B-73F4-1444-858A-E7E95457319C}"/>
                </a:ext>
              </a:extLst>
            </p:cNvPr>
            <p:cNvSpPr txBox="1">
              <a:spLocks noChangeArrowheads="1"/>
            </p:cNvSpPr>
            <p:nvPr/>
          </p:nvSpPr>
          <p:spPr bwMode="auto">
            <a:xfrm>
              <a:off x="127" y="0"/>
              <a:ext cx="641" cy="295"/>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00000</a:t>
              </a:r>
            </a:p>
          </p:txBody>
        </p:sp>
        <p:sp>
          <p:nvSpPr>
            <p:cNvPr id="103" name="Text Box 19">
              <a:extLst>
                <a:ext uri="{FF2B5EF4-FFF2-40B4-BE49-F238E27FC236}">
                  <a16:creationId xmlns:a16="http://schemas.microsoft.com/office/drawing/2014/main" id="{31F7669F-FDD8-764F-9EE9-3CE77773E8BE}"/>
                </a:ext>
              </a:extLst>
            </p:cNvPr>
            <p:cNvSpPr txBox="1">
              <a:spLocks noChangeArrowheads="1"/>
            </p:cNvSpPr>
            <p:nvPr/>
          </p:nvSpPr>
          <p:spPr bwMode="auto">
            <a:xfrm>
              <a:off x="90" y="423"/>
              <a:ext cx="75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20000</a:t>
              </a:r>
            </a:p>
          </p:txBody>
        </p:sp>
        <p:sp>
          <p:nvSpPr>
            <p:cNvPr id="104" name="Oval 20">
              <a:extLst>
                <a:ext uri="{FF2B5EF4-FFF2-40B4-BE49-F238E27FC236}">
                  <a16:creationId xmlns:a16="http://schemas.microsoft.com/office/drawing/2014/main" id="{44CACE6B-38BD-204E-86C0-17340FA4BD1F}"/>
                </a:ext>
              </a:extLst>
            </p:cNvPr>
            <p:cNvSpPr>
              <a:spLocks noChangeArrowheads="1"/>
            </p:cNvSpPr>
            <p:nvPr/>
          </p:nvSpPr>
          <p:spPr bwMode="auto">
            <a:xfrm>
              <a:off x="1148" y="151"/>
              <a:ext cx="628" cy="38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05" name="Rectangle 21">
              <a:extLst>
                <a:ext uri="{FF2B5EF4-FFF2-40B4-BE49-F238E27FC236}">
                  <a16:creationId xmlns:a16="http://schemas.microsoft.com/office/drawing/2014/main" id="{049DC453-EFC0-B44C-9CC4-4FF6F95B649F}"/>
                </a:ext>
              </a:extLst>
            </p:cNvPr>
            <p:cNvSpPr>
              <a:spLocks noChangeArrowheads="1"/>
            </p:cNvSpPr>
            <p:nvPr/>
          </p:nvSpPr>
          <p:spPr bwMode="auto">
            <a:xfrm>
              <a:off x="1152" y="199"/>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20000</a:t>
              </a:r>
            </a:p>
          </p:txBody>
        </p:sp>
        <p:sp>
          <p:nvSpPr>
            <p:cNvPr id="106" name="Line 22">
              <a:extLst>
                <a:ext uri="{FF2B5EF4-FFF2-40B4-BE49-F238E27FC236}">
                  <a16:creationId xmlns:a16="http://schemas.microsoft.com/office/drawing/2014/main" id="{F9F2D2ED-CC4E-BF4C-8FC5-E7F5793AD960}"/>
                </a:ext>
              </a:extLst>
            </p:cNvPr>
            <p:cNvSpPr>
              <a:spLocks noChangeShapeType="1"/>
            </p:cNvSpPr>
            <p:nvPr/>
          </p:nvSpPr>
          <p:spPr bwMode="auto">
            <a:xfrm flipH="1" flipV="1">
              <a:off x="1079" y="764"/>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7" name="Line 23">
              <a:extLst>
                <a:ext uri="{FF2B5EF4-FFF2-40B4-BE49-F238E27FC236}">
                  <a16:creationId xmlns:a16="http://schemas.microsoft.com/office/drawing/2014/main" id="{10E85628-0CB5-0748-B90B-F81030E2ED84}"/>
                </a:ext>
              </a:extLst>
            </p:cNvPr>
            <p:cNvSpPr>
              <a:spLocks noChangeShapeType="1"/>
            </p:cNvSpPr>
            <p:nvPr/>
          </p:nvSpPr>
          <p:spPr bwMode="auto">
            <a:xfrm>
              <a:off x="432" y="764"/>
              <a:ext cx="71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08" name="Oval 24">
              <a:extLst>
                <a:ext uri="{FF2B5EF4-FFF2-40B4-BE49-F238E27FC236}">
                  <a16:creationId xmlns:a16="http://schemas.microsoft.com/office/drawing/2014/main" id="{CD990D16-89F1-0043-A6A2-F982F5CB8F9A}"/>
                </a:ext>
              </a:extLst>
            </p:cNvPr>
            <p:cNvSpPr>
              <a:spLocks noChangeArrowheads="1"/>
            </p:cNvSpPr>
            <p:nvPr/>
          </p:nvSpPr>
          <p:spPr bwMode="auto">
            <a:xfrm>
              <a:off x="1161" y="572"/>
              <a:ext cx="628" cy="38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09" name="Rectangle 25">
              <a:extLst>
                <a:ext uri="{FF2B5EF4-FFF2-40B4-BE49-F238E27FC236}">
                  <a16:creationId xmlns:a16="http://schemas.microsoft.com/office/drawing/2014/main" id="{38CEA03B-0CD9-5D40-87DF-1226C585FEA2}"/>
                </a:ext>
              </a:extLst>
            </p:cNvPr>
            <p:cNvSpPr>
              <a:spLocks noChangeArrowheads="1"/>
            </p:cNvSpPr>
            <p:nvPr/>
          </p:nvSpPr>
          <p:spPr bwMode="auto">
            <a:xfrm>
              <a:off x="1165" y="620"/>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01000</a:t>
              </a:r>
            </a:p>
          </p:txBody>
        </p:sp>
        <p:sp>
          <p:nvSpPr>
            <p:cNvPr id="110" name="Line 26">
              <a:extLst>
                <a:ext uri="{FF2B5EF4-FFF2-40B4-BE49-F238E27FC236}">
                  <a16:creationId xmlns:a16="http://schemas.microsoft.com/office/drawing/2014/main" id="{6C94D576-0C82-F34B-A318-2210E771A434}"/>
                </a:ext>
              </a:extLst>
            </p:cNvPr>
            <p:cNvSpPr>
              <a:spLocks noChangeShapeType="1"/>
            </p:cNvSpPr>
            <p:nvPr/>
          </p:nvSpPr>
          <p:spPr bwMode="auto">
            <a:xfrm>
              <a:off x="372" y="1062"/>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1" name="Line 27">
              <a:extLst>
                <a:ext uri="{FF2B5EF4-FFF2-40B4-BE49-F238E27FC236}">
                  <a16:creationId xmlns:a16="http://schemas.microsoft.com/office/drawing/2014/main" id="{D726B45E-D34F-9442-B011-16FB770C9C02}"/>
                </a:ext>
              </a:extLst>
            </p:cNvPr>
            <p:cNvSpPr>
              <a:spLocks noChangeShapeType="1"/>
            </p:cNvSpPr>
            <p:nvPr/>
          </p:nvSpPr>
          <p:spPr bwMode="auto">
            <a:xfrm flipH="1">
              <a:off x="440" y="1062"/>
              <a:ext cx="0" cy="27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2" name="Line 28">
              <a:extLst>
                <a:ext uri="{FF2B5EF4-FFF2-40B4-BE49-F238E27FC236}">
                  <a16:creationId xmlns:a16="http://schemas.microsoft.com/office/drawing/2014/main" id="{02B7032A-2D8B-A54E-9604-CD27DD5FDB0C}"/>
                </a:ext>
              </a:extLst>
            </p:cNvPr>
            <p:cNvSpPr>
              <a:spLocks noChangeShapeType="1"/>
            </p:cNvSpPr>
            <p:nvPr/>
          </p:nvSpPr>
          <p:spPr bwMode="auto">
            <a:xfrm flipH="1" flipV="1">
              <a:off x="271" y="1190"/>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3" name="Line 29">
              <a:extLst>
                <a:ext uri="{FF2B5EF4-FFF2-40B4-BE49-F238E27FC236}">
                  <a16:creationId xmlns:a16="http://schemas.microsoft.com/office/drawing/2014/main" id="{4FF775DA-45AD-A444-AA08-A376CE2154A2}"/>
                </a:ext>
              </a:extLst>
            </p:cNvPr>
            <p:cNvSpPr>
              <a:spLocks noChangeShapeType="1"/>
            </p:cNvSpPr>
            <p:nvPr/>
          </p:nvSpPr>
          <p:spPr bwMode="auto">
            <a:xfrm flipH="1">
              <a:off x="0" y="1190"/>
              <a:ext cx="27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4" name="Text Box 30">
              <a:extLst>
                <a:ext uri="{FF2B5EF4-FFF2-40B4-BE49-F238E27FC236}">
                  <a16:creationId xmlns:a16="http://schemas.microsoft.com/office/drawing/2014/main" id="{E8F585E3-09CA-E744-9995-D0ABF3E54F08}"/>
                </a:ext>
              </a:extLst>
            </p:cNvPr>
            <p:cNvSpPr txBox="1">
              <a:spLocks noChangeArrowheads="1"/>
            </p:cNvSpPr>
            <p:nvPr/>
          </p:nvSpPr>
          <p:spPr bwMode="auto">
            <a:xfrm>
              <a:off x="90" y="855"/>
              <a:ext cx="75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20000</a:t>
              </a:r>
            </a:p>
          </p:txBody>
        </p:sp>
        <p:sp>
          <p:nvSpPr>
            <p:cNvPr id="115" name="Line 31">
              <a:extLst>
                <a:ext uri="{FF2B5EF4-FFF2-40B4-BE49-F238E27FC236}">
                  <a16:creationId xmlns:a16="http://schemas.microsoft.com/office/drawing/2014/main" id="{7794079F-6D1A-414C-9608-B1FAD25EE8FD}"/>
                </a:ext>
              </a:extLst>
            </p:cNvPr>
            <p:cNvSpPr>
              <a:spLocks noChangeShapeType="1"/>
            </p:cNvSpPr>
            <p:nvPr/>
          </p:nvSpPr>
          <p:spPr bwMode="auto">
            <a:xfrm flipH="1" flipV="1">
              <a:off x="1079" y="1196"/>
              <a:ext cx="10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6" name="Line 32">
              <a:extLst>
                <a:ext uri="{FF2B5EF4-FFF2-40B4-BE49-F238E27FC236}">
                  <a16:creationId xmlns:a16="http://schemas.microsoft.com/office/drawing/2014/main" id="{DB54DF44-7322-554C-993C-5096FC26A3E3}"/>
                </a:ext>
              </a:extLst>
            </p:cNvPr>
            <p:cNvSpPr>
              <a:spLocks noChangeShapeType="1"/>
            </p:cNvSpPr>
            <p:nvPr/>
          </p:nvSpPr>
          <p:spPr bwMode="auto">
            <a:xfrm>
              <a:off x="432" y="1196"/>
              <a:ext cx="71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17" name="Oval 33">
              <a:extLst>
                <a:ext uri="{FF2B5EF4-FFF2-40B4-BE49-F238E27FC236}">
                  <a16:creationId xmlns:a16="http://schemas.microsoft.com/office/drawing/2014/main" id="{557389BB-72BF-154B-888E-B6A90E5EC25F}"/>
                </a:ext>
              </a:extLst>
            </p:cNvPr>
            <p:cNvSpPr>
              <a:spLocks noChangeArrowheads="1"/>
            </p:cNvSpPr>
            <p:nvPr/>
          </p:nvSpPr>
          <p:spPr bwMode="auto">
            <a:xfrm>
              <a:off x="1161" y="1004"/>
              <a:ext cx="628" cy="384"/>
            </a:xfrm>
            <a:prstGeom prst="ellipse">
              <a:avLst/>
            </a:pr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18" name="Rectangle 34">
              <a:extLst>
                <a:ext uri="{FF2B5EF4-FFF2-40B4-BE49-F238E27FC236}">
                  <a16:creationId xmlns:a16="http://schemas.microsoft.com/office/drawing/2014/main" id="{62076D7B-4E0C-7244-BF53-B8F28F23B056}"/>
                </a:ext>
              </a:extLst>
            </p:cNvPr>
            <p:cNvSpPr>
              <a:spLocks noChangeArrowheads="1"/>
            </p:cNvSpPr>
            <p:nvPr/>
          </p:nvSpPr>
          <p:spPr bwMode="auto">
            <a:xfrm>
              <a:off x="1165" y="1052"/>
              <a:ext cx="5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01001</a:t>
              </a:r>
            </a:p>
          </p:txBody>
        </p:sp>
      </p:grpSp>
      <p:sp>
        <p:nvSpPr>
          <p:cNvPr id="126" name="Rectangle 35">
            <a:extLst>
              <a:ext uri="{FF2B5EF4-FFF2-40B4-BE49-F238E27FC236}">
                <a16:creationId xmlns:a16="http://schemas.microsoft.com/office/drawing/2014/main" id="{9D1F9E8D-5061-8345-9620-13DEA646902C}"/>
              </a:ext>
            </a:extLst>
          </p:cNvPr>
          <p:cNvSpPr>
            <a:spLocks noChangeArrowheads="1"/>
          </p:cNvSpPr>
          <p:nvPr/>
        </p:nvSpPr>
        <p:spPr bwMode="auto">
          <a:xfrm>
            <a:off x="611188" y="3717925"/>
            <a:ext cx="7940675" cy="977900"/>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当</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SB</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闭合，经过输入滤波，设第一个扫描周期 </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00000</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的映像寄存器 </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ON</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a:t>
            </a:r>
          </a:p>
        </p:txBody>
      </p:sp>
      <p:sp>
        <p:nvSpPr>
          <p:cNvPr id="127" name="Rectangle 36">
            <a:extLst>
              <a:ext uri="{FF2B5EF4-FFF2-40B4-BE49-F238E27FC236}">
                <a16:creationId xmlns:a16="http://schemas.microsoft.com/office/drawing/2014/main" id="{0A26664D-F9EA-BF4F-91B8-4EE6A61373C4}"/>
              </a:ext>
            </a:extLst>
          </p:cNvPr>
          <p:cNvSpPr>
            <a:spLocks noChangeArrowheads="1"/>
          </p:cNvSpPr>
          <p:nvPr/>
        </p:nvSpPr>
        <p:spPr bwMode="auto">
          <a:xfrm>
            <a:off x="684213" y="4941888"/>
            <a:ext cx="5689600" cy="465137"/>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01000 </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在第一个扫描周期结束后就能</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ON </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a:t>
            </a:r>
          </a:p>
        </p:txBody>
      </p:sp>
      <p:sp>
        <p:nvSpPr>
          <p:cNvPr id="128" name="Rectangle 37">
            <a:extLst>
              <a:ext uri="{FF2B5EF4-FFF2-40B4-BE49-F238E27FC236}">
                <a16:creationId xmlns:a16="http://schemas.microsoft.com/office/drawing/2014/main" id="{06532967-3C58-2F4F-A4FC-607F433A2675}"/>
              </a:ext>
            </a:extLst>
          </p:cNvPr>
          <p:cNvSpPr>
            <a:spLocks noChangeArrowheads="1"/>
          </p:cNvSpPr>
          <p:nvPr/>
        </p:nvSpPr>
        <p:spPr bwMode="auto">
          <a:xfrm>
            <a:off x="684213" y="620713"/>
            <a:ext cx="6643687"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sym typeface="Symbol" pitchFamily="2" charset="2"/>
              </a:rPr>
              <a:t>如果将梯形图的第一与第二梯级交换，如下图：</a:t>
            </a:r>
          </a:p>
        </p:txBody>
      </p:sp>
      <p:sp>
        <p:nvSpPr>
          <p:cNvPr id="129" name="Rectangle 38">
            <a:extLst>
              <a:ext uri="{FF2B5EF4-FFF2-40B4-BE49-F238E27FC236}">
                <a16:creationId xmlns:a16="http://schemas.microsoft.com/office/drawing/2014/main" id="{7494E287-4C59-3B48-AC85-3004CA197D0B}"/>
              </a:ext>
            </a:extLst>
          </p:cNvPr>
          <p:cNvSpPr>
            <a:spLocks noChangeArrowheads="1"/>
          </p:cNvSpPr>
          <p:nvPr/>
        </p:nvSpPr>
        <p:spPr bwMode="auto">
          <a:xfrm>
            <a:off x="611188" y="5661025"/>
            <a:ext cx="6697662" cy="466725"/>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显然，程序语句的安排对</a:t>
            </a:r>
            <a:r>
              <a:rPr kumimoji="0" lang="en-US" altLang="zh-CN"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I/O</a:t>
            </a:r>
            <a:r>
              <a:rPr kumimoji="0" lang="zh-CN" altLang="en-US" sz="2400" b="1" i="0" u="none" strike="noStrike" kern="0" cap="none" spc="0" normalizeH="0" baseline="0" noProof="0">
                <a:ln>
                  <a:noFill/>
                </a:ln>
                <a:solidFill>
                  <a:srgbClr val="09211C"/>
                </a:solidFill>
                <a:effectLst/>
                <a:uLnTx/>
                <a:uFillTx/>
                <a:latin typeface="宋体" panose="02010600030101010101" pitchFamily="2" charset="-122"/>
                <a:ea typeface="宋体" panose="02010600030101010101" pitchFamily="2" charset="-122"/>
                <a:sym typeface="Symbol" pitchFamily="2" charset="2"/>
              </a:rPr>
              <a:t>响应的影响很大 。</a:t>
            </a:r>
          </a:p>
        </p:txBody>
      </p:sp>
      <p:grpSp>
        <p:nvGrpSpPr>
          <p:cNvPr id="130" name="Group 39">
            <a:extLst>
              <a:ext uri="{FF2B5EF4-FFF2-40B4-BE49-F238E27FC236}">
                <a16:creationId xmlns:a16="http://schemas.microsoft.com/office/drawing/2014/main" id="{7D8D13C7-2C16-044F-B7E6-A2C6973C19C0}"/>
              </a:ext>
            </a:extLst>
          </p:cNvPr>
          <p:cNvGrpSpPr>
            <a:grpSpLocks/>
          </p:cNvGrpSpPr>
          <p:nvPr/>
        </p:nvGrpSpPr>
        <p:grpSpPr bwMode="auto">
          <a:xfrm>
            <a:off x="4716463" y="1628775"/>
            <a:ext cx="3509962" cy="1860550"/>
            <a:chOff x="0" y="0"/>
            <a:chExt cx="5527" cy="2929"/>
          </a:xfrm>
        </p:grpSpPr>
        <p:sp>
          <p:nvSpPr>
            <p:cNvPr id="131" name="Rectangle 40">
              <a:extLst>
                <a:ext uri="{FF2B5EF4-FFF2-40B4-BE49-F238E27FC236}">
                  <a16:creationId xmlns:a16="http://schemas.microsoft.com/office/drawing/2014/main" id="{68751D73-5D08-6F4A-B919-87F96A90E9ED}"/>
                </a:ext>
              </a:extLst>
            </p:cNvPr>
            <p:cNvSpPr>
              <a:spLocks noChangeArrowheads="1"/>
            </p:cNvSpPr>
            <p:nvPr/>
          </p:nvSpPr>
          <p:spPr bwMode="auto">
            <a:xfrm>
              <a:off x="1448" y="303"/>
              <a:ext cx="2270" cy="262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32" name="Text Box 41">
              <a:extLst>
                <a:ext uri="{FF2B5EF4-FFF2-40B4-BE49-F238E27FC236}">
                  <a16:creationId xmlns:a16="http://schemas.microsoft.com/office/drawing/2014/main" id="{48F96E6E-E877-E648-B609-39B990D7FD79}"/>
                </a:ext>
              </a:extLst>
            </p:cNvPr>
            <p:cNvSpPr txBox="1">
              <a:spLocks noChangeArrowheads="1"/>
            </p:cNvSpPr>
            <p:nvPr/>
          </p:nvSpPr>
          <p:spPr bwMode="auto">
            <a:xfrm>
              <a:off x="1922" y="1491"/>
              <a:ext cx="112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3162"/>
                  </a:solidFill>
                  <a:effectLst/>
                  <a:uLnTx/>
                  <a:uFillTx/>
                  <a:latin typeface="宋体" panose="02010600030101010101" pitchFamily="2" charset="-122"/>
                  <a:ea typeface="宋体" panose="02010600030101010101" pitchFamily="2" charset="-122"/>
                </a:rPr>
                <a:t>PLC</a:t>
              </a:r>
            </a:p>
          </p:txBody>
        </p:sp>
        <p:sp>
          <p:nvSpPr>
            <p:cNvPr id="133" name="Line 42">
              <a:extLst>
                <a:ext uri="{FF2B5EF4-FFF2-40B4-BE49-F238E27FC236}">
                  <a16:creationId xmlns:a16="http://schemas.microsoft.com/office/drawing/2014/main" id="{EEB35FE8-8903-774E-B237-3CA36F815498}"/>
                </a:ext>
              </a:extLst>
            </p:cNvPr>
            <p:cNvSpPr>
              <a:spLocks noChangeShapeType="1"/>
            </p:cNvSpPr>
            <p:nvPr/>
          </p:nvSpPr>
          <p:spPr bwMode="auto">
            <a:xfrm>
              <a:off x="3712" y="523"/>
              <a:ext cx="486"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4" name="Rectangle 43">
              <a:extLst>
                <a:ext uri="{FF2B5EF4-FFF2-40B4-BE49-F238E27FC236}">
                  <a16:creationId xmlns:a16="http://schemas.microsoft.com/office/drawing/2014/main" id="{AF21BDF4-54D9-0847-AA80-E4F5BC57EB2B}"/>
                </a:ext>
              </a:extLst>
            </p:cNvPr>
            <p:cNvSpPr>
              <a:spLocks noChangeArrowheads="1"/>
            </p:cNvSpPr>
            <p:nvPr/>
          </p:nvSpPr>
          <p:spPr bwMode="auto">
            <a:xfrm>
              <a:off x="4201" y="193"/>
              <a:ext cx="838" cy="65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35" name="Line 44">
              <a:extLst>
                <a:ext uri="{FF2B5EF4-FFF2-40B4-BE49-F238E27FC236}">
                  <a16:creationId xmlns:a16="http://schemas.microsoft.com/office/drawing/2014/main" id="{D0C56341-8BF2-3D47-AF5C-C1EC2F38CF8B}"/>
                </a:ext>
              </a:extLst>
            </p:cNvPr>
            <p:cNvSpPr>
              <a:spLocks noChangeShapeType="1"/>
            </p:cNvSpPr>
            <p:nvPr/>
          </p:nvSpPr>
          <p:spPr bwMode="auto">
            <a:xfrm>
              <a:off x="5041" y="523"/>
              <a:ext cx="478"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6" name="Line 45">
              <a:extLst>
                <a:ext uri="{FF2B5EF4-FFF2-40B4-BE49-F238E27FC236}">
                  <a16:creationId xmlns:a16="http://schemas.microsoft.com/office/drawing/2014/main" id="{96159851-6A91-8B42-B4A8-076E9FCF6939}"/>
                </a:ext>
              </a:extLst>
            </p:cNvPr>
            <p:cNvSpPr>
              <a:spLocks noChangeShapeType="1"/>
            </p:cNvSpPr>
            <p:nvPr/>
          </p:nvSpPr>
          <p:spPr bwMode="auto">
            <a:xfrm>
              <a:off x="5520" y="523"/>
              <a:ext cx="0" cy="168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7" name="Text Box 46">
              <a:extLst>
                <a:ext uri="{FF2B5EF4-FFF2-40B4-BE49-F238E27FC236}">
                  <a16:creationId xmlns:a16="http://schemas.microsoft.com/office/drawing/2014/main" id="{A58DA58E-1F64-F344-90D8-634A3F3C5652}"/>
                </a:ext>
              </a:extLst>
            </p:cNvPr>
            <p:cNvSpPr txBox="1">
              <a:spLocks noChangeArrowheads="1"/>
            </p:cNvSpPr>
            <p:nvPr/>
          </p:nvSpPr>
          <p:spPr bwMode="auto">
            <a:xfrm>
              <a:off x="4362" y="1851"/>
              <a:ext cx="676"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p>
          </p:txBody>
        </p:sp>
        <p:sp>
          <p:nvSpPr>
            <p:cNvPr id="138" name="Line 47">
              <a:extLst>
                <a:ext uri="{FF2B5EF4-FFF2-40B4-BE49-F238E27FC236}">
                  <a16:creationId xmlns:a16="http://schemas.microsoft.com/office/drawing/2014/main" id="{893991D2-20EC-AB4C-9DB3-7A1D15462FF6}"/>
                </a:ext>
              </a:extLst>
            </p:cNvPr>
            <p:cNvSpPr>
              <a:spLocks noChangeShapeType="1"/>
            </p:cNvSpPr>
            <p:nvPr/>
          </p:nvSpPr>
          <p:spPr bwMode="auto">
            <a:xfrm>
              <a:off x="602" y="2691"/>
              <a:ext cx="838" cy="2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39" name="Text Box 48">
              <a:extLst>
                <a:ext uri="{FF2B5EF4-FFF2-40B4-BE49-F238E27FC236}">
                  <a16:creationId xmlns:a16="http://schemas.microsoft.com/office/drawing/2014/main" id="{D0C98AF0-B1B3-2B43-B45C-280A3FEFD57E}"/>
                </a:ext>
              </a:extLst>
            </p:cNvPr>
            <p:cNvSpPr txBox="1">
              <a:spLocks noChangeArrowheads="1"/>
            </p:cNvSpPr>
            <p:nvPr/>
          </p:nvSpPr>
          <p:spPr bwMode="auto">
            <a:xfrm>
              <a:off x="362" y="0"/>
              <a:ext cx="864"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SB</a:t>
              </a:r>
              <a:endParaRPr kumimoji="0" lang="en-US" altLang="zh-CN" sz="1800" b="1" i="0" u="none" strike="noStrike" kern="0" cap="none" spc="0" normalizeH="0" baseline="-25000" noProof="0">
                <a:ln>
                  <a:noFill/>
                </a:ln>
                <a:solidFill>
                  <a:srgbClr val="0000CC"/>
                </a:solidFill>
                <a:effectLst/>
                <a:uLnTx/>
                <a:uFillTx/>
                <a:latin typeface="Arial" panose="020B0604020202020204" pitchFamily="34" charset="0"/>
                <a:ea typeface="宋体" panose="02010600030101010101" pitchFamily="2" charset="-122"/>
              </a:endParaRPr>
            </a:p>
          </p:txBody>
        </p:sp>
        <p:grpSp>
          <p:nvGrpSpPr>
            <p:cNvPr id="140" name="Group 49">
              <a:extLst>
                <a:ext uri="{FF2B5EF4-FFF2-40B4-BE49-F238E27FC236}">
                  <a16:creationId xmlns:a16="http://schemas.microsoft.com/office/drawing/2014/main" id="{C501843C-3D85-5C4C-9D4A-B8EDBB4DF7F9}"/>
                </a:ext>
              </a:extLst>
            </p:cNvPr>
            <p:cNvGrpSpPr>
              <a:grpSpLocks/>
            </p:cNvGrpSpPr>
            <p:nvPr/>
          </p:nvGrpSpPr>
          <p:grpSpPr bwMode="auto">
            <a:xfrm>
              <a:off x="2" y="546"/>
              <a:ext cx="1438" cy="344"/>
              <a:chOff x="0" y="0"/>
              <a:chExt cx="672" cy="192"/>
            </a:xfrm>
          </p:grpSpPr>
          <p:sp>
            <p:nvSpPr>
              <p:cNvPr id="158" name="Line 50">
                <a:extLst>
                  <a:ext uri="{FF2B5EF4-FFF2-40B4-BE49-F238E27FC236}">
                    <a16:creationId xmlns:a16="http://schemas.microsoft.com/office/drawing/2014/main" id="{282A9AAC-73B5-BF4E-A533-CA6EC18CD161}"/>
                  </a:ext>
                </a:extLst>
              </p:cNvPr>
              <p:cNvSpPr>
                <a:spLocks noChangeShapeType="1"/>
              </p:cNvSpPr>
              <p:nvPr/>
            </p:nvSpPr>
            <p:spPr bwMode="auto">
              <a:xfrm>
                <a:off x="0"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59" name="Line 51">
                <a:extLst>
                  <a:ext uri="{FF2B5EF4-FFF2-40B4-BE49-F238E27FC236}">
                    <a16:creationId xmlns:a16="http://schemas.microsoft.com/office/drawing/2014/main" id="{C37217DC-E82A-DA48-9565-BCC632CCB213}"/>
                  </a:ext>
                </a:extLst>
              </p:cNvPr>
              <p:cNvSpPr>
                <a:spLocks noChangeShapeType="1"/>
              </p:cNvSpPr>
              <p:nvPr/>
            </p:nvSpPr>
            <p:spPr bwMode="auto">
              <a:xfrm flipV="1">
                <a:off x="192" y="0"/>
                <a:ext cx="24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60" name="Line 52">
                <a:extLst>
                  <a:ext uri="{FF2B5EF4-FFF2-40B4-BE49-F238E27FC236}">
                    <a16:creationId xmlns:a16="http://schemas.microsoft.com/office/drawing/2014/main" id="{911FDCD7-F70B-3444-81AE-16A1078BE093}"/>
                  </a:ext>
                </a:extLst>
              </p:cNvPr>
              <p:cNvSpPr>
                <a:spLocks noChangeShapeType="1"/>
              </p:cNvSpPr>
              <p:nvPr/>
            </p:nvSpPr>
            <p:spPr bwMode="auto">
              <a:xfrm>
                <a:off x="432" y="0"/>
                <a:ext cx="24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161" name="Group 53">
                <a:extLst>
                  <a:ext uri="{FF2B5EF4-FFF2-40B4-BE49-F238E27FC236}">
                    <a16:creationId xmlns:a16="http://schemas.microsoft.com/office/drawing/2014/main" id="{693DDE55-9DC6-2440-8E4E-81B54E2E5F27}"/>
                  </a:ext>
                </a:extLst>
              </p:cNvPr>
              <p:cNvGrpSpPr>
                <a:grpSpLocks/>
              </p:cNvGrpSpPr>
              <p:nvPr/>
            </p:nvGrpSpPr>
            <p:grpSpPr bwMode="auto">
              <a:xfrm>
                <a:off x="288" y="48"/>
                <a:ext cx="96" cy="144"/>
                <a:chOff x="0" y="0"/>
                <a:chExt cx="96" cy="192"/>
              </a:xfrm>
            </p:grpSpPr>
            <p:sp>
              <p:nvSpPr>
                <p:cNvPr id="162" name="Line 54">
                  <a:extLst>
                    <a:ext uri="{FF2B5EF4-FFF2-40B4-BE49-F238E27FC236}">
                      <a16:creationId xmlns:a16="http://schemas.microsoft.com/office/drawing/2014/main" id="{C92C3AA4-E74B-3A4F-81C0-BB30B88C9397}"/>
                    </a:ext>
                  </a:extLst>
                </p:cNvPr>
                <p:cNvSpPr>
                  <a:spLocks noChangeShapeType="1"/>
                </p:cNvSpPr>
                <p:nvPr/>
              </p:nvSpPr>
              <p:spPr bwMode="auto">
                <a:xfrm>
                  <a:off x="48" y="0"/>
                  <a:ext cx="0" cy="192"/>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63" name="Line 55">
                  <a:extLst>
                    <a:ext uri="{FF2B5EF4-FFF2-40B4-BE49-F238E27FC236}">
                      <a16:creationId xmlns:a16="http://schemas.microsoft.com/office/drawing/2014/main" id="{E6C47F55-7142-8040-A22E-82A0261DB913}"/>
                    </a:ext>
                  </a:extLst>
                </p:cNvPr>
                <p:cNvSpPr>
                  <a:spLocks noChangeShapeType="1"/>
                </p:cNvSpPr>
                <p:nvPr/>
              </p:nvSpPr>
              <p:spPr bwMode="auto">
                <a:xfrm>
                  <a:off x="0"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64" name="Line 56">
                  <a:extLst>
                    <a:ext uri="{FF2B5EF4-FFF2-40B4-BE49-F238E27FC236}">
                      <a16:creationId xmlns:a16="http://schemas.microsoft.com/office/drawing/2014/main" id="{74135A0E-36F6-F74B-8AEB-DADED522018D}"/>
                    </a:ext>
                  </a:extLst>
                </p:cNvPr>
                <p:cNvSpPr>
                  <a:spLocks noChangeShapeType="1"/>
                </p:cNvSpPr>
                <p:nvPr/>
              </p:nvSpPr>
              <p:spPr bwMode="auto">
                <a:xfrm>
                  <a:off x="96" y="144"/>
                  <a:ext cx="0" cy="48"/>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65" name="Line 57">
                  <a:extLst>
                    <a:ext uri="{FF2B5EF4-FFF2-40B4-BE49-F238E27FC236}">
                      <a16:creationId xmlns:a16="http://schemas.microsoft.com/office/drawing/2014/main" id="{EDA73ECD-4B17-5E44-BA6B-8AD7F61F0D1F}"/>
                    </a:ext>
                  </a:extLst>
                </p:cNvPr>
                <p:cNvSpPr>
                  <a:spLocks noChangeShapeType="1"/>
                </p:cNvSpPr>
                <p:nvPr/>
              </p:nvSpPr>
              <p:spPr bwMode="auto">
                <a:xfrm>
                  <a:off x="0" y="192"/>
                  <a:ext cx="96"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grpSp>
        <p:sp>
          <p:nvSpPr>
            <p:cNvPr id="141" name="Text Box 58">
              <a:extLst>
                <a:ext uri="{FF2B5EF4-FFF2-40B4-BE49-F238E27FC236}">
                  <a16:creationId xmlns:a16="http://schemas.microsoft.com/office/drawing/2014/main" id="{13EEA3F7-A600-0B46-9EC7-889470DAF20A}"/>
                </a:ext>
              </a:extLst>
            </p:cNvPr>
            <p:cNvSpPr txBox="1">
              <a:spLocks noChangeArrowheads="1"/>
            </p:cNvSpPr>
            <p:nvPr/>
          </p:nvSpPr>
          <p:spPr bwMode="auto">
            <a:xfrm>
              <a:off x="4081" y="170"/>
              <a:ext cx="119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KM1</a:t>
              </a:r>
            </a:p>
          </p:txBody>
        </p:sp>
        <p:sp>
          <p:nvSpPr>
            <p:cNvPr id="142" name="Line 59">
              <a:extLst>
                <a:ext uri="{FF2B5EF4-FFF2-40B4-BE49-F238E27FC236}">
                  <a16:creationId xmlns:a16="http://schemas.microsoft.com/office/drawing/2014/main" id="{4264D7EB-34B2-CE4E-9F88-8FC09B276353}"/>
                </a:ext>
              </a:extLst>
            </p:cNvPr>
            <p:cNvSpPr>
              <a:spLocks noChangeShapeType="1"/>
            </p:cNvSpPr>
            <p:nvPr/>
          </p:nvSpPr>
          <p:spPr bwMode="auto">
            <a:xfrm>
              <a:off x="2" y="523"/>
              <a:ext cx="0" cy="218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nvGrpSpPr>
            <p:cNvPr id="143" name="Group 60">
              <a:extLst>
                <a:ext uri="{FF2B5EF4-FFF2-40B4-BE49-F238E27FC236}">
                  <a16:creationId xmlns:a16="http://schemas.microsoft.com/office/drawing/2014/main" id="{B0534D6A-28A1-664C-8211-0DDB945D5009}"/>
                </a:ext>
              </a:extLst>
            </p:cNvPr>
            <p:cNvGrpSpPr>
              <a:grpSpLocks/>
            </p:cNvGrpSpPr>
            <p:nvPr/>
          </p:nvGrpSpPr>
          <p:grpSpPr bwMode="auto">
            <a:xfrm flipH="1">
              <a:off x="453" y="2493"/>
              <a:ext cx="112" cy="436"/>
              <a:chOff x="0" y="0"/>
              <a:chExt cx="48" cy="192"/>
            </a:xfrm>
          </p:grpSpPr>
          <p:sp>
            <p:nvSpPr>
              <p:cNvPr id="156" name="Line 61">
                <a:extLst>
                  <a:ext uri="{FF2B5EF4-FFF2-40B4-BE49-F238E27FC236}">
                    <a16:creationId xmlns:a16="http://schemas.microsoft.com/office/drawing/2014/main" id="{4C982EF8-ED7C-4141-9233-E43087FDC394}"/>
                  </a:ext>
                </a:extLst>
              </p:cNvPr>
              <p:cNvSpPr>
                <a:spLocks noChangeShapeType="1"/>
              </p:cNvSpPr>
              <p:nvPr/>
            </p:nvSpPr>
            <p:spPr bwMode="auto">
              <a:xfrm>
                <a:off x="48" y="48"/>
                <a:ext cx="0" cy="9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57" name="Line 62">
                <a:extLst>
                  <a:ext uri="{FF2B5EF4-FFF2-40B4-BE49-F238E27FC236}">
                    <a16:creationId xmlns:a16="http://schemas.microsoft.com/office/drawing/2014/main" id="{2EC16D51-9CB4-C34B-BDEF-B22B514E5861}"/>
                  </a:ext>
                </a:extLst>
              </p:cNvPr>
              <p:cNvSpPr>
                <a:spLocks noChangeShapeType="1"/>
              </p:cNvSpPr>
              <p:nvPr/>
            </p:nvSpPr>
            <p:spPr bwMode="auto">
              <a:xfrm>
                <a:off x="0" y="0"/>
                <a:ext cx="0" cy="192"/>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144" name="Line 63">
              <a:extLst>
                <a:ext uri="{FF2B5EF4-FFF2-40B4-BE49-F238E27FC236}">
                  <a16:creationId xmlns:a16="http://schemas.microsoft.com/office/drawing/2014/main" id="{C395E2A8-915A-C94B-B14D-372FE70C1B25}"/>
                </a:ext>
              </a:extLst>
            </p:cNvPr>
            <p:cNvSpPr>
              <a:spLocks noChangeShapeType="1"/>
            </p:cNvSpPr>
            <p:nvPr/>
          </p:nvSpPr>
          <p:spPr bwMode="auto">
            <a:xfrm>
              <a:off x="0" y="2711"/>
              <a:ext cx="452"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5" name="Line 64">
              <a:extLst>
                <a:ext uri="{FF2B5EF4-FFF2-40B4-BE49-F238E27FC236}">
                  <a16:creationId xmlns:a16="http://schemas.microsoft.com/office/drawing/2014/main" id="{C386E8AE-0556-C249-8588-B7C74A53767D}"/>
                </a:ext>
              </a:extLst>
            </p:cNvPr>
            <p:cNvSpPr>
              <a:spLocks noChangeShapeType="1"/>
            </p:cNvSpPr>
            <p:nvPr/>
          </p:nvSpPr>
          <p:spPr bwMode="auto">
            <a:xfrm>
              <a:off x="3721" y="2211"/>
              <a:ext cx="35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6" name="Line 65">
              <a:extLst>
                <a:ext uri="{FF2B5EF4-FFF2-40B4-BE49-F238E27FC236}">
                  <a16:creationId xmlns:a16="http://schemas.microsoft.com/office/drawing/2014/main" id="{7D88121D-00D8-714A-A411-2ADDB84DFE66}"/>
                </a:ext>
              </a:extLst>
            </p:cNvPr>
            <p:cNvSpPr>
              <a:spLocks noChangeShapeType="1"/>
            </p:cNvSpPr>
            <p:nvPr/>
          </p:nvSpPr>
          <p:spPr bwMode="auto">
            <a:xfrm>
              <a:off x="5161" y="2211"/>
              <a:ext cx="358"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47" name="Text Box 66">
              <a:extLst>
                <a:ext uri="{FF2B5EF4-FFF2-40B4-BE49-F238E27FC236}">
                  <a16:creationId xmlns:a16="http://schemas.microsoft.com/office/drawing/2014/main" id="{FE3E1178-E143-B04C-8E89-F040075B713F}"/>
                </a:ext>
              </a:extLst>
            </p:cNvPr>
            <p:cNvSpPr txBox="1">
              <a:spLocks noChangeArrowheads="1"/>
            </p:cNvSpPr>
            <p:nvPr/>
          </p:nvSpPr>
          <p:spPr bwMode="auto">
            <a:xfrm>
              <a:off x="1442" y="290"/>
              <a:ext cx="136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00000</a:t>
              </a:r>
            </a:p>
          </p:txBody>
        </p:sp>
        <p:sp>
          <p:nvSpPr>
            <p:cNvPr id="148" name="Text Box 67">
              <a:extLst>
                <a:ext uri="{FF2B5EF4-FFF2-40B4-BE49-F238E27FC236}">
                  <a16:creationId xmlns:a16="http://schemas.microsoft.com/office/drawing/2014/main" id="{2FAEF786-854C-EF44-8293-2F88B3C33070}"/>
                </a:ext>
              </a:extLst>
            </p:cNvPr>
            <p:cNvSpPr txBox="1">
              <a:spLocks noChangeArrowheads="1"/>
            </p:cNvSpPr>
            <p:nvPr/>
          </p:nvSpPr>
          <p:spPr bwMode="auto">
            <a:xfrm>
              <a:off x="2626" y="1165"/>
              <a:ext cx="131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01001</a:t>
              </a:r>
            </a:p>
          </p:txBody>
        </p:sp>
        <p:sp>
          <p:nvSpPr>
            <p:cNvPr id="149" name="Text Box 68">
              <a:extLst>
                <a:ext uri="{FF2B5EF4-FFF2-40B4-BE49-F238E27FC236}">
                  <a16:creationId xmlns:a16="http://schemas.microsoft.com/office/drawing/2014/main" id="{B41912A6-DD8F-2847-BB89-03C0F8EBC36E}"/>
                </a:ext>
              </a:extLst>
            </p:cNvPr>
            <p:cNvSpPr txBox="1">
              <a:spLocks noChangeArrowheads="1"/>
            </p:cNvSpPr>
            <p:nvPr/>
          </p:nvSpPr>
          <p:spPr bwMode="auto">
            <a:xfrm>
              <a:off x="2626" y="290"/>
              <a:ext cx="131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01000</a:t>
              </a:r>
            </a:p>
          </p:txBody>
        </p:sp>
        <p:sp>
          <p:nvSpPr>
            <p:cNvPr id="150" name="Text Box 69">
              <a:extLst>
                <a:ext uri="{FF2B5EF4-FFF2-40B4-BE49-F238E27FC236}">
                  <a16:creationId xmlns:a16="http://schemas.microsoft.com/office/drawing/2014/main" id="{FBD571ED-E5D4-C74D-BCD1-D5296E1B0F69}"/>
                </a:ext>
              </a:extLst>
            </p:cNvPr>
            <p:cNvSpPr txBox="1">
              <a:spLocks noChangeArrowheads="1"/>
            </p:cNvSpPr>
            <p:nvPr/>
          </p:nvSpPr>
          <p:spPr bwMode="auto">
            <a:xfrm>
              <a:off x="2869" y="1959"/>
              <a:ext cx="11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COM</a:t>
              </a:r>
            </a:p>
          </p:txBody>
        </p:sp>
        <p:sp>
          <p:nvSpPr>
            <p:cNvPr id="151" name="Text Box 70">
              <a:extLst>
                <a:ext uri="{FF2B5EF4-FFF2-40B4-BE49-F238E27FC236}">
                  <a16:creationId xmlns:a16="http://schemas.microsoft.com/office/drawing/2014/main" id="{07C9C1F6-DC68-8D4E-8254-0AA5FB17924D}"/>
                </a:ext>
              </a:extLst>
            </p:cNvPr>
            <p:cNvSpPr txBox="1">
              <a:spLocks noChangeArrowheads="1"/>
            </p:cNvSpPr>
            <p:nvPr/>
          </p:nvSpPr>
          <p:spPr bwMode="auto">
            <a:xfrm>
              <a:off x="1442" y="2353"/>
              <a:ext cx="118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COM</a:t>
              </a:r>
            </a:p>
          </p:txBody>
        </p:sp>
        <p:sp>
          <p:nvSpPr>
            <p:cNvPr id="152" name="Rectangle 71">
              <a:extLst>
                <a:ext uri="{FF2B5EF4-FFF2-40B4-BE49-F238E27FC236}">
                  <a16:creationId xmlns:a16="http://schemas.microsoft.com/office/drawing/2014/main" id="{BF17A92C-36C2-4C41-812A-4535DD1FB8A4}"/>
                </a:ext>
              </a:extLst>
            </p:cNvPr>
            <p:cNvSpPr>
              <a:spLocks noChangeArrowheads="1"/>
            </p:cNvSpPr>
            <p:nvPr/>
          </p:nvSpPr>
          <p:spPr bwMode="auto">
            <a:xfrm>
              <a:off x="4201" y="1193"/>
              <a:ext cx="838" cy="656"/>
            </a:xfrm>
            <a:prstGeom prst="rect">
              <a:avLst/>
            </a:prstGeom>
            <a:noFill/>
            <a:ln w="28575">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endParaRPr>
            </a:p>
          </p:txBody>
        </p:sp>
        <p:sp>
          <p:nvSpPr>
            <p:cNvPr id="153" name="Text Box 72">
              <a:extLst>
                <a:ext uri="{FF2B5EF4-FFF2-40B4-BE49-F238E27FC236}">
                  <a16:creationId xmlns:a16="http://schemas.microsoft.com/office/drawing/2014/main" id="{508BADFE-7029-DD44-8C59-A0E7A8CCC2F1}"/>
                </a:ext>
              </a:extLst>
            </p:cNvPr>
            <p:cNvSpPr txBox="1">
              <a:spLocks noChangeArrowheads="1"/>
            </p:cNvSpPr>
            <p:nvPr/>
          </p:nvSpPr>
          <p:spPr bwMode="auto">
            <a:xfrm>
              <a:off x="4081" y="1170"/>
              <a:ext cx="1198"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18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KM2</a:t>
              </a:r>
            </a:p>
          </p:txBody>
        </p:sp>
        <p:sp>
          <p:nvSpPr>
            <p:cNvPr id="154" name="Line 73">
              <a:extLst>
                <a:ext uri="{FF2B5EF4-FFF2-40B4-BE49-F238E27FC236}">
                  <a16:creationId xmlns:a16="http://schemas.microsoft.com/office/drawing/2014/main" id="{3BB43F57-8047-8C47-8ADA-9CAC7FD01FE5}"/>
                </a:ext>
              </a:extLst>
            </p:cNvPr>
            <p:cNvSpPr>
              <a:spLocks noChangeShapeType="1"/>
            </p:cNvSpPr>
            <p:nvPr/>
          </p:nvSpPr>
          <p:spPr bwMode="auto">
            <a:xfrm>
              <a:off x="3720" y="1483"/>
              <a:ext cx="486"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sp>
          <p:nvSpPr>
            <p:cNvPr id="155" name="Line 74">
              <a:extLst>
                <a:ext uri="{FF2B5EF4-FFF2-40B4-BE49-F238E27FC236}">
                  <a16:creationId xmlns:a16="http://schemas.microsoft.com/office/drawing/2014/main" id="{CC88A21B-393D-CC4A-99B7-590321F0F83E}"/>
                </a:ext>
              </a:extLst>
            </p:cNvPr>
            <p:cNvSpPr>
              <a:spLocks noChangeShapeType="1"/>
            </p:cNvSpPr>
            <p:nvPr/>
          </p:nvSpPr>
          <p:spPr bwMode="auto">
            <a:xfrm>
              <a:off x="5049" y="1483"/>
              <a:ext cx="478" cy="6"/>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rgbClr val="0000CC"/>
                </a:solidFill>
                <a:effectLst/>
                <a:uLnTx/>
                <a:uFillTx/>
                <a:latin typeface="Arial" panose="020B0604020202020204" pitchFamily="34" charset="0"/>
              </a:endParaRPr>
            </a:p>
          </p:txBody>
        </p:sp>
      </p:grpSp>
      <p:sp>
        <p:nvSpPr>
          <p:cNvPr id="3" name="文本框 2">
            <a:extLst>
              <a:ext uri="{FF2B5EF4-FFF2-40B4-BE49-F238E27FC236}">
                <a16:creationId xmlns:a16="http://schemas.microsoft.com/office/drawing/2014/main" id="{F2A86B58-D956-6619-C933-AD61CC98B4EA}"/>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34445032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8"/>
                                        </p:tgtEl>
                                        <p:attrNameLst>
                                          <p:attrName>style.visibility</p:attrName>
                                        </p:attrNameLst>
                                      </p:cBhvr>
                                      <p:to>
                                        <p:strVal val="visible"/>
                                      </p:to>
                                    </p:set>
                                    <p:animEffect transition="in" filter="wipe(up)">
                                      <p:cBhvr>
                                        <p:cTn id="7" dur="500"/>
                                        <p:tgtEl>
                                          <p:spTgt spid="1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wipe(up)">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wipe(up)">
                                      <p:cBhvr>
                                        <p:cTn id="17" dur="500"/>
                                        <p:tgtEl>
                                          <p:spTgt spid="1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9"/>
                                        </p:tgtEl>
                                        <p:attrNameLst>
                                          <p:attrName>style.visibility</p:attrName>
                                        </p:attrNameLst>
                                      </p:cBhvr>
                                      <p:to>
                                        <p:strVal val="visible"/>
                                      </p:to>
                                    </p:set>
                                    <p:animEffect transition="in" filter="wipe(up)">
                                      <p:cBhvr>
                                        <p:cTn id="22"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bldLvl="0" animBg="1" autoUpdateAnimBg="0"/>
      <p:bldP spid="127" grpId="0" bldLvl="0" animBg="1" autoUpdateAnimBg="0"/>
      <p:bldP spid="128" grpId="0" bldLvl="0" animBg="1" autoUpdateAnimBg="0"/>
      <p:bldP spid="129" grpId="0" bldLvl="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43EEB930-654C-5142-B0A9-97BB256BAA5A}"/>
              </a:ext>
            </a:extLst>
          </p:cNvPr>
          <p:cNvSpPr txBox="1">
            <a:spLocks noChangeArrowheads="1"/>
          </p:cNvSpPr>
          <p:nvPr/>
        </p:nvSpPr>
        <p:spPr bwMode="auto">
          <a:xfrm>
            <a:off x="466725" y="549275"/>
            <a:ext cx="8229600" cy="4889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en-US"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3</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a:t>
            </a:r>
            <a:r>
              <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PLC的扫描时间</a:t>
            </a:r>
            <a:r>
              <a:rPr kumimoji="0" lang="zh-CN" altLang="en-US"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rPr>
              <a:t>计算</a:t>
            </a:r>
            <a:endParaRPr kumimoji="0" lang="zh-CN" altLang="zh-CN" sz="2400" b="1" i="0" u="none" strike="noStrike" kern="1200" cap="none" spc="0" normalizeH="0" baseline="0" noProof="0" dirty="0">
              <a:ln>
                <a:noFill/>
              </a:ln>
              <a:solidFill>
                <a:srgbClr val="A50021"/>
              </a:solidFill>
              <a:effectLst/>
              <a:uLnTx/>
              <a:uFillTx/>
              <a:latin typeface="宋体" panose="02010600030101010101" pitchFamily="2" charset="-122"/>
              <a:ea typeface="宋体"/>
              <a:cs typeface="+mj-cs"/>
            </a:endParaRPr>
          </a:p>
        </p:txBody>
      </p:sp>
      <p:sp>
        <p:nvSpPr>
          <p:cNvPr id="15" name="Text Box 3">
            <a:extLst>
              <a:ext uri="{FF2B5EF4-FFF2-40B4-BE49-F238E27FC236}">
                <a16:creationId xmlns:a16="http://schemas.microsoft.com/office/drawing/2014/main" id="{701BA205-82D0-8449-BAB7-DB675CD4B511}"/>
              </a:ext>
            </a:extLst>
          </p:cNvPr>
          <p:cNvSpPr txBox="1">
            <a:spLocks noChangeArrowheads="1"/>
          </p:cNvSpPr>
          <p:nvPr/>
        </p:nvSpPr>
        <p:spPr bwMode="auto">
          <a:xfrm>
            <a:off x="971550" y="1181100"/>
            <a:ext cx="2509020" cy="400110"/>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1</a:t>
            </a:r>
            <a:r>
              <a:rPr kumimoji="0" lang="zh-CN" altLang="en-US"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 </a:t>
            </a:r>
            <a:r>
              <a:rPr kumimoji="0" lang="zh-CN"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上电后初始处理</a:t>
            </a:r>
          </a:p>
        </p:txBody>
      </p:sp>
      <p:sp>
        <p:nvSpPr>
          <p:cNvPr id="16" name="Text Box 4">
            <a:extLst>
              <a:ext uri="{FF2B5EF4-FFF2-40B4-BE49-F238E27FC236}">
                <a16:creationId xmlns:a16="http://schemas.microsoft.com/office/drawing/2014/main" id="{BA5B7EDE-5952-9B4F-9AE9-024BE8ECE825}"/>
              </a:ext>
            </a:extLst>
          </p:cNvPr>
          <p:cNvSpPr txBox="1">
            <a:spLocks noChangeArrowheads="1"/>
          </p:cNvSpPr>
          <p:nvPr/>
        </p:nvSpPr>
        <p:spPr bwMode="auto">
          <a:xfrm>
            <a:off x="969963" y="1773238"/>
            <a:ext cx="6655989" cy="400110"/>
          </a:xfrm>
          <a:prstGeom prst="rect">
            <a:avLst/>
          </a:prstGeom>
          <a:noFill/>
          <a:ln w="952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zh-CN" sz="2000" b="1" dirty="0">
                <a:solidFill>
                  <a:srgbClr val="0000CC"/>
                </a:solidFill>
                <a:latin typeface="宋体" panose="02010600030101010101" pitchFamily="2" charset="-122"/>
              </a:rPr>
              <a:t>2</a:t>
            </a:r>
            <a:r>
              <a:rPr lang="zh-CN" altLang="en-US" sz="2000" b="1" dirty="0">
                <a:solidFill>
                  <a:srgbClr val="0000CC"/>
                </a:solidFill>
                <a:latin typeface="宋体" panose="02010600030101010101" pitchFamily="2" charset="-122"/>
              </a:rPr>
              <a:t>）</a:t>
            </a:r>
            <a:r>
              <a:rPr lang="en-US" altLang="zh-CN" sz="2000" b="1" dirty="0">
                <a:solidFill>
                  <a:srgbClr val="0000CC"/>
                </a:solidFill>
                <a:latin typeface="宋体" panose="02010600030101010101" pitchFamily="2" charset="-122"/>
              </a:rPr>
              <a:t> </a:t>
            </a:r>
            <a:r>
              <a:rPr lang="zh-CN" altLang="zh-CN" sz="2000" b="1" dirty="0">
                <a:solidFill>
                  <a:srgbClr val="0000CC"/>
                </a:solidFill>
                <a:latin typeface="宋体" panose="02010600030101010101" pitchFamily="2" charset="-122"/>
              </a:rPr>
              <a:t>共同处理</a:t>
            </a:r>
            <a:r>
              <a:rPr lang="zh-CN" altLang="en-US" sz="2000" b="1" dirty="0">
                <a:solidFill>
                  <a:srgbClr val="0000CC"/>
                </a:solidFill>
                <a:latin typeface="宋体" panose="02010600030101010101" pitchFamily="2" charset="-122"/>
              </a:rPr>
              <a:t>时间：程序自检。</a:t>
            </a:r>
            <a:r>
              <a:rPr lang="zh-CN" altLang="zh-CN" sz="2000" b="1" dirty="0">
                <a:solidFill>
                  <a:srgbClr val="0000CC"/>
                </a:solidFill>
                <a:latin typeface="宋体" panose="02010600030101010101" pitchFamily="2" charset="-122"/>
              </a:rPr>
              <a:t>             Tc=2.6ms</a:t>
            </a:r>
          </a:p>
        </p:txBody>
      </p:sp>
      <p:sp>
        <p:nvSpPr>
          <p:cNvPr id="17" name="Text Box 5">
            <a:extLst>
              <a:ext uri="{FF2B5EF4-FFF2-40B4-BE49-F238E27FC236}">
                <a16:creationId xmlns:a16="http://schemas.microsoft.com/office/drawing/2014/main" id="{4127A4A2-2318-444D-9221-79B9120F97BB}"/>
              </a:ext>
            </a:extLst>
          </p:cNvPr>
          <p:cNvSpPr txBox="1">
            <a:spLocks noChangeArrowheads="1"/>
          </p:cNvSpPr>
          <p:nvPr/>
        </p:nvSpPr>
        <p:spPr bwMode="auto">
          <a:xfrm>
            <a:off x="971550" y="2420938"/>
            <a:ext cx="5870518" cy="400110"/>
          </a:xfrm>
          <a:prstGeom prst="rect">
            <a:avLst/>
          </a:prstGeom>
          <a:solidFill>
            <a:srgbClr val="FFFFFF"/>
          </a:solidFill>
          <a:ln w="9525">
            <a:solidFill>
              <a:srgbClr val="0000CC"/>
            </a:solidFill>
            <a:miter lim="800000"/>
            <a:headEnd/>
            <a:tailEnd/>
          </a:ln>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3</a:t>
            </a:r>
            <a:r>
              <a:rPr lang="zh-CN" altLang="en-US" sz="2000" b="1" dirty="0">
                <a:solidFill>
                  <a:srgbClr val="0000CC"/>
                </a:solidFill>
                <a:latin typeface="宋体" panose="02010600030101010101" pitchFamily="2" charset="-122"/>
              </a:rPr>
              <a:t>）</a:t>
            </a:r>
            <a:r>
              <a:rPr kumimoji="0" lang="en-US"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 </a:t>
            </a:r>
            <a:r>
              <a:rPr kumimoji="0" lang="zh-CN"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上位链接服务</a:t>
            </a:r>
            <a:r>
              <a:rPr kumimoji="0" lang="zh-CN" altLang="en-US"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（处理微机与</a:t>
            </a:r>
            <a:r>
              <a:rPr kumimoji="0" lang="en-US"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PLC</a:t>
            </a:r>
            <a:r>
              <a:rPr kumimoji="0" lang="zh-CN" altLang="en-US"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的通讯）</a:t>
            </a:r>
            <a:r>
              <a:rPr kumimoji="0" lang="zh-CN"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Tl  </a:t>
            </a:r>
          </a:p>
        </p:txBody>
      </p:sp>
      <p:sp>
        <p:nvSpPr>
          <p:cNvPr id="18" name="Text Box 6">
            <a:extLst>
              <a:ext uri="{FF2B5EF4-FFF2-40B4-BE49-F238E27FC236}">
                <a16:creationId xmlns:a16="http://schemas.microsoft.com/office/drawing/2014/main" id="{371EB77C-646E-1447-9C38-8EDCFF9906C9}"/>
              </a:ext>
            </a:extLst>
          </p:cNvPr>
          <p:cNvSpPr txBox="1">
            <a:spLocks noChangeArrowheads="1"/>
          </p:cNvSpPr>
          <p:nvPr/>
        </p:nvSpPr>
        <p:spPr bwMode="auto">
          <a:xfrm>
            <a:off x="1908175" y="2997200"/>
            <a:ext cx="5184775" cy="404813"/>
          </a:xfrm>
          <a:prstGeom prst="rect">
            <a:avLst/>
          </a:prstGeom>
          <a:noFill/>
          <a:ln w="9525">
            <a:solidFill>
              <a:srgbClr val="00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 </a:t>
            </a:r>
            <a:r>
              <a:rPr kumimoji="0" lang="en-US" altLang="zh-CN" sz="20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Tl = PLC</a:t>
            </a:r>
            <a:r>
              <a:rPr kumimoji="0" lang="zh-CN" altLang="en-US" sz="20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与微机构成网络  </a:t>
            </a:r>
            <a:r>
              <a:rPr kumimoji="0" lang="en-US" altLang="zh-CN" sz="2000" b="1" i="0" u="none" strike="noStrike" kern="0" cap="none" spc="0" normalizeH="0" baseline="0" noProof="0">
                <a:ln>
                  <a:noFill/>
                </a:ln>
                <a:solidFill>
                  <a:srgbClr val="0000CC"/>
                </a:solidFill>
                <a:effectLst/>
                <a:uLnTx/>
                <a:uFillTx/>
                <a:latin typeface="宋体" panose="02010600030101010101" pitchFamily="2" charset="-122"/>
                <a:ea typeface="宋体" panose="02010600030101010101" pitchFamily="2" charset="-122"/>
              </a:rPr>
              <a:t>0—8ms    </a:t>
            </a:r>
          </a:p>
        </p:txBody>
      </p:sp>
      <p:sp>
        <p:nvSpPr>
          <p:cNvPr id="19" name="Text Box 7">
            <a:extLst>
              <a:ext uri="{FF2B5EF4-FFF2-40B4-BE49-F238E27FC236}">
                <a16:creationId xmlns:a16="http://schemas.microsoft.com/office/drawing/2014/main" id="{AC2D6BFC-FB57-1446-8F59-C06DC79C4B37}"/>
              </a:ext>
            </a:extLst>
          </p:cNvPr>
          <p:cNvSpPr txBox="1">
            <a:spLocks noChangeArrowheads="1"/>
          </p:cNvSpPr>
          <p:nvPr/>
        </p:nvSpPr>
        <p:spPr bwMode="auto">
          <a:xfrm>
            <a:off x="971550" y="4149725"/>
            <a:ext cx="7295587" cy="40011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solidFill>
                  <a:srgbClr val="0000CC"/>
                </a:solidFill>
                <a:latin typeface="宋体" panose="02010600030101010101" pitchFamily="2" charset="-122"/>
              </a:rPr>
              <a:t>4</a:t>
            </a:r>
            <a:r>
              <a:rPr lang="zh-CN" altLang="en-US" sz="2000" b="1" dirty="0">
                <a:solidFill>
                  <a:srgbClr val="0000CC"/>
                </a:solidFill>
                <a:latin typeface="宋体" panose="02010600030101010101" pitchFamily="2" charset="-122"/>
              </a:rPr>
              <a:t>）</a:t>
            </a:r>
            <a:r>
              <a:rPr lang="en-US" altLang="zh-CN" sz="2000" b="1" dirty="0">
                <a:solidFill>
                  <a:srgbClr val="0000CC"/>
                </a:solidFill>
                <a:latin typeface="宋体" panose="02010600030101010101" pitchFamily="2" charset="-122"/>
              </a:rPr>
              <a:t>  </a:t>
            </a:r>
            <a:r>
              <a:rPr lang="zh-CN" altLang="en-US" sz="2000" b="1" dirty="0">
                <a:solidFill>
                  <a:srgbClr val="0000CC"/>
                </a:solidFill>
                <a:latin typeface="宋体" panose="02010600030101010101" pitchFamily="2" charset="-122"/>
              </a:rPr>
              <a:t>运算处理</a:t>
            </a:r>
            <a:r>
              <a:rPr lang="en-US" altLang="zh-CN" sz="2000" b="1" dirty="0">
                <a:solidFill>
                  <a:srgbClr val="0000CC"/>
                </a:solidFill>
                <a:latin typeface="宋体" panose="02010600030101010101" pitchFamily="2" charset="-122"/>
              </a:rPr>
              <a:t>TP :  </a:t>
            </a:r>
            <a:r>
              <a:rPr lang="zh-CN" altLang="en-US" sz="2000" b="1" dirty="0">
                <a:solidFill>
                  <a:srgbClr val="0000CC"/>
                </a:solidFill>
                <a:latin typeface="宋体" panose="02010600030101010101" pitchFamily="2" charset="-122"/>
              </a:rPr>
              <a:t>执行用户程序</a:t>
            </a:r>
            <a:r>
              <a:rPr lang="zh-CN" altLang="en-US" sz="2000" b="1" dirty="0">
                <a:solidFill>
                  <a:srgbClr val="0000CC"/>
                </a:solidFill>
                <a:latin typeface="宋体" panose="02010600030101010101" pitchFamily="2" charset="-122"/>
                <a:sym typeface="Arial" panose="020B0604020202020204" pitchFamily="34" charset="0"/>
              </a:rPr>
              <a:t> </a:t>
            </a:r>
            <a:r>
              <a:rPr lang="en-US" altLang="zh-CN" sz="2000" b="1" dirty="0">
                <a:solidFill>
                  <a:srgbClr val="0000CC"/>
                </a:solidFill>
                <a:latin typeface="宋体" panose="02010600030101010101" pitchFamily="2" charset="-122"/>
                <a:sym typeface="Arial" panose="020B0604020202020204" pitchFamily="34" charset="0"/>
              </a:rPr>
              <a:t>TP= </a:t>
            </a:r>
            <a:r>
              <a:rPr lang="zh-CN" altLang="zh-CN" sz="2000" b="1" dirty="0">
                <a:solidFill>
                  <a:srgbClr val="0000CC"/>
                </a:solidFill>
                <a:latin typeface="宋体" panose="02010600030101010101" pitchFamily="2" charset="-122"/>
                <a:sym typeface="Arial" panose="020B0604020202020204" pitchFamily="34" charset="0"/>
              </a:rPr>
              <a:t>平均速度X指令条数 </a:t>
            </a:r>
          </a:p>
        </p:txBody>
      </p:sp>
      <p:sp>
        <p:nvSpPr>
          <p:cNvPr id="20" name="Text Box 8">
            <a:extLst>
              <a:ext uri="{FF2B5EF4-FFF2-40B4-BE49-F238E27FC236}">
                <a16:creationId xmlns:a16="http://schemas.microsoft.com/office/drawing/2014/main" id="{FF76BA7E-E6BF-FF48-BCC6-1A391A856C86}"/>
              </a:ext>
            </a:extLst>
          </p:cNvPr>
          <p:cNvSpPr txBox="1">
            <a:spLocks noChangeArrowheads="1"/>
          </p:cNvSpPr>
          <p:nvPr/>
        </p:nvSpPr>
        <p:spPr bwMode="auto">
          <a:xfrm>
            <a:off x="1908175" y="3573463"/>
            <a:ext cx="4895850" cy="40481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00CC"/>
                </a:solidFill>
                <a:latin typeface="宋体" panose="02010600030101010101" pitchFamily="2" charset="-122"/>
              </a:rPr>
              <a:t> </a:t>
            </a:r>
            <a:r>
              <a:rPr lang="en-US" altLang="zh-CN" sz="2000" b="1">
                <a:solidFill>
                  <a:srgbClr val="0000CC"/>
                </a:solidFill>
                <a:latin typeface="宋体" panose="02010600030101010101" pitchFamily="2" charset="-122"/>
              </a:rPr>
              <a:t>Tl = PLC</a:t>
            </a:r>
            <a:r>
              <a:rPr lang="zh-CN" altLang="en-US" sz="2000" b="1">
                <a:solidFill>
                  <a:srgbClr val="0000CC"/>
                </a:solidFill>
                <a:latin typeface="宋体" panose="02010600030101010101" pitchFamily="2" charset="-122"/>
              </a:rPr>
              <a:t>与微机不构成网络   </a:t>
            </a:r>
            <a:r>
              <a:rPr lang="en-US" altLang="zh-CN" sz="2000" b="1">
                <a:solidFill>
                  <a:srgbClr val="0000CC"/>
                </a:solidFill>
                <a:latin typeface="宋体" panose="02010600030101010101" pitchFamily="2" charset="-122"/>
              </a:rPr>
              <a:t>0ms</a:t>
            </a:r>
          </a:p>
        </p:txBody>
      </p:sp>
      <p:sp>
        <p:nvSpPr>
          <p:cNvPr id="21" name="Text Box 9">
            <a:extLst>
              <a:ext uri="{FF2B5EF4-FFF2-40B4-BE49-F238E27FC236}">
                <a16:creationId xmlns:a16="http://schemas.microsoft.com/office/drawing/2014/main" id="{B087AA44-7CB2-9342-983B-ABE9F5032100}"/>
              </a:ext>
            </a:extLst>
          </p:cNvPr>
          <p:cNvSpPr txBox="1">
            <a:spLocks noChangeArrowheads="1"/>
          </p:cNvSpPr>
          <p:nvPr/>
        </p:nvSpPr>
        <p:spPr bwMode="auto">
          <a:xfrm>
            <a:off x="971550" y="4854575"/>
            <a:ext cx="1608133" cy="40011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solidFill>
                  <a:srgbClr val="0000CC"/>
                </a:solidFill>
                <a:latin typeface="宋体" panose="02010600030101010101" pitchFamily="2" charset="-122"/>
              </a:rPr>
              <a:t>5</a:t>
            </a:r>
            <a:r>
              <a:rPr lang="zh-CN" altLang="en-US" sz="2000" b="1" dirty="0">
                <a:solidFill>
                  <a:srgbClr val="0000CC"/>
                </a:solidFill>
                <a:latin typeface="宋体" panose="02010600030101010101" pitchFamily="2" charset="-122"/>
              </a:rPr>
              <a:t>）</a:t>
            </a:r>
            <a:r>
              <a:rPr lang="en-US" altLang="zh-CN" sz="2000" b="1" dirty="0">
                <a:solidFill>
                  <a:srgbClr val="0000CC"/>
                </a:solidFill>
                <a:latin typeface="宋体" panose="02010600030101010101" pitchFamily="2" charset="-122"/>
              </a:rPr>
              <a:t> </a:t>
            </a:r>
            <a:r>
              <a:rPr lang="zh-CN" altLang="zh-CN" sz="2000" b="1" dirty="0">
                <a:solidFill>
                  <a:srgbClr val="0000CC"/>
                </a:solidFill>
                <a:latin typeface="宋体" panose="02010600030101010101" pitchFamily="2" charset="-122"/>
              </a:rPr>
              <a:t>I/O刷新</a:t>
            </a:r>
          </a:p>
        </p:txBody>
      </p:sp>
      <p:sp>
        <p:nvSpPr>
          <p:cNvPr id="22" name="Text Box 10">
            <a:extLst>
              <a:ext uri="{FF2B5EF4-FFF2-40B4-BE49-F238E27FC236}">
                <a16:creationId xmlns:a16="http://schemas.microsoft.com/office/drawing/2014/main" id="{6340F8F9-157C-D846-8794-64F44775C0C1}"/>
              </a:ext>
            </a:extLst>
          </p:cNvPr>
          <p:cNvSpPr txBox="1">
            <a:spLocks noChangeArrowheads="1"/>
          </p:cNvSpPr>
          <p:nvPr/>
        </p:nvSpPr>
        <p:spPr bwMode="auto">
          <a:xfrm>
            <a:off x="2579683" y="4854575"/>
            <a:ext cx="768355" cy="40011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CC"/>
                </a:solidFill>
                <a:latin typeface="宋体" panose="02010600030101010101" pitchFamily="2" charset="-122"/>
              </a:rPr>
              <a:t>Tr = </a:t>
            </a:r>
          </a:p>
        </p:txBody>
      </p:sp>
      <p:sp>
        <p:nvSpPr>
          <p:cNvPr id="23" name="Text Box 11">
            <a:extLst>
              <a:ext uri="{FF2B5EF4-FFF2-40B4-BE49-F238E27FC236}">
                <a16:creationId xmlns:a16="http://schemas.microsoft.com/office/drawing/2014/main" id="{6A3AE4CA-90CC-FE4C-937C-2B18468B7085}"/>
              </a:ext>
            </a:extLst>
          </p:cNvPr>
          <p:cNvSpPr txBox="1">
            <a:spLocks noChangeArrowheads="1"/>
          </p:cNvSpPr>
          <p:nvPr/>
        </p:nvSpPr>
        <p:spPr bwMode="auto">
          <a:xfrm>
            <a:off x="3362325" y="4854575"/>
            <a:ext cx="5143500" cy="404813"/>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rgbClr val="0000CC"/>
                </a:solidFill>
                <a:latin typeface="宋体" panose="02010600030101010101" pitchFamily="2" charset="-122"/>
              </a:rPr>
              <a:t>主机与近程扩展机：</a:t>
            </a:r>
            <a:r>
              <a:rPr lang="zh-CN" altLang="zh-CN" sz="2000" b="1" dirty="0">
                <a:solidFill>
                  <a:srgbClr val="0000CC"/>
                </a:solidFill>
                <a:latin typeface="宋体" panose="02010600030101010101" pitchFamily="2" charset="-122"/>
              </a:rPr>
              <a:t>   输入   0.07ms/8个</a:t>
            </a:r>
          </a:p>
        </p:txBody>
      </p:sp>
      <p:sp>
        <p:nvSpPr>
          <p:cNvPr id="24" name="Text Box 12">
            <a:extLst>
              <a:ext uri="{FF2B5EF4-FFF2-40B4-BE49-F238E27FC236}">
                <a16:creationId xmlns:a16="http://schemas.microsoft.com/office/drawing/2014/main" id="{19EA7360-F324-8A45-B9A7-D34ADABCFF59}"/>
              </a:ext>
            </a:extLst>
          </p:cNvPr>
          <p:cNvSpPr txBox="1">
            <a:spLocks noChangeArrowheads="1"/>
          </p:cNvSpPr>
          <p:nvPr/>
        </p:nvSpPr>
        <p:spPr bwMode="auto">
          <a:xfrm>
            <a:off x="6164263" y="5367338"/>
            <a:ext cx="2224087" cy="40481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00CC"/>
                </a:solidFill>
                <a:latin typeface="宋体" panose="02010600030101010101" pitchFamily="2" charset="-122"/>
              </a:rPr>
              <a:t>输出  </a:t>
            </a:r>
            <a:r>
              <a:rPr lang="en-US" altLang="zh-CN" sz="2000" b="1">
                <a:solidFill>
                  <a:srgbClr val="0000CC"/>
                </a:solidFill>
                <a:latin typeface="宋体" panose="02010600030101010101" pitchFamily="2" charset="-122"/>
              </a:rPr>
              <a:t>0.04ms/8</a:t>
            </a:r>
            <a:r>
              <a:rPr lang="zh-CN" altLang="en-US" sz="2000" b="1">
                <a:solidFill>
                  <a:srgbClr val="0000CC"/>
                </a:solidFill>
                <a:latin typeface="宋体" panose="02010600030101010101" pitchFamily="2" charset="-122"/>
              </a:rPr>
              <a:t>个</a:t>
            </a:r>
          </a:p>
        </p:txBody>
      </p:sp>
      <p:sp>
        <p:nvSpPr>
          <p:cNvPr id="25" name="Text Box 13">
            <a:extLst>
              <a:ext uri="{FF2B5EF4-FFF2-40B4-BE49-F238E27FC236}">
                <a16:creationId xmlns:a16="http://schemas.microsoft.com/office/drawing/2014/main" id="{7F107033-9E42-4341-8E98-D358C1D78CB5}"/>
              </a:ext>
            </a:extLst>
          </p:cNvPr>
          <p:cNvSpPr txBox="1">
            <a:spLocks noChangeArrowheads="1"/>
          </p:cNvSpPr>
          <p:nvPr/>
        </p:nvSpPr>
        <p:spPr bwMode="auto">
          <a:xfrm>
            <a:off x="3348038" y="5872163"/>
            <a:ext cx="5145087" cy="404812"/>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zh-CN" sz="2000">
                <a:solidFill>
                  <a:srgbClr val="0000CC"/>
                </a:solidFill>
                <a:latin typeface="宋体" panose="02010600030101010101" pitchFamily="2" charset="-122"/>
              </a:rPr>
              <a:t>远程</a:t>
            </a:r>
            <a:r>
              <a:rPr lang="zh-CN" altLang="en-US" sz="2000" b="1">
                <a:solidFill>
                  <a:srgbClr val="0000CC"/>
                </a:solidFill>
                <a:latin typeface="宋体" panose="02010600030101010101" pitchFamily="2" charset="-122"/>
              </a:rPr>
              <a:t>扩展机：以通道数计算，</a:t>
            </a:r>
            <a:r>
              <a:rPr lang="zh-CN" altLang="zh-CN" sz="2000">
                <a:solidFill>
                  <a:srgbClr val="0000CC"/>
                </a:solidFill>
                <a:latin typeface="宋体" panose="02010600030101010101" pitchFamily="2" charset="-122"/>
              </a:rPr>
              <a:t>1.3ms+nX0.2ms</a:t>
            </a:r>
          </a:p>
        </p:txBody>
      </p:sp>
      <p:sp>
        <p:nvSpPr>
          <p:cNvPr id="3" name="文本框 2">
            <a:extLst>
              <a:ext uri="{FF2B5EF4-FFF2-40B4-BE49-F238E27FC236}">
                <a16:creationId xmlns:a16="http://schemas.microsoft.com/office/drawing/2014/main" id="{D7AD382A-34C7-12AC-8B61-46A80D3B747A}"/>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36844210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500"/>
                                        <p:tgtEl>
                                          <p:spTgt spid="15"/>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slide(fromBottom)">
                                      <p:cBhvr>
                                        <p:cTn id="10" dur="500"/>
                                        <p:tgtEl>
                                          <p:spTgt spid="16"/>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slide(fromBottom)">
                                      <p:cBhvr>
                                        <p:cTn id="13" dur="500"/>
                                        <p:tgtEl>
                                          <p:spTgt spid="17"/>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slide(fromBottom)">
                                      <p:cBhvr>
                                        <p:cTn id="16" dur="500"/>
                                        <p:tgtEl>
                                          <p:spTgt spid="18"/>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slide(fromBottom)">
                                      <p:cBhvr>
                                        <p:cTn id="19" dur="500"/>
                                        <p:tgtEl>
                                          <p:spTgt spid="19"/>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slide(fromBottom)">
                                      <p:cBhvr>
                                        <p:cTn id="22" dur="500"/>
                                        <p:tgtEl>
                                          <p:spTgt spid="20"/>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slide(fromBottom)">
                                      <p:cBhvr>
                                        <p:cTn id="25" dur="500"/>
                                        <p:tgtEl>
                                          <p:spTgt spid="21"/>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slide(fromBottom)">
                                      <p:cBhvr>
                                        <p:cTn id="28" dur="500"/>
                                        <p:tgtEl>
                                          <p:spTgt spid="22"/>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slide(fromBottom)">
                                      <p:cBhvr>
                                        <p:cTn id="31" dur="500"/>
                                        <p:tgtEl>
                                          <p:spTgt spid="23"/>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slide(fromBottom)">
                                      <p:cBhvr>
                                        <p:cTn id="34" dur="500"/>
                                        <p:tgtEl>
                                          <p:spTgt spid="24"/>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slide(fromBottom)">
                                      <p:cBhvr>
                                        <p:cTn id="3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A92A6D40-8731-1843-9B9A-9AC875B8A4B4}"/>
              </a:ext>
            </a:extLst>
          </p:cNvPr>
          <p:cNvSpPr txBox="1">
            <a:spLocks noChangeArrowheads="1"/>
          </p:cNvSpPr>
          <p:nvPr/>
        </p:nvSpPr>
        <p:spPr bwMode="auto">
          <a:xfrm>
            <a:off x="827088" y="836613"/>
            <a:ext cx="4115229" cy="40011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6</a:t>
            </a:r>
            <a:r>
              <a:rPr kumimoji="0" lang="zh-CN" altLang="en-US"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a:t>
            </a:r>
            <a:r>
              <a:rPr kumimoji="0" lang="zh-CN"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  外设服务</a:t>
            </a:r>
            <a:r>
              <a:rPr kumimoji="0" lang="zh-CN" altLang="en-US"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a:t>
            </a:r>
            <a:r>
              <a:rPr kumimoji="0" lang="zh-CN" altLang="en-US" sz="2000" b="1" i="0" u="none" strike="noStrike" kern="0" cap="none" spc="0" normalizeH="0" baseline="0" noProof="0" dirty="0">
                <a:ln>
                  <a:noFill/>
                </a:ln>
                <a:solidFill>
                  <a:srgbClr val="0000CC"/>
                </a:solidFill>
                <a:effectLst/>
                <a:uLnTx/>
                <a:uFillTx/>
                <a:latin typeface="Arial" panose="020B0604020202020204" pitchFamily="34" charset="0"/>
                <a:ea typeface="宋体" panose="02010600030101010101" pitchFamily="2" charset="-122"/>
              </a:rPr>
              <a:t>装有外设时</a:t>
            </a:r>
            <a:r>
              <a:rPr kumimoji="0" lang="zh-CN" altLang="en-US"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a:t>
            </a:r>
            <a:r>
              <a:rPr kumimoji="0" lang="en-US" altLang="zh-CN" sz="2000" b="1" i="0" u="none" strike="noStrike" kern="0" cap="none" spc="0" normalizeH="0" baseline="0" noProof="0" dirty="0">
                <a:ln>
                  <a:noFill/>
                </a:ln>
                <a:solidFill>
                  <a:srgbClr val="0000CC"/>
                </a:solidFill>
                <a:effectLst/>
                <a:uLnTx/>
                <a:uFillTx/>
                <a:latin typeface="Arial" panose="020B0604020202020204" pitchFamily="34" charset="0"/>
                <a:ea typeface="宋体" panose="02010600030101010101" pitchFamily="2" charset="-122"/>
              </a:rPr>
              <a:t>To</a:t>
            </a:r>
            <a:r>
              <a:rPr kumimoji="0" lang="zh-CN" altLang="zh-CN" sz="20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rPr>
              <a:t> </a:t>
            </a:r>
          </a:p>
        </p:txBody>
      </p:sp>
      <p:sp>
        <p:nvSpPr>
          <p:cNvPr id="7" name="Text Box 3">
            <a:extLst>
              <a:ext uri="{FF2B5EF4-FFF2-40B4-BE49-F238E27FC236}">
                <a16:creationId xmlns:a16="http://schemas.microsoft.com/office/drawing/2014/main" id="{2EBF618D-7D71-A54E-B5D3-204B94EFDDA1}"/>
              </a:ext>
            </a:extLst>
          </p:cNvPr>
          <p:cNvSpPr txBox="1">
            <a:spLocks noChangeArrowheads="1"/>
          </p:cNvSpPr>
          <p:nvPr/>
        </p:nvSpPr>
        <p:spPr bwMode="auto">
          <a:xfrm>
            <a:off x="2301875" y="1412875"/>
            <a:ext cx="4256088" cy="404813"/>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CC"/>
                </a:solidFill>
                <a:latin typeface="宋体" panose="02010600030101010101" pitchFamily="2" charset="-122"/>
              </a:rPr>
              <a:t>To=0.8ms  </a:t>
            </a:r>
            <a:r>
              <a:rPr lang="zh-CN" altLang="en-US" sz="2000" b="1">
                <a:solidFill>
                  <a:srgbClr val="0000CC"/>
                </a:solidFill>
                <a:latin typeface="宋体" panose="02010600030101010101" pitchFamily="2" charset="-122"/>
              </a:rPr>
              <a:t>（</a:t>
            </a:r>
            <a:r>
              <a:rPr lang="en-US" altLang="zh-CN" sz="2000" b="1">
                <a:solidFill>
                  <a:srgbClr val="0000CC"/>
                </a:solidFill>
                <a:latin typeface="宋体" panose="02010600030101010101" pitchFamily="2" charset="-122"/>
              </a:rPr>
              <a:t>T=Tc+Tl+Tp+Tr≤13ms)</a:t>
            </a:r>
            <a:endParaRPr lang="zh-CN" altLang="zh-CN" sz="2000">
              <a:solidFill>
                <a:srgbClr val="0000CC"/>
              </a:solidFill>
              <a:latin typeface="宋体" panose="02010600030101010101" pitchFamily="2" charset="-122"/>
            </a:endParaRPr>
          </a:p>
        </p:txBody>
      </p:sp>
      <p:sp>
        <p:nvSpPr>
          <p:cNvPr id="8" name="Text Box 4">
            <a:extLst>
              <a:ext uri="{FF2B5EF4-FFF2-40B4-BE49-F238E27FC236}">
                <a16:creationId xmlns:a16="http://schemas.microsoft.com/office/drawing/2014/main" id="{67F694E9-6CDC-F04C-A393-C9BD6A7BBDF1}"/>
              </a:ext>
            </a:extLst>
          </p:cNvPr>
          <p:cNvSpPr txBox="1">
            <a:spLocks noChangeArrowheads="1"/>
          </p:cNvSpPr>
          <p:nvPr/>
        </p:nvSpPr>
        <p:spPr bwMode="auto">
          <a:xfrm>
            <a:off x="2335213" y="2133600"/>
            <a:ext cx="4383087" cy="404813"/>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0000CC"/>
                </a:solidFill>
                <a:latin typeface="宋体" panose="02010600030101010101" pitchFamily="2" charset="-122"/>
              </a:rPr>
              <a:t>To=0.06 ×T</a:t>
            </a:r>
            <a:r>
              <a:rPr lang="zh-CN" altLang="en-US" sz="2000" b="1">
                <a:solidFill>
                  <a:srgbClr val="0000CC"/>
                </a:solidFill>
                <a:latin typeface="宋体" panose="02010600030101010101" pitchFamily="2" charset="-122"/>
              </a:rPr>
              <a:t>（</a:t>
            </a:r>
            <a:r>
              <a:rPr lang="en-US" altLang="zh-CN" sz="2000" b="1">
                <a:solidFill>
                  <a:srgbClr val="0000CC"/>
                </a:solidFill>
                <a:latin typeface="宋体" panose="02010600030101010101" pitchFamily="2" charset="-122"/>
              </a:rPr>
              <a:t>T=Tc+Tl+Tp+Tr &gt;13ms)</a:t>
            </a:r>
            <a:endParaRPr lang="zh-CN" altLang="zh-CN" sz="2000">
              <a:solidFill>
                <a:srgbClr val="0000CC"/>
              </a:solidFill>
              <a:latin typeface="宋体" panose="02010600030101010101" pitchFamily="2" charset="-122"/>
            </a:endParaRPr>
          </a:p>
        </p:txBody>
      </p:sp>
      <p:sp>
        <p:nvSpPr>
          <p:cNvPr id="9" name="Text Box 5">
            <a:extLst>
              <a:ext uri="{FF2B5EF4-FFF2-40B4-BE49-F238E27FC236}">
                <a16:creationId xmlns:a16="http://schemas.microsoft.com/office/drawing/2014/main" id="{238D2EA8-8B3F-0647-9EE9-75C37DF9B444}"/>
              </a:ext>
            </a:extLst>
          </p:cNvPr>
          <p:cNvSpPr txBox="1">
            <a:spLocks noChangeArrowheads="1"/>
          </p:cNvSpPr>
          <p:nvPr/>
        </p:nvSpPr>
        <p:spPr bwMode="auto">
          <a:xfrm>
            <a:off x="755650" y="2852936"/>
            <a:ext cx="6626225" cy="1405193"/>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b="1" dirty="0">
                <a:solidFill>
                  <a:srgbClr val="0000CC"/>
                </a:solidFill>
                <a:latin typeface="宋体" panose="02010600030101010101" pitchFamily="2" charset="-122"/>
              </a:rPr>
              <a:t>7</a:t>
            </a:r>
            <a:r>
              <a:rPr lang="zh-CN" altLang="en-US" sz="2000" b="1" dirty="0">
                <a:solidFill>
                  <a:srgbClr val="0000CC"/>
                </a:solidFill>
                <a:latin typeface="宋体" panose="02010600030101010101" pitchFamily="2" charset="-122"/>
              </a:rPr>
              <a:t>） 共同处理、上位链接服务、外设服务、运算处理、</a:t>
            </a:r>
            <a:r>
              <a:rPr lang="en-US" altLang="zh-CN" sz="2000" b="1" dirty="0">
                <a:solidFill>
                  <a:srgbClr val="0000CC"/>
                </a:solidFill>
                <a:latin typeface="宋体" panose="02010600030101010101" pitchFamily="2" charset="-122"/>
              </a:rPr>
              <a:t>I/O</a:t>
            </a:r>
            <a:r>
              <a:rPr lang="zh-CN" altLang="en-US" sz="2000" b="1" dirty="0">
                <a:solidFill>
                  <a:srgbClr val="0000CC"/>
                </a:solidFill>
                <a:latin typeface="宋体" panose="02010600030101010101" pitchFamily="2" charset="-122"/>
              </a:rPr>
              <a:t>刷新时间构成了</a:t>
            </a:r>
            <a:r>
              <a:rPr lang="en-US" altLang="zh-CN" sz="2000" b="1" dirty="0">
                <a:solidFill>
                  <a:srgbClr val="0000CC"/>
                </a:solidFill>
                <a:latin typeface="宋体" panose="02010600030101010101" pitchFamily="2" charset="-122"/>
              </a:rPr>
              <a:t>PLC</a:t>
            </a:r>
            <a:r>
              <a:rPr lang="zh-CN" altLang="en-US" sz="2000" b="1" dirty="0">
                <a:solidFill>
                  <a:srgbClr val="0000CC"/>
                </a:solidFill>
                <a:latin typeface="宋体" panose="02010600030101010101" pitchFamily="2" charset="-122"/>
              </a:rPr>
              <a:t>的扫描时间</a:t>
            </a:r>
            <a:r>
              <a:rPr lang="en-US" altLang="zh-CN" sz="2000" b="1" dirty="0">
                <a:solidFill>
                  <a:srgbClr val="0000CC"/>
                </a:solidFill>
                <a:latin typeface="宋体" panose="02010600030101010101" pitchFamily="2" charset="-122"/>
              </a:rPr>
              <a:t>Ts</a:t>
            </a:r>
          </a:p>
          <a:p>
            <a:pPr eaLnBrk="1" hangingPunct="1">
              <a:lnSpc>
                <a:spcPct val="150000"/>
              </a:lnSpc>
            </a:pPr>
            <a:r>
              <a:rPr lang="en-US" altLang="zh-CN" sz="2000" b="1" dirty="0">
                <a:solidFill>
                  <a:srgbClr val="A50021"/>
                </a:solidFill>
                <a:latin typeface="宋体" panose="02010600030101010101" pitchFamily="2" charset="-122"/>
              </a:rPr>
              <a:t>PLC</a:t>
            </a:r>
            <a:r>
              <a:rPr lang="zh-CN" altLang="en-US" sz="2000" b="1" dirty="0">
                <a:solidFill>
                  <a:srgbClr val="A50021"/>
                </a:solidFill>
                <a:latin typeface="宋体" panose="02010600030101010101" pitchFamily="2" charset="-122"/>
              </a:rPr>
              <a:t>的扫描时间  </a:t>
            </a:r>
            <a:r>
              <a:rPr lang="en-US" altLang="zh-CN" sz="2000" b="1" dirty="0">
                <a:solidFill>
                  <a:srgbClr val="A50021"/>
                </a:solidFill>
                <a:latin typeface="宋体" panose="02010600030101010101" pitchFamily="2" charset="-122"/>
              </a:rPr>
              <a:t>Ts=</a:t>
            </a:r>
            <a:r>
              <a:rPr lang="en-US" altLang="zh-CN" sz="2000" b="1" dirty="0" err="1">
                <a:solidFill>
                  <a:srgbClr val="A50021"/>
                </a:solidFill>
                <a:latin typeface="宋体" panose="02010600030101010101" pitchFamily="2" charset="-122"/>
              </a:rPr>
              <a:t>Tc+Tl+To+Tp+Tr</a:t>
            </a:r>
            <a:endParaRPr lang="zh-CN" altLang="zh-CN" sz="2000" dirty="0">
              <a:solidFill>
                <a:srgbClr val="A50021"/>
              </a:solidFill>
              <a:latin typeface="宋体" panose="02010600030101010101" pitchFamily="2" charset="-122"/>
            </a:endParaRPr>
          </a:p>
        </p:txBody>
      </p:sp>
      <p:sp>
        <p:nvSpPr>
          <p:cNvPr id="3" name="文本框 2">
            <a:extLst>
              <a:ext uri="{FF2B5EF4-FFF2-40B4-BE49-F238E27FC236}">
                <a16:creationId xmlns:a16="http://schemas.microsoft.com/office/drawing/2014/main" id="{8BFE6306-35C9-FE77-B4DF-FEB922074EFC}"/>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4217686295"/>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96EAC91-AEA7-3940-B7EA-08966A846A49}"/>
              </a:ext>
            </a:extLst>
          </p:cNvPr>
          <p:cNvSpPr txBox="1">
            <a:spLocks noChangeArrowheads="1"/>
          </p:cNvSpPr>
          <p:nvPr/>
        </p:nvSpPr>
        <p:spPr bwMode="auto">
          <a:xfrm>
            <a:off x="468313" y="620713"/>
            <a:ext cx="8229600"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A50021"/>
                </a:solidFill>
                <a:effectLst/>
                <a:uLnTx/>
                <a:uFillTx/>
                <a:latin typeface="Arial"/>
                <a:ea typeface="宋体"/>
                <a:cs typeface="+mj-cs"/>
              </a:rPr>
              <a:t>有关结论</a:t>
            </a:r>
          </a:p>
        </p:txBody>
      </p:sp>
      <p:sp>
        <p:nvSpPr>
          <p:cNvPr id="5" name="Rectangle 3">
            <a:extLst>
              <a:ext uri="{FF2B5EF4-FFF2-40B4-BE49-F238E27FC236}">
                <a16:creationId xmlns:a16="http://schemas.microsoft.com/office/drawing/2014/main" id="{DFECCEE8-6F9F-9F46-A568-1CE9F3B1692B}"/>
              </a:ext>
            </a:extLst>
          </p:cNvPr>
          <p:cNvSpPr txBox="1">
            <a:spLocks noChangeArrowheads="1"/>
          </p:cNvSpPr>
          <p:nvPr/>
        </p:nvSpPr>
        <p:spPr bwMode="auto">
          <a:xfrm>
            <a:off x="468313" y="1844675"/>
            <a:ext cx="8229600" cy="28797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50000"/>
              </a:spcBef>
              <a:spcAft>
                <a:spcPct val="0"/>
              </a:spcAft>
              <a:buClrTx/>
              <a:buSzTx/>
              <a:buFontTx/>
              <a:buChar char="•"/>
              <a:tabLst/>
              <a:defRPr/>
            </a:pP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1</a:t>
            </a:r>
            <a:r>
              <a:rPr kumimoji="0" lang="zh-CN" altLang="en-US"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PLC</a:t>
            </a:r>
            <a:r>
              <a:rPr kumimoji="0" lang="zh-CN" altLang="en-US"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的扫描周期和用户程序的长短与系统构成有关，</a:t>
            </a:r>
            <a:r>
              <a:rPr kumimoji="0" lang="zh-CN" altLang="en-US"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用户程序越短、系统构成越简单，扫描周期越短。</a:t>
            </a:r>
          </a:p>
          <a:p>
            <a:pPr marL="342900" marR="0" lvl="0" indent="-342900" algn="l" defTabSz="914400" rtl="0" eaLnBrk="1" fontAlgn="base" latinLnBrk="0" hangingPunct="1">
              <a:lnSpc>
                <a:spcPct val="150000"/>
              </a:lnSpc>
              <a:spcBef>
                <a:spcPct val="50000"/>
              </a:spcBef>
              <a:spcAft>
                <a:spcPct val="0"/>
              </a:spcAft>
              <a:buClrTx/>
              <a:buSzTx/>
              <a:buFontTx/>
              <a:buChar char="•"/>
              <a:tabLst/>
              <a:defRPr/>
            </a:pPr>
            <a:r>
              <a:rPr kumimoji="0" lang="en-US" altLang="zh-CN"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2</a:t>
            </a:r>
            <a:r>
              <a:rPr kumimoji="0" lang="zh-CN" altLang="en-US"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a:t>
            </a:r>
            <a:r>
              <a:rPr kumimoji="0" lang="en-US" altLang="zh-CN"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PLC</a:t>
            </a:r>
            <a:r>
              <a:rPr kumimoji="0" lang="zh-CN" altLang="en-US"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的扫描周期一般在</a:t>
            </a:r>
            <a:r>
              <a:rPr kumimoji="0" lang="en-US" altLang="zh-CN"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10ms</a:t>
            </a:r>
            <a:r>
              <a:rPr kumimoji="0" lang="zh-CN" altLang="en-US" sz="2400" b="1" i="0" u="none" strike="noStrike" kern="1200" cap="none" spc="0" normalizeH="0" baseline="0" noProof="0">
                <a:ln>
                  <a:noFill/>
                </a:ln>
                <a:solidFill>
                  <a:srgbClr val="000099"/>
                </a:solidFill>
                <a:effectLst/>
                <a:uLnTx/>
                <a:uFillTx/>
                <a:latin typeface="宋体" panose="02010600030101010101" pitchFamily="2" charset="-122"/>
                <a:ea typeface="宋体"/>
                <a:cs typeface="+mn-cs"/>
              </a:rPr>
              <a:t>级，</a:t>
            </a:r>
            <a:r>
              <a:rPr kumimoji="0" lang="zh-CN" altLang="en-US"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这样普通输入点的信号频率应不大于</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50HZ</a:t>
            </a:r>
            <a:r>
              <a:rPr kumimoji="0" lang="zh-CN" altLang="en-US"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（在使用时一般在</a:t>
            </a:r>
            <a:r>
              <a:rPr kumimoji="0" lang="en-US" altLang="zh-CN"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10HZ</a:t>
            </a:r>
            <a:r>
              <a:rPr kumimoji="0" lang="zh-CN" altLang="en-US" sz="2400" b="1" i="0" u="none" strike="noStrike" kern="1200" cap="none" spc="0" normalizeH="0" baseline="0" noProof="0">
                <a:ln>
                  <a:noFill/>
                </a:ln>
                <a:solidFill>
                  <a:srgbClr val="09211C"/>
                </a:solidFill>
                <a:effectLst/>
                <a:uLnTx/>
                <a:uFillTx/>
                <a:latin typeface="宋体" panose="02010600030101010101" pitchFamily="2" charset="-122"/>
                <a:ea typeface="宋体"/>
                <a:cs typeface="+mn-cs"/>
              </a:rPr>
              <a:t>以下）。</a:t>
            </a:r>
          </a:p>
        </p:txBody>
      </p:sp>
    </p:spTree>
    <p:extLst>
      <p:ext uri="{BB962C8B-B14F-4D97-AF65-F5344CB8AC3E}">
        <p14:creationId xmlns:p14="http://schemas.microsoft.com/office/powerpoint/2010/main" val="25473238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amond(in)">
                                      <p:cBhvr>
                                        <p:cTn id="7" dur="2000"/>
                                        <p:tgtEl>
                                          <p:spTgt spid="5">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diamond(in)">
                                      <p:cBhvr>
                                        <p:cTn id="10"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40C6DBD-DAAC-6C41-9D94-5CE6045EC40E}"/>
              </a:ext>
            </a:extLst>
          </p:cNvPr>
          <p:cNvSpPr txBox="1">
            <a:spLocks noChangeArrowheads="1"/>
          </p:cNvSpPr>
          <p:nvPr/>
        </p:nvSpPr>
        <p:spPr bwMode="auto">
          <a:xfrm>
            <a:off x="463550" y="728663"/>
            <a:ext cx="8239125" cy="539750"/>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800" b="1" i="0" u="none" strike="noStrike" kern="1200" cap="none" spc="0" normalizeH="0" baseline="0" noProof="0" dirty="0">
                <a:ln>
                  <a:noFill/>
                </a:ln>
                <a:solidFill>
                  <a:srgbClr val="0000CC"/>
                </a:solidFill>
                <a:effectLst/>
                <a:uLnTx/>
                <a:uFillTx/>
                <a:latin typeface="宋体" panose="02010600030101010101" pitchFamily="2" charset="-122"/>
                <a:ea typeface="宋体"/>
                <a:cs typeface="+mj-cs"/>
              </a:rPr>
              <a:t>例 </a:t>
            </a:r>
            <a:r>
              <a:rPr kumimoji="0" lang="en-US" altLang="zh-CN" sz="2800" b="1" i="0" u="none" strike="noStrike" kern="1200" cap="none" spc="0" normalizeH="0" baseline="0" noProof="0" dirty="0">
                <a:ln>
                  <a:noFill/>
                </a:ln>
                <a:solidFill>
                  <a:srgbClr val="0000CC"/>
                </a:solidFill>
                <a:effectLst/>
                <a:uLnTx/>
                <a:uFillTx/>
                <a:latin typeface="宋体" panose="02010600030101010101" pitchFamily="2" charset="-122"/>
                <a:ea typeface="宋体"/>
                <a:cs typeface="+mj-cs"/>
              </a:rPr>
              <a:t>3</a:t>
            </a:r>
            <a:r>
              <a:rPr kumimoji="0" lang="zh-CN" altLang="zh-CN" sz="2800" b="1" i="0" u="none" strike="noStrike" kern="1200" cap="none" spc="0" normalizeH="0" baseline="0" noProof="0" dirty="0">
                <a:ln>
                  <a:noFill/>
                </a:ln>
                <a:solidFill>
                  <a:srgbClr val="0000CC"/>
                </a:solidFill>
                <a:effectLst/>
                <a:uLnTx/>
                <a:uFillTx/>
                <a:latin typeface="宋体" panose="02010600030101010101" pitchFamily="2" charset="-122"/>
                <a:ea typeface="宋体"/>
                <a:cs typeface="+mj-cs"/>
              </a:rPr>
              <a:t>—</a:t>
            </a:r>
            <a:r>
              <a:rPr kumimoji="0" lang="en-US" altLang="zh-CN" sz="2800" b="1" i="0" u="none" strike="noStrike" kern="1200" cap="none" spc="0" normalizeH="0" baseline="0" noProof="0" dirty="0">
                <a:ln>
                  <a:noFill/>
                </a:ln>
                <a:solidFill>
                  <a:srgbClr val="0000CC"/>
                </a:solidFill>
                <a:effectLst/>
                <a:uLnTx/>
                <a:uFillTx/>
                <a:latin typeface="宋体" panose="02010600030101010101" pitchFamily="2" charset="-122"/>
                <a:ea typeface="宋体"/>
                <a:cs typeface="+mj-cs"/>
              </a:rPr>
              <a:t>1</a:t>
            </a:r>
          </a:p>
        </p:txBody>
      </p:sp>
      <p:sp>
        <p:nvSpPr>
          <p:cNvPr id="5" name="Rectangle 3">
            <a:extLst>
              <a:ext uri="{FF2B5EF4-FFF2-40B4-BE49-F238E27FC236}">
                <a16:creationId xmlns:a16="http://schemas.microsoft.com/office/drawing/2014/main" id="{AF8A341D-EAE2-9E4F-AE74-D980D8B37E90}"/>
              </a:ext>
            </a:extLst>
          </p:cNvPr>
          <p:cNvSpPr txBox="1">
            <a:spLocks noChangeArrowheads="1"/>
          </p:cNvSpPr>
          <p:nvPr/>
        </p:nvSpPr>
        <p:spPr bwMode="auto">
          <a:xfrm>
            <a:off x="395288" y="1557338"/>
            <a:ext cx="8353425" cy="2808287"/>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某C200H型PLC系统，由</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主机和远程扩展机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构成。主机上装有</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3个16点输入</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模块，</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2个12点输出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模块。</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远程扩展机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上装有</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3个16</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点输入模块，一个</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12点输出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模块。程序有</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5000条指令</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，假定程序中使用的指令均为</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基本指令</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，平均执行时间为</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0.94</a:t>
            </a:r>
            <a:r>
              <a:rPr lang="en-US" altLang="zh-CN" sz="2200" b="1" dirty="0">
                <a:solidFill>
                  <a:srgbClr val="0000CC"/>
                </a:solidFill>
                <a:latin typeface="宋体" panose="02010600030101010101" pitchFamily="2" charset="-122"/>
                <a:ea typeface="宋体"/>
              </a:rPr>
              <a:t>us</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p>
          <a:p>
            <a:pPr marL="342900" marR="0" lvl="0" indent="-342900" algn="just" defTabSz="914400" rtl="0" eaLnBrk="1" fontAlgn="base" latinLnBrk="0" hangingPunct="1">
              <a:lnSpc>
                <a:spcPct val="150000"/>
              </a:lnSpc>
              <a:spcBef>
                <a:spcPct val="0"/>
              </a:spcBef>
              <a:spcAft>
                <a:spcPct val="0"/>
              </a:spcAft>
              <a:buClrTx/>
              <a:buSzTx/>
              <a:buFontTx/>
              <a:buNone/>
              <a:tabLst/>
              <a:defRPr/>
            </a:pP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试计算不与微机构成网络且不带编程器时的扫描时间。</a:t>
            </a:r>
          </a:p>
        </p:txBody>
      </p:sp>
      <p:sp>
        <p:nvSpPr>
          <p:cNvPr id="3" name="文本框 2">
            <a:extLst>
              <a:ext uri="{FF2B5EF4-FFF2-40B4-BE49-F238E27FC236}">
                <a16:creationId xmlns:a16="http://schemas.microsoft.com/office/drawing/2014/main" id="{2B97579C-3F48-9A84-A2D1-B2F411A00536}"/>
              </a:ext>
            </a:extLst>
          </p:cNvPr>
          <p:cNvSpPr txBox="1"/>
          <p:nvPr/>
        </p:nvSpPr>
        <p:spPr>
          <a:xfrm rot="420000">
            <a:off x="7481879" y="169713"/>
            <a:ext cx="1440160" cy="584775"/>
          </a:xfrm>
          <a:prstGeom prst="rect">
            <a:avLst/>
          </a:prstGeom>
          <a:noFill/>
          <a:ln w="19050">
            <a:solidFill>
              <a:srgbClr val="FF0000"/>
            </a:solidFill>
          </a:ln>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3200" dirty="0">
                <a:solidFill>
                  <a:srgbClr val="FF0000"/>
                </a:solidFill>
                <a:latin typeface="华文楷体" panose="02010600040101010101" pitchFamily="2" charset="-122"/>
                <a:ea typeface="华文楷体" panose="02010600040101010101" pitchFamily="2" charset="-122"/>
              </a:rPr>
              <a:t>考点</a:t>
            </a:r>
          </a:p>
        </p:txBody>
      </p:sp>
    </p:spTree>
    <p:extLst>
      <p:ext uri="{BB962C8B-B14F-4D97-AF65-F5344CB8AC3E}">
        <p14:creationId xmlns:p14="http://schemas.microsoft.com/office/powerpoint/2010/main" val="2349948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heckerboard(across)">
                                      <p:cBhvr>
                                        <p:cTn id="7" dur="500"/>
                                        <p:tgtEl>
                                          <p:spTgt spid="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checkerboard(across)">
                                      <p:cBhvr>
                                        <p:cTn id="1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6729583-A910-3642-ADE9-6E808E5D0866}"/>
              </a:ext>
            </a:extLst>
          </p:cNvPr>
          <p:cNvSpPr txBox="1">
            <a:spLocks noChangeArrowheads="1"/>
          </p:cNvSpPr>
          <p:nvPr/>
        </p:nvSpPr>
        <p:spPr bwMode="auto">
          <a:xfrm>
            <a:off x="323850" y="692150"/>
            <a:ext cx="8424863" cy="5113338"/>
          </a:xfrm>
          <a:prstGeom prst="rect">
            <a:avLst/>
          </a:prstGeom>
          <a:solidFill>
            <a:srgbClr val="FFFFFF"/>
          </a:solidFill>
          <a:ln>
            <a:solidFill>
              <a:srgbClr val="FFFFFF"/>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解：共同处理时间</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Tc=2.6m。</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因不与微机构成网络，故上位链接服务时间</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Tl=0</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。因</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不带外设</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，所以</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外设服务时间To=0。</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en-US"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运算处理时</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Tp＝0.94×5000＝4.7×10</a:t>
            </a:r>
            <a:r>
              <a:rPr kumimoji="0" lang="zh-CN" altLang="zh-CN" sz="2200" b="1" i="0" u="none" strike="noStrike" kern="1200" cap="none" spc="0" normalizeH="0" baseline="30000" noProof="0" dirty="0">
                <a:ln>
                  <a:noFill/>
                </a:ln>
                <a:solidFill>
                  <a:srgbClr val="09211C"/>
                </a:solidFill>
                <a:effectLst/>
                <a:uLnTx/>
                <a:uFillTx/>
                <a:latin typeface="宋体" panose="02010600030101010101" pitchFamily="2" charset="-122"/>
                <a:ea typeface="宋体"/>
                <a:cs typeface="+mn-cs"/>
              </a:rPr>
              <a:t>3</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u</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s)</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=4.7ms。</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主机部分的</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3个16</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点模块可看作</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6个8点输入模块</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2个12点输出模块</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可看作</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3</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个8点输出模块</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远程扩展机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部分</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3个16点输入</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模块和</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1个12点输出</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模块</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共占用4个通道</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。因此，</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I/O刷新时间:</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en-US"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 Tr</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=0.07×6+0.04×</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3</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+(1.3+0.2×4)</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=2.6</a:t>
            </a:r>
            <a:r>
              <a:rPr kumimoji="0" lang="en-US"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4</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(ms)</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en-US"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所以，该PLC系统在不与微机构成网络，不带编程器时的扫描时间为:</a:t>
            </a:r>
          </a:p>
          <a:p>
            <a:pPr marL="342900" marR="0" lvl="0" indent="-342900" algn="l" defTabSz="914400" rtl="0" eaLnBrk="1" fontAlgn="base" latinLnBrk="0" hangingPunct="1">
              <a:lnSpc>
                <a:spcPct val="150000"/>
              </a:lnSpc>
              <a:spcBef>
                <a:spcPct val="0"/>
              </a:spcBef>
              <a:spcAft>
                <a:spcPct val="0"/>
              </a:spcAft>
              <a:buClrTx/>
              <a:buSzTx/>
              <a:buFontTx/>
              <a:buNone/>
              <a:tabLst/>
              <a:defRPr/>
            </a:pPr>
            <a:r>
              <a:rPr kumimoji="0" lang="zh-CN"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en-US" altLang="zh-CN" sz="2200" b="1" i="0" u="none" strike="noStrike" kern="1200" cap="none" spc="0" normalizeH="0" baseline="0" noProof="0" dirty="0">
                <a:ln>
                  <a:noFill/>
                </a:ln>
                <a:solidFill>
                  <a:srgbClr val="09211C"/>
                </a:solidFill>
                <a:effectLst/>
                <a:uLnTx/>
                <a:uFillTx/>
                <a:latin typeface="宋体" panose="02010600030101010101" pitchFamily="2" charset="-122"/>
                <a:ea typeface="宋体"/>
                <a:cs typeface="+mn-cs"/>
              </a:rPr>
              <a:t> </a:t>
            </a:r>
            <a:r>
              <a:rPr kumimoji="0" lang="zh-CN" altLang="zh-CN" sz="2200" b="1" i="0" u="none" strike="noStrike" kern="1200" cap="none" spc="0" normalizeH="0" baseline="0" noProof="0" dirty="0">
                <a:ln>
                  <a:noFill/>
                </a:ln>
                <a:solidFill>
                  <a:srgbClr val="0000CC"/>
                </a:solidFill>
                <a:effectLst/>
                <a:uLnTx/>
                <a:uFillTx/>
                <a:latin typeface="宋体" panose="02010600030101010101" pitchFamily="2" charset="-122"/>
                <a:ea typeface="宋体"/>
                <a:cs typeface="+mn-cs"/>
              </a:rPr>
              <a:t>Ts=Tc+Tl+To+Tp+Tr=2.6+4.7+2.7＝10(ms)</a:t>
            </a:r>
          </a:p>
        </p:txBody>
      </p:sp>
    </p:spTree>
    <p:extLst>
      <p:ext uri="{BB962C8B-B14F-4D97-AF65-F5344CB8AC3E}">
        <p14:creationId xmlns:p14="http://schemas.microsoft.com/office/powerpoint/2010/main" val="19710614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a:extLst>
              <a:ext uri="{FF2B5EF4-FFF2-40B4-BE49-F238E27FC236}">
                <a16:creationId xmlns:a16="http://schemas.microsoft.com/office/drawing/2014/main" id="{4009F0A7-5A57-064F-B4C7-9A81A4F7D146}"/>
              </a:ext>
            </a:extLst>
          </p:cNvPr>
          <p:cNvSpPr txBox="1">
            <a:spLocks noChangeArrowheads="1"/>
          </p:cNvSpPr>
          <p:nvPr/>
        </p:nvSpPr>
        <p:spPr bwMode="auto">
          <a:xfrm>
            <a:off x="611188" y="981075"/>
            <a:ext cx="2209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200" b="1" dirty="0">
                <a:solidFill>
                  <a:srgbClr val="09211C"/>
                </a:solidFill>
                <a:latin typeface="宋体" panose="02010600030101010101" pitchFamily="2" charset="-122"/>
              </a:rPr>
              <a:t>1</a:t>
            </a:r>
            <a:r>
              <a:rPr lang="zh-CN" altLang="en-US" sz="2200" b="1" dirty="0">
                <a:solidFill>
                  <a:srgbClr val="09211C"/>
                </a:solidFill>
                <a:latin typeface="宋体" panose="02010600030101010101" pitchFamily="2" charset="-122"/>
              </a:rPr>
              <a:t>）</a:t>
            </a:r>
            <a:r>
              <a:rPr lang="en-US" altLang="zh-CN" sz="2200" b="1" dirty="0">
                <a:solidFill>
                  <a:srgbClr val="09211C"/>
                </a:solidFill>
                <a:latin typeface="宋体" panose="02010600030101010101" pitchFamily="2" charset="-122"/>
              </a:rPr>
              <a:t>I/O</a:t>
            </a:r>
            <a:r>
              <a:rPr lang="zh-CN" altLang="en-US" sz="2200" b="1" dirty="0">
                <a:solidFill>
                  <a:srgbClr val="09211C"/>
                </a:solidFill>
                <a:latin typeface="宋体" panose="02010600030101010101" pitchFamily="2" charset="-122"/>
              </a:rPr>
              <a:t>点数</a:t>
            </a:r>
          </a:p>
        </p:txBody>
      </p:sp>
      <p:sp>
        <p:nvSpPr>
          <p:cNvPr id="14" name="Text Box 3">
            <a:extLst>
              <a:ext uri="{FF2B5EF4-FFF2-40B4-BE49-F238E27FC236}">
                <a16:creationId xmlns:a16="http://schemas.microsoft.com/office/drawing/2014/main" id="{48BC805E-E768-7C42-9647-0F4B857DBEFE}"/>
              </a:ext>
            </a:extLst>
          </p:cNvPr>
          <p:cNvSpPr txBox="1">
            <a:spLocks noChangeArrowheads="1"/>
          </p:cNvSpPr>
          <p:nvPr/>
        </p:nvSpPr>
        <p:spPr bwMode="auto">
          <a:xfrm>
            <a:off x="971550" y="1484313"/>
            <a:ext cx="4060825" cy="427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200" b="1">
                <a:solidFill>
                  <a:srgbClr val="09211C"/>
                </a:solidFill>
                <a:latin typeface="宋体" panose="02010600030101010101" pitchFamily="2" charset="-122"/>
              </a:rPr>
              <a:t>指</a:t>
            </a:r>
            <a:r>
              <a:rPr lang="en-US" altLang="zh-CN" sz="2200" b="1">
                <a:solidFill>
                  <a:srgbClr val="09211C"/>
                </a:solidFill>
                <a:latin typeface="宋体" panose="02010600030101010101" pitchFamily="2" charset="-122"/>
              </a:rPr>
              <a:t>PLC</a:t>
            </a:r>
            <a:r>
              <a:rPr lang="zh-CN" altLang="en-US" sz="2200" b="1">
                <a:solidFill>
                  <a:srgbClr val="09211C"/>
                </a:solidFill>
                <a:latin typeface="宋体" panose="02010600030101010101" pitchFamily="2" charset="-122"/>
              </a:rPr>
              <a:t>外部输入和输出端子数。</a:t>
            </a:r>
          </a:p>
        </p:txBody>
      </p:sp>
      <p:sp>
        <p:nvSpPr>
          <p:cNvPr id="15" name="Text Box 4">
            <a:extLst>
              <a:ext uri="{FF2B5EF4-FFF2-40B4-BE49-F238E27FC236}">
                <a16:creationId xmlns:a16="http://schemas.microsoft.com/office/drawing/2014/main" id="{10757FB3-AC10-4C42-A6FF-E36AADE76096}"/>
              </a:ext>
            </a:extLst>
          </p:cNvPr>
          <p:cNvSpPr txBox="1">
            <a:spLocks noChangeArrowheads="1"/>
          </p:cNvSpPr>
          <p:nvPr/>
        </p:nvSpPr>
        <p:spPr bwMode="auto">
          <a:xfrm>
            <a:off x="588963" y="1989138"/>
            <a:ext cx="434340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200" b="1" dirty="0">
                <a:solidFill>
                  <a:srgbClr val="09211C"/>
                </a:solidFill>
                <a:latin typeface="宋体" panose="02010600030101010101" pitchFamily="2" charset="-122"/>
              </a:rPr>
              <a:t>2</a:t>
            </a:r>
            <a:r>
              <a:rPr lang="zh-CN" altLang="en-US" sz="2200" b="1" dirty="0">
                <a:solidFill>
                  <a:srgbClr val="09211C"/>
                </a:solidFill>
                <a:latin typeface="宋体" panose="02010600030101010101" pitchFamily="2" charset="-122"/>
              </a:rPr>
              <a:t>）用户程序存储容量</a:t>
            </a:r>
          </a:p>
        </p:txBody>
      </p:sp>
      <p:sp>
        <p:nvSpPr>
          <p:cNvPr id="16" name="Text Box 5">
            <a:extLst>
              <a:ext uri="{FF2B5EF4-FFF2-40B4-BE49-F238E27FC236}">
                <a16:creationId xmlns:a16="http://schemas.microsoft.com/office/drawing/2014/main" id="{3ACF320C-C07B-FB49-8BC0-70D232309846}"/>
              </a:ext>
            </a:extLst>
          </p:cNvPr>
          <p:cNvSpPr txBox="1">
            <a:spLocks noChangeArrowheads="1"/>
          </p:cNvSpPr>
          <p:nvPr/>
        </p:nvSpPr>
        <p:spPr bwMode="auto">
          <a:xfrm>
            <a:off x="971550" y="2492375"/>
            <a:ext cx="5141913" cy="427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200" b="1">
                <a:solidFill>
                  <a:srgbClr val="09211C"/>
                </a:solidFill>
                <a:latin typeface="宋体" panose="02010600030101010101" pitchFamily="2" charset="-122"/>
              </a:rPr>
              <a:t>用来衡量</a:t>
            </a:r>
            <a:r>
              <a:rPr lang="en-US" altLang="zh-CN" sz="2200" b="1">
                <a:solidFill>
                  <a:srgbClr val="09211C"/>
                </a:solidFill>
                <a:latin typeface="宋体" panose="02010600030101010101" pitchFamily="2" charset="-122"/>
              </a:rPr>
              <a:t>PLC</a:t>
            </a:r>
            <a:r>
              <a:rPr lang="zh-CN" altLang="en-US" sz="2200" b="1">
                <a:solidFill>
                  <a:srgbClr val="09211C"/>
                </a:solidFill>
                <a:latin typeface="宋体" panose="02010600030101010101" pitchFamily="2" charset="-122"/>
              </a:rPr>
              <a:t>所能存储用户程序的多少。</a:t>
            </a:r>
          </a:p>
        </p:txBody>
      </p:sp>
      <p:sp>
        <p:nvSpPr>
          <p:cNvPr id="17" name="Text Box 6">
            <a:extLst>
              <a:ext uri="{FF2B5EF4-FFF2-40B4-BE49-F238E27FC236}">
                <a16:creationId xmlns:a16="http://schemas.microsoft.com/office/drawing/2014/main" id="{46CC1DD0-DD4E-734E-98F6-96DB3577E486}"/>
              </a:ext>
            </a:extLst>
          </p:cNvPr>
          <p:cNvSpPr txBox="1">
            <a:spLocks noChangeArrowheads="1"/>
          </p:cNvSpPr>
          <p:nvPr/>
        </p:nvSpPr>
        <p:spPr bwMode="auto">
          <a:xfrm>
            <a:off x="611188" y="2997200"/>
            <a:ext cx="3313112"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200" b="1" dirty="0">
                <a:solidFill>
                  <a:srgbClr val="09211C"/>
                </a:solidFill>
                <a:latin typeface="宋体" panose="02010600030101010101" pitchFamily="2" charset="-122"/>
              </a:rPr>
              <a:t>3</a:t>
            </a:r>
            <a:r>
              <a:rPr lang="zh-CN" altLang="en-US" sz="2200" b="1" dirty="0">
                <a:solidFill>
                  <a:srgbClr val="09211C"/>
                </a:solidFill>
                <a:latin typeface="宋体" panose="02010600030101010101" pitchFamily="2" charset="-122"/>
              </a:rPr>
              <a:t>）扫描速度</a:t>
            </a:r>
          </a:p>
        </p:txBody>
      </p:sp>
      <p:sp>
        <p:nvSpPr>
          <p:cNvPr id="18" name="Text Box 7">
            <a:extLst>
              <a:ext uri="{FF2B5EF4-FFF2-40B4-BE49-F238E27FC236}">
                <a16:creationId xmlns:a16="http://schemas.microsoft.com/office/drawing/2014/main" id="{D40F2C9B-3D57-A04A-9698-52CBA4B70E66}"/>
              </a:ext>
            </a:extLst>
          </p:cNvPr>
          <p:cNvSpPr txBox="1">
            <a:spLocks noChangeArrowheads="1"/>
          </p:cNvSpPr>
          <p:nvPr/>
        </p:nvSpPr>
        <p:spPr bwMode="auto">
          <a:xfrm>
            <a:off x="971550" y="3367088"/>
            <a:ext cx="6983413" cy="493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zh-CN" altLang="en-US" sz="2200" b="1">
                <a:solidFill>
                  <a:srgbClr val="09211C"/>
                </a:solidFill>
                <a:latin typeface="宋体" panose="02010600030101010101" pitchFamily="2" charset="-122"/>
              </a:rPr>
              <a:t>指扫描</a:t>
            </a:r>
            <a:r>
              <a:rPr lang="en-US" altLang="zh-CN" sz="2200" b="1">
                <a:solidFill>
                  <a:srgbClr val="09211C"/>
                </a:solidFill>
                <a:latin typeface="宋体" panose="02010600030101010101" pitchFamily="2" charset="-122"/>
              </a:rPr>
              <a:t>1000</a:t>
            </a:r>
            <a:r>
              <a:rPr lang="zh-CN" altLang="en-US" sz="2200" b="1">
                <a:solidFill>
                  <a:srgbClr val="09211C"/>
                </a:solidFill>
                <a:latin typeface="宋体" panose="02010600030101010101" pitchFamily="2" charset="-122"/>
              </a:rPr>
              <a:t>步用户程序所需的时间，以</a:t>
            </a:r>
            <a:r>
              <a:rPr lang="en-US" altLang="zh-CN" sz="2200" b="1">
                <a:solidFill>
                  <a:srgbClr val="09211C"/>
                </a:solidFill>
                <a:latin typeface="宋体" panose="02010600030101010101" pitchFamily="2" charset="-122"/>
              </a:rPr>
              <a:t>ms/</a:t>
            </a:r>
            <a:r>
              <a:rPr lang="zh-CN" altLang="en-US" sz="2200" b="1">
                <a:solidFill>
                  <a:srgbClr val="09211C"/>
                </a:solidFill>
                <a:latin typeface="宋体" panose="02010600030101010101" pitchFamily="2" charset="-122"/>
              </a:rPr>
              <a:t>千步为单位。</a:t>
            </a:r>
          </a:p>
        </p:txBody>
      </p:sp>
      <p:sp>
        <p:nvSpPr>
          <p:cNvPr id="19" name="Text Box 8">
            <a:extLst>
              <a:ext uri="{FF2B5EF4-FFF2-40B4-BE49-F238E27FC236}">
                <a16:creationId xmlns:a16="http://schemas.microsoft.com/office/drawing/2014/main" id="{5FB0591A-761E-CD48-812C-31555666DF9D}"/>
              </a:ext>
            </a:extLst>
          </p:cNvPr>
          <p:cNvSpPr txBox="1">
            <a:spLocks noChangeArrowheads="1"/>
          </p:cNvSpPr>
          <p:nvPr/>
        </p:nvSpPr>
        <p:spPr bwMode="auto">
          <a:xfrm>
            <a:off x="611188" y="3933825"/>
            <a:ext cx="239871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200" b="1" dirty="0">
                <a:solidFill>
                  <a:srgbClr val="09211C"/>
                </a:solidFill>
                <a:latin typeface="宋体" panose="02010600030101010101" pitchFamily="2" charset="-122"/>
              </a:rPr>
              <a:t>4</a:t>
            </a:r>
            <a:r>
              <a:rPr lang="zh-CN" altLang="en-US" sz="2200" b="1" dirty="0">
                <a:solidFill>
                  <a:srgbClr val="09211C"/>
                </a:solidFill>
                <a:latin typeface="宋体" panose="02010600030101010101" pitchFamily="2" charset="-122"/>
              </a:rPr>
              <a:t>）指令系统条数</a:t>
            </a:r>
          </a:p>
        </p:txBody>
      </p:sp>
      <p:sp>
        <p:nvSpPr>
          <p:cNvPr id="20" name="Text Box 9">
            <a:extLst>
              <a:ext uri="{FF2B5EF4-FFF2-40B4-BE49-F238E27FC236}">
                <a16:creationId xmlns:a16="http://schemas.microsoft.com/office/drawing/2014/main" id="{1625B19B-892E-B048-BA6D-BF75B9AB2461}"/>
              </a:ext>
            </a:extLst>
          </p:cNvPr>
          <p:cNvSpPr txBox="1">
            <a:spLocks noChangeArrowheads="1"/>
          </p:cNvSpPr>
          <p:nvPr/>
        </p:nvSpPr>
        <p:spPr bwMode="auto">
          <a:xfrm>
            <a:off x="900113" y="4365625"/>
            <a:ext cx="7488237" cy="89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lang="zh-CN" altLang="en-US" sz="2200" b="1">
                <a:solidFill>
                  <a:srgbClr val="09211C"/>
                </a:solidFill>
                <a:latin typeface="宋体" panose="02010600030101010101" pitchFamily="2" charset="-122"/>
              </a:rPr>
              <a:t>指</a:t>
            </a:r>
            <a:r>
              <a:rPr lang="en-US" altLang="zh-CN" sz="2200" b="1">
                <a:solidFill>
                  <a:srgbClr val="09211C"/>
                </a:solidFill>
                <a:latin typeface="宋体" panose="02010600030101010101" pitchFamily="2" charset="-122"/>
              </a:rPr>
              <a:t>PLC</a:t>
            </a:r>
            <a:r>
              <a:rPr lang="zh-CN" altLang="en-US" sz="2200" b="1">
                <a:solidFill>
                  <a:srgbClr val="09211C"/>
                </a:solidFill>
                <a:latin typeface="宋体" panose="02010600030101010101" pitchFamily="2" charset="-122"/>
              </a:rPr>
              <a:t>具有的基本指令和高级指令的种类和数量。种类数量越多，软件功能越强。</a:t>
            </a:r>
          </a:p>
        </p:txBody>
      </p:sp>
      <p:sp>
        <p:nvSpPr>
          <p:cNvPr id="21" name="Text Box 10">
            <a:extLst>
              <a:ext uri="{FF2B5EF4-FFF2-40B4-BE49-F238E27FC236}">
                <a16:creationId xmlns:a16="http://schemas.microsoft.com/office/drawing/2014/main" id="{3520D81A-6134-1C46-AEF8-E45BED535489}"/>
              </a:ext>
            </a:extLst>
          </p:cNvPr>
          <p:cNvSpPr txBox="1">
            <a:spLocks noChangeArrowheads="1"/>
          </p:cNvSpPr>
          <p:nvPr/>
        </p:nvSpPr>
        <p:spPr bwMode="auto">
          <a:xfrm>
            <a:off x="611188" y="530520"/>
            <a:ext cx="39004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A50021"/>
                </a:solidFill>
                <a:latin typeface="宋体" panose="02010600030101010101" pitchFamily="2" charset="-122"/>
              </a:rPr>
              <a:t>（</a:t>
            </a:r>
            <a:r>
              <a:rPr lang="en-US" altLang="zh-CN" sz="2400" b="1" dirty="0">
                <a:solidFill>
                  <a:srgbClr val="A50021"/>
                </a:solidFill>
                <a:latin typeface="宋体" panose="02010600030101010101" pitchFamily="2" charset="-122"/>
              </a:rPr>
              <a:t>4</a:t>
            </a:r>
            <a:r>
              <a:rPr lang="zh-CN" altLang="en-US" sz="2400" b="1" dirty="0">
                <a:solidFill>
                  <a:srgbClr val="A50021"/>
                </a:solidFill>
                <a:latin typeface="宋体" panose="02010600030101010101" pitchFamily="2" charset="-122"/>
              </a:rPr>
              <a:t>）</a:t>
            </a:r>
            <a:r>
              <a:rPr lang="en-US" altLang="zh-CN" sz="2400" b="1" dirty="0">
                <a:solidFill>
                  <a:srgbClr val="A50021"/>
                </a:solidFill>
                <a:latin typeface="宋体" panose="02010600030101010101" pitchFamily="2" charset="-122"/>
              </a:rPr>
              <a:t>PLC</a:t>
            </a:r>
            <a:r>
              <a:rPr lang="zh-CN" altLang="zh-CN" sz="2400" b="1" dirty="0">
                <a:solidFill>
                  <a:srgbClr val="A50021"/>
                </a:solidFill>
                <a:latin typeface="宋体" panose="02010600030101010101" pitchFamily="2" charset="-122"/>
              </a:rPr>
              <a:t>主要技术性能指标</a:t>
            </a:r>
            <a:endParaRPr lang="zh-CN" altLang="zh-CN" sz="2400" dirty="0">
              <a:solidFill>
                <a:srgbClr val="A50021"/>
              </a:solidFill>
              <a:latin typeface="宋体" panose="02010600030101010101" pitchFamily="2" charset="-122"/>
            </a:endParaRPr>
          </a:p>
        </p:txBody>
      </p:sp>
      <p:sp>
        <p:nvSpPr>
          <p:cNvPr id="22" name="Text Box 11">
            <a:extLst>
              <a:ext uri="{FF2B5EF4-FFF2-40B4-BE49-F238E27FC236}">
                <a16:creationId xmlns:a16="http://schemas.microsoft.com/office/drawing/2014/main" id="{D6E834F1-4862-9F4F-8C8D-BD087CDA15BB}"/>
              </a:ext>
            </a:extLst>
          </p:cNvPr>
          <p:cNvSpPr txBox="1">
            <a:spLocks noChangeArrowheads="1"/>
          </p:cNvSpPr>
          <p:nvPr/>
        </p:nvSpPr>
        <p:spPr bwMode="auto">
          <a:xfrm>
            <a:off x="755650" y="5302250"/>
            <a:ext cx="6397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lvl="1" eaLnBrk="1" hangingPunct="1"/>
            <a:endParaRPr lang="zh-CN" altLang="en-US" sz="2200" b="1">
              <a:solidFill>
                <a:srgbClr val="09211C"/>
              </a:solidFill>
              <a:latin typeface="宋体" panose="02010600030101010101" pitchFamily="2" charset="-122"/>
            </a:endParaRPr>
          </a:p>
          <a:p>
            <a:pPr eaLnBrk="1" hangingPunct="1"/>
            <a:endParaRPr lang="zh-CN" altLang="en-US" sz="2200" b="1">
              <a:solidFill>
                <a:srgbClr val="09211C"/>
              </a:solidFill>
              <a:latin typeface="宋体" panose="02010600030101010101" pitchFamily="2" charset="-122"/>
            </a:endParaRPr>
          </a:p>
        </p:txBody>
      </p:sp>
      <p:sp>
        <p:nvSpPr>
          <p:cNvPr id="23" name="Text Box 12">
            <a:extLst>
              <a:ext uri="{FF2B5EF4-FFF2-40B4-BE49-F238E27FC236}">
                <a16:creationId xmlns:a16="http://schemas.microsoft.com/office/drawing/2014/main" id="{A9F240C5-2E57-E549-AFC2-0635A584477E}"/>
              </a:ext>
            </a:extLst>
          </p:cNvPr>
          <p:cNvSpPr txBox="1">
            <a:spLocks noChangeArrowheads="1"/>
          </p:cNvSpPr>
          <p:nvPr/>
        </p:nvSpPr>
        <p:spPr bwMode="auto">
          <a:xfrm>
            <a:off x="179388" y="5270500"/>
            <a:ext cx="2492990" cy="850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1600">
                <a:solidFill>
                  <a:schemeClr val="tx1"/>
                </a:solidFill>
                <a:latin typeface="Arial" panose="020B0604020202020204" pitchFamily="34" charset="0"/>
                <a:ea typeface="宋体" panose="02010600030101010101" pitchFamily="2" charset="-122"/>
              </a:defRPr>
            </a:lvl1pPr>
            <a:lvl2pPr>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lvl="1" eaLnBrk="1" hangingPunct="1">
              <a:lnSpc>
                <a:spcPct val="120000"/>
              </a:lnSpc>
            </a:pPr>
            <a:r>
              <a:rPr lang="en-US" altLang="zh-CN" sz="2200" b="1" dirty="0">
                <a:solidFill>
                  <a:srgbClr val="09211C"/>
                </a:solidFill>
                <a:latin typeface="宋体" panose="02010600030101010101" pitchFamily="2" charset="-122"/>
              </a:rPr>
              <a:t>5</a:t>
            </a:r>
            <a:r>
              <a:rPr lang="zh-CN" altLang="en-US" sz="2200" b="1" dirty="0">
                <a:solidFill>
                  <a:srgbClr val="09211C"/>
                </a:solidFill>
                <a:latin typeface="宋体" panose="02010600030101010101" pitchFamily="2" charset="-122"/>
              </a:rPr>
              <a:t>）内部寄存器</a:t>
            </a:r>
          </a:p>
          <a:p>
            <a:pPr lvl="1" eaLnBrk="1" hangingPunct="1">
              <a:lnSpc>
                <a:spcPct val="120000"/>
              </a:lnSpc>
            </a:pPr>
            <a:r>
              <a:rPr lang="en-US" altLang="zh-CN" sz="2200" b="1" dirty="0">
                <a:solidFill>
                  <a:srgbClr val="09211C"/>
                </a:solidFill>
                <a:latin typeface="宋体" panose="02010600030101010101" pitchFamily="2" charset="-122"/>
              </a:rPr>
              <a:t>6</a:t>
            </a:r>
            <a:r>
              <a:rPr lang="zh-CN" altLang="en-US" sz="2200" b="1" dirty="0">
                <a:solidFill>
                  <a:srgbClr val="09211C"/>
                </a:solidFill>
                <a:latin typeface="宋体" panose="02010600030101010101" pitchFamily="2" charset="-122"/>
              </a:rPr>
              <a:t>）高功能模块</a:t>
            </a:r>
            <a:endParaRPr lang="zh-CN" altLang="zh-CN" sz="2200" b="1" dirty="0">
              <a:solidFill>
                <a:srgbClr val="0000CC"/>
              </a:solidFill>
              <a:latin typeface="宋体" panose="02010600030101010101" pitchFamily="2" charset="-122"/>
            </a:endParaRPr>
          </a:p>
        </p:txBody>
      </p:sp>
    </p:spTree>
    <p:extLst>
      <p:ext uri="{BB962C8B-B14F-4D97-AF65-F5344CB8AC3E}">
        <p14:creationId xmlns:p14="http://schemas.microsoft.com/office/powerpoint/2010/main" val="22182575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500"/>
                                        <p:tgtEl>
                                          <p:spTgt spid="13"/>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slide(fromBottom)">
                                      <p:cBhvr>
                                        <p:cTn id="10" dur="500"/>
                                        <p:tgtEl>
                                          <p:spTgt spid="14"/>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slide(fromBottom)">
                                      <p:cBhvr>
                                        <p:cTn id="13" dur="500"/>
                                        <p:tgtEl>
                                          <p:spTgt spid="15"/>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slide(fromBottom)">
                                      <p:cBhvr>
                                        <p:cTn id="16" dur="500"/>
                                        <p:tgtEl>
                                          <p:spTgt spid="16"/>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slide(fromBottom)">
                                      <p:cBhvr>
                                        <p:cTn id="19" dur="500"/>
                                        <p:tgtEl>
                                          <p:spTgt spid="17"/>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lide(fromBottom)">
                                      <p:cBhvr>
                                        <p:cTn id="22" dur="500"/>
                                        <p:tgtEl>
                                          <p:spTgt spid="18"/>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slide(fromBottom)">
                                      <p:cBhvr>
                                        <p:cTn id="25" dur="500"/>
                                        <p:tgtEl>
                                          <p:spTgt spid="19"/>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slide(fromBottom)">
                                      <p:cBhvr>
                                        <p:cTn id="28" dur="500"/>
                                        <p:tgtEl>
                                          <p:spTgt spid="20"/>
                                        </p:tgtEl>
                                      </p:cBhvr>
                                    </p:animEffect>
                                  </p:childTnLst>
                                </p:cTn>
                              </p:par>
                              <p:par>
                                <p:cTn id="29" presetID="12" presetClass="entr" presetSubtype="4" fill="hold" grpId="0" nodeType="withEffect" nodePh="1">
                                  <p:stCondLst>
                                    <p:cond delay="0"/>
                                  </p:stCondLst>
                                  <p:endCondLst>
                                    <p:cond evt="begin" delay="0">
                                      <p:tn val="29"/>
                                    </p:cond>
                                  </p:endCondLst>
                                  <p:childTnLst>
                                    <p:set>
                                      <p:cBhvr>
                                        <p:cTn id="30" dur="1" fill="hold">
                                          <p:stCondLst>
                                            <p:cond delay="0"/>
                                          </p:stCondLst>
                                        </p:cTn>
                                        <p:tgtEl>
                                          <p:spTgt spid="22"/>
                                        </p:tgtEl>
                                        <p:attrNameLst>
                                          <p:attrName>style.visibility</p:attrName>
                                        </p:attrNameLst>
                                      </p:cBhvr>
                                      <p:to>
                                        <p:strVal val="visible"/>
                                      </p:to>
                                    </p:set>
                                    <p:animEffect transition="in" filter="slide(fromBottom)">
                                      <p:cBhvr>
                                        <p:cTn id="31" dur="500"/>
                                        <p:tgtEl>
                                          <p:spTgt spid="22"/>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slide(fromBottom)">
                                      <p:cBhvr>
                                        <p:cTn id="3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2" grpId="0"/>
      <p:bldP spid="2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a:extLst>
              <a:ext uri="{FF2B5EF4-FFF2-40B4-BE49-F238E27FC236}">
                <a16:creationId xmlns:a16="http://schemas.microsoft.com/office/drawing/2014/main" id="{BFDCF016-967A-CA49-8D98-8B591A729542}"/>
              </a:ext>
            </a:extLst>
          </p:cNvPr>
          <p:cNvSpPr>
            <a:spLocks noChangeArrowheads="1"/>
          </p:cNvSpPr>
          <p:nvPr/>
        </p:nvSpPr>
        <p:spPr bwMode="auto">
          <a:xfrm>
            <a:off x="416695" y="405002"/>
            <a:ext cx="41553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solidFill>
                  <a:srgbClr val="A50021"/>
                </a:solidFill>
                <a:latin typeface="宋体" panose="02010600030101010101" pitchFamily="2" charset="-122"/>
              </a:rPr>
              <a:t>3.3 </a:t>
            </a:r>
            <a:r>
              <a:rPr lang="zh-CN" altLang="zh-CN" sz="2800" b="1" dirty="0">
                <a:solidFill>
                  <a:srgbClr val="A50021"/>
                </a:solidFill>
                <a:latin typeface="宋体" panose="02010600030101010101" pitchFamily="2" charset="-122"/>
              </a:rPr>
              <a:t>可编程序控制器分类</a:t>
            </a:r>
          </a:p>
        </p:txBody>
      </p:sp>
      <p:sp>
        <p:nvSpPr>
          <p:cNvPr id="16" name="Rectangle 3">
            <a:extLst>
              <a:ext uri="{FF2B5EF4-FFF2-40B4-BE49-F238E27FC236}">
                <a16:creationId xmlns:a16="http://schemas.microsoft.com/office/drawing/2014/main" id="{9A75F7B7-76F6-7144-B749-430AACAA1345}"/>
              </a:ext>
            </a:extLst>
          </p:cNvPr>
          <p:cNvSpPr>
            <a:spLocks noChangeArrowheads="1"/>
          </p:cNvSpPr>
          <p:nvPr/>
        </p:nvSpPr>
        <p:spPr bwMode="auto">
          <a:xfrm>
            <a:off x="395288" y="1268413"/>
            <a:ext cx="8424862"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400" b="1" dirty="0">
                <a:solidFill>
                  <a:srgbClr val="A50021"/>
                </a:solidFill>
                <a:latin typeface="宋体" panose="02010600030101010101" pitchFamily="2" charset="-122"/>
              </a:rPr>
              <a:t>（</a:t>
            </a:r>
            <a:r>
              <a:rPr lang="en-US" altLang="zh-CN" sz="2400" b="1" dirty="0">
                <a:solidFill>
                  <a:srgbClr val="A50021"/>
                </a:solidFill>
                <a:latin typeface="宋体" panose="02010600030101010101" pitchFamily="2" charset="-122"/>
              </a:rPr>
              <a:t>1</a:t>
            </a:r>
            <a:r>
              <a:rPr lang="zh-CN" altLang="en-US" sz="2400" b="1" dirty="0">
                <a:solidFill>
                  <a:srgbClr val="A50021"/>
                </a:solidFill>
                <a:latin typeface="宋体" panose="02010600030101010101" pitchFamily="2" charset="-122"/>
              </a:rPr>
              <a:t>）按结构形式分类</a:t>
            </a:r>
          </a:p>
          <a:p>
            <a:pPr eaLnBrk="1" hangingPunct="1">
              <a:lnSpc>
                <a:spcPct val="120000"/>
              </a:lnSpc>
            </a:pPr>
            <a:r>
              <a:rPr lang="zh-CN" altLang="en-US" sz="2400" b="1" dirty="0">
                <a:solidFill>
                  <a:srgbClr val="000000"/>
                </a:solidFill>
                <a:latin typeface="宋体" panose="02010600030101010101" pitchFamily="2" charset="-122"/>
              </a:rPr>
              <a:t>    </a:t>
            </a:r>
            <a:r>
              <a:rPr lang="en-US" altLang="zh-CN" sz="2400" b="1" dirty="0">
                <a:solidFill>
                  <a:srgbClr val="000000"/>
                </a:solidFill>
                <a:latin typeface="宋体" panose="02010600030101010101" pitchFamily="2" charset="-122"/>
              </a:rPr>
              <a:t>1</a:t>
            </a:r>
            <a:r>
              <a:rPr lang="zh-CN" altLang="en-US" sz="2400" b="1" dirty="0">
                <a:solidFill>
                  <a:srgbClr val="000000"/>
                </a:solidFill>
                <a:latin typeface="宋体" panose="02010600030101010101" pitchFamily="2" charset="-122"/>
              </a:rPr>
              <a:t>）整体式</a:t>
            </a:r>
            <a:r>
              <a:rPr lang="en" altLang="zh-CN" sz="2400" b="1" dirty="0">
                <a:solidFill>
                  <a:srgbClr val="000000"/>
                </a:solidFill>
                <a:latin typeface="宋体" panose="02010600030101010101" pitchFamily="2" charset="-122"/>
              </a:rPr>
              <a:t>PLC</a:t>
            </a:r>
            <a:r>
              <a:rPr lang="zh-CN" altLang="en" sz="2400" b="1" dirty="0">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整体式是将</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的</a:t>
            </a:r>
            <a:r>
              <a:rPr lang="en-US" altLang="zh-CN" sz="2400" b="1" dirty="0">
                <a:solidFill>
                  <a:srgbClr val="000000"/>
                </a:solidFill>
                <a:latin typeface="宋体" panose="02010600030101010101" pitchFamily="2" charset="-122"/>
              </a:rPr>
              <a:t>CPU</a:t>
            </a:r>
            <a:r>
              <a:rPr lang="zh-CN" altLang="en-US" sz="2400" b="1" dirty="0">
                <a:solidFill>
                  <a:srgbClr val="000000"/>
                </a:solidFill>
                <a:latin typeface="宋体" panose="02010600030101010101" pitchFamily="2" charset="-122"/>
              </a:rPr>
              <a:t>、存储器、</a:t>
            </a:r>
            <a:r>
              <a:rPr lang="en-US" altLang="zh-CN" sz="2400" b="1" dirty="0">
                <a:solidFill>
                  <a:srgbClr val="000000"/>
                </a:solidFill>
                <a:latin typeface="宋体" panose="02010600030101010101" pitchFamily="2" charset="-122"/>
              </a:rPr>
              <a:t>I/O</a:t>
            </a:r>
            <a:r>
              <a:rPr lang="zh-CN" altLang="en-US" sz="2400" b="1" dirty="0">
                <a:solidFill>
                  <a:srgbClr val="000000"/>
                </a:solidFill>
                <a:latin typeface="宋体" panose="02010600030101010101" pitchFamily="2" charset="-122"/>
              </a:rPr>
              <a:t>单元、电源等安装在同一机体内，构成主机，另外还有</a:t>
            </a:r>
            <a:r>
              <a:rPr lang="en-US" altLang="zh-CN" sz="2400" b="1" dirty="0">
                <a:solidFill>
                  <a:srgbClr val="000000"/>
                </a:solidFill>
                <a:latin typeface="宋体" panose="02010600030101010101" pitchFamily="2" charset="-122"/>
              </a:rPr>
              <a:t>I/O</a:t>
            </a:r>
            <a:r>
              <a:rPr lang="zh-CN" altLang="en-US" sz="2400" b="1" dirty="0">
                <a:solidFill>
                  <a:srgbClr val="000000"/>
                </a:solidFill>
                <a:latin typeface="宋体" panose="02010600030101010101" pitchFamily="2" charset="-122"/>
              </a:rPr>
              <a:t>扩展单元配合主机使用，用以扩展</a:t>
            </a:r>
            <a:r>
              <a:rPr lang="en-US" altLang="zh-CN" sz="2400" b="1" dirty="0">
                <a:solidFill>
                  <a:srgbClr val="000000"/>
                </a:solidFill>
                <a:latin typeface="宋体" panose="02010600030101010101" pitchFamily="2" charset="-122"/>
              </a:rPr>
              <a:t>I/O</a:t>
            </a:r>
            <a:r>
              <a:rPr lang="zh-CN" altLang="en-US" sz="2400" b="1" dirty="0">
                <a:solidFill>
                  <a:srgbClr val="000000"/>
                </a:solidFill>
                <a:latin typeface="宋体" panose="02010600030101010101" pitchFamily="2" charset="-122"/>
              </a:rPr>
              <a:t>点数。整体式</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的特点是结构紧凑、体积小、成本低、安装方便，但输入输出点数固定，灵活性较低，小型</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多采用这种结构。    </a:t>
            </a:r>
          </a:p>
        </p:txBody>
      </p:sp>
      <p:pic>
        <p:nvPicPr>
          <p:cNvPr id="17" name="Picture 4">
            <a:hlinkClick r:id="rId2" action="ppaction://hlinksldjump"/>
            <a:extLst>
              <a:ext uri="{FF2B5EF4-FFF2-40B4-BE49-F238E27FC236}">
                <a16:creationId xmlns:a16="http://schemas.microsoft.com/office/drawing/2014/main" id="{DD08CA78-E6E0-D84E-9A81-37404BC3929D}"/>
              </a:ext>
            </a:extLst>
          </p:cNvPr>
          <p:cNvPicPr>
            <a:picLocks noChangeAspect="1" noChangeArrowheads="1"/>
          </p:cNvPicPr>
          <p:nvPr/>
        </p:nvPicPr>
        <p:blipFill>
          <a:blip r:embed="rId3">
            <a:clrChange>
              <a:clrFrom>
                <a:srgbClr val="91C600"/>
              </a:clrFrom>
              <a:clrTo>
                <a:srgbClr val="91C600">
                  <a:alpha val="0"/>
                </a:srgbClr>
              </a:clrTo>
            </a:clrChange>
            <a:extLst>
              <a:ext uri="{28A0092B-C50C-407E-A947-70E740481C1C}">
                <a14:useLocalDpi xmlns:a14="http://schemas.microsoft.com/office/drawing/2010/main" val="0"/>
              </a:ext>
            </a:extLst>
          </a:blip>
          <a:srcRect/>
          <a:stretch>
            <a:fillRect/>
          </a:stretch>
        </p:blipFill>
        <p:spPr bwMode="auto">
          <a:xfrm>
            <a:off x="3679825" y="4148138"/>
            <a:ext cx="2397125" cy="196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 name="Picture 5">
            <a:extLst>
              <a:ext uri="{FF2B5EF4-FFF2-40B4-BE49-F238E27FC236}">
                <a16:creationId xmlns:a16="http://schemas.microsoft.com/office/drawing/2014/main" id="{6DF69B6D-79D8-9F46-B298-A8215F8ADBF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042" r="13542" b="28889"/>
          <a:stretch>
            <a:fillRect/>
          </a:stretch>
        </p:blipFill>
        <p:spPr bwMode="auto">
          <a:xfrm>
            <a:off x="1241425" y="4149725"/>
            <a:ext cx="3152775" cy="1931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6">
            <a:hlinkClick r:id="rId2" action="ppaction://hlinksldjump"/>
            <a:extLst>
              <a:ext uri="{FF2B5EF4-FFF2-40B4-BE49-F238E27FC236}">
                <a16:creationId xmlns:a16="http://schemas.microsoft.com/office/drawing/2014/main" id="{989F2CB6-44A8-5541-93A7-4A654DCF8F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4149725"/>
            <a:ext cx="2492375" cy="193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42373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Effect transition="in" filter="checkerboard(across)">
                                      <p:cBhvr>
                                        <p:cTn id="13" dur="500"/>
                                        <p:tgtEl>
                                          <p:spTgt spid="16">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additive="base">
                                        <p:cTn id="18" dur="500" fill="hold"/>
                                        <p:tgtEl>
                                          <p:spTgt spid="18"/>
                                        </p:tgtEl>
                                        <p:attrNameLst>
                                          <p:attrName>ppt_x</p:attrName>
                                        </p:attrNameLst>
                                      </p:cBhvr>
                                      <p:tavLst>
                                        <p:tav tm="0">
                                          <p:val>
                                            <p:strVal val="#ppt_x"/>
                                          </p:val>
                                        </p:tav>
                                        <p:tav tm="100000">
                                          <p:val>
                                            <p:strVal val="#ppt_x"/>
                                          </p:val>
                                        </p:tav>
                                      </p:tavLst>
                                    </p:anim>
                                    <p:anim calcmode="lin" valueType="num">
                                      <p:cBhvr additive="base">
                                        <p:cTn id="19" dur="500" fill="hold"/>
                                        <p:tgtEl>
                                          <p:spTgt spid="18"/>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ppt_x"/>
                                          </p:val>
                                        </p:tav>
                                        <p:tav tm="100000">
                                          <p:val>
                                            <p:strVal val="#ppt_x"/>
                                          </p:val>
                                        </p:tav>
                                      </p:tavLst>
                                    </p:anim>
                                    <p:anim calcmode="lin" valueType="num">
                                      <p:cBhvr additive="base">
                                        <p:cTn id="23" dur="500" fill="hold"/>
                                        <p:tgtEl>
                                          <p:spTgt spid="19"/>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ppt_x"/>
                                          </p:val>
                                        </p:tav>
                                        <p:tav tm="100000">
                                          <p:val>
                                            <p:strVal val="#ppt_x"/>
                                          </p:val>
                                        </p:tav>
                                      </p:tavLst>
                                    </p:anim>
                                    <p:anim calcmode="lin" valueType="num">
                                      <p:cBhvr additive="base">
                                        <p:cTn id="2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a:extLst>
              <a:ext uri="{FF2B5EF4-FFF2-40B4-BE49-F238E27FC236}">
                <a16:creationId xmlns:a16="http://schemas.microsoft.com/office/drawing/2014/main" id="{9E3A9F3F-6188-E64B-B59E-78448A691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052513"/>
            <a:ext cx="7010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912464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5E2965F0-67B5-FE47-A9CA-4A1ED499E530}"/>
              </a:ext>
            </a:extLst>
          </p:cNvPr>
          <p:cNvSpPr>
            <a:spLocks noChangeArrowheads="1"/>
          </p:cNvSpPr>
          <p:nvPr/>
        </p:nvSpPr>
        <p:spPr bwMode="auto">
          <a:xfrm>
            <a:off x="395536" y="777106"/>
            <a:ext cx="8424862"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fontAlgn="auto" hangingPunct="1">
              <a:lnSpc>
                <a:spcPct val="150000"/>
              </a:lnSpc>
              <a:spcBef>
                <a:spcPts val="0"/>
              </a:spcBef>
              <a:spcAft>
                <a:spcPts val="0"/>
              </a:spcAft>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2</a:t>
            </a:r>
            <a:r>
              <a:rPr lang="zh-CN" altLang="en-US" sz="2400" b="1" kern="0" dirty="0">
                <a:solidFill>
                  <a:srgbClr val="000000"/>
                </a:solidFill>
                <a:latin typeface="宋体" panose="02010600030101010101" pitchFamily="2" charset="-122"/>
              </a:rPr>
              <a:t>）组合式</a:t>
            </a:r>
            <a:r>
              <a:rPr lang="en" altLang="zh-CN" sz="2400" b="1" kern="0" dirty="0">
                <a:solidFill>
                  <a:srgbClr val="000000"/>
                </a:solidFill>
                <a:latin typeface="宋体" panose="02010600030101010101" pitchFamily="2" charset="-122"/>
              </a:rPr>
              <a:t>PLC</a:t>
            </a:r>
            <a:r>
              <a:rPr lang="zh-CN" altLang="en" sz="2400" b="1" kern="0" dirty="0">
                <a:solidFill>
                  <a:srgbClr val="000000"/>
                </a:solidFill>
                <a:latin typeface="宋体" panose="02010600030101010101" pitchFamily="2" charset="-122"/>
              </a:rPr>
              <a:t>：</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组合式</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是由一些标准模块单元组成，采用总线结构，不同功能的模块（如</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CPU</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模块、输入模块、输出模块、电源模块等）</a:t>
            </a:r>
            <a:r>
              <a:rPr kumimoji="0" lang="zh-CN" altLang="en-US"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通过总线连接起来。</a:t>
            </a:r>
          </a:p>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00099"/>
                </a:solidFill>
                <a:effectLst/>
                <a:uLnTx/>
                <a:uFillTx/>
                <a:latin typeface="宋体" panose="02010600030101010101" pitchFamily="2" charset="-122"/>
                <a:ea typeface="宋体" panose="02010600030101010101" pitchFamily="2" charset="-122"/>
              </a:rPr>
              <a:t>    </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组合式</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的特点是可以根据功能需要灵活配置，构成具有不同功能和不同控制规模的</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，多用于大型和中型</a:t>
            </a:r>
            <a:r>
              <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PLC</a:t>
            </a: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a:t>
            </a:r>
            <a:endParaRPr kumimoji="0" lang="zh-CN" altLang="en-US" sz="1800" b="0" i="0" u="none" strike="noStrike" kern="0" cap="none" spc="0" normalizeH="0" baseline="0" noProof="0" dirty="0">
              <a:ln>
                <a:noFill/>
              </a:ln>
              <a:solidFill>
                <a:srgbClr val="0000CC"/>
              </a:solidFill>
              <a:effectLst/>
              <a:uLnTx/>
              <a:uFillTx/>
              <a:latin typeface="Arial" panose="020B0604020202020204" pitchFamily="34" charset="0"/>
              <a:ea typeface="宋体" panose="02010600030101010101" pitchFamily="2" charset="-122"/>
            </a:endParaRPr>
          </a:p>
        </p:txBody>
      </p:sp>
      <p:pic>
        <p:nvPicPr>
          <p:cNvPr id="6" name="Picture 3">
            <a:hlinkClick r:id="rId2" action="ppaction://hlinksldjump"/>
            <a:extLst>
              <a:ext uri="{FF2B5EF4-FFF2-40B4-BE49-F238E27FC236}">
                <a16:creationId xmlns:a16="http://schemas.microsoft.com/office/drawing/2014/main" id="{FA7590F5-A84C-6248-BDC3-5F94F9AD2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361" y="3821931"/>
            <a:ext cx="3643312" cy="2211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4">
            <a:hlinkClick r:id="rId2" action="ppaction://hlinksldjump"/>
            <a:extLst>
              <a:ext uri="{FF2B5EF4-FFF2-40B4-BE49-F238E27FC236}">
                <a16:creationId xmlns:a16="http://schemas.microsoft.com/office/drawing/2014/main" id="{90718723-78B9-154A-9849-66EF4456FD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3933056"/>
            <a:ext cx="3470275" cy="217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509723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D4E95AB4-7EE3-E846-BB3C-231C202E06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 y="620713"/>
            <a:ext cx="5257800" cy="298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3">
            <a:extLst>
              <a:ext uri="{FF2B5EF4-FFF2-40B4-BE49-F238E27FC236}">
                <a16:creationId xmlns:a16="http://schemas.microsoft.com/office/drawing/2014/main" id="{7BDCD2A6-133C-DA4D-9B44-F4E7337E8CB3}"/>
              </a:ext>
            </a:extLst>
          </p:cNvPr>
          <p:cNvSpPr txBox="1">
            <a:spLocks noChangeArrowheads="1"/>
          </p:cNvSpPr>
          <p:nvPr/>
        </p:nvSpPr>
        <p:spPr bwMode="auto">
          <a:xfrm>
            <a:off x="1331640" y="4277003"/>
            <a:ext cx="21605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zh-CN" altLang="en-US"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组合式</a:t>
            </a:r>
            <a:r>
              <a:rPr kumimoji="0" lang="en-US" altLang="zh-CN" sz="1800" b="0"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PLC</a:t>
            </a:r>
          </a:p>
        </p:txBody>
      </p:sp>
      <p:pic>
        <p:nvPicPr>
          <p:cNvPr id="7" name="Picture 4">
            <a:extLst>
              <a:ext uri="{FF2B5EF4-FFF2-40B4-BE49-F238E27FC236}">
                <a16:creationId xmlns:a16="http://schemas.microsoft.com/office/drawing/2014/main" id="{83B84D87-AD98-6647-9D07-2429195736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2781300"/>
            <a:ext cx="3889375" cy="336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0104710"/>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a:hlinkClick r:id="rId2" action="ppaction://hlinksldjump"/>
            <a:extLst>
              <a:ext uri="{FF2B5EF4-FFF2-40B4-BE49-F238E27FC236}">
                <a16:creationId xmlns:a16="http://schemas.microsoft.com/office/drawing/2014/main" id="{0E3C4099-24BB-BE42-A8F3-82A549A0F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836613"/>
            <a:ext cx="7848600" cy="535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1743195"/>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64969636-6E75-344C-B1B3-903CA8A5E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412875"/>
            <a:ext cx="63214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3">
            <a:extLst>
              <a:ext uri="{FF2B5EF4-FFF2-40B4-BE49-F238E27FC236}">
                <a16:creationId xmlns:a16="http://schemas.microsoft.com/office/drawing/2014/main" id="{9086B659-E67E-0644-A823-822F967667BB}"/>
              </a:ext>
            </a:extLst>
          </p:cNvPr>
          <p:cNvSpPr>
            <a:spLocks noChangeArrowheads="1"/>
          </p:cNvSpPr>
          <p:nvPr/>
        </p:nvSpPr>
        <p:spPr bwMode="auto">
          <a:xfrm>
            <a:off x="674688" y="1381125"/>
            <a:ext cx="1227137" cy="465138"/>
          </a:xfrm>
          <a:prstGeom prst="wedgeRectCallout">
            <a:avLst>
              <a:gd name="adj1" fmla="val 57245"/>
              <a:gd name="adj2" fmla="val 152731"/>
            </a:avLst>
          </a:prstGeom>
          <a:solidFill>
            <a:srgbClr val="FFFFFF"/>
          </a:solidFill>
          <a:ln w="1270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a:ln>
                  <a:noFill/>
                </a:ln>
                <a:solidFill>
                  <a:srgbClr val="0000CC"/>
                </a:solidFill>
                <a:effectLst/>
                <a:uLnTx/>
                <a:uFillTx/>
                <a:latin typeface="Book Antiqua" panose="02040602050305030304" pitchFamily="18" charset="0"/>
                <a:ea typeface="仿宋_GB2312" pitchFamily="49" charset="-122"/>
              </a:rPr>
              <a:t>电源模块</a:t>
            </a:r>
          </a:p>
        </p:txBody>
      </p:sp>
      <p:sp>
        <p:nvSpPr>
          <p:cNvPr id="10" name="AutoShape 4">
            <a:hlinkClick r:id="rId3" action="ppaction://hlinksldjump"/>
            <a:extLst>
              <a:ext uri="{FF2B5EF4-FFF2-40B4-BE49-F238E27FC236}">
                <a16:creationId xmlns:a16="http://schemas.microsoft.com/office/drawing/2014/main" id="{B3E3019B-626E-E34F-9035-92FB8DD9E46C}"/>
              </a:ext>
            </a:extLst>
          </p:cNvPr>
          <p:cNvSpPr>
            <a:spLocks noChangeArrowheads="1"/>
          </p:cNvSpPr>
          <p:nvPr/>
        </p:nvSpPr>
        <p:spPr bwMode="auto">
          <a:xfrm>
            <a:off x="920750" y="4089400"/>
            <a:ext cx="1227138" cy="465138"/>
          </a:xfrm>
          <a:prstGeom prst="wedgeRectCallout">
            <a:avLst>
              <a:gd name="adj1" fmla="val 94630"/>
              <a:gd name="adj2" fmla="val -172866"/>
            </a:avLst>
          </a:prstGeom>
          <a:solidFill>
            <a:srgbClr val="FFFFFF"/>
          </a:solidFill>
          <a:ln w="1270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a:ln>
                  <a:noFill/>
                </a:ln>
                <a:solidFill>
                  <a:srgbClr val="0000CC"/>
                </a:solidFill>
                <a:effectLst/>
                <a:uLnTx/>
                <a:uFillTx/>
                <a:latin typeface="Book Antiqua" panose="02040602050305030304" pitchFamily="18" charset="0"/>
                <a:ea typeface="仿宋_GB2312" pitchFamily="49" charset="-122"/>
              </a:rPr>
              <a:t>CPU</a:t>
            </a:r>
            <a:r>
              <a:rPr kumimoji="0" lang="zh-CN" altLang="en-US" sz="2000" b="0" i="0" u="none" strike="noStrike" kern="0" cap="none" spc="0" normalizeH="0" baseline="0" noProof="0">
                <a:ln>
                  <a:noFill/>
                </a:ln>
                <a:solidFill>
                  <a:srgbClr val="0000CC"/>
                </a:solidFill>
                <a:effectLst/>
                <a:uLnTx/>
                <a:uFillTx/>
                <a:latin typeface="Book Antiqua" panose="02040602050305030304" pitchFamily="18" charset="0"/>
                <a:ea typeface="仿宋_GB2312" pitchFamily="49" charset="-122"/>
              </a:rPr>
              <a:t>模块</a:t>
            </a:r>
          </a:p>
        </p:txBody>
      </p:sp>
      <p:sp>
        <p:nvSpPr>
          <p:cNvPr id="11" name="AutoShape 5">
            <a:extLst>
              <a:ext uri="{FF2B5EF4-FFF2-40B4-BE49-F238E27FC236}">
                <a16:creationId xmlns:a16="http://schemas.microsoft.com/office/drawing/2014/main" id="{D5631C9F-AF31-484B-B08C-B1C56AF85DFC}"/>
              </a:ext>
            </a:extLst>
          </p:cNvPr>
          <p:cNvSpPr>
            <a:spLocks noChangeArrowheads="1"/>
          </p:cNvSpPr>
          <p:nvPr/>
        </p:nvSpPr>
        <p:spPr bwMode="auto">
          <a:xfrm>
            <a:off x="7088188" y="4173538"/>
            <a:ext cx="1227137" cy="465137"/>
          </a:xfrm>
          <a:prstGeom prst="wedgeRectCallout">
            <a:avLst>
              <a:gd name="adj1" fmla="val -79884"/>
              <a:gd name="adj2" fmla="val -141125"/>
            </a:avLst>
          </a:prstGeom>
          <a:solidFill>
            <a:srgbClr val="FFFFFF"/>
          </a:solidFill>
          <a:ln w="1270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a:ln>
                  <a:noFill/>
                </a:ln>
                <a:solidFill>
                  <a:srgbClr val="0000CC"/>
                </a:solidFill>
                <a:effectLst/>
                <a:uLnTx/>
                <a:uFillTx/>
                <a:latin typeface="Book Antiqua" panose="02040602050305030304" pitchFamily="18" charset="0"/>
                <a:ea typeface="仿宋_GB2312" pitchFamily="49" charset="-122"/>
              </a:rPr>
              <a:t>IO</a:t>
            </a:r>
            <a:r>
              <a:rPr kumimoji="0" lang="zh-CN" altLang="en-US" sz="2000" b="0" i="0" u="none" strike="noStrike" kern="0" cap="none" spc="0" normalizeH="0" baseline="0" noProof="0">
                <a:ln>
                  <a:noFill/>
                </a:ln>
                <a:solidFill>
                  <a:srgbClr val="0000CC"/>
                </a:solidFill>
                <a:effectLst/>
                <a:uLnTx/>
                <a:uFillTx/>
                <a:latin typeface="Book Antiqua" panose="02040602050305030304" pitchFamily="18" charset="0"/>
                <a:ea typeface="仿宋_GB2312" pitchFamily="49" charset="-122"/>
              </a:rPr>
              <a:t>模块</a:t>
            </a:r>
          </a:p>
        </p:txBody>
      </p:sp>
      <p:sp>
        <p:nvSpPr>
          <p:cNvPr id="12" name="AutoShape 6">
            <a:hlinkClick r:id="rId4" action="ppaction://hlinksldjump"/>
            <a:extLst>
              <a:ext uri="{FF2B5EF4-FFF2-40B4-BE49-F238E27FC236}">
                <a16:creationId xmlns:a16="http://schemas.microsoft.com/office/drawing/2014/main" id="{45CDFCE8-CEC7-A145-8C0F-728B9EABE000}"/>
              </a:ext>
            </a:extLst>
          </p:cNvPr>
          <p:cNvSpPr>
            <a:spLocks noChangeArrowheads="1"/>
          </p:cNvSpPr>
          <p:nvPr/>
        </p:nvSpPr>
        <p:spPr bwMode="auto">
          <a:xfrm>
            <a:off x="7267575" y="1317625"/>
            <a:ext cx="1227138" cy="465138"/>
          </a:xfrm>
          <a:prstGeom prst="wedgeRectCallout">
            <a:avLst>
              <a:gd name="adj1" fmla="val -55949"/>
              <a:gd name="adj2" fmla="val 177644"/>
            </a:avLst>
          </a:prstGeom>
          <a:solidFill>
            <a:srgbClr val="FFFFFF"/>
          </a:solidFill>
          <a:ln w="1270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a:ln>
                  <a:noFill/>
                </a:ln>
                <a:solidFill>
                  <a:srgbClr val="0000CC"/>
                </a:solidFill>
                <a:effectLst/>
                <a:uLnTx/>
                <a:uFillTx/>
                <a:latin typeface="Book Antiqua" panose="02040602050305030304" pitchFamily="18" charset="0"/>
                <a:ea typeface="仿宋_GB2312" pitchFamily="49" charset="-122"/>
              </a:rPr>
              <a:t>底  板</a:t>
            </a:r>
            <a:endParaRPr kumimoji="0" lang="en-US" altLang="zh-CN" sz="2000" b="0" i="0" u="none" strike="noStrike" kern="0" cap="none" spc="0" normalizeH="0" baseline="0" noProof="0">
              <a:ln>
                <a:noFill/>
              </a:ln>
              <a:solidFill>
                <a:srgbClr val="0000CC"/>
              </a:solidFill>
              <a:effectLst/>
              <a:uLnTx/>
              <a:uFillTx/>
              <a:latin typeface="Book Antiqua" panose="02040602050305030304" pitchFamily="18" charset="0"/>
              <a:ea typeface="仿宋_GB2312" pitchFamily="49" charset="-122"/>
            </a:endParaRPr>
          </a:p>
        </p:txBody>
      </p:sp>
      <p:sp>
        <p:nvSpPr>
          <p:cNvPr id="13" name="Text Box 7">
            <a:extLst>
              <a:ext uri="{FF2B5EF4-FFF2-40B4-BE49-F238E27FC236}">
                <a16:creationId xmlns:a16="http://schemas.microsoft.com/office/drawing/2014/main" id="{A9B76615-68B0-9F42-A738-37D6B6B2562C}"/>
              </a:ext>
            </a:extLst>
          </p:cNvPr>
          <p:cNvSpPr txBox="1">
            <a:spLocks noChangeArrowheads="1"/>
          </p:cNvSpPr>
          <p:nvPr/>
        </p:nvSpPr>
        <p:spPr bwMode="auto">
          <a:xfrm>
            <a:off x="4356100" y="5157788"/>
            <a:ext cx="1096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a:ln>
                  <a:noFill/>
                </a:ln>
                <a:solidFill>
                  <a:srgbClr val="A50021"/>
                </a:solidFill>
                <a:effectLst/>
                <a:uLnTx/>
                <a:uFillTx/>
                <a:latin typeface="Arial" panose="020B0604020202020204" pitchFamily="34" charset="0"/>
                <a:ea typeface="宋体" panose="02010600030101010101" pitchFamily="2" charset="-122"/>
              </a:rPr>
              <a:t>模块式</a:t>
            </a:r>
          </a:p>
        </p:txBody>
      </p:sp>
    </p:spTree>
    <p:extLst>
      <p:ext uri="{BB962C8B-B14F-4D97-AF65-F5344CB8AC3E}">
        <p14:creationId xmlns:p14="http://schemas.microsoft.com/office/powerpoint/2010/main" val="6888269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1+#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autoUpdateAnimBg="0"/>
      <p:bldP spid="10" grpId="0" bldLvl="0" animBg="1" autoUpdateAnimBg="0"/>
      <p:bldP spid="11" grpId="0" bldLvl="0" animBg="1" autoUpdateAnimBg="0"/>
      <p:bldP spid="12" grpId="0" bldLvl="0" animBg="1"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06C42596-A0A4-A442-9C61-4580BA9915B2}"/>
              </a:ext>
            </a:extLst>
          </p:cNvPr>
          <p:cNvSpPr txBox="1">
            <a:spLocks noChangeArrowheads="1"/>
          </p:cNvSpPr>
          <p:nvPr/>
        </p:nvSpPr>
        <p:spPr bwMode="auto">
          <a:xfrm>
            <a:off x="3060700" y="5373688"/>
            <a:ext cx="3078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CC"/>
                </a:solidFill>
                <a:latin typeface="宋体" panose="02010600030101010101" pitchFamily="2" charset="-122"/>
              </a:rPr>
              <a:t>模块式结构</a:t>
            </a:r>
            <a:r>
              <a:rPr lang="en-US" altLang="zh-CN" sz="2400" b="1">
                <a:solidFill>
                  <a:srgbClr val="0000CC"/>
                </a:solidFill>
                <a:latin typeface="宋体" panose="02010600030101010101" pitchFamily="2" charset="-122"/>
              </a:rPr>
              <a:t>PLC</a:t>
            </a:r>
            <a:r>
              <a:rPr lang="zh-CN" altLang="en-US" sz="2400" b="1">
                <a:solidFill>
                  <a:srgbClr val="0000CC"/>
                </a:solidFill>
                <a:latin typeface="宋体" panose="02010600030101010101" pitchFamily="2" charset="-122"/>
              </a:rPr>
              <a:t>的结构</a:t>
            </a:r>
          </a:p>
        </p:txBody>
      </p:sp>
      <p:pic>
        <p:nvPicPr>
          <p:cNvPr id="5" name="Picture 6">
            <a:extLst>
              <a:ext uri="{FF2B5EF4-FFF2-40B4-BE49-F238E27FC236}">
                <a16:creationId xmlns:a16="http://schemas.microsoft.com/office/drawing/2014/main" id="{709B9941-1B67-8A44-A4B6-597810DCF4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 y="1773238"/>
            <a:ext cx="8204200" cy="282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5510659"/>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09564D0E-1062-6A44-9E53-95051076FBF2}"/>
              </a:ext>
            </a:extLst>
          </p:cNvPr>
          <p:cNvSpPr txBox="1">
            <a:spLocks noChangeArrowheads="1"/>
          </p:cNvSpPr>
          <p:nvPr/>
        </p:nvSpPr>
        <p:spPr bwMode="auto">
          <a:xfrm>
            <a:off x="467519" y="1196752"/>
            <a:ext cx="8208962" cy="338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6" tIns="45719" rIns="91436" bIns="45719">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dirty="0">
                <a:solidFill>
                  <a:srgbClr val="000099"/>
                </a:solidFill>
                <a:latin typeface="宋体" panose="02010600030101010101" pitchFamily="2" charset="-122"/>
                <a:sym typeface="Arial" panose="020B0604020202020204" pitchFamily="34" charset="0"/>
              </a:rPr>
              <a:t>   </a:t>
            </a:r>
            <a:r>
              <a:rPr lang="en-US" altLang="zh-CN" sz="2400" b="1" dirty="0">
                <a:solidFill>
                  <a:srgbClr val="000099"/>
                </a:solidFill>
                <a:latin typeface="宋体" panose="02010600030101010101" pitchFamily="2" charset="-122"/>
                <a:sym typeface="Arial" panose="020B0604020202020204" pitchFamily="34" charset="0"/>
              </a:rPr>
              <a:t>3</a:t>
            </a:r>
            <a:r>
              <a:rPr lang="zh-CN" altLang="en-US" sz="2400" b="1" dirty="0">
                <a:solidFill>
                  <a:srgbClr val="000099"/>
                </a:solidFill>
                <a:latin typeface="宋体" panose="02010600030101010101" pitchFamily="2" charset="-122"/>
                <a:sym typeface="Arial" panose="020B0604020202020204" pitchFamily="34" charset="0"/>
              </a:rPr>
              <a:t>）叠装式</a:t>
            </a:r>
            <a:r>
              <a:rPr lang="en" altLang="zh-CN" sz="2400" b="1" dirty="0">
                <a:solidFill>
                  <a:srgbClr val="000099"/>
                </a:solidFill>
                <a:latin typeface="宋体" panose="02010600030101010101" pitchFamily="2" charset="-122"/>
                <a:sym typeface="Arial" panose="020B0604020202020204" pitchFamily="34" charset="0"/>
              </a:rPr>
              <a:t>PLC</a:t>
            </a:r>
            <a:r>
              <a:rPr lang="zh-CN" altLang="en-US" sz="2400" b="1" dirty="0">
                <a:solidFill>
                  <a:srgbClr val="000099"/>
                </a:solidFill>
                <a:latin typeface="宋体" panose="02010600030101010101" pitchFamily="2" charset="-122"/>
                <a:sym typeface="Arial" panose="020B0604020202020204" pitchFamily="34" charset="0"/>
              </a:rPr>
              <a:t>：</a:t>
            </a:r>
            <a:r>
              <a:rPr lang="en" altLang="zh-CN" sz="2400" b="1" dirty="0">
                <a:solidFill>
                  <a:srgbClr val="000099"/>
                </a:solidFill>
                <a:latin typeface="宋体" panose="02010600030101010101" pitchFamily="2" charset="-122"/>
                <a:sym typeface="Arial" panose="020B0604020202020204" pitchFamily="34" charset="0"/>
              </a:rPr>
              <a:t> </a:t>
            </a:r>
            <a:endParaRPr lang="en-US" altLang="zh-CN" sz="2400" b="1" u="sng" dirty="0">
              <a:solidFill>
                <a:srgbClr val="000099"/>
              </a:solidFill>
              <a:latin typeface="宋体" panose="02010600030101010101" pitchFamily="2" charset="-122"/>
            </a:endParaRPr>
          </a:p>
          <a:p>
            <a:pPr eaLnBrk="1" hangingPunct="1">
              <a:lnSpc>
                <a:spcPct val="150000"/>
              </a:lnSpc>
            </a:pPr>
            <a:r>
              <a:rPr lang="en-US" altLang="zh-CN" sz="2400" b="1" dirty="0">
                <a:solidFill>
                  <a:srgbClr val="09211C"/>
                </a:solidFill>
                <a:latin typeface="宋体" panose="02010600030101010101" pitchFamily="2" charset="-122"/>
              </a:rPr>
              <a:t>   </a:t>
            </a:r>
            <a:r>
              <a:rPr lang="zh-CN" altLang="en-US" sz="2400" b="1" dirty="0">
                <a:solidFill>
                  <a:srgbClr val="09211C"/>
                </a:solidFill>
                <a:latin typeface="宋体" panose="02010600030101010101" pitchFamily="2" charset="-122"/>
              </a:rPr>
              <a:t> 还有一些</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将整体式和模块式的特点结合起来。</a:t>
            </a:r>
          </a:p>
          <a:p>
            <a:pPr eaLnBrk="1" hangingPunct="1">
              <a:lnSpc>
                <a:spcPct val="150000"/>
              </a:lnSpc>
            </a:pPr>
            <a:r>
              <a:rPr lang="zh-CN" altLang="en-US" sz="2400" b="1" dirty="0">
                <a:solidFill>
                  <a:srgbClr val="09211C"/>
                </a:solidFill>
                <a:latin typeface="宋体" panose="02010600030101010101" pitchFamily="2" charset="-122"/>
              </a:rPr>
              <a:t>    叠装式</a:t>
            </a:r>
            <a:r>
              <a:rPr lang="en-US" altLang="zh-CN" sz="2400" b="1" dirty="0">
                <a:solidFill>
                  <a:srgbClr val="09211C"/>
                </a:solidFill>
                <a:latin typeface="宋体" panose="02010600030101010101" pitchFamily="2" charset="-122"/>
              </a:rPr>
              <a:t>PLC</a:t>
            </a:r>
            <a:r>
              <a:rPr lang="zh-CN" altLang="en-US" sz="2400" b="1" dirty="0">
                <a:solidFill>
                  <a:srgbClr val="09211C"/>
                </a:solidFill>
                <a:latin typeface="宋体" panose="02010600030101010101" pitchFamily="2" charset="-122"/>
              </a:rPr>
              <a:t>其</a:t>
            </a:r>
            <a:r>
              <a:rPr lang="en-US" altLang="zh-CN" sz="2400" b="1" dirty="0">
                <a:solidFill>
                  <a:srgbClr val="09211C"/>
                </a:solidFill>
                <a:latin typeface="宋体" panose="02010600030101010101" pitchFamily="2" charset="-122"/>
              </a:rPr>
              <a:t>CPU、</a:t>
            </a:r>
            <a:r>
              <a:rPr lang="zh-CN" altLang="en-US" sz="2400" b="1" dirty="0">
                <a:solidFill>
                  <a:srgbClr val="09211C"/>
                </a:solidFill>
                <a:latin typeface="宋体" panose="02010600030101010101" pitchFamily="2" charset="-122"/>
              </a:rPr>
              <a:t>电源、</a:t>
            </a:r>
            <a:r>
              <a:rPr lang="en-US" altLang="zh-CN" sz="2400" b="1" dirty="0">
                <a:solidFill>
                  <a:srgbClr val="09211C"/>
                </a:solidFill>
                <a:latin typeface="宋体" panose="02010600030101010101" pitchFamily="2" charset="-122"/>
              </a:rPr>
              <a:t>I/O</a:t>
            </a:r>
            <a:r>
              <a:rPr lang="zh-CN" altLang="en-US" sz="2400" b="1" dirty="0">
                <a:solidFill>
                  <a:srgbClr val="09211C"/>
                </a:solidFill>
                <a:latin typeface="宋体" panose="02010600030101010101" pitchFamily="2" charset="-122"/>
              </a:rPr>
              <a:t>接口等也是各自独立的模块，但它们之间是</a:t>
            </a:r>
            <a:r>
              <a:rPr lang="zh-CN" altLang="en-US" sz="2400" b="1" dirty="0">
                <a:solidFill>
                  <a:srgbClr val="000099"/>
                </a:solidFill>
                <a:latin typeface="宋体" panose="02010600030101010101" pitchFamily="2" charset="-122"/>
              </a:rPr>
              <a:t>靠电缆</a:t>
            </a:r>
            <a:r>
              <a:rPr lang="zh-CN" altLang="en-US" sz="2400" b="1" dirty="0">
                <a:solidFill>
                  <a:srgbClr val="09211C"/>
                </a:solidFill>
                <a:latin typeface="宋体" panose="02010600030101010101" pitchFamily="2" charset="-122"/>
              </a:rPr>
              <a:t>进行联接，并且各模块可以</a:t>
            </a:r>
            <a:r>
              <a:rPr lang="zh-CN" altLang="en-US" sz="2400" b="1" dirty="0">
                <a:solidFill>
                  <a:srgbClr val="000099"/>
                </a:solidFill>
                <a:latin typeface="宋体" panose="02010600030101010101" pitchFamily="2" charset="-122"/>
              </a:rPr>
              <a:t>一层层地叠装。</a:t>
            </a:r>
            <a:r>
              <a:rPr lang="zh-CN" altLang="en-US" sz="2400" b="1" dirty="0">
                <a:solidFill>
                  <a:srgbClr val="09211C"/>
                </a:solidFill>
                <a:latin typeface="宋体" panose="02010600030101010101" pitchFamily="2" charset="-122"/>
              </a:rPr>
              <a:t>这样，不但系统可以灵活配置，还可做得体积小巧。</a:t>
            </a:r>
            <a:br>
              <a:rPr lang="zh-CN" altLang="en-US" sz="2400" b="1" dirty="0">
                <a:solidFill>
                  <a:srgbClr val="09211C"/>
                </a:solidFill>
                <a:latin typeface="宋体" panose="02010600030101010101" pitchFamily="2" charset="-122"/>
              </a:rPr>
            </a:br>
            <a:endParaRPr lang="zh-CN" altLang="en-US" sz="2400" b="1" dirty="0">
              <a:solidFill>
                <a:srgbClr val="09211C"/>
              </a:solidFill>
              <a:latin typeface="宋体" panose="02010600030101010101" pitchFamily="2" charset="-122"/>
            </a:endParaRPr>
          </a:p>
        </p:txBody>
      </p:sp>
    </p:spTree>
    <p:extLst>
      <p:ext uri="{BB962C8B-B14F-4D97-AF65-F5344CB8AC3E}">
        <p14:creationId xmlns:p14="http://schemas.microsoft.com/office/powerpoint/2010/main" val="1877314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lide(fromBottom)">
                                      <p:cBhvr>
                                        <p:cTn id="7" dur="500"/>
                                        <p:tgtEl>
                                          <p:spTgt spid="3">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slide(fromBottom)">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BE2007C5-9282-8B45-A82D-2FE615B0FBF6}"/>
              </a:ext>
            </a:extLst>
          </p:cNvPr>
          <p:cNvSpPr>
            <a:spLocks noChangeArrowheads="1"/>
          </p:cNvSpPr>
          <p:nvPr/>
        </p:nvSpPr>
        <p:spPr bwMode="auto">
          <a:xfrm>
            <a:off x="395288" y="620713"/>
            <a:ext cx="8424862" cy="5361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2</a:t>
            </a:r>
            <a:r>
              <a:rPr lang="zh-CN" altLang="en-US" sz="2400" b="1" dirty="0">
                <a:solidFill>
                  <a:srgbClr val="000000"/>
                </a:solidFill>
                <a:latin typeface="宋体" panose="02010600030101010101" pitchFamily="2" charset="-122"/>
              </a:rPr>
              <a:t>）按控制规模分类</a:t>
            </a:r>
          </a:p>
          <a:p>
            <a:pPr eaLnBrk="1" hangingPunct="1">
              <a:lnSpc>
                <a:spcPct val="150000"/>
              </a:lnSpc>
              <a:spcBef>
                <a:spcPct val="50000"/>
              </a:spcBef>
            </a:pPr>
            <a:r>
              <a:rPr lang="zh-CN" altLang="en-US" sz="2400" b="1" dirty="0">
                <a:solidFill>
                  <a:srgbClr val="000000"/>
                </a:solidFill>
                <a:latin typeface="宋体" panose="02010600030101010101" pitchFamily="2" charset="-122"/>
              </a:rPr>
              <a:t>    输入输出的总路数，又称为</a:t>
            </a:r>
            <a:r>
              <a:rPr lang="en-US" altLang="zh-CN" sz="2400" b="1" dirty="0">
                <a:solidFill>
                  <a:srgbClr val="000000"/>
                </a:solidFill>
                <a:latin typeface="宋体" panose="02010600030101010101" pitchFamily="2" charset="-122"/>
              </a:rPr>
              <a:t>I/O</a:t>
            </a:r>
            <a:r>
              <a:rPr lang="zh-CN" altLang="en-US" sz="2400" b="1" dirty="0">
                <a:solidFill>
                  <a:srgbClr val="000000"/>
                </a:solidFill>
                <a:latin typeface="宋体" panose="02010600030101010101" pitchFamily="2" charset="-122"/>
              </a:rPr>
              <a:t>点数，是表征</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控制规模的重要参数。因此，按控制规模对</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分类时，可分为：</a:t>
            </a:r>
          </a:p>
          <a:p>
            <a:pPr marL="342900" indent="-342900" eaLnBrk="1" hangingPunct="1">
              <a:lnSpc>
                <a:spcPct val="150000"/>
              </a:lnSpc>
              <a:spcBef>
                <a:spcPct val="50000"/>
              </a:spcBef>
              <a:buFont typeface="Wingdings" pitchFamily="2" charset="2"/>
              <a:buChar char="Ø"/>
            </a:pPr>
            <a:r>
              <a:rPr lang="zh-CN" altLang="en-US" sz="2400" b="1" dirty="0">
                <a:solidFill>
                  <a:srgbClr val="000000"/>
                </a:solidFill>
                <a:latin typeface="宋体" panose="02010600030101010101" pitchFamily="2" charset="-122"/>
              </a:rPr>
              <a:t>小型</a:t>
            </a:r>
            <a:r>
              <a:rPr lang="en-US" altLang="zh-CN" sz="2400" b="1" dirty="0">
                <a:solidFill>
                  <a:srgbClr val="000000"/>
                </a:solidFill>
                <a:latin typeface="宋体" panose="02010600030101010101" pitchFamily="2" charset="-122"/>
              </a:rPr>
              <a:t>PLC：I/O</a:t>
            </a:r>
            <a:r>
              <a:rPr lang="zh-CN" altLang="en-US" sz="2400" b="1" dirty="0">
                <a:solidFill>
                  <a:srgbClr val="000000"/>
                </a:solidFill>
                <a:latin typeface="宋体" panose="02010600030101010101" pitchFamily="2" charset="-122"/>
              </a:rPr>
              <a:t>点数较少，在</a:t>
            </a:r>
            <a:r>
              <a:rPr lang="en-US" altLang="zh-CN" sz="2400" b="1" dirty="0">
                <a:solidFill>
                  <a:srgbClr val="000000"/>
                </a:solidFill>
                <a:latin typeface="宋体" panose="02010600030101010101" pitchFamily="2" charset="-122"/>
              </a:rPr>
              <a:t>256</a:t>
            </a:r>
            <a:r>
              <a:rPr lang="zh-CN" altLang="en-US" sz="2400" b="1" dirty="0">
                <a:solidFill>
                  <a:srgbClr val="000000"/>
                </a:solidFill>
                <a:latin typeface="宋体" panose="02010600030101010101" pitchFamily="2" charset="-122"/>
              </a:rPr>
              <a:t>点以下的</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a:t>
            </a:r>
          </a:p>
          <a:p>
            <a:pPr marL="342900" indent="-342900" eaLnBrk="1" hangingPunct="1">
              <a:lnSpc>
                <a:spcPct val="150000"/>
              </a:lnSpc>
              <a:spcBef>
                <a:spcPct val="50000"/>
              </a:spcBef>
              <a:buFont typeface="Wingdings" pitchFamily="2" charset="2"/>
              <a:buChar char="Ø"/>
            </a:pPr>
            <a:r>
              <a:rPr lang="zh-CN" altLang="en-US" sz="2400" b="1" dirty="0">
                <a:solidFill>
                  <a:srgbClr val="000000"/>
                </a:solidFill>
                <a:latin typeface="宋体" panose="02010600030101010101" pitchFamily="2" charset="-122"/>
              </a:rPr>
              <a:t>中型</a:t>
            </a:r>
            <a:r>
              <a:rPr lang="en-US" altLang="zh-CN" sz="2400" b="1" dirty="0">
                <a:solidFill>
                  <a:srgbClr val="000000"/>
                </a:solidFill>
                <a:latin typeface="宋体" panose="02010600030101010101" pitchFamily="2" charset="-122"/>
              </a:rPr>
              <a:t>PLC：I/O</a:t>
            </a:r>
            <a:r>
              <a:rPr lang="zh-CN" altLang="en-US" sz="2400" b="1" dirty="0">
                <a:solidFill>
                  <a:srgbClr val="000000"/>
                </a:solidFill>
                <a:latin typeface="宋体" panose="02010600030101010101" pitchFamily="2" charset="-122"/>
              </a:rPr>
              <a:t>点数较多，在</a:t>
            </a:r>
            <a:r>
              <a:rPr lang="en-US" altLang="zh-CN" sz="2400" b="1" dirty="0">
                <a:solidFill>
                  <a:srgbClr val="000000"/>
                </a:solidFill>
                <a:latin typeface="宋体" panose="02010600030101010101" pitchFamily="2" charset="-122"/>
              </a:rPr>
              <a:t>256</a:t>
            </a:r>
            <a:r>
              <a:rPr lang="zh-CN" altLang="en-US" sz="2400" b="1" dirty="0">
                <a:solidFill>
                  <a:srgbClr val="000000"/>
                </a:solidFill>
                <a:latin typeface="宋体" panose="02010600030101010101" pitchFamily="2" charset="-122"/>
              </a:rPr>
              <a:t>点以上、</a:t>
            </a:r>
            <a:r>
              <a:rPr lang="en-US" altLang="zh-CN" sz="2400" b="1" dirty="0">
                <a:solidFill>
                  <a:srgbClr val="000000"/>
                </a:solidFill>
                <a:latin typeface="宋体" panose="02010600030101010101" pitchFamily="2" charset="-122"/>
              </a:rPr>
              <a:t>2048</a:t>
            </a:r>
            <a:r>
              <a:rPr lang="zh-CN" altLang="en-US" sz="2400" b="1" dirty="0">
                <a:solidFill>
                  <a:srgbClr val="000000"/>
                </a:solidFill>
                <a:latin typeface="宋体" panose="02010600030101010101" pitchFamily="2" charset="-122"/>
              </a:rPr>
              <a:t>点以下的</a:t>
            </a:r>
            <a:r>
              <a:rPr lang="en-US" altLang="zh-CN" sz="2400" b="1" dirty="0">
                <a:solidFill>
                  <a:srgbClr val="000000"/>
                </a:solidFill>
                <a:latin typeface="宋体" panose="02010600030101010101" pitchFamily="2" charset="-122"/>
              </a:rPr>
              <a:t>PLC。</a:t>
            </a:r>
          </a:p>
          <a:p>
            <a:pPr marL="342900" indent="-342900" eaLnBrk="1" hangingPunct="1">
              <a:lnSpc>
                <a:spcPct val="150000"/>
              </a:lnSpc>
              <a:spcBef>
                <a:spcPct val="50000"/>
              </a:spcBef>
              <a:buFont typeface="Wingdings" pitchFamily="2" charset="2"/>
              <a:buChar char="Ø"/>
            </a:pPr>
            <a:r>
              <a:rPr lang="zh-CN" altLang="en-US" sz="2400" b="1" dirty="0">
                <a:solidFill>
                  <a:srgbClr val="000000"/>
                </a:solidFill>
                <a:latin typeface="宋体" panose="02010600030101010101" pitchFamily="2" charset="-122"/>
              </a:rPr>
              <a:t>大型</a:t>
            </a:r>
            <a:r>
              <a:rPr lang="en-US" altLang="zh-CN" sz="2400" b="1" dirty="0">
                <a:solidFill>
                  <a:srgbClr val="000000"/>
                </a:solidFill>
                <a:latin typeface="宋体" panose="02010600030101010101" pitchFamily="2" charset="-122"/>
              </a:rPr>
              <a:t>PLC：I/O</a:t>
            </a:r>
            <a:r>
              <a:rPr lang="zh-CN" altLang="en-US" sz="2400" b="1" dirty="0">
                <a:solidFill>
                  <a:srgbClr val="000000"/>
                </a:solidFill>
                <a:latin typeface="宋体" panose="02010600030101010101" pitchFamily="2" charset="-122"/>
              </a:rPr>
              <a:t>点数较多，在</a:t>
            </a:r>
            <a:r>
              <a:rPr lang="en-US" altLang="zh-CN" sz="2400" b="1" dirty="0">
                <a:solidFill>
                  <a:srgbClr val="000000"/>
                </a:solidFill>
                <a:latin typeface="宋体" panose="02010600030101010101" pitchFamily="2" charset="-122"/>
              </a:rPr>
              <a:t>2048</a:t>
            </a:r>
            <a:r>
              <a:rPr lang="zh-CN" altLang="en-US" sz="2400" b="1" dirty="0">
                <a:solidFill>
                  <a:srgbClr val="000000"/>
                </a:solidFill>
                <a:latin typeface="宋体" panose="02010600030101010101" pitchFamily="2" charset="-122"/>
              </a:rPr>
              <a:t>点以上的</a:t>
            </a:r>
            <a:r>
              <a:rPr lang="en-US" altLang="zh-CN" sz="2400" b="1" dirty="0">
                <a:solidFill>
                  <a:srgbClr val="000000"/>
                </a:solidFill>
                <a:latin typeface="宋体" panose="02010600030101010101" pitchFamily="2" charset="-122"/>
              </a:rPr>
              <a:t>PLC。</a:t>
            </a:r>
            <a:endParaRPr lang="zh-CN" altLang="en-US" sz="2400" b="1" dirty="0">
              <a:solidFill>
                <a:srgbClr val="000000"/>
              </a:solidFill>
              <a:latin typeface="宋体" panose="02010600030101010101" pitchFamily="2" charset="-122"/>
            </a:endParaRPr>
          </a:p>
          <a:p>
            <a:pPr eaLnBrk="1" hangingPunct="1">
              <a:lnSpc>
                <a:spcPct val="150000"/>
              </a:lnSpc>
              <a:spcBef>
                <a:spcPct val="50000"/>
              </a:spcBef>
            </a:pPr>
            <a:r>
              <a:rPr lang="zh-CN" altLang="en-US" sz="2400" b="1" dirty="0">
                <a:solidFill>
                  <a:srgbClr val="000000"/>
                </a:solidFill>
                <a:latin typeface="宋体" panose="02010600030101010101" pitchFamily="2" charset="-122"/>
              </a:rPr>
              <a:t>    但大中小型</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的划分并无严格的界限，</a:t>
            </a:r>
            <a:r>
              <a:rPr lang="en-US" altLang="zh-CN" sz="2400" b="1" dirty="0">
                <a:solidFill>
                  <a:srgbClr val="000000"/>
                </a:solidFill>
                <a:latin typeface="宋体" panose="02010600030101010101" pitchFamily="2" charset="-122"/>
              </a:rPr>
              <a:t>PLC</a:t>
            </a:r>
            <a:r>
              <a:rPr lang="zh-CN" altLang="en-US" sz="2400" b="1" dirty="0">
                <a:solidFill>
                  <a:srgbClr val="000000"/>
                </a:solidFill>
                <a:latin typeface="宋体" panose="02010600030101010101" pitchFamily="2" charset="-122"/>
              </a:rPr>
              <a:t>的</a:t>
            </a:r>
            <a:r>
              <a:rPr lang="en-US" altLang="zh-CN" sz="2400" b="1" dirty="0">
                <a:solidFill>
                  <a:srgbClr val="000000"/>
                </a:solidFill>
                <a:latin typeface="宋体" panose="02010600030101010101" pitchFamily="2" charset="-122"/>
              </a:rPr>
              <a:t>I/O</a:t>
            </a:r>
            <a:r>
              <a:rPr lang="zh-CN" altLang="en-US" sz="2400" b="1" dirty="0">
                <a:solidFill>
                  <a:srgbClr val="000000"/>
                </a:solidFill>
                <a:latin typeface="宋体" panose="02010600030101010101" pitchFamily="2" charset="-122"/>
              </a:rPr>
              <a:t>点数可以依据需要灵活配置。</a:t>
            </a:r>
          </a:p>
        </p:txBody>
      </p:sp>
    </p:spTree>
    <p:extLst>
      <p:ext uri="{BB962C8B-B14F-4D97-AF65-F5344CB8AC3E}">
        <p14:creationId xmlns:p14="http://schemas.microsoft.com/office/powerpoint/2010/main" val="15151435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lide(fromBottom)">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lide(fromBottom)">
                                      <p:cBhvr>
                                        <p:cTn id="12" dur="500"/>
                                        <p:tgtEl>
                                          <p:spTgt spid="3">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slide(fromBottom)">
                                      <p:cBhvr>
                                        <p:cTn id="15" dur="500"/>
                                        <p:tgtEl>
                                          <p:spTgt spid="3">
                                            <p:txEl>
                                              <p:pRg st="2" end="2"/>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slide(fromBottom)">
                                      <p:cBhvr>
                                        <p:cTn id="18" dur="500"/>
                                        <p:tgtEl>
                                          <p:spTgt spid="3">
                                            <p:txEl>
                                              <p:pRg st="3" end="3"/>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slide(fromBottom)">
                                      <p:cBhvr>
                                        <p:cTn id="21" dur="500"/>
                                        <p:tgtEl>
                                          <p:spTgt spid="3">
                                            <p:txEl>
                                              <p:pRg st="4" end="4"/>
                                            </p:txEl>
                                          </p:spTgt>
                                        </p:tgtEl>
                                      </p:cBhvr>
                                    </p:animEffect>
                                  </p:childTnLst>
                                </p:cTn>
                              </p:par>
                              <p:par>
                                <p:cTn id="22" presetID="12" presetClass="entr" presetSubtype="4"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slide(fromBottom)">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B1268C7-761F-2547-A725-B1436A15BE96}"/>
              </a:ext>
            </a:extLst>
          </p:cNvPr>
          <p:cNvSpPr>
            <a:spLocks noChangeArrowheads="1"/>
          </p:cNvSpPr>
          <p:nvPr/>
        </p:nvSpPr>
        <p:spPr bwMode="auto">
          <a:xfrm>
            <a:off x="755650" y="1052513"/>
            <a:ext cx="15776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A50021"/>
                </a:solidFill>
                <a:latin typeface="宋体" panose="02010600030101010101" pitchFamily="2" charset="-122"/>
              </a:rPr>
              <a:t>1</a:t>
            </a:r>
            <a:r>
              <a:rPr lang="zh-CN" altLang="en-US" sz="2400" b="1" dirty="0">
                <a:solidFill>
                  <a:srgbClr val="A50021"/>
                </a:solidFill>
                <a:latin typeface="宋体" panose="02010600030101010101" pitchFamily="2" charset="-122"/>
              </a:rPr>
              <a:t>）微型机</a:t>
            </a:r>
          </a:p>
        </p:txBody>
      </p:sp>
      <p:pic>
        <p:nvPicPr>
          <p:cNvPr id="6" name="Picture 3">
            <a:extLst>
              <a:ext uri="{FF2B5EF4-FFF2-40B4-BE49-F238E27FC236}">
                <a16:creationId xmlns:a16="http://schemas.microsoft.com/office/drawing/2014/main" id="{5DE4010E-F054-8C44-9F32-BDCF997AA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2060575"/>
            <a:ext cx="3887788" cy="246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4">
            <a:extLst>
              <a:ext uri="{FF2B5EF4-FFF2-40B4-BE49-F238E27FC236}">
                <a16:creationId xmlns:a16="http://schemas.microsoft.com/office/drawing/2014/main" id="{670A1C88-1A09-BE48-BFE2-4B7A658ADF87}"/>
              </a:ext>
            </a:extLst>
          </p:cNvPr>
          <p:cNvSpPr txBox="1">
            <a:spLocks noChangeArrowheads="1"/>
          </p:cNvSpPr>
          <p:nvPr/>
        </p:nvSpPr>
        <p:spPr bwMode="auto">
          <a:xfrm>
            <a:off x="3276600" y="4870450"/>
            <a:ext cx="27606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OMRON</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公司的</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SP</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系列</a:t>
            </a:r>
          </a:p>
        </p:txBody>
      </p:sp>
    </p:spTree>
    <p:extLst>
      <p:ext uri="{BB962C8B-B14F-4D97-AF65-F5344CB8AC3E}">
        <p14:creationId xmlns:p14="http://schemas.microsoft.com/office/powerpoint/2010/main" val="19293958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8103F592-E1D9-8349-9361-22D5A35A6EB5}"/>
              </a:ext>
            </a:extLst>
          </p:cNvPr>
          <p:cNvSpPr>
            <a:spLocks noChangeArrowheads="1"/>
          </p:cNvSpPr>
          <p:nvPr/>
        </p:nvSpPr>
        <p:spPr bwMode="auto">
          <a:xfrm>
            <a:off x="684213" y="1125538"/>
            <a:ext cx="1554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A50021"/>
                </a:solidFill>
                <a:latin typeface="宋体" panose="02010600030101010101" pitchFamily="2" charset="-122"/>
              </a:rPr>
              <a:t>2</a:t>
            </a:r>
            <a:r>
              <a:rPr lang="zh-CN" altLang="en-US" sz="2400" b="1" dirty="0">
                <a:solidFill>
                  <a:srgbClr val="A50021"/>
                </a:solidFill>
                <a:latin typeface="宋体" panose="02010600030101010101" pitchFamily="2" charset="-122"/>
              </a:rPr>
              <a:t>）小型机</a:t>
            </a:r>
          </a:p>
        </p:txBody>
      </p:sp>
      <p:sp>
        <p:nvSpPr>
          <p:cNvPr id="9" name="Text Box 3">
            <a:extLst>
              <a:ext uri="{FF2B5EF4-FFF2-40B4-BE49-F238E27FC236}">
                <a16:creationId xmlns:a16="http://schemas.microsoft.com/office/drawing/2014/main" id="{404CC8DE-11A8-4948-8DDF-1F2F020800F4}"/>
              </a:ext>
            </a:extLst>
          </p:cNvPr>
          <p:cNvSpPr txBox="1">
            <a:spLocks noChangeArrowheads="1"/>
          </p:cNvSpPr>
          <p:nvPr/>
        </p:nvSpPr>
        <p:spPr bwMode="auto">
          <a:xfrm>
            <a:off x="3186113" y="3178175"/>
            <a:ext cx="24622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OMRON</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公司的</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CPM1A</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CQM</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系列</a:t>
            </a:r>
          </a:p>
        </p:txBody>
      </p:sp>
      <p:pic>
        <p:nvPicPr>
          <p:cNvPr id="10" name="Picture 4">
            <a:hlinkClick r:id="rId2" action="ppaction://hlinksldjump"/>
            <a:extLst>
              <a:ext uri="{FF2B5EF4-FFF2-40B4-BE49-F238E27FC236}">
                <a16:creationId xmlns:a16="http://schemas.microsoft.com/office/drawing/2014/main" id="{5ECF1659-390C-8E46-96A0-6802C0479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2713" y="4092575"/>
            <a:ext cx="2462212" cy="154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5">
            <a:hlinkClick r:id="rId2" action="ppaction://hlinksldjump"/>
            <a:extLst>
              <a:ext uri="{FF2B5EF4-FFF2-40B4-BE49-F238E27FC236}">
                <a16:creationId xmlns:a16="http://schemas.microsoft.com/office/drawing/2014/main" id="{3DACE48F-1B0C-CA49-AB3F-ED80671558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313" y="1196975"/>
            <a:ext cx="248602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a:extLst>
              <a:ext uri="{FF2B5EF4-FFF2-40B4-BE49-F238E27FC236}">
                <a16:creationId xmlns:a16="http://schemas.microsoft.com/office/drawing/2014/main" id="{7649821F-1D80-4B45-B3EA-0149B22F8BEA}"/>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1042" r="13542" b="28889"/>
          <a:stretch>
            <a:fillRect/>
          </a:stretch>
        </p:blipFill>
        <p:spPr bwMode="auto">
          <a:xfrm>
            <a:off x="3186113" y="1577975"/>
            <a:ext cx="2362200" cy="144780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7">
            <a:extLst>
              <a:ext uri="{FF2B5EF4-FFF2-40B4-BE49-F238E27FC236}">
                <a16:creationId xmlns:a16="http://schemas.microsoft.com/office/drawing/2014/main" id="{72C68540-9117-BA43-A34A-3EB8A8243F16}"/>
              </a:ext>
            </a:extLst>
          </p:cNvPr>
          <p:cNvSpPr txBox="1">
            <a:spLocks noChangeArrowheads="1"/>
          </p:cNvSpPr>
          <p:nvPr/>
        </p:nvSpPr>
        <p:spPr bwMode="auto">
          <a:xfrm>
            <a:off x="5853113" y="5159375"/>
            <a:ext cx="2411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松下公司的</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FP1</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系列</a:t>
            </a:r>
          </a:p>
        </p:txBody>
      </p:sp>
    </p:spTree>
    <p:extLst>
      <p:ext uri="{BB962C8B-B14F-4D97-AF65-F5344CB8AC3E}">
        <p14:creationId xmlns:p14="http://schemas.microsoft.com/office/powerpoint/2010/main" val="1668944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B67EA622-A686-3D42-A3AC-C5FD55BA3EA8}"/>
              </a:ext>
            </a:extLst>
          </p:cNvPr>
          <p:cNvSpPr>
            <a:spLocks noChangeArrowheads="1"/>
          </p:cNvSpPr>
          <p:nvPr/>
        </p:nvSpPr>
        <p:spPr bwMode="auto">
          <a:xfrm>
            <a:off x="755650" y="1052513"/>
            <a:ext cx="1555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A50021"/>
                </a:solidFill>
                <a:latin typeface="宋体" panose="02010600030101010101" pitchFamily="2" charset="-122"/>
              </a:rPr>
              <a:t>3</a:t>
            </a:r>
            <a:r>
              <a:rPr lang="zh-CN" altLang="en-US" sz="2400" b="1">
                <a:solidFill>
                  <a:srgbClr val="A50021"/>
                </a:solidFill>
                <a:latin typeface="宋体" panose="02010600030101010101" pitchFamily="2" charset="-122"/>
              </a:rPr>
              <a:t>）中型机</a:t>
            </a:r>
          </a:p>
        </p:txBody>
      </p:sp>
      <p:sp>
        <p:nvSpPr>
          <p:cNvPr id="8" name="Text Box 3">
            <a:extLst>
              <a:ext uri="{FF2B5EF4-FFF2-40B4-BE49-F238E27FC236}">
                <a16:creationId xmlns:a16="http://schemas.microsoft.com/office/drawing/2014/main" id="{547607DF-ED6E-2241-9DAD-86CE0FC492B7}"/>
              </a:ext>
            </a:extLst>
          </p:cNvPr>
          <p:cNvSpPr txBox="1">
            <a:spLocks noChangeArrowheads="1"/>
          </p:cNvSpPr>
          <p:nvPr/>
        </p:nvSpPr>
        <p:spPr bwMode="auto">
          <a:xfrm>
            <a:off x="5724525" y="3357563"/>
            <a:ext cx="2714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OMRON</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公司的</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C200H</a:t>
            </a:r>
          </a:p>
        </p:txBody>
      </p:sp>
      <p:pic>
        <p:nvPicPr>
          <p:cNvPr id="9" name="Picture 4">
            <a:extLst>
              <a:ext uri="{FF2B5EF4-FFF2-40B4-BE49-F238E27FC236}">
                <a16:creationId xmlns:a16="http://schemas.microsoft.com/office/drawing/2014/main" id="{A53F58AA-19FB-F043-A749-34E670C32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1268413"/>
            <a:ext cx="2743200" cy="197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5">
            <a:extLst>
              <a:ext uri="{FF2B5EF4-FFF2-40B4-BE49-F238E27FC236}">
                <a16:creationId xmlns:a16="http://schemas.microsoft.com/office/drawing/2014/main" id="{CD39E5CA-A167-8345-8309-330C327EC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703" b="12500"/>
          <a:stretch>
            <a:fillRect/>
          </a:stretch>
        </p:blipFill>
        <p:spPr bwMode="auto">
          <a:xfrm>
            <a:off x="1979613" y="2205038"/>
            <a:ext cx="29718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6">
            <a:extLst>
              <a:ext uri="{FF2B5EF4-FFF2-40B4-BE49-F238E27FC236}">
                <a16:creationId xmlns:a16="http://schemas.microsoft.com/office/drawing/2014/main" id="{DEB08C3E-8025-0C4E-B8AD-7044EFA8FC11}"/>
              </a:ext>
            </a:extLst>
          </p:cNvPr>
          <p:cNvSpPr txBox="1">
            <a:spLocks noChangeArrowheads="1"/>
          </p:cNvSpPr>
          <p:nvPr/>
        </p:nvSpPr>
        <p:spPr bwMode="auto">
          <a:xfrm>
            <a:off x="2339975" y="5300663"/>
            <a:ext cx="2451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西门子公司的</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S7-300</a:t>
            </a:r>
          </a:p>
        </p:txBody>
      </p:sp>
    </p:spTree>
    <p:extLst>
      <p:ext uri="{BB962C8B-B14F-4D97-AF65-F5344CB8AC3E}">
        <p14:creationId xmlns:p14="http://schemas.microsoft.com/office/powerpoint/2010/main" val="35228066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6995BBF3-3354-804A-835B-9B24618FAA91}"/>
              </a:ext>
            </a:extLst>
          </p:cNvPr>
          <p:cNvSpPr>
            <a:spLocks noChangeArrowheads="1"/>
          </p:cNvSpPr>
          <p:nvPr/>
        </p:nvSpPr>
        <p:spPr bwMode="auto">
          <a:xfrm>
            <a:off x="1042988" y="836613"/>
            <a:ext cx="1792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A50021"/>
                </a:solidFill>
                <a:latin typeface="宋体" panose="02010600030101010101" pitchFamily="2" charset="-122"/>
              </a:rPr>
              <a:t>4</a:t>
            </a:r>
            <a:r>
              <a:rPr lang="zh-CN" altLang="en-US" sz="2400" b="1" dirty="0">
                <a:solidFill>
                  <a:srgbClr val="A50021"/>
                </a:solidFill>
                <a:latin typeface="宋体" panose="02010600030101010101" pitchFamily="2" charset="-122"/>
              </a:rPr>
              <a:t>）大型机</a:t>
            </a:r>
          </a:p>
        </p:txBody>
      </p:sp>
      <p:sp>
        <p:nvSpPr>
          <p:cNvPr id="10" name="Text Box 3">
            <a:extLst>
              <a:ext uri="{FF2B5EF4-FFF2-40B4-BE49-F238E27FC236}">
                <a16:creationId xmlns:a16="http://schemas.microsoft.com/office/drawing/2014/main" id="{7301B1B0-FAC9-4D47-8DF5-7C8FE3D21642}"/>
              </a:ext>
            </a:extLst>
          </p:cNvPr>
          <p:cNvSpPr txBox="1">
            <a:spLocks noChangeArrowheads="1"/>
          </p:cNvSpPr>
          <p:nvPr/>
        </p:nvSpPr>
        <p:spPr bwMode="auto">
          <a:xfrm>
            <a:off x="1042988" y="3392488"/>
            <a:ext cx="2843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OMRON</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公司的</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C1000H</a:t>
            </a:r>
          </a:p>
        </p:txBody>
      </p:sp>
      <p:pic>
        <p:nvPicPr>
          <p:cNvPr id="11" name="Picture 4">
            <a:extLst>
              <a:ext uri="{FF2B5EF4-FFF2-40B4-BE49-F238E27FC236}">
                <a16:creationId xmlns:a16="http://schemas.microsoft.com/office/drawing/2014/main" id="{63A81AD8-020B-E443-ABDC-B68D1DDE9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575" y="1412875"/>
            <a:ext cx="2886075" cy="199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5">
            <a:extLst>
              <a:ext uri="{FF2B5EF4-FFF2-40B4-BE49-F238E27FC236}">
                <a16:creationId xmlns:a16="http://schemas.microsoft.com/office/drawing/2014/main" id="{90633394-B106-7448-9AEC-FF4361FB7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2979" y="4149080"/>
            <a:ext cx="2514600" cy="217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6">
            <a:extLst>
              <a:ext uri="{FF2B5EF4-FFF2-40B4-BE49-F238E27FC236}">
                <a16:creationId xmlns:a16="http://schemas.microsoft.com/office/drawing/2014/main" id="{F44BCE71-54A8-D84C-B3BF-046A8845AB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1368425"/>
            <a:ext cx="2514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 Box 7">
            <a:extLst>
              <a:ext uri="{FF2B5EF4-FFF2-40B4-BE49-F238E27FC236}">
                <a16:creationId xmlns:a16="http://schemas.microsoft.com/office/drawing/2014/main" id="{C73B5EFC-4324-9E48-A7BD-B2482EE1B55E}"/>
              </a:ext>
            </a:extLst>
          </p:cNvPr>
          <p:cNvSpPr txBox="1">
            <a:spLocks noChangeArrowheads="1"/>
          </p:cNvSpPr>
          <p:nvPr/>
        </p:nvSpPr>
        <p:spPr bwMode="auto">
          <a:xfrm>
            <a:off x="2519179" y="5708005"/>
            <a:ext cx="1900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松下公司的</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FP3</a:t>
            </a:r>
          </a:p>
        </p:txBody>
      </p:sp>
      <p:sp>
        <p:nvSpPr>
          <p:cNvPr id="15" name="Text Box 8">
            <a:extLst>
              <a:ext uri="{FF2B5EF4-FFF2-40B4-BE49-F238E27FC236}">
                <a16:creationId xmlns:a16="http://schemas.microsoft.com/office/drawing/2014/main" id="{2D99B0C0-CA55-004F-85D0-1808AD97C850}"/>
              </a:ext>
            </a:extLst>
          </p:cNvPr>
          <p:cNvSpPr txBox="1">
            <a:spLocks noChangeArrowheads="1"/>
          </p:cNvSpPr>
          <p:nvPr/>
        </p:nvSpPr>
        <p:spPr bwMode="auto">
          <a:xfrm>
            <a:off x="5610423" y="4721225"/>
            <a:ext cx="2994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COMRON</a:t>
            </a:r>
            <a:r>
              <a:rPr kumimoji="0" lang="zh-CN" altLang="en-US"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公司的</a:t>
            </a:r>
            <a:r>
              <a:rPr kumimoji="0" lang="en-US" altLang="zh-CN" sz="2000" b="1" i="0" u="none" strike="noStrike" kern="0" cap="none" spc="0" normalizeH="0" baseline="0" noProof="0">
                <a:ln>
                  <a:noFill/>
                </a:ln>
                <a:solidFill>
                  <a:srgbClr val="0000CC"/>
                </a:solidFill>
                <a:effectLst/>
                <a:uLnTx/>
                <a:uFillTx/>
                <a:latin typeface="Arial" panose="020B0604020202020204" pitchFamily="34" charset="0"/>
                <a:ea typeface="宋体" panose="02010600030101010101" pitchFamily="2" charset="-122"/>
              </a:rPr>
              <a:t>2000H</a:t>
            </a:r>
          </a:p>
        </p:txBody>
      </p:sp>
    </p:spTree>
    <p:extLst>
      <p:ext uri="{BB962C8B-B14F-4D97-AF65-F5344CB8AC3E}">
        <p14:creationId xmlns:p14="http://schemas.microsoft.com/office/powerpoint/2010/main" val="26915990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A1C40BFC-8CC0-2E40-B7D4-A02EA079A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625" y="1196975"/>
            <a:ext cx="3960813" cy="388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a:extLst>
              <a:ext uri="{FF2B5EF4-FFF2-40B4-BE49-F238E27FC236}">
                <a16:creationId xmlns:a16="http://schemas.microsoft.com/office/drawing/2014/main" id="{558D518A-F073-CA4C-A6AE-B44ACA30D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3174" y="1123950"/>
            <a:ext cx="3665289" cy="403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4">
            <a:extLst>
              <a:ext uri="{FF2B5EF4-FFF2-40B4-BE49-F238E27FC236}">
                <a16:creationId xmlns:a16="http://schemas.microsoft.com/office/drawing/2014/main" id="{03FF25D5-9D5F-AB42-B697-315159E7D6BE}"/>
              </a:ext>
            </a:extLst>
          </p:cNvPr>
          <p:cNvSpPr txBox="1">
            <a:spLocks noChangeArrowheads="1"/>
          </p:cNvSpPr>
          <p:nvPr/>
        </p:nvSpPr>
        <p:spPr bwMode="auto">
          <a:xfrm>
            <a:off x="3419475" y="5589588"/>
            <a:ext cx="299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9211C"/>
                </a:solidFill>
                <a:latin typeface="宋体" panose="02010600030101010101" pitchFamily="2" charset="-122"/>
              </a:rPr>
              <a:t>COMRON</a:t>
            </a:r>
            <a:r>
              <a:rPr lang="zh-CN" altLang="en-US" sz="2400" b="1">
                <a:solidFill>
                  <a:srgbClr val="09211C"/>
                </a:solidFill>
                <a:latin typeface="宋体" panose="02010600030101010101" pitchFamily="2" charset="-122"/>
              </a:rPr>
              <a:t>公司的</a:t>
            </a:r>
            <a:r>
              <a:rPr lang="en-US" altLang="zh-CN" sz="2400" b="1">
                <a:solidFill>
                  <a:srgbClr val="09211C"/>
                </a:solidFill>
                <a:latin typeface="宋体" panose="02010600030101010101" pitchFamily="2" charset="-122"/>
              </a:rPr>
              <a:t>2000H</a:t>
            </a:r>
          </a:p>
        </p:txBody>
      </p:sp>
    </p:spTree>
    <p:extLst>
      <p:ext uri="{BB962C8B-B14F-4D97-AF65-F5344CB8AC3E}">
        <p14:creationId xmlns:p14="http://schemas.microsoft.com/office/powerpoint/2010/main" val="258744860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FF83C07-6D70-DD48-A49A-9AD618619589}"/>
              </a:ext>
            </a:extLst>
          </p:cNvPr>
          <p:cNvSpPr>
            <a:spLocks noChangeArrowheads="1"/>
          </p:cNvSpPr>
          <p:nvPr/>
        </p:nvSpPr>
        <p:spPr bwMode="auto">
          <a:xfrm>
            <a:off x="612775" y="981075"/>
            <a:ext cx="185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A50021"/>
                </a:solidFill>
                <a:latin typeface="宋体" panose="02010600030101010101" pitchFamily="2" charset="-122"/>
              </a:rPr>
              <a:t>5</a:t>
            </a:r>
            <a:r>
              <a:rPr lang="zh-CN" altLang="en-US" sz="2400" b="1">
                <a:solidFill>
                  <a:srgbClr val="A50021"/>
                </a:solidFill>
                <a:latin typeface="宋体" panose="02010600030101010101" pitchFamily="2" charset="-122"/>
              </a:rPr>
              <a:t>）超大型机</a:t>
            </a:r>
          </a:p>
        </p:txBody>
      </p:sp>
      <p:sp>
        <p:nvSpPr>
          <p:cNvPr id="6" name="Rectangle 3">
            <a:extLst>
              <a:ext uri="{FF2B5EF4-FFF2-40B4-BE49-F238E27FC236}">
                <a16:creationId xmlns:a16="http://schemas.microsoft.com/office/drawing/2014/main" id="{E1673F6D-D8BD-0E4E-A1CB-F1643D715CEE}"/>
              </a:ext>
            </a:extLst>
          </p:cNvPr>
          <p:cNvSpPr>
            <a:spLocks noChangeArrowheads="1"/>
          </p:cNvSpPr>
          <p:nvPr/>
        </p:nvSpPr>
        <p:spPr bwMode="auto">
          <a:xfrm>
            <a:off x="612775" y="1557338"/>
            <a:ext cx="81375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Arial" panose="020B0604020202020204" pitchFamily="34" charset="0"/>
                <a:ea typeface="宋体" panose="02010600030101010101" pitchFamily="2" charset="-122"/>
              </a:defRPr>
            </a:lvl1pPr>
            <a:lvl2pPr marL="742950" indent="-285750">
              <a:defRPr sz="1600">
                <a:solidFill>
                  <a:schemeClr val="tx1"/>
                </a:solidFill>
                <a:latin typeface="Arial" panose="020B0604020202020204" pitchFamily="34" charset="0"/>
                <a:ea typeface="宋体" panose="02010600030101010101" pitchFamily="2" charset="-122"/>
              </a:defRPr>
            </a:lvl2pPr>
            <a:lvl3pPr marL="1143000" indent="-228600">
              <a:defRPr sz="1600">
                <a:solidFill>
                  <a:schemeClr val="tx1"/>
                </a:solidFill>
                <a:latin typeface="Arial" panose="020B0604020202020204" pitchFamily="34" charset="0"/>
                <a:ea typeface="宋体" panose="02010600030101010101" pitchFamily="2" charset="-122"/>
              </a:defRPr>
            </a:lvl3pPr>
            <a:lvl4pPr marL="1600200" indent="-228600">
              <a:defRPr sz="1600">
                <a:solidFill>
                  <a:schemeClr val="tx1"/>
                </a:solidFill>
                <a:latin typeface="Arial" panose="020B0604020202020204" pitchFamily="34" charset="0"/>
                <a:ea typeface="宋体" panose="02010600030101010101" pitchFamily="2" charset="-122"/>
              </a:defRPr>
            </a:lvl4pPr>
            <a:lvl5pPr marL="2057400" indent="-228600">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a:solidFill>
                  <a:srgbClr val="0000CC"/>
                </a:solidFill>
                <a:latin typeface="宋体" panose="02010600030101010101" pitchFamily="2" charset="-122"/>
              </a:rPr>
              <a:t>    美国</a:t>
            </a:r>
            <a:r>
              <a:rPr lang="en-US" altLang="zh-CN" sz="2400" b="1">
                <a:solidFill>
                  <a:srgbClr val="0000CC"/>
                </a:solidFill>
                <a:latin typeface="宋体" panose="02010600030101010101" pitchFamily="2" charset="-122"/>
              </a:rPr>
              <a:t>GE</a:t>
            </a:r>
            <a:r>
              <a:rPr lang="zh-CN" altLang="en-US" sz="2400" b="1">
                <a:solidFill>
                  <a:srgbClr val="0000CC"/>
                </a:solidFill>
                <a:latin typeface="宋体" panose="02010600030101010101" pitchFamily="2" charset="-122"/>
              </a:rPr>
              <a:t>公司的</a:t>
            </a:r>
            <a:r>
              <a:rPr lang="en-US" altLang="zh-CN" sz="2400" b="1">
                <a:solidFill>
                  <a:srgbClr val="0000CC"/>
                </a:solidFill>
                <a:latin typeface="宋体" panose="02010600030101010101" pitchFamily="2" charset="-122"/>
              </a:rPr>
              <a:t>90—70</a:t>
            </a:r>
            <a:r>
              <a:rPr lang="zh-CN" altLang="en-US" sz="2400" b="1">
                <a:solidFill>
                  <a:srgbClr val="0000CC"/>
                </a:solidFill>
                <a:latin typeface="宋体" panose="02010600030101010101" pitchFamily="2" charset="-122"/>
              </a:rPr>
              <a:t>机，其点数可达</a:t>
            </a:r>
            <a:r>
              <a:rPr lang="en-US" altLang="zh-CN" sz="2400" b="1">
                <a:solidFill>
                  <a:srgbClr val="0000CC"/>
                </a:solidFill>
                <a:latin typeface="宋体" panose="02010600030101010101" pitchFamily="2" charset="-122"/>
              </a:rPr>
              <a:t>24000</a:t>
            </a:r>
            <a:r>
              <a:rPr lang="zh-CN" altLang="en-US" sz="2400" b="1">
                <a:solidFill>
                  <a:srgbClr val="0000CC"/>
                </a:solidFill>
                <a:latin typeface="宋体" panose="02010600030101010101" pitchFamily="2" charset="-122"/>
              </a:rPr>
              <a:t>点，另外还有</a:t>
            </a:r>
            <a:r>
              <a:rPr lang="en-US" altLang="zh-CN" sz="2400" b="1">
                <a:solidFill>
                  <a:srgbClr val="0000CC"/>
                </a:solidFill>
                <a:latin typeface="宋体" panose="02010600030101010101" pitchFamily="2" charset="-122"/>
              </a:rPr>
              <a:t>8000</a:t>
            </a:r>
            <a:r>
              <a:rPr lang="zh-CN" altLang="en-US" sz="2400" b="1">
                <a:solidFill>
                  <a:srgbClr val="0000CC"/>
                </a:solidFill>
                <a:latin typeface="宋体" panose="02010600030101010101" pitchFamily="2" charset="-122"/>
              </a:rPr>
              <a:t>路的模拟量。</a:t>
            </a:r>
          </a:p>
        </p:txBody>
      </p:sp>
      <p:pic>
        <p:nvPicPr>
          <p:cNvPr id="7" name="Picture 4">
            <a:extLst>
              <a:ext uri="{FF2B5EF4-FFF2-40B4-BE49-F238E27FC236}">
                <a16:creationId xmlns:a16="http://schemas.microsoft.com/office/drawing/2014/main" id="{5948848C-440B-E547-94C7-916FB186560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28900" y="2852738"/>
            <a:ext cx="3676650" cy="285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70755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D3F580C3-DF76-5F45-9699-09795DBA0E43}"/>
              </a:ext>
            </a:extLst>
          </p:cNvPr>
          <p:cNvSpPr txBox="1">
            <a:spLocks noChangeArrowheads="1"/>
          </p:cNvSpPr>
          <p:nvPr/>
        </p:nvSpPr>
        <p:spPr bwMode="auto">
          <a:xfrm>
            <a:off x="395289" y="1268413"/>
            <a:ext cx="8424862" cy="1698625"/>
          </a:xfrm>
          <a:prstGeom prst="rect">
            <a:avLst/>
          </a:prstGeom>
          <a:noFill/>
          <a:ln>
            <a:noFill/>
          </a:ln>
          <a:effectLst/>
        </p:spPr>
        <p:txBody>
          <a:bodyPr wrap="square" lIns="91436" tIns="45719" rIns="91436" bIns="45719">
            <a:spAutoFit/>
          </a:bodyPr>
          <a:lstStyle/>
          <a:p>
            <a:pPr algn="just" eaLnBrk="1" hangingPunct="1">
              <a:lnSpc>
                <a:spcPct val="120000"/>
              </a:lnSpc>
              <a:spcBef>
                <a:spcPct val="50000"/>
              </a:spcBef>
              <a:defRPr/>
            </a:pPr>
            <a:r>
              <a:rPr lang="zh-CN" altLang="en-US" sz="2200" b="1" dirty="0">
                <a:solidFill>
                  <a:srgbClr val="000099"/>
                </a:solidFill>
                <a:effectLst>
                  <a:outerShdw blurRad="38100" dist="38100" dir="2700000" algn="tl">
                    <a:srgbClr val="000000"/>
                  </a:outerShdw>
                </a:effectLst>
                <a:latin typeface="宋体" panose="02010600030101010101" pitchFamily="2" charset="-122"/>
              </a:rPr>
              <a:t>    </a:t>
            </a:r>
            <a:r>
              <a:rPr lang="en-US" altLang="zh-CN" sz="2200" b="1" dirty="0">
                <a:solidFill>
                  <a:srgbClr val="000099"/>
                </a:solidFill>
                <a:effectLst>
                  <a:outerShdw blurRad="38100" dist="38100" dir="2700000" algn="tl">
                    <a:srgbClr val="000000"/>
                  </a:outerShdw>
                </a:effectLst>
                <a:latin typeface="宋体" panose="02010600030101010101" pitchFamily="2" charset="-122"/>
              </a:rPr>
              <a:t>1</a:t>
            </a:r>
            <a:r>
              <a:rPr lang="zh-CN" altLang="en-US" sz="2200" b="1" dirty="0">
                <a:solidFill>
                  <a:srgbClr val="000099"/>
                </a:solidFill>
                <a:effectLst>
                  <a:outerShdw blurRad="38100" dist="38100" dir="2700000" algn="tl">
                    <a:srgbClr val="000000"/>
                  </a:outerShdw>
                </a:effectLst>
                <a:latin typeface="宋体" panose="02010600030101010101" pitchFamily="2" charset="-122"/>
              </a:rPr>
              <a:t>）低档</a:t>
            </a:r>
            <a:r>
              <a:rPr lang="en-US" altLang="zh-CN" sz="2200" b="1" dirty="0">
                <a:solidFill>
                  <a:srgbClr val="000099"/>
                </a:solidFill>
                <a:effectLst>
                  <a:outerShdw blurRad="38100" dist="38100" dir="2700000" algn="tl">
                    <a:srgbClr val="000000"/>
                  </a:outerShdw>
                </a:effectLst>
                <a:latin typeface="宋体" panose="02010600030101010101" pitchFamily="2" charset="-122"/>
              </a:rPr>
              <a:t>PLC</a:t>
            </a:r>
            <a:r>
              <a:rPr lang="en-US" altLang="zh-CN" sz="2200" b="1" dirty="0">
                <a:solidFill>
                  <a:srgbClr val="000099"/>
                </a:solidFill>
                <a:latin typeface="宋体" panose="02010600030101010101" pitchFamily="2" charset="-122"/>
              </a:rPr>
              <a:t> </a:t>
            </a:r>
            <a:r>
              <a:rPr lang="en-US" altLang="zh-CN" sz="2200" b="1" dirty="0">
                <a:solidFill>
                  <a:srgbClr val="09211C"/>
                </a:solidFill>
                <a:latin typeface="宋体" panose="02010600030101010101" pitchFamily="2" charset="-122"/>
              </a:rPr>
              <a:t> </a:t>
            </a:r>
            <a:r>
              <a:rPr lang="zh-CN" altLang="en-US" sz="2200" b="1" dirty="0">
                <a:solidFill>
                  <a:srgbClr val="09211C"/>
                </a:solidFill>
                <a:latin typeface="宋体" panose="02010600030101010101" pitchFamily="2" charset="-122"/>
              </a:rPr>
              <a:t>具有逻辑运算、定时、计数、移位以及自诊断、监控等基本功能，还可有少量模拟量输入／输出、算术运算、数据传送和比较、通信等功能。主要用于逻辑控制、顺序控制或少量模拟量控制的单机系统。 </a:t>
            </a:r>
          </a:p>
        </p:txBody>
      </p:sp>
      <p:sp>
        <p:nvSpPr>
          <p:cNvPr id="8" name="Text Box 3">
            <a:extLst>
              <a:ext uri="{FF2B5EF4-FFF2-40B4-BE49-F238E27FC236}">
                <a16:creationId xmlns:a16="http://schemas.microsoft.com/office/drawing/2014/main" id="{497AE1EE-5580-C64F-81CD-978E5C779F2F}"/>
              </a:ext>
            </a:extLst>
          </p:cNvPr>
          <p:cNvSpPr txBox="1">
            <a:spLocks noChangeArrowheads="1"/>
          </p:cNvSpPr>
          <p:nvPr/>
        </p:nvSpPr>
        <p:spPr bwMode="auto">
          <a:xfrm>
            <a:off x="395288" y="3068638"/>
            <a:ext cx="8424862" cy="1296987"/>
          </a:xfrm>
          <a:prstGeom prst="rect">
            <a:avLst/>
          </a:prstGeom>
          <a:noFill/>
          <a:ln>
            <a:noFill/>
          </a:ln>
          <a:effectLst/>
        </p:spPr>
        <p:txBody>
          <a:bodyPr lIns="91436" tIns="45719" rIns="91436" bIns="45719">
            <a:spAutoFit/>
          </a:bodyPr>
          <a:lstStyle/>
          <a:p>
            <a:pPr eaLnBrk="1" hangingPunct="1">
              <a:lnSpc>
                <a:spcPct val="120000"/>
              </a:lnSpc>
              <a:spcBef>
                <a:spcPct val="50000"/>
              </a:spcBef>
              <a:defRPr/>
            </a:pPr>
            <a:r>
              <a:rPr lang="zh-CN" altLang="en-US" sz="2200" b="1" dirty="0">
                <a:solidFill>
                  <a:srgbClr val="000099"/>
                </a:solidFill>
                <a:effectLst>
                  <a:outerShdw blurRad="38100" dist="38100" dir="2700000" algn="tl">
                    <a:srgbClr val="000000"/>
                  </a:outerShdw>
                </a:effectLst>
                <a:latin typeface="宋体" panose="02010600030101010101" pitchFamily="2" charset="-122"/>
              </a:rPr>
              <a:t>    </a:t>
            </a:r>
            <a:r>
              <a:rPr lang="en-US" altLang="zh-CN" sz="2200" b="1" dirty="0">
                <a:solidFill>
                  <a:srgbClr val="000099"/>
                </a:solidFill>
                <a:effectLst>
                  <a:outerShdw blurRad="38100" dist="38100" dir="2700000" algn="tl">
                    <a:srgbClr val="000000"/>
                  </a:outerShdw>
                </a:effectLst>
                <a:latin typeface="宋体" panose="02010600030101010101" pitchFamily="2" charset="-122"/>
              </a:rPr>
              <a:t>2</a:t>
            </a:r>
            <a:r>
              <a:rPr lang="zh-CN" altLang="en-US" sz="2200" b="1" dirty="0">
                <a:solidFill>
                  <a:srgbClr val="000099"/>
                </a:solidFill>
                <a:effectLst>
                  <a:outerShdw blurRad="38100" dist="38100" dir="2700000" algn="tl">
                    <a:srgbClr val="000000"/>
                  </a:outerShdw>
                </a:effectLst>
                <a:latin typeface="宋体" panose="02010600030101010101" pitchFamily="2" charset="-122"/>
              </a:rPr>
              <a:t>）中档</a:t>
            </a:r>
            <a:r>
              <a:rPr lang="en-US" altLang="zh-CN" sz="2200" b="1" dirty="0">
                <a:solidFill>
                  <a:srgbClr val="000099"/>
                </a:solidFill>
                <a:effectLst>
                  <a:outerShdw blurRad="38100" dist="38100" dir="2700000" algn="tl">
                    <a:srgbClr val="000000"/>
                  </a:outerShdw>
                </a:effectLst>
                <a:latin typeface="宋体" panose="02010600030101010101" pitchFamily="2" charset="-122"/>
              </a:rPr>
              <a:t>PLC</a:t>
            </a:r>
            <a:r>
              <a:rPr lang="en-US" altLang="zh-CN" sz="2200" b="1" dirty="0">
                <a:solidFill>
                  <a:srgbClr val="000099"/>
                </a:solidFill>
                <a:latin typeface="宋体" panose="02010600030101010101" pitchFamily="2" charset="-122"/>
              </a:rPr>
              <a:t>  </a:t>
            </a:r>
            <a:r>
              <a:rPr lang="zh-CN" altLang="en-US" sz="2200" b="1" dirty="0">
                <a:solidFill>
                  <a:srgbClr val="09211C"/>
                </a:solidFill>
                <a:latin typeface="宋体" panose="02010600030101010101" pitchFamily="2" charset="-122"/>
              </a:rPr>
              <a:t>具有低档</a:t>
            </a:r>
            <a:r>
              <a:rPr lang="en-US" altLang="zh-CN" sz="2200" b="1" dirty="0">
                <a:solidFill>
                  <a:srgbClr val="09211C"/>
                </a:solidFill>
                <a:latin typeface="宋体" panose="02010600030101010101" pitchFamily="2" charset="-122"/>
              </a:rPr>
              <a:t>PLC</a:t>
            </a:r>
            <a:r>
              <a:rPr lang="zh-CN" altLang="en-US" sz="2200" b="1" dirty="0">
                <a:solidFill>
                  <a:srgbClr val="09211C"/>
                </a:solidFill>
                <a:latin typeface="宋体" panose="02010600030101010101" pitchFamily="2" charset="-122"/>
              </a:rPr>
              <a:t>功能外，具有较强的模拟量输入</a:t>
            </a:r>
            <a:r>
              <a:rPr lang="en-US" altLang="zh-CN" sz="2200" b="1" dirty="0">
                <a:solidFill>
                  <a:srgbClr val="09211C"/>
                </a:solidFill>
                <a:latin typeface="宋体" panose="02010600030101010101" pitchFamily="2" charset="-122"/>
              </a:rPr>
              <a:t>/</a:t>
            </a:r>
            <a:r>
              <a:rPr lang="zh-CN" altLang="en-US" sz="2200" b="1" dirty="0">
                <a:solidFill>
                  <a:srgbClr val="09211C"/>
                </a:solidFill>
                <a:latin typeface="宋体" panose="02010600030101010101" pitchFamily="2" charset="-122"/>
              </a:rPr>
              <a:t>输出、算术运算、数据传送和比较、数制转换、远程</a:t>
            </a:r>
            <a:r>
              <a:rPr lang="en-US" altLang="zh-CN" sz="2200" b="1" dirty="0">
                <a:solidFill>
                  <a:srgbClr val="09211C"/>
                </a:solidFill>
                <a:latin typeface="宋体" panose="02010600030101010101" pitchFamily="2" charset="-122"/>
              </a:rPr>
              <a:t>I/O、</a:t>
            </a:r>
            <a:r>
              <a:rPr lang="zh-CN" altLang="en-US" sz="2200" b="1" dirty="0">
                <a:solidFill>
                  <a:srgbClr val="09211C"/>
                </a:solidFill>
                <a:latin typeface="宋体" panose="02010600030101010101" pitchFamily="2" charset="-122"/>
              </a:rPr>
              <a:t>子程序、通信联网等功能。有些还增设中断、</a:t>
            </a:r>
            <a:r>
              <a:rPr lang="en-US" altLang="zh-CN" sz="2200" b="1" dirty="0">
                <a:solidFill>
                  <a:srgbClr val="09211C"/>
                </a:solidFill>
                <a:latin typeface="宋体" panose="02010600030101010101" pitchFamily="2" charset="-122"/>
              </a:rPr>
              <a:t>PID</a:t>
            </a:r>
            <a:r>
              <a:rPr lang="zh-CN" altLang="en-US" sz="2200" b="1" dirty="0">
                <a:solidFill>
                  <a:srgbClr val="09211C"/>
                </a:solidFill>
                <a:latin typeface="宋体" panose="02010600030101010101" pitchFamily="2" charset="-122"/>
              </a:rPr>
              <a:t>控制等功能。 </a:t>
            </a:r>
          </a:p>
        </p:txBody>
      </p:sp>
      <p:sp>
        <p:nvSpPr>
          <p:cNvPr id="9" name="Text Box 4">
            <a:extLst>
              <a:ext uri="{FF2B5EF4-FFF2-40B4-BE49-F238E27FC236}">
                <a16:creationId xmlns:a16="http://schemas.microsoft.com/office/drawing/2014/main" id="{7D35FD66-9BC8-5542-8B2A-9C4496C2D0F9}"/>
              </a:ext>
            </a:extLst>
          </p:cNvPr>
          <p:cNvSpPr txBox="1">
            <a:spLocks noChangeArrowheads="1"/>
          </p:cNvSpPr>
          <p:nvPr/>
        </p:nvSpPr>
        <p:spPr bwMode="auto">
          <a:xfrm>
            <a:off x="395288" y="4466679"/>
            <a:ext cx="8353424" cy="1698625"/>
          </a:xfrm>
          <a:prstGeom prst="rect">
            <a:avLst/>
          </a:prstGeom>
          <a:noFill/>
          <a:ln>
            <a:noFill/>
          </a:ln>
          <a:effectLst/>
        </p:spPr>
        <p:txBody>
          <a:bodyPr wrap="square" lIns="91436" tIns="45719" rIns="91436" bIns="45719">
            <a:spAutoFit/>
          </a:bodyPr>
          <a:lstStyle/>
          <a:p>
            <a:pPr eaLnBrk="1" hangingPunct="1">
              <a:lnSpc>
                <a:spcPct val="120000"/>
              </a:lnSpc>
              <a:spcBef>
                <a:spcPct val="50000"/>
              </a:spcBef>
              <a:defRPr/>
            </a:pPr>
            <a:r>
              <a:rPr lang="zh-CN" altLang="en-US" sz="2200" b="1" dirty="0">
                <a:solidFill>
                  <a:srgbClr val="000099"/>
                </a:solidFill>
                <a:effectLst>
                  <a:outerShdw blurRad="38100" dist="38100" dir="2700000" algn="tl">
                    <a:srgbClr val="000000"/>
                  </a:outerShdw>
                </a:effectLst>
                <a:latin typeface="宋体" panose="02010600030101010101" pitchFamily="2" charset="-122"/>
              </a:rPr>
              <a:t>    </a:t>
            </a:r>
            <a:r>
              <a:rPr lang="en-US" altLang="zh-CN" sz="2200" b="1" dirty="0">
                <a:solidFill>
                  <a:srgbClr val="000099"/>
                </a:solidFill>
                <a:effectLst>
                  <a:outerShdw blurRad="38100" dist="38100" dir="2700000" algn="tl">
                    <a:srgbClr val="000000"/>
                  </a:outerShdw>
                </a:effectLst>
                <a:latin typeface="宋体" panose="02010600030101010101" pitchFamily="2" charset="-122"/>
              </a:rPr>
              <a:t>3</a:t>
            </a:r>
            <a:r>
              <a:rPr lang="zh-CN" altLang="en-US" sz="2200" b="1" dirty="0">
                <a:solidFill>
                  <a:srgbClr val="000099"/>
                </a:solidFill>
                <a:effectLst>
                  <a:outerShdw blurRad="38100" dist="38100" dir="2700000" algn="tl">
                    <a:srgbClr val="000000"/>
                  </a:outerShdw>
                </a:effectLst>
                <a:latin typeface="宋体" panose="02010600030101010101" pitchFamily="2" charset="-122"/>
              </a:rPr>
              <a:t>）高档</a:t>
            </a:r>
            <a:r>
              <a:rPr lang="en-US" altLang="zh-CN" sz="2200" b="1" dirty="0">
                <a:solidFill>
                  <a:srgbClr val="000099"/>
                </a:solidFill>
                <a:effectLst>
                  <a:outerShdw blurRad="38100" dist="38100" dir="2700000" algn="tl">
                    <a:srgbClr val="000000"/>
                  </a:outerShdw>
                </a:effectLst>
                <a:latin typeface="宋体" panose="02010600030101010101" pitchFamily="2" charset="-122"/>
              </a:rPr>
              <a:t>PLC</a:t>
            </a:r>
            <a:r>
              <a:rPr lang="en-US" altLang="zh-CN" sz="2200" b="1" dirty="0">
                <a:solidFill>
                  <a:srgbClr val="000099"/>
                </a:solidFill>
                <a:latin typeface="宋体" panose="02010600030101010101" pitchFamily="2" charset="-122"/>
              </a:rPr>
              <a:t> </a:t>
            </a:r>
            <a:r>
              <a:rPr lang="en-US" altLang="zh-CN" sz="2200" b="1" dirty="0">
                <a:solidFill>
                  <a:srgbClr val="09211C"/>
                </a:solidFill>
                <a:latin typeface="宋体" panose="02010600030101010101" pitchFamily="2" charset="-122"/>
              </a:rPr>
              <a:t> </a:t>
            </a:r>
            <a:r>
              <a:rPr lang="zh-CN" altLang="en-US" sz="2200" b="1" dirty="0">
                <a:solidFill>
                  <a:srgbClr val="09211C"/>
                </a:solidFill>
                <a:latin typeface="宋体" panose="02010600030101010101" pitchFamily="2" charset="-122"/>
              </a:rPr>
              <a:t>具有中档机功能外，增加带符号算术运算、矩阵运算、位逻辑运算、平方根运算及其它特殊功能函数运算、制表及表格传送等。高档</a:t>
            </a:r>
            <a:r>
              <a:rPr lang="en-US" altLang="zh-CN" sz="2200" b="1" dirty="0">
                <a:solidFill>
                  <a:srgbClr val="09211C"/>
                </a:solidFill>
                <a:latin typeface="宋体" panose="02010600030101010101" pitchFamily="2" charset="-122"/>
              </a:rPr>
              <a:t>PLC</a:t>
            </a:r>
            <a:r>
              <a:rPr lang="zh-CN" altLang="en-US" sz="2200" b="1" dirty="0">
                <a:solidFill>
                  <a:srgbClr val="09211C"/>
                </a:solidFill>
                <a:latin typeface="宋体" panose="02010600030101010101" pitchFamily="2" charset="-122"/>
              </a:rPr>
              <a:t>机具有更强的通信联网功能，可用于大规模过程控制或构成分布式网络控制系统，实现工厂自动化。 </a:t>
            </a:r>
          </a:p>
        </p:txBody>
      </p:sp>
      <p:sp>
        <p:nvSpPr>
          <p:cNvPr id="13" name="文本框 12">
            <a:extLst>
              <a:ext uri="{FF2B5EF4-FFF2-40B4-BE49-F238E27FC236}">
                <a16:creationId xmlns:a16="http://schemas.microsoft.com/office/drawing/2014/main" id="{3C38109C-659A-4E48-9C97-C4F82E27A06E}"/>
              </a:ext>
            </a:extLst>
          </p:cNvPr>
          <p:cNvSpPr txBox="1"/>
          <p:nvPr/>
        </p:nvSpPr>
        <p:spPr>
          <a:xfrm>
            <a:off x="395288" y="607044"/>
            <a:ext cx="4572000" cy="559769"/>
          </a:xfrm>
          <a:prstGeom prst="rect">
            <a:avLst/>
          </a:prstGeom>
          <a:noFill/>
        </p:spPr>
        <p:txBody>
          <a:bodyPr wrap="square">
            <a:spAutoFit/>
          </a:bodyPr>
          <a:lstStyle/>
          <a:p>
            <a:pPr eaLnBrk="1" hangingPunct="1">
              <a:lnSpc>
                <a:spcPct val="150000"/>
              </a:lnSpc>
              <a:spcBef>
                <a:spcPct val="50000"/>
              </a:spcBef>
            </a:pPr>
            <a:r>
              <a:rPr lang="zh-CN" altLang="en-US" sz="2400" b="1" dirty="0">
                <a:solidFill>
                  <a:srgbClr val="000000"/>
                </a:solidFill>
                <a:latin typeface="宋体" panose="02010600030101010101" pitchFamily="2" charset="-122"/>
              </a:rPr>
              <a:t>（</a:t>
            </a:r>
            <a:r>
              <a:rPr lang="en-US" altLang="zh-CN" sz="2400" b="1" dirty="0">
                <a:solidFill>
                  <a:srgbClr val="000000"/>
                </a:solidFill>
                <a:latin typeface="宋体" panose="02010600030101010101" pitchFamily="2" charset="-122"/>
              </a:rPr>
              <a:t>3</a:t>
            </a:r>
            <a:r>
              <a:rPr lang="zh-CN" altLang="en-US" sz="2400" b="1" dirty="0">
                <a:solidFill>
                  <a:srgbClr val="000000"/>
                </a:solidFill>
                <a:latin typeface="宋体" panose="02010600030101010101" pitchFamily="2" charset="-122"/>
              </a:rPr>
              <a:t>）按控制规模分类</a:t>
            </a:r>
          </a:p>
        </p:txBody>
      </p:sp>
    </p:spTree>
    <p:extLst>
      <p:ext uri="{BB962C8B-B14F-4D97-AF65-F5344CB8AC3E}">
        <p14:creationId xmlns:p14="http://schemas.microsoft.com/office/powerpoint/2010/main" val="16721518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autoUpdateAnimBg="0"/>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9013</TotalTime>
  <Words>7716</Words>
  <Application>Microsoft Macintosh PowerPoint</Application>
  <PresentationFormat>全屏显示(4:3)</PresentationFormat>
  <Paragraphs>835</Paragraphs>
  <Slides>101</Slides>
  <Notes>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101</vt:i4>
      </vt:variant>
    </vt:vector>
  </HeadingPairs>
  <TitlesOfParts>
    <vt:vector size="117" baseType="lpstr">
      <vt:lpstr>等线</vt:lpstr>
      <vt:lpstr>华文楷体</vt:lpstr>
      <vt:lpstr>楷体_GB2312</vt:lpstr>
      <vt:lpstr>宋体</vt:lpstr>
      <vt:lpstr>Brush Script MT</vt:lpstr>
      <vt:lpstr>CommercialPi BT</vt:lpstr>
      <vt:lpstr>Arial</vt:lpstr>
      <vt:lpstr>Arial Black</vt:lpstr>
      <vt:lpstr>Book Antiqua</vt:lpstr>
      <vt:lpstr>Calibri</vt:lpstr>
      <vt:lpstr>Garamond</vt:lpstr>
      <vt:lpstr>Tahoma</vt:lpstr>
      <vt:lpstr>Times New Roman</vt:lpstr>
      <vt:lpstr>Wingdings</vt:lpstr>
      <vt:lpstr>Pixel</vt:lpstr>
      <vt:lpstr>Paint.Picture</vt:lpstr>
      <vt:lpstr>11 PLC基础与原理</vt:lpstr>
      <vt:lpstr>一、PLC技术基础知识</vt:lpstr>
      <vt:lpstr>主要内容</vt:lpstr>
      <vt:lpstr>1、 PLC的历史、现状与发展</vt:lpstr>
      <vt:lpstr>PowerPoint 演示文稿</vt:lpstr>
      <vt:lpstr>PowerPoint 演示文稿</vt:lpstr>
      <vt:lpstr>PowerPoint 演示文稿</vt:lpstr>
      <vt:lpstr>1.2 可编程控制器PLC的定义</vt:lpstr>
      <vt:lpstr>1.3 PLC的现状及发展趋势 </vt:lpstr>
      <vt:lpstr>PowerPoint 演示文稿</vt:lpstr>
      <vt:lpstr>PowerPoint 演示文稿</vt:lpstr>
      <vt:lpstr>PowerPoint 演示文稿</vt:lpstr>
      <vt:lpstr>PowerPoint 演示文稿</vt:lpstr>
      <vt:lpstr>1.4 PLC的国内外状况</vt:lpstr>
      <vt:lpstr>PowerPoint 演示文稿</vt:lpstr>
      <vt:lpstr>1.5 PLC的发展趋势</vt:lpstr>
      <vt:lpstr>PowerPoint 演示文稿</vt:lpstr>
      <vt:lpstr>2、 PLC的特点与基本功能</vt:lpstr>
      <vt:lpstr>2.2 PLC的特点与基本功能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PLC与其他工业控制系统的比较</vt:lpstr>
      <vt:lpstr>3、 PLC基本工作原理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引子——思考几个问题</dc:title>
  <dc:creator>zy</dc:creator>
  <cp:lastModifiedBy>蒋 建华</cp:lastModifiedBy>
  <cp:revision>157</cp:revision>
  <dcterms:created xsi:type="dcterms:W3CDTF">2012-11-09T08:12:16Z</dcterms:created>
  <dcterms:modified xsi:type="dcterms:W3CDTF">2023-06-10T03:31:40Z</dcterms:modified>
</cp:coreProperties>
</file>